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2" r:id="rId3"/>
  </p:sldMasterIdLst>
  <p:sldIdLst>
    <p:sldId id="256" r:id="rId4"/>
    <p:sldId id="258" r:id="rId5"/>
    <p:sldId id="260" r:id="rId6"/>
    <p:sldId id="278" r:id="rId7"/>
    <p:sldId id="279" r:id="rId8"/>
    <p:sldId id="280" r:id="rId9"/>
    <p:sldId id="259" r:id="rId10"/>
    <p:sldId id="261" r:id="rId11"/>
    <p:sldId id="277" r:id="rId12"/>
    <p:sldId id="262" r:id="rId13"/>
    <p:sldId id="263" r:id="rId14"/>
    <p:sldId id="264" r:id="rId15"/>
    <p:sldId id="265" r:id="rId16"/>
    <p:sldId id="267" r:id="rId17"/>
    <p:sldId id="268" r:id="rId18"/>
    <p:sldId id="269" r:id="rId19"/>
    <p:sldId id="270" r:id="rId20"/>
    <p:sldId id="271" r:id="rId21"/>
    <p:sldId id="272" r:id="rId22"/>
    <p:sldId id="273" r:id="rId23"/>
    <p:sldId id="274" r:id="rId24"/>
    <p:sldId id="275" r:id="rId25"/>
    <p:sldId id="432" r:id="rId26"/>
    <p:sldId id="433" r:id="rId27"/>
    <p:sldId id="276" r:id="rId28"/>
    <p:sldId id="281"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36"/>
    <p:restoredTop sz="95958"/>
  </p:normalViewPr>
  <p:slideViewPr>
    <p:cSldViewPr>
      <p:cViewPr varScale="1">
        <p:scale>
          <a:sx n="119" d="100"/>
          <a:sy n="119" d="100"/>
        </p:scale>
        <p:origin x="1712"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65759" y="782320"/>
            <a:ext cx="7084059" cy="1534160"/>
          </a:xfrm>
          <a:prstGeom prst="rect">
            <a:avLst/>
          </a:prstGeom>
        </p:spPr>
        <p:txBody>
          <a:bodyPr wrap="square" lIns="0" tIns="0" rIns="0" bIns="0">
            <a:spAutoFit/>
          </a:bodyPr>
          <a:lstStyle>
            <a:lvl1pPr>
              <a:defRPr sz="9900" b="0" i="0">
                <a:solidFill>
                  <a:srgbClr val="38B8EF"/>
                </a:solidFill>
                <a:latin typeface="DejaVu Sans"/>
                <a:cs typeface="DejaVu Sans"/>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6" name="Holder 6"/>
          <p:cNvSpPr>
            <a:spLocks noGrp="1"/>
          </p:cNvSpPr>
          <p:nvPr>
            <p:ph type="sldNum" sz="quarter" idx="7"/>
          </p:nvPr>
        </p:nvSpPr>
        <p:spPr/>
        <p:txBody>
          <a:bodyPr lIns="0" tIns="0" rIns="0" bIns="0"/>
          <a:lstStyle>
            <a:lvl1pPr>
              <a:defRPr sz="800" b="0" i="0">
                <a:solidFill>
                  <a:srgbClr val="8A8A8A"/>
                </a:solidFill>
                <a:latin typeface="DejaVu Sans"/>
                <a:cs typeface="DejaVu Sans"/>
              </a:defRPr>
            </a:lvl1pPr>
          </a:lstStyle>
          <a:p>
            <a:pPr marL="25400">
              <a:lnSpc>
                <a:spcPct val="100000"/>
              </a:lnSpc>
              <a:spcBef>
                <a:spcPts val="50"/>
              </a:spcBef>
            </a:pP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0" i="0">
                <a:solidFill>
                  <a:srgbClr val="3F3F3F"/>
                </a:solidFill>
                <a:latin typeface="DejaVu Sans"/>
                <a:cs typeface="DejaVu San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6" name="Holder 6"/>
          <p:cNvSpPr>
            <a:spLocks noGrp="1"/>
          </p:cNvSpPr>
          <p:nvPr>
            <p:ph type="sldNum" sz="quarter" idx="7"/>
          </p:nvPr>
        </p:nvSpPr>
        <p:spPr/>
        <p:txBody>
          <a:bodyPr lIns="0" tIns="0" rIns="0" bIns="0"/>
          <a:lstStyle>
            <a:lvl1pPr>
              <a:defRPr sz="800" b="0" i="0">
                <a:solidFill>
                  <a:srgbClr val="8A8A8A"/>
                </a:solidFill>
                <a:latin typeface="DejaVu Sans"/>
                <a:cs typeface="DejaVu Sans"/>
              </a:defRPr>
            </a:lvl1pPr>
          </a:lstStyle>
          <a:p>
            <a:pPr marL="25400">
              <a:lnSpc>
                <a:spcPct val="100000"/>
              </a:lnSpc>
              <a:spcBef>
                <a:spcPts val="50"/>
              </a:spcBef>
            </a:pP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0" i="0">
                <a:solidFill>
                  <a:srgbClr val="3F3F3F"/>
                </a:solidFill>
                <a:latin typeface="DejaVu Sans"/>
                <a:cs typeface="DejaVu San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7" name="Holder 7"/>
          <p:cNvSpPr>
            <a:spLocks noGrp="1"/>
          </p:cNvSpPr>
          <p:nvPr>
            <p:ph type="sldNum" sz="quarter" idx="7"/>
          </p:nvPr>
        </p:nvSpPr>
        <p:spPr/>
        <p:txBody>
          <a:bodyPr lIns="0" tIns="0" rIns="0" bIns="0"/>
          <a:lstStyle>
            <a:lvl1pPr>
              <a:defRPr sz="800" b="0" i="0">
                <a:solidFill>
                  <a:srgbClr val="8A8A8A"/>
                </a:solidFill>
                <a:latin typeface="DejaVu Sans"/>
                <a:cs typeface="DejaVu Sans"/>
              </a:defRPr>
            </a:lvl1pPr>
          </a:lstStyle>
          <a:p>
            <a:pPr marL="25400">
              <a:lnSpc>
                <a:spcPct val="100000"/>
              </a:lnSpc>
              <a:spcBef>
                <a:spcPts val="50"/>
              </a:spcBef>
            </a:pP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0" i="0">
                <a:solidFill>
                  <a:srgbClr val="3F3F3F"/>
                </a:solidFill>
                <a:latin typeface="DejaVu Sans"/>
                <a:cs typeface="DejaVu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5" name="Holder 5"/>
          <p:cNvSpPr>
            <a:spLocks noGrp="1"/>
          </p:cNvSpPr>
          <p:nvPr>
            <p:ph type="sldNum" sz="quarter" idx="7"/>
          </p:nvPr>
        </p:nvSpPr>
        <p:spPr/>
        <p:txBody>
          <a:bodyPr lIns="0" tIns="0" rIns="0" bIns="0"/>
          <a:lstStyle>
            <a:lvl1pPr>
              <a:defRPr sz="800" b="0" i="0">
                <a:solidFill>
                  <a:srgbClr val="8A8A8A"/>
                </a:solidFill>
                <a:latin typeface="DejaVu Sans"/>
                <a:cs typeface="DejaVu Sans"/>
              </a:defRPr>
            </a:lvl1pPr>
          </a:lstStyle>
          <a:p>
            <a:pPr marL="25400">
              <a:lnSpc>
                <a:spcPct val="100000"/>
              </a:lnSpc>
              <a:spcBef>
                <a:spcPts val="50"/>
              </a:spcBef>
            </a:pP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4" name="Holder 4"/>
          <p:cNvSpPr>
            <a:spLocks noGrp="1"/>
          </p:cNvSpPr>
          <p:nvPr>
            <p:ph type="sldNum" sz="quarter" idx="7"/>
          </p:nvPr>
        </p:nvSpPr>
        <p:spPr/>
        <p:txBody>
          <a:bodyPr lIns="0" tIns="0" rIns="0" bIns="0"/>
          <a:lstStyle>
            <a:lvl1pPr>
              <a:defRPr sz="800" b="0" i="0">
                <a:solidFill>
                  <a:srgbClr val="8A8A8A"/>
                </a:solidFill>
                <a:latin typeface="DejaVu Sans"/>
                <a:cs typeface="DejaVu Sans"/>
              </a:defRPr>
            </a:lvl1pPr>
          </a:lstStyle>
          <a:p>
            <a:pPr marL="25400">
              <a:lnSpc>
                <a:spcPct val="100000"/>
              </a:lnSpc>
              <a:spcBef>
                <a:spcPts val="50"/>
              </a:spcBef>
            </a:pPr>
            <a:fld id="{81D60167-4931-47E6-BA6A-407CBD079E47}" type="slidenum">
              <a:rPr spc="5" dirty="0"/>
              <a:t>‹#›</a:t>
            </a:fld>
            <a:endParaRPr spc="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custGeom>
            <a:avLst/>
            <a:gdLst/>
            <a:ahLst/>
            <a:cxnLst/>
            <a:rect l="l" t="t" r="r" b="b"/>
            <a:pathLst>
              <a:path w="9144000" h="5143500">
                <a:moveTo>
                  <a:pt x="0" y="0"/>
                </a:moveTo>
                <a:lnTo>
                  <a:pt x="9143981" y="0"/>
                </a:lnTo>
                <a:lnTo>
                  <a:pt x="9143981" y="5143489"/>
                </a:lnTo>
                <a:lnTo>
                  <a:pt x="0" y="5143489"/>
                </a:lnTo>
                <a:lnTo>
                  <a:pt x="0" y="0"/>
                </a:lnTo>
                <a:close/>
              </a:path>
            </a:pathLst>
          </a:custGeom>
          <a:solidFill>
            <a:srgbClr val="1F2628"/>
          </a:solidFill>
        </p:spPr>
        <p:txBody>
          <a:bodyPr wrap="square" lIns="0" tIns="0" rIns="0" bIns="0" rtlCol="0"/>
          <a:lstStyle/>
          <a:p>
            <a:endParaRPr sz="1800"/>
          </a:p>
        </p:txBody>
      </p:sp>
      <p:sp>
        <p:nvSpPr>
          <p:cNvPr id="17" name="bk object 17"/>
          <p:cNvSpPr/>
          <p:nvPr/>
        </p:nvSpPr>
        <p:spPr>
          <a:xfrm>
            <a:off x="0" y="3997524"/>
            <a:ext cx="9144000" cy="0"/>
          </a:xfrm>
          <a:custGeom>
            <a:avLst/>
            <a:gdLst/>
            <a:ahLst/>
            <a:cxnLst/>
            <a:rect l="l" t="t" r="r" b="b"/>
            <a:pathLst>
              <a:path w="9144000">
                <a:moveTo>
                  <a:pt x="0" y="0"/>
                </a:moveTo>
                <a:lnTo>
                  <a:pt x="9143981" y="0"/>
                </a:lnTo>
              </a:path>
            </a:pathLst>
          </a:custGeom>
          <a:ln w="19049">
            <a:solidFill>
              <a:srgbClr val="62D197"/>
            </a:solidFill>
          </a:ln>
        </p:spPr>
        <p:txBody>
          <a:bodyPr wrap="square" lIns="0" tIns="0" rIns="0" bIns="0" rtlCol="0"/>
          <a:lstStyle/>
          <a:p>
            <a:endParaRPr sz="1800"/>
          </a:p>
        </p:txBody>
      </p:sp>
      <p:sp>
        <p:nvSpPr>
          <p:cNvPr id="2" name="Holder 2"/>
          <p:cNvSpPr>
            <a:spLocks noGrp="1"/>
          </p:cNvSpPr>
          <p:nvPr>
            <p:ph type="ctrTitle"/>
          </p:nvPr>
        </p:nvSpPr>
        <p:spPr>
          <a:xfrm>
            <a:off x="567780" y="1674851"/>
            <a:ext cx="8008438" cy="738664"/>
          </a:xfrm>
          <a:prstGeom prst="rect">
            <a:avLst/>
          </a:prstGeom>
        </p:spPr>
        <p:txBody>
          <a:bodyPr wrap="square" lIns="0" tIns="0" rIns="0" bIns="0">
            <a:spAutoFit/>
          </a:bodyPr>
          <a:lstStyle>
            <a:lvl1pPr>
              <a:defRPr sz="4800" b="0" i="0">
                <a:solidFill>
                  <a:schemeClr val="bg1"/>
                </a:solidFill>
                <a:latin typeface="Noto Sans CJK JP Regular"/>
                <a:cs typeface="Noto Sans CJK JP Regular"/>
              </a:defRPr>
            </a:lvl1pPr>
          </a:lstStyle>
          <a:p>
            <a:endParaRPr/>
          </a:p>
        </p:txBody>
      </p:sp>
      <p:sp>
        <p:nvSpPr>
          <p:cNvPr id="3" name="Holder 3"/>
          <p:cNvSpPr>
            <a:spLocks noGrp="1"/>
          </p:cNvSpPr>
          <p:nvPr>
            <p:ph type="subTitle" idx="4"/>
          </p:nvPr>
        </p:nvSpPr>
        <p:spPr>
          <a:xfrm>
            <a:off x="1371600" y="3840481"/>
            <a:ext cx="6400800" cy="20005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23474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Noto Sans CJK JP Regular"/>
                <a:cs typeface="Noto Sans CJK JP Regular"/>
              </a:defRPr>
            </a:lvl1pPr>
          </a:lstStyle>
          <a:p>
            <a:endParaRPr/>
          </a:p>
        </p:txBody>
      </p:sp>
      <p:sp>
        <p:nvSpPr>
          <p:cNvPr id="3" name="Holder 3"/>
          <p:cNvSpPr>
            <a:spLocks noGrp="1"/>
          </p:cNvSpPr>
          <p:nvPr>
            <p:ph type="body" idx="1"/>
          </p:nvPr>
        </p:nvSpPr>
        <p:spPr/>
        <p:txBody>
          <a:bodyPr lIns="0" tIns="0" rIns="0" bIns="0"/>
          <a:lstStyle>
            <a:lvl1pPr>
              <a:defRPr sz="1300" b="1"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22883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Noto Sans CJK JP Regular"/>
                <a:cs typeface="Noto Sans CJK JP Regular"/>
              </a:defRPr>
            </a:lvl1pPr>
          </a:lstStyle>
          <a:p>
            <a:endParaRPr/>
          </a:p>
        </p:txBody>
      </p:sp>
      <p:sp>
        <p:nvSpPr>
          <p:cNvPr id="3" name="Holder 3"/>
          <p:cNvSpPr>
            <a:spLocks noGrp="1"/>
          </p:cNvSpPr>
          <p:nvPr>
            <p:ph sz="half" idx="2"/>
          </p:nvPr>
        </p:nvSpPr>
        <p:spPr>
          <a:xfrm>
            <a:off x="457200" y="1577340"/>
            <a:ext cx="3977640" cy="20005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0005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63762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Noto Sans CJK JP Regular"/>
                <a:cs typeface="Noto Sans CJK JP Regula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00805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6975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2" name="Title Text"/>
          <p:cNvSpPr txBox="1">
            <a:spLocks noGrp="1"/>
          </p:cNvSpPr>
          <p:nvPr>
            <p:ph type="title"/>
          </p:nvPr>
        </p:nvSpPr>
        <p:spPr>
          <a:prstGeom prst="rect">
            <a:avLst/>
          </a:prstGeom>
        </p:spPr>
        <p:txBody>
          <a:bodyPr/>
          <a:lstStyle/>
          <a:p>
            <a:r>
              <a:t>Title Text</a:t>
            </a:r>
          </a:p>
        </p:txBody>
      </p:sp>
      <p:sp>
        <p:nvSpPr>
          <p:cNvPr id="13" name="Body Level One…"/>
          <p:cNvSpPr txBox="1">
            <a:spLocks noGrp="1"/>
          </p:cNvSpPr>
          <p:nvPr>
            <p:ph type="body" sz="half"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14460406"/>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light">
    <p:bg>
      <p:bgPr>
        <a:solidFill>
          <a:srgbClr val="FFFFFF"/>
        </a:solidFill>
        <a:effectLst/>
      </p:bgPr>
    </p:bg>
    <p:spTree>
      <p:nvGrpSpPr>
        <p:cNvPr id="1" name=""/>
        <p:cNvGrpSpPr/>
        <p:nvPr/>
      </p:nvGrpSpPr>
      <p:grpSpPr>
        <a:xfrm>
          <a:off x="0" y="0"/>
          <a:ext cx="0" cy="0"/>
          <a:chOff x="0" y="0"/>
          <a:chExt cx="0" cy="0"/>
        </a:xfrm>
      </p:grpSpPr>
      <p:sp>
        <p:nvSpPr>
          <p:cNvPr id="21" name="Tim Wood - UMass Amherst"/>
          <p:cNvSpPr/>
          <p:nvPr/>
        </p:nvSpPr>
        <p:spPr>
          <a:xfrm>
            <a:off x="3274284" y="6530703"/>
            <a:ext cx="2588081" cy="288477"/>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000">
                <a:solidFill>
                  <a:srgbClr val="797979"/>
                </a:solidFill>
              </a:defRPr>
            </a:lvl1pPr>
          </a:lstStyle>
          <a:p>
            <a:r>
              <a:rPr sz="1406"/>
              <a:t>Tim Wood - UMass Amherst</a:t>
            </a:r>
          </a:p>
        </p:txBody>
      </p:sp>
      <p:sp>
        <p:nvSpPr>
          <p:cNvPr id="22" name="Title Text"/>
          <p:cNvSpPr txBox="1">
            <a:spLocks noGrp="1"/>
          </p:cNvSpPr>
          <p:nvPr>
            <p:ph type="title"/>
          </p:nvPr>
        </p:nvSpPr>
        <p:spPr>
          <a:xfrm>
            <a:off x="214312" y="178594"/>
            <a:ext cx="8688586" cy="910828"/>
          </a:xfrm>
          <a:prstGeom prst="rect">
            <a:avLst/>
          </a:prstGeom>
        </p:spPr>
        <p:txBody>
          <a:bodyPr anchor="ctr"/>
          <a:lstStyle>
            <a:lvl1pPr>
              <a:defRPr>
                <a:solidFill>
                  <a:srgbClr val="41A2E3"/>
                </a:solidFill>
              </a:defRPr>
            </a:lvl1pPr>
          </a:lstStyle>
          <a:p>
            <a:r>
              <a:t>Title Text</a:t>
            </a:r>
          </a:p>
        </p:txBody>
      </p:sp>
      <p:sp>
        <p:nvSpPr>
          <p:cNvPr id="23" name="Body Level One…"/>
          <p:cNvSpPr txBox="1">
            <a:spLocks noGrp="1"/>
          </p:cNvSpPr>
          <p:nvPr>
            <p:ph type="body" idx="1"/>
          </p:nvPr>
        </p:nvSpPr>
        <p:spPr>
          <a:xfrm>
            <a:off x="214312" y="1098351"/>
            <a:ext cx="8688586" cy="5357813"/>
          </a:xfrm>
          <a:prstGeom prst="rect">
            <a:avLst/>
          </a:prstGeom>
        </p:spPr>
        <p:txBody>
          <a:bodyPr/>
          <a:lstStyle>
            <a:lvl1pPr marL="473257" indent="-250022" algn="l">
              <a:spcBef>
                <a:spcPts val="562"/>
              </a:spcBef>
              <a:buSzPct val="100000"/>
              <a:buChar char="•"/>
              <a:defRPr sz="2883">
                <a:solidFill>
                  <a:srgbClr val="000000"/>
                </a:solidFill>
              </a:defRPr>
            </a:lvl1pPr>
            <a:lvl2pPr marL="785785" indent="-250022" algn="l">
              <a:lnSpc>
                <a:spcPct val="90000"/>
              </a:lnSpc>
              <a:spcBef>
                <a:spcPts val="562"/>
              </a:spcBef>
              <a:buSzPct val="100000"/>
              <a:buChar char="•"/>
              <a:defRPr sz="2250">
                <a:solidFill>
                  <a:srgbClr val="232323"/>
                </a:solidFill>
              </a:defRPr>
            </a:lvl2pPr>
            <a:lvl3pPr marL="1098313" indent="-250022" algn="l">
              <a:lnSpc>
                <a:spcPct val="90000"/>
              </a:lnSpc>
              <a:spcBef>
                <a:spcPts val="562"/>
              </a:spcBef>
              <a:buSzPct val="100000"/>
              <a:buChar char="•"/>
              <a:defRPr sz="2109">
                <a:solidFill>
                  <a:srgbClr val="232323"/>
                </a:solidFill>
              </a:defRPr>
            </a:lvl3pPr>
            <a:lvl4pPr marL="1410840" indent="-250022" algn="l">
              <a:lnSpc>
                <a:spcPct val="70000"/>
              </a:lnSpc>
              <a:spcBef>
                <a:spcPts val="422"/>
              </a:spcBef>
              <a:buSzPct val="100000"/>
              <a:buChar char="•"/>
              <a:defRPr sz="1969">
                <a:solidFill>
                  <a:srgbClr val="232323"/>
                </a:solidFill>
              </a:defRPr>
            </a:lvl4pPr>
            <a:lvl5pPr marL="1723368" indent="-250022" algn="l">
              <a:lnSpc>
                <a:spcPct val="60000"/>
              </a:lnSpc>
              <a:spcBef>
                <a:spcPts val="422"/>
              </a:spcBef>
              <a:buSzPct val="100000"/>
              <a:buChar char="•"/>
              <a:defRPr sz="1828">
                <a:solidFill>
                  <a:srgbClr val="232323"/>
                </a:solidFill>
              </a:defRPr>
            </a:lvl5p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xfrm>
            <a:off x="8608648" y="6507033"/>
            <a:ext cx="383118" cy="297389"/>
          </a:xfrm>
          <a:prstGeom prst="rect">
            <a:avLst/>
          </a:prstGeom>
        </p:spPr>
        <p:txBody>
          <a:bodyPr/>
          <a:lstStyle>
            <a:lvl1pPr>
              <a:defRPr>
                <a:solidFill>
                  <a:srgbClr val="606060"/>
                </a:solidFill>
              </a:defRPr>
            </a:lvl1pPr>
          </a:lstStyle>
          <a:p>
            <a:fld id="{86CB4B4D-7CA3-9044-876B-883B54F8677D}" type="slidenum">
              <a:t>‹#›</a:t>
            </a:fld>
            <a:endParaRPr/>
          </a:p>
        </p:txBody>
      </p:sp>
    </p:spTree>
    <p:extLst>
      <p:ext uri="{BB962C8B-B14F-4D97-AF65-F5344CB8AC3E}">
        <p14:creationId xmlns:p14="http://schemas.microsoft.com/office/powerpoint/2010/main" val="2675615126"/>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3992"/>
            <a:ext cx="461310" cy="6724007"/>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176019" y="839469"/>
            <a:ext cx="6791960" cy="325755"/>
          </a:xfrm>
          <a:prstGeom prst="rect">
            <a:avLst/>
          </a:prstGeom>
        </p:spPr>
        <p:txBody>
          <a:bodyPr wrap="square" lIns="0" tIns="0" rIns="0" bIns="0">
            <a:spAutoFit/>
          </a:bodyPr>
          <a:lstStyle>
            <a:lvl1pPr>
              <a:defRPr sz="1950" b="0" i="0">
                <a:solidFill>
                  <a:srgbClr val="3F3F3F"/>
                </a:solidFill>
                <a:latin typeface="DejaVu Sans"/>
                <a:cs typeface="DejaVu Sans"/>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2/2/25</a:t>
            </a:fld>
            <a:endParaRPr lang="en-US"/>
          </a:p>
        </p:txBody>
      </p:sp>
      <p:sp>
        <p:nvSpPr>
          <p:cNvPr id="6" name="Holder 6"/>
          <p:cNvSpPr>
            <a:spLocks noGrp="1"/>
          </p:cNvSpPr>
          <p:nvPr>
            <p:ph type="sldNum" sz="quarter" idx="7"/>
          </p:nvPr>
        </p:nvSpPr>
        <p:spPr>
          <a:xfrm>
            <a:off x="226059" y="6488193"/>
            <a:ext cx="181609" cy="145415"/>
          </a:xfrm>
          <a:prstGeom prst="rect">
            <a:avLst/>
          </a:prstGeom>
        </p:spPr>
        <p:txBody>
          <a:bodyPr wrap="square" lIns="0" tIns="0" rIns="0" bIns="0">
            <a:spAutoFit/>
          </a:bodyPr>
          <a:lstStyle>
            <a:lvl1pPr>
              <a:defRPr sz="800" b="0" i="0">
                <a:solidFill>
                  <a:srgbClr val="8A8A8A"/>
                </a:solidFill>
                <a:latin typeface="DejaVu Sans"/>
                <a:cs typeface="DejaVu Sans"/>
              </a:defRPr>
            </a:lvl1pPr>
          </a:lstStyle>
          <a:p>
            <a:pPr marL="25400">
              <a:lnSpc>
                <a:spcPct val="100000"/>
              </a:lnSpc>
              <a:spcBef>
                <a:spcPts val="50"/>
              </a:spcBef>
            </a:pP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727613"/>
          </a:xfrm>
          <a:custGeom>
            <a:avLst/>
            <a:gdLst/>
            <a:ahLst/>
            <a:cxnLst/>
            <a:rect l="l" t="t" r="r" b="b"/>
            <a:pathLst>
              <a:path w="9144000" h="5045710">
                <a:moveTo>
                  <a:pt x="0" y="5045689"/>
                </a:moveTo>
                <a:lnTo>
                  <a:pt x="9143981" y="5045689"/>
                </a:lnTo>
                <a:lnTo>
                  <a:pt x="9143981" y="0"/>
                </a:lnTo>
                <a:lnTo>
                  <a:pt x="0" y="0"/>
                </a:lnTo>
                <a:lnTo>
                  <a:pt x="0" y="5045689"/>
                </a:lnTo>
                <a:close/>
              </a:path>
            </a:pathLst>
          </a:custGeom>
          <a:solidFill>
            <a:srgbClr val="000000"/>
          </a:solidFill>
        </p:spPr>
        <p:txBody>
          <a:bodyPr wrap="square" lIns="0" tIns="0" rIns="0" bIns="0" rtlCol="0"/>
          <a:lstStyle/>
          <a:p>
            <a:endParaRPr sz="1800"/>
          </a:p>
        </p:txBody>
      </p:sp>
      <p:sp>
        <p:nvSpPr>
          <p:cNvPr id="17" name="bk object 17"/>
          <p:cNvSpPr/>
          <p:nvPr/>
        </p:nvSpPr>
        <p:spPr>
          <a:xfrm>
            <a:off x="0" y="6727588"/>
            <a:ext cx="9144000" cy="131233"/>
          </a:xfrm>
          <a:custGeom>
            <a:avLst/>
            <a:gdLst/>
            <a:ahLst/>
            <a:cxnLst/>
            <a:rect l="l" t="t" r="r" b="b"/>
            <a:pathLst>
              <a:path w="9144000" h="98425">
                <a:moveTo>
                  <a:pt x="0" y="0"/>
                </a:moveTo>
                <a:lnTo>
                  <a:pt x="9143981" y="0"/>
                </a:lnTo>
                <a:lnTo>
                  <a:pt x="9143981" y="97799"/>
                </a:lnTo>
                <a:lnTo>
                  <a:pt x="0" y="97799"/>
                </a:lnTo>
                <a:lnTo>
                  <a:pt x="0" y="0"/>
                </a:lnTo>
                <a:close/>
              </a:path>
            </a:pathLst>
          </a:custGeom>
          <a:solidFill>
            <a:srgbClr val="62D197"/>
          </a:solidFill>
        </p:spPr>
        <p:txBody>
          <a:bodyPr wrap="square" lIns="0" tIns="0" rIns="0" bIns="0" rtlCol="0"/>
          <a:lstStyle/>
          <a:p>
            <a:endParaRPr sz="1800"/>
          </a:p>
        </p:txBody>
      </p:sp>
      <p:sp>
        <p:nvSpPr>
          <p:cNvPr id="2" name="Holder 2"/>
          <p:cNvSpPr>
            <a:spLocks noGrp="1"/>
          </p:cNvSpPr>
          <p:nvPr>
            <p:ph type="title"/>
          </p:nvPr>
        </p:nvSpPr>
        <p:spPr>
          <a:xfrm>
            <a:off x="3435786" y="2502145"/>
            <a:ext cx="2272426" cy="553998"/>
          </a:xfrm>
          <a:prstGeom prst="rect">
            <a:avLst/>
          </a:prstGeom>
        </p:spPr>
        <p:txBody>
          <a:bodyPr wrap="square" lIns="0" tIns="0" rIns="0" bIns="0">
            <a:spAutoFit/>
          </a:bodyPr>
          <a:lstStyle>
            <a:lvl1pPr>
              <a:defRPr sz="3600" b="0" i="0">
                <a:solidFill>
                  <a:schemeClr val="bg1"/>
                </a:solidFill>
                <a:latin typeface="Noto Sans CJK JP Regular"/>
                <a:cs typeface="Noto Sans CJK JP Regular"/>
              </a:defRPr>
            </a:lvl1pPr>
          </a:lstStyle>
          <a:p>
            <a:endParaRPr/>
          </a:p>
        </p:txBody>
      </p:sp>
      <p:sp>
        <p:nvSpPr>
          <p:cNvPr id="3" name="Holder 3"/>
          <p:cNvSpPr>
            <a:spLocks noGrp="1"/>
          </p:cNvSpPr>
          <p:nvPr>
            <p:ph type="body" idx="1"/>
          </p:nvPr>
        </p:nvSpPr>
        <p:spPr>
          <a:xfrm>
            <a:off x="535058" y="1552487"/>
            <a:ext cx="8073885" cy="200055"/>
          </a:xfrm>
          <a:prstGeom prst="rect">
            <a:avLst/>
          </a:prstGeom>
        </p:spPr>
        <p:txBody>
          <a:bodyPr wrap="square" lIns="0" tIns="0" rIns="0" bIns="0">
            <a:spAutoFit/>
          </a:bodyPr>
          <a:lstStyle>
            <a:lvl1pPr>
              <a:defRPr sz="1300" b="1" i="0">
                <a:solidFill>
                  <a:schemeClr val="bg1"/>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2/2/25</a:t>
            </a:fld>
            <a:endParaRPr lang="en-US"/>
          </a:p>
        </p:txBody>
      </p:sp>
      <p:sp>
        <p:nvSpPr>
          <p:cNvPr id="6" name="Holder 6"/>
          <p:cNvSpPr>
            <a:spLocks noGrp="1"/>
          </p:cNvSpPr>
          <p:nvPr>
            <p:ph type="sldNum" sz="quarter" idx="7"/>
          </p:nvPr>
        </p:nvSpPr>
        <p:spPr>
          <a:xfrm>
            <a:off x="6583680" y="6377941"/>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3309154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2" name="clouds-1.jpg" descr="clouds-1.jpg"/>
          <p:cNvPicPr>
            <a:picLocks noChangeAspect="1"/>
          </p:cNvPicPr>
          <p:nvPr/>
        </p:nvPicPr>
        <p:blipFill>
          <a:blip r:embed="rId4">
            <a:alphaModFix amt="20000"/>
          </a:blip>
          <a:stretch>
            <a:fillRect/>
          </a:stretch>
        </p:blipFill>
        <p:spPr>
          <a:xfrm>
            <a:off x="-969" y="-35719"/>
            <a:ext cx="9277946" cy="6931278"/>
          </a:xfrm>
          <a:prstGeom prst="rect">
            <a:avLst/>
          </a:prstGeom>
          <a:ln w="12700">
            <a:miter lim="400000"/>
          </a:ln>
        </p:spPr>
      </p:pic>
      <p:sp>
        <p:nvSpPr>
          <p:cNvPr id="3" name="Title Text"/>
          <p:cNvSpPr txBox="1">
            <a:spLocks noGrp="1"/>
          </p:cNvSpPr>
          <p:nvPr>
            <p:ph type="title"/>
          </p:nvPr>
        </p:nvSpPr>
        <p:spPr>
          <a:xfrm>
            <a:off x="892969" y="1151930"/>
            <a:ext cx="7358063" cy="2321719"/>
          </a:xfrm>
          <a:prstGeom prst="rect">
            <a:avLst/>
          </a:prstGeom>
          <a:ln w="12700">
            <a:miter lim="400000"/>
          </a:ln>
          <a:effectLst>
            <a:outerShdw blurRad="38100" dist="12700" dir="5400000" rotWithShape="0">
              <a:srgbClr val="000000">
                <a:alpha val="50000"/>
              </a:srgbClr>
            </a:outerShdw>
          </a:effectLst>
          <a:extLst>
            <a:ext uri="{C572A759-6A51-4108-AA02-DFA0A04FC94B}">
              <ma14:wrappingTextBoxFlag xmlns="" xmlns:ma14="http://schemas.microsoft.com/office/mac/drawingml/2011/main" val="1"/>
            </a:ext>
          </a:extLst>
        </p:spPr>
        <p:txBody>
          <a:bodyPr lIns="50800" tIns="50800" rIns="50800" bIns="50800" anchor="b"/>
          <a:lstStyle/>
          <a:p>
            <a:r>
              <a:t>Title Text</a:t>
            </a:r>
          </a:p>
        </p:txBody>
      </p:sp>
      <p:sp>
        <p:nvSpPr>
          <p:cNvPr id="4" name="Body Level One…"/>
          <p:cNvSpPr txBox="1">
            <a:spLocks noGrp="1"/>
          </p:cNvSpPr>
          <p:nvPr>
            <p:ph type="body" idx="1"/>
          </p:nvPr>
        </p:nvSpPr>
        <p:spPr>
          <a:xfrm>
            <a:off x="892969" y="3536156"/>
            <a:ext cx="7358063" cy="2178844"/>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4375976" y="6471314"/>
            <a:ext cx="383118" cy="297389"/>
          </a:xfrm>
          <a:prstGeom prst="rect">
            <a:avLst/>
          </a:prstGeom>
          <a:ln w="12700">
            <a:miter lim="400000"/>
          </a:ln>
        </p:spPr>
        <p:txBody>
          <a:bodyPr wrap="none" lIns="50800" tIns="50800" rIns="50800" bIns="50800" anchor="b">
            <a:spAutoFit/>
          </a:bodyPr>
          <a:lstStyle>
            <a:lvl1pPr>
              <a:defRPr sz="1266"/>
            </a:lvl1pPr>
          </a:lstStyle>
          <a:p>
            <a:fld id="{86CB4B4D-7CA3-9044-876B-883B54F8677D}" type="slidenum">
              <a:t>‹#›</a:t>
            </a:fld>
            <a:endParaRPr/>
          </a:p>
        </p:txBody>
      </p:sp>
    </p:spTree>
    <p:extLst>
      <p:ext uri="{BB962C8B-B14F-4D97-AF65-F5344CB8AC3E}">
        <p14:creationId xmlns:p14="http://schemas.microsoft.com/office/powerpoint/2010/main" val="3212549613"/>
      </p:ext>
    </p:extLst>
  </p:cSld>
  <p:clrMap bg1="lt1" tx1="dk1" bg2="lt2" tx2="dk2" accent1="accent1" accent2="accent2" accent3="accent3" accent4="accent4" accent5="accent5" accent6="accent6" hlink="hlink" folHlink="folHlink"/>
  <p:sldLayoutIdLst>
    <p:sldLayoutId id="2147483673" r:id="rId1"/>
    <p:sldLayoutId id="2147483674" r:id="rId2"/>
  </p:sldLayoutIdLst>
  <p:transition spd="med"/>
  <p:txStyles>
    <p:titleStyle>
      <a:lvl1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1pPr>
      <a:lvl2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2pPr>
      <a:lvl3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3pPr>
      <a:lvl4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4pPr>
      <a:lvl5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5pPr>
      <a:lvl6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6pPr>
      <a:lvl7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7pPr>
      <a:lvl8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8pPr>
      <a:lvl9pPr marL="0" marR="0" indent="0" algn="ctr" defTabSz="410751" rtl="0" latinLnBrk="0">
        <a:lnSpc>
          <a:spcPct val="100000"/>
        </a:lnSpc>
        <a:spcBef>
          <a:spcPts val="0"/>
        </a:spcBef>
        <a:spcAft>
          <a:spcPts val="0"/>
        </a:spcAft>
        <a:buClrTx/>
        <a:buSzTx/>
        <a:buFontTx/>
        <a:buNone/>
        <a:tabLst/>
        <a:defRPr sz="5906" b="0" i="0" u="none" strike="noStrike" cap="none" spc="0" baseline="0">
          <a:ln>
            <a:noFill/>
          </a:ln>
          <a:solidFill>
            <a:srgbClr val="001E57"/>
          </a:solidFill>
          <a:uFillTx/>
          <a:latin typeface="+mn-lt"/>
          <a:ea typeface="+mn-ea"/>
          <a:cs typeface="+mn-cs"/>
          <a:sym typeface="Gill Sans"/>
        </a:defRPr>
      </a:lvl9pPr>
    </p:titleStyle>
    <p:bodyStyle>
      <a:lvl1pPr marL="0" marR="0" indent="0"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1pPr>
      <a:lvl2pPr marL="0" marR="0" indent="0"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2pPr>
      <a:lvl3pPr marL="0" marR="0" indent="0"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3pPr>
      <a:lvl4pPr marL="0" marR="0" indent="0"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4pPr>
      <a:lvl5pPr marL="0" marR="0" indent="0"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5pPr>
      <a:lvl6pPr marL="0" marR="0" indent="250022"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6pPr>
      <a:lvl7pPr marL="0" marR="0" indent="500045"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7pPr>
      <a:lvl8pPr marL="0" marR="0" indent="750067"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8pPr>
      <a:lvl9pPr marL="0" marR="0" indent="1000089" algn="ctr" defTabSz="410751" rtl="0" latinLnBrk="0">
        <a:lnSpc>
          <a:spcPct val="100000"/>
        </a:lnSpc>
        <a:spcBef>
          <a:spcPts val="0"/>
        </a:spcBef>
        <a:spcAft>
          <a:spcPts val="0"/>
        </a:spcAft>
        <a:buClrTx/>
        <a:buSzTx/>
        <a:buFontTx/>
        <a:buNone/>
        <a:tabLst/>
        <a:defRPr sz="2531" b="0" i="0" u="none" strike="noStrike" cap="none" spc="0" baseline="0">
          <a:ln>
            <a:noFill/>
          </a:ln>
          <a:solidFill>
            <a:srgbClr val="001E57"/>
          </a:solidFill>
          <a:uFillTx/>
          <a:latin typeface="+mn-lt"/>
          <a:ea typeface="+mn-ea"/>
          <a:cs typeface="+mn-cs"/>
          <a:sym typeface="Gill Sans"/>
        </a:defRPr>
      </a:lvl9pPr>
    </p:bodyStyle>
    <p:otherStyle>
      <a:lvl1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1pPr>
      <a:lvl2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2pPr>
      <a:lvl3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3pPr>
      <a:lvl4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4pPr>
      <a:lvl5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5pPr>
      <a:lvl6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6pPr>
      <a:lvl7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7pPr>
      <a:lvl8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8pPr>
      <a:lvl9pPr marL="0" marR="0" indent="0" algn="ctr" defTabSz="410751"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criu.org/P.Haul" TargetMode="External"/><Relationship Id="rId2" Type="http://schemas.openxmlformats.org/officeDocument/2006/relationships/hyperlink" Target="http://criu.org/" TargetMode="Externa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hyperlink" Target="mailto:criu@openvz.org"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aalto.finna.fi/Primo/Search?lookfor=Rubio,%2BJuan&amp;amp;type=Author" TargetMode="External"/><Relationship Id="rId3" Type="http://schemas.openxmlformats.org/officeDocument/2006/relationships/hyperlink" Target="https://aalto.finna.fi/Primo/Search?lookfor=Garcia,%2BJuan%2BManuel&amp;amp;type=Author" TargetMode="External"/><Relationship Id="rId7" Type="http://schemas.openxmlformats.org/officeDocument/2006/relationships/hyperlink" Target="https://aalto.finna.fi/Primo/Search?lookfor=Rajamony,%2BRam&amp;amp;type=Author" TargetMode="External"/><Relationship Id="rId2" Type="http://schemas.openxmlformats.org/officeDocument/2006/relationships/hyperlink" Target="https://aalto.finna.fi/Primo/Search?lookfor=Medina,%2BVioleta&amp;amp;type=Author" TargetMode="External"/><Relationship Id="rId1" Type="http://schemas.openxmlformats.org/officeDocument/2006/relationships/slideLayout" Target="../slideLayouts/slideLayout7.xml"/><Relationship Id="rId6" Type="http://schemas.openxmlformats.org/officeDocument/2006/relationships/hyperlink" Target="https://aalto.finna.fi/Primo/Search?lookfor=Ferreira,%2BAlexandre&amp;amp;type=Author" TargetMode="External"/><Relationship Id="rId11" Type="http://schemas.openxmlformats.org/officeDocument/2006/relationships/hyperlink" Target="http://www.slideshare.net/Docker/live-migrating-a-container-pros-cons-and-gotchas" TargetMode="External"/><Relationship Id="rId5" Type="http://schemas.openxmlformats.org/officeDocument/2006/relationships/hyperlink" Target="https://aalto.finna.fi/Primo/Search?lookfor=Felter,%2BWes&amp;amp;type=Author" TargetMode="External"/><Relationship Id="rId10" Type="http://schemas.openxmlformats.org/officeDocument/2006/relationships/hyperlink" Target="http://www.redhatonline.com/pl/wp-content/uploads/2016/05/RH-GOOG_WAW_JensBussmann.pdf" TargetMode="External"/><Relationship Id="rId4" Type="http://schemas.openxmlformats.org/officeDocument/2006/relationships/hyperlink" Target="https://aalto.finna.fi/Primo/Search?lookfor=%22ACM%2BComputing%2BSurveys%22&amp;amp;type=AllFields" TargetMode="External"/><Relationship Id="rId9" Type="http://schemas.openxmlformats.org/officeDocument/2006/relationships/hyperlink" Target="https://aalto.finna.fi/Primo/Search?lookfor=%22Performance%2BAnalysis%2Bof%2BSystems%2Band%2BSoftware%2B(ISPASS),%2B2015%2BIEEE%2BInternational%2BSymposium%2Bon%22&amp;amp;type=AllField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9634" y="4682939"/>
            <a:ext cx="8839200" cy="1363835"/>
          </a:xfrm>
          <a:prstGeom prst="rect">
            <a:avLst/>
          </a:prstGeom>
        </p:spPr>
        <p:txBody>
          <a:bodyPr vert="horz" wrap="square" lIns="0" tIns="62865" rIns="0" bIns="0" rtlCol="0">
            <a:spAutoFit/>
          </a:bodyPr>
          <a:lstStyle/>
          <a:p>
            <a:pPr marL="12700" marR="1404620">
              <a:lnSpc>
                <a:spcPts val="3130"/>
              </a:lnSpc>
              <a:spcBef>
                <a:spcPts val="495"/>
              </a:spcBef>
            </a:pPr>
            <a:r>
              <a:rPr sz="2900" spc="-5" dirty="0">
                <a:solidFill>
                  <a:srgbClr val="0094CC"/>
                </a:solidFill>
                <a:latin typeface="DejaVu Sans"/>
                <a:cs typeface="DejaVu Sans"/>
              </a:rPr>
              <a:t>Live migrating </a:t>
            </a:r>
            <a:r>
              <a:rPr sz="2900" dirty="0">
                <a:solidFill>
                  <a:srgbClr val="0094CC"/>
                </a:solidFill>
                <a:latin typeface="DejaVu Sans"/>
                <a:cs typeface="DejaVu Sans"/>
              </a:rPr>
              <a:t>a </a:t>
            </a:r>
            <a:r>
              <a:rPr sz="2900" spc="-10" dirty="0">
                <a:solidFill>
                  <a:srgbClr val="0094CC"/>
                </a:solidFill>
                <a:latin typeface="DejaVu Sans"/>
                <a:cs typeface="DejaVu Sans"/>
              </a:rPr>
              <a:t>container</a:t>
            </a:r>
            <a:r>
              <a:rPr lang="en-US" sz="2900" spc="-10" dirty="0">
                <a:solidFill>
                  <a:srgbClr val="0094CC"/>
                </a:solidFill>
                <a:latin typeface="DejaVu Sans"/>
                <a:cs typeface="DejaVu Sans"/>
              </a:rPr>
              <a:t> </a:t>
            </a:r>
            <a:r>
              <a:rPr sz="2900" spc="-10" dirty="0">
                <a:solidFill>
                  <a:srgbClr val="0094CC"/>
                </a:solidFill>
                <a:latin typeface="DejaVu Sans"/>
                <a:cs typeface="DejaVu Sans"/>
              </a:rPr>
              <a:t>:</a:t>
            </a:r>
            <a:r>
              <a:rPr lang="en-US" sz="2900" spc="-10" dirty="0">
                <a:solidFill>
                  <a:srgbClr val="0094CC"/>
                </a:solidFill>
                <a:latin typeface="DejaVu Sans"/>
                <a:cs typeface="DejaVu Sans"/>
              </a:rPr>
              <a:t> </a:t>
            </a:r>
            <a:r>
              <a:rPr lang="en-US" sz="2900" spc="-15" dirty="0">
                <a:solidFill>
                  <a:srgbClr val="0094CC"/>
                </a:solidFill>
                <a:latin typeface="DejaVu Sans"/>
                <a:cs typeface="DejaVu Sans"/>
              </a:rPr>
              <a:t>pros, </a:t>
            </a:r>
            <a:r>
              <a:rPr lang="en-US" sz="2900" spc="-5" dirty="0">
                <a:solidFill>
                  <a:srgbClr val="0094CC"/>
                </a:solidFill>
                <a:latin typeface="DejaVu Sans"/>
                <a:cs typeface="DejaVu Sans"/>
              </a:rPr>
              <a:t>cons and</a:t>
            </a:r>
            <a:r>
              <a:rPr lang="en-US" sz="2900" spc="-15" dirty="0">
                <a:solidFill>
                  <a:srgbClr val="0094CC"/>
                </a:solidFill>
                <a:latin typeface="DejaVu Sans"/>
                <a:cs typeface="DejaVu Sans"/>
              </a:rPr>
              <a:t> </a:t>
            </a:r>
            <a:r>
              <a:rPr lang="en-US" sz="2900" spc="-5" dirty="0">
                <a:solidFill>
                  <a:srgbClr val="0094CC"/>
                </a:solidFill>
                <a:latin typeface="DejaVu Sans"/>
                <a:cs typeface="DejaVu Sans"/>
              </a:rPr>
              <a:t>gotchas</a:t>
            </a:r>
            <a:endParaRPr sz="2900" dirty="0">
              <a:latin typeface="DejaVu Sans"/>
              <a:cs typeface="DejaVu Sans"/>
            </a:endParaRPr>
          </a:p>
          <a:p>
            <a:pPr marL="12700">
              <a:lnSpc>
                <a:spcPct val="100000"/>
              </a:lnSpc>
              <a:spcBef>
                <a:spcPts val="105"/>
              </a:spcBef>
            </a:pPr>
            <a:r>
              <a:rPr sz="3200" spc="-55" dirty="0">
                <a:solidFill>
                  <a:srgbClr val="FFFFFF"/>
                </a:solidFill>
                <a:latin typeface="DejaVu Sans"/>
                <a:cs typeface="DejaVu Sans"/>
              </a:rPr>
              <a:t>Pavel</a:t>
            </a:r>
            <a:r>
              <a:rPr sz="3200" spc="-85" dirty="0">
                <a:solidFill>
                  <a:srgbClr val="FFFFFF"/>
                </a:solidFill>
                <a:latin typeface="DejaVu Sans"/>
                <a:cs typeface="DejaVu Sans"/>
              </a:rPr>
              <a:t> </a:t>
            </a:r>
            <a:r>
              <a:rPr sz="3200" spc="-5" dirty="0">
                <a:solidFill>
                  <a:srgbClr val="FFFFFF"/>
                </a:solidFill>
                <a:latin typeface="DejaVu Sans"/>
                <a:cs typeface="DejaVu Sans"/>
              </a:rPr>
              <a:t>Emelyanov</a:t>
            </a:r>
            <a:endParaRPr sz="3200" dirty="0">
              <a:latin typeface="DejaVu Sans"/>
              <a:cs typeface="DejaVu Sans"/>
            </a:endParaRPr>
          </a:p>
        </p:txBody>
      </p:sp>
      <p:sp>
        <p:nvSpPr>
          <p:cNvPr id="4" name="object 4"/>
          <p:cNvSpPr txBox="1"/>
          <p:nvPr/>
        </p:nvSpPr>
        <p:spPr>
          <a:xfrm>
            <a:off x="111702" y="5486400"/>
            <a:ext cx="6722166" cy="412934"/>
          </a:xfrm>
          <a:prstGeom prst="rect">
            <a:avLst/>
          </a:prstGeom>
        </p:spPr>
        <p:txBody>
          <a:bodyPr vert="horz" wrap="square" lIns="0" tIns="12700" rIns="0" bIns="0" rtlCol="0">
            <a:spAutoFit/>
          </a:bodyPr>
          <a:lstStyle/>
          <a:p>
            <a:pPr marL="12700">
              <a:lnSpc>
                <a:spcPct val="100000"/>
              </a:lnSpc>
              <a:spcBef>
                <a:spcPts val="100"/>
              </a:spcBef>
            </a:pPr>
            <a:r>
              <a:rPr lang="en-US" sz="2600" spc="-10" dirty="0">
                <a:solidFill>
                  <a:srgbClr val="2B3B42"/>
                </a:solidFill>
                <a:latin typeface="DejaVu Sans"/>
                <a:cs typeface="DejaVu Sans"/>
              </a:rPr>
              <a:t>by Pavel </a:t>
            </a:r>
            <a:r>
              <a:rPr lang="en-US" sz="2600" spc="-10" dirty="0" err="1">
                <a:solidFill>
                  <a:srgbClr val="2B3B42"/>
                </a:solidFill>
                <a:latin typeface="DejaVu Sans"/>
                <a:cs typeface="DejaVu Sans"/>
              </a:rPr>
              <a:t>Emelyanov</a:t>
            </a:r>
            <a:r>
              <a:rPr sz="2600" dirty="0">
                <a:solidFill>
                  <a:srgbClr val="2B3B42"/>
                </a:solidFill>
                <a:latin typeface="DejaVu Sans"/>
                <a:cs typeface="DejaVu Sans"/>
              </a:rPr>
              <a:t>@</a:t>
            </a:r>
            <a:r>
              <a:rPr sz="2600" spc="-60" dirty="0">
                <a:solidFill>
                  <a:srgbClr val="2B3B42"/>
                </a:solidFill>
                <a:latin typeface="DejaVu Sans"/>
                <a:cs typeface="DejaVu Sans"/>
              </a:rPr>
              <a:t> </a:t>
            </a:r>
            <a:r>
              <a:rPr sz="2600" spc="-10" dirty="0">
                <a:solidFill>
                  <a:srgbClr val="2B3B42"/>
                </a:solidFill>
                <a:latin typeface="DejaVu Sans"/>
                <a:cs typeface="DejaVu Sans"/>
              </a:rPr>
              <a:t>Virtuozzo</a:t>
            </a:r>
            <a:endParaRPr sz="2600" dirty="0">
              <a:latin typeface="DejaVu Sans"/>
              <a:cs typeface="DejaVu Sans"/>
            </a:endParaRPr>
          </a:p>
        </p:txBody>
      </p:sp>
      <p:sp>
        <p:nvSpPr>
          <p:cNvPr id="7" name="object 2">
            <a:extLst>
              <a:ext uri="{FF2B5EF4-FFF2-40B4-BE49-F238E27FC236}">
                <a16:creationId xmlns:a16="http://schemas.microsoft.com/office/drawing/2014/main" id="{E9FBB516-DB99-DB48-AE8C-0B612E1C0455}"/>
              </a:ext>
            </a:extLst>
          </p:cNvPr>
          <p:cNvSpPr txBox="1">
            <a:spLocks noGrp="1"/>
          </p:cNvSpPr>
          <p:nvPr>
            <p:ph type="ctrTitle"/>
          </p:nvPr>
        </p:nvSpPr>
        <p:spPr>
          <a:xfrm>
            <a:off x="111702" y="2895600"/>
            <a:ext cx="8422697" cy="1672253"/>
          </a:xfrm>
          <a:prstGeom prst="rect">
            <a:avLst/>
          </a:prstGeom>
        </p:spPr>
        <p:txBody>
          <a:bodyPr vert="horz" wrap="square" lIns="0" tIns="10160" rIns="0" bIns="0" rtlCol="0">
            <a:spAutoFit/>
          </a:bodyPr>
          <a:lstStyle/>
          <a:p>
            <a:pPr marL="27940" marR="5080">
              <a:lnSpc>
                <a:spcPct val="100299"/>
              </a:lnSpc>
              <a:spcBef>
                <a:spcPts val="80"/>
              </a:spcBef>
            </a:pPr>
            <a:r>
              <a:rPr lang="en-US" sz="2400" spc="-125" dirty="0">
                <a:solidFill>
                  <a:schemeClr val="tx1"/>
                </a:solidFill>
              </a:rPr>
              <a:t>Based on slides from 2 presentations:</a:t>
            </a:r>
            <a:br>
              <a:rPr lang="en-US" sz="2400" spc="-125" dirty="0">
                <a:solidFill>
                  <a:schemeClr val="tx1"/>
                </a:solidFill>
              </a:rPr>
            </a:br>
            <a:r>
              <a:rPr sz="2900" kern="1200" spc="-5" dirty="0">
                <a:solidFill>
                  <a:srgbClr val="0094CC"/>
                </a:solidFill>
                <a:ea typeface="+mn-ea"/>
              </a:rPr>
              <a:t>Live Container Migration:  Opportunities and Challenges</a:t>
            </a:r>
            <a:br>
              <a:rPr lang="en-US" sz="2400" spc="-100" dirty="0"/>
            </a:br>
            <a:r>
              <a:rPr lang="en-US" sz="2600" kern="1200" spc="-10" dirty="0">
                <a:solidFill>
                  <a:srgbClr val="2B3B42"/>
                </a:solidFill>
                <a:ea typeface="+mn-ea"/>
              </a:rPr>
              <a:t>by </a:t>
            </a:r>
            <a:r>
              <a:rPr lang="en-US" sz="2600" kern="1200" spc="-10" dirty="0" err="1">
                <a:solidFill>
                  <a:srgbClr val="2B3B42"/>
                </a:solidFill>
                <a:ea typeface="+mn-ea"/>
              </a:rPr>
              <a:t>Niroj</a:t>
            </a:r>
            <a:r>
              <a:rPr lang="en-US" sz="2600" kern="1200" spc="-10" dirty="0">
                <a:solidFill>
                  <a:srgbClr val="2B3B42"/>
                </a:solidFill>
                <a:ea typeface="+mn-ea"/>
              </a:rPr>
              <a:t> </a:t>
            </a:r>
            <a:r>
              <a:rPr lang="en-US" sz="2600" kern="1200" spc="-10" dirty="0" err="1">
                <a:solidFill>
                  <a:srgbClr val="2B3B42"/>
                </a:solidFill>
                <a:ea typeface="+mn-ea"/>
              </a:rPr>
              <a:t>Pokhrel</a:t>
            </a:r>
            <a:r>
              <a:rPr lang="en-US" sz="2600" kern="1200" spc="-10" dirty="0">
                <a:solidFill>
                  <a:srgbClr val="2B3B42"/>
                </a:solidFill>
                <a:ea typeface="+mn-ea"/>
              </a:rPr>
              <a:t>, </a:t>
            </a:r>
            <a:r>
              <a:rPr lang="en-US" sz="2600" kern="1200" spc="-10" dirty="0" err="1">
                <a:solidFill>
                  <a:srgbClr val="2B3B42"/>
                </a:solidFill>
                <a:ea typeface="+mn-ea"/>
              </a:rPr>
              <a:t>OpenVZ</a:t>
            </a:r>
            <a:endParaRPr sz="2600" kern="1200" spc="-10" dirty="0">
              <a:solidFill>
                <a:srgbClr val="2B3B42"/>
              </a:solidFill>
              <a:ea typeface="+mn-ea"/>
            </a:endParaRPr>
          </a:p>
        </p:txBody>
      </p:sp>
      <p:sp>
        <p:nvSpPr>
          <p:cNvPr id="8" name="TextBox 7">
            <a:extLst>
              <a:ext uri="{FF2B5EF4-FFF2-40B4-BE49-F238E27FC236}">
                <a16:creationId xmlns:a16="http://schemas.microsoft.com/office/drawing/2014/main" id="{CF1BD5BA-D9B5-534B-9ED0-E0F1A191A007}"/>
              </a:ext>
            </a:extLst>
          </p:cNvPr>
          <p:cNvSpPr txBox="1"/>
          <p:nvPr/>
        </p:nvSpPr>
        <p:spPr>
          <a:xfrm>
            <a:off x="1524000" y="990600"/>
            <a:ext cx="3639010" cy="1077218"/>
          </a:xfrm>
          <a:prstGeom prst="rect">
            <a:avLst/>
          </a:prstGeom>
          <a:noFill/>
        </p:spPr>
        <p:txBody>
          <a:bodyPr wrap="none" rtlCol="0">
            <a:spAutoFit/>
          </a:bodyPr>
          <a:lstStyle/>
          <a:p>
            <a:r>
              <a:rPr lang="en-US" sz="3200" dirty="0"/>
              <a:t>Container Migration </a:t>
            </a:r>
          </a:p>
          <a:p>
            <a:r>
              <a:rPr lang="en-US" sz="3200" dirty="0"/>
              <a:t>CS 208, Class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39469"/>
            <a:ext cx="2749550" cy="325755"/>
          </a:xfrm>
          <a:prstGeom prst="rect">
            <a:avLst/>
          </a:prstGeom>
        </p:spPr>
        <p:txBody>
          <a:bodyPr vert="horz" wrap="square" lIns="0" tIns="15240" rIns="0" bIns="0" rtlCol="0">
            <a:spAutoFit/>
          </a:bodyPr>
          <a:lstStyle/>
          <a:p>
            <a:pPr marL="12700">
              <a:lnSpc>
                <a:spcPct val="100000"/>
              </a:lnSpc>
              <a:spcBef>
                <a:spcPts val="120"/>
              </a:spcBef>
            </a:pPr>
            <a:r>
              <a:rPr spc="-50" dirty="0"/>
              <a:t>Mi</a:t>
            </a:r>
            <a:r>
              <a:rPr sz="2925" spc="-75" baseline="-4273" dirty="0">
                <a:solidFill>
                  <a:srgbClr val="000000"/>
                </a:solidFill>
              </a:rPr>
              <a:t>i</a:t>
            </a:r>
            <a:r>
              <a:rPr sz="1950" spc="-50" dirty="0"/>
              <a:t>gration </a:t>
            </a:r>
            <a:r>
              <a:rPr sz="1950" spc="5" dirty="0"/>
              <a:t>in </a:t>
            </a:r>
            <a:r>
              <a:rPr sz="1950" spc="10" dirty="0"/>
              <a:t>a</a:t>
            </a:r>
            <a:r>
              <a:rPr sz="1950" dirty="0"/>
              <a:t> </a:t>
            </a:r>
            <a:r>
              <a:rPr sz="1950" spc="5" dirty="0"/>
              <a:t>nutshel</a:t>
            </a:r>
            <a:endParaRPr sz="1950"/>
          </a:p>
        </p:txBody>
      </p:sp>
      <p:sp>
        <p:nvSpPr>
          <p:cNvPr id="3" name="object 3"/>
          <p:cNvSpPr txBox="1"/>
          <p:nvPr/>
        </p:nvSpPr>
        <p:spPr>
          <a:xfrm>
            <a:off x="1518919" y="1591310"/>
            <a:ext cx="1117600"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Save</a:t>
            </a:r>
            <a:r>
              <a:rPr sz="1600" spc="-60"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4" name="object 4"/>
          <p:cNvSpPr txBox="1"/>
          <p:nvPr/>
        </p:nvSpPr>
        <p:spPr>
          <a:xfrm>
            <a:off x="1518919" y="2246630"/>
            <a:ext cx="113474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Copy</a:t>
            </a:r>
            <a:r>
              <a:rPr sz="1600" spc="-60"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5" name="object 5"/>
          <p:cNvSpPr txBox="1"/>
          <p:nvPr/>
        </p:nvSpPr>
        <p:spPr>
          <a:xfrm>
            <a:off x="1176019" y="1192529"/>
            <a:ext cx="150495" cy="199136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6" name="object 6"/>
          <p:cNvSpPr txBox="1"/>
          <p:nvPr/>
        </p:nvSpPr>
        <p:spPr>
          <a:xfrm>
            <a:off x="1518919" y="2901950"/>
            <a:ext cx="193865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Restore </a:t>
            </a:r>
            <a:r>
              <a:rPr sz="1600" dirty="0">
                <a:solidFill>
                  <a:srgbClr val="585858"/>
                </a:solidFill>
                <a:latin typeface="DejaVu Sans"/>
                <a:cs typeface="DejaVu Sans"/>
              </a:rPr>
              <a:t>from</a:t>
            </a:r>
            <a:r>
              <a:rPr sz="1600" spc="-30"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7" name="object 7"/>
          <p:cNvSpPr/>
          <p:nvPr/>
        </p:nvSpPr>
        <p:spPr>
          <a:xfrm>
            <a:off x="3671570" y="2134870"/>
            <a:ext cx="5181600" cy="4315460"/>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259079" y="6488193"/>
            <a:ext cx="116839" cy="145415"/>
          </a:xfrm>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z="800" spc="5" dirty="0">
                <a:solidFill>
                  <a:srgbClr val="8A8A8A"/>
                </a:solidFill>
                <a:latin typeface="DejaVu Sans"/>
                <a:cs typeface="DejaVu Sans"/>
              </a:rPr>
              <a:t>2</a:t>
            </a:fld>
            <a:endParaRPr sz="800">
              <a:latin typeface="DejaVu Sans"/>
              <a:cs typeface="DejaVu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1" y="1308410"/>
            <a:ext cx="6161698" cy="566822"/>
          </a:xfrm>
          <a:prstGeom prst="rect">
            <a:avLst/>
          </a:prstGeom>
        </p:spPr>
        <p:txBody>
          <a:bodyPr vert="horz" wrap="square" lIns="0" tIns="12700" rIns="0" bIns="0" rtlCol="0">
            <a:spAutoFit/>
          </a:bodyPr>
          <a:lstStyle/>
          <a:p>
            <a:pPr marL="12700">
              <a:spcBef>
                <a:spcPts val="100"/>
              </a:spcBef>
            </a:pPr>
            <a:r>
              <a:rPr spc="-140" dirty="0"/>
              <a:t>Conventional </a:t>
            </a:r>
            <a:r>
              <a:rPr lang="en-US" spc="-95" dirty="0"/>
              <a:t>Container</a:t>
            </a:r>
            <a:r>
              <a:rPr spc="-315" dirty="0"/>
              <a:t> </a:t>
            </a:r>
            <a:r>
              <a:rPr spc="-150" dirty="0"/>
              <a:t>Migration</a:t>
            </a:r>
          </a:p>
        </p:txBody>
      </p:sp>
      <p:sp>
        <p:nvSpPr>
          <p:cNvPr id="3" name="object 3"/>
          <p:cNvSpPr txBox="1"/>
          <p:nvPr/>
        </p:nvSpPr>
        <p:spPr>
          <a:xfrm>
            <a:off x="614400" y="2156844"/>
            <a:ext cx="8224800" cy="3302186"/>
          </a:xfrm>
          <a:prstGeom prst="rect">
            <a:avLst/>
          </a:prstGeom>
        </p:spPr>
        <p:txBody>
          <a:bodyPr vert="horz" wrap="square" lIns="0" tIns="199390" rIns="0" bIns="0" rtlCol="0">
            <a:spAutoFit/>
          </a:bodyPr>
          <a:lstStyle/>
          <a:p>
            <a:pPr marL="424815" indent="-412115">
              <a:spcBef>
                <a:spcPts val="1570"/>
              </a:spcBef>
              <a:buFont typeface="Arial"/>
              <a:buChar char="●"/>
              <a:tabLst>
                <a:tab pos="424815" algn="l"/>
                <a:tab pos="425450" algn="l"/>
              </a:tabLst>
            </a:pPr>
            <a:r>
              <a:rPr sz="2400" spc="-110" dirty="0">
                <a:solidFill>
                  <a:srgbClr val="FFFFFF"/>
                </a:solidFill>
                <a:latin typeface="Noto Sans CJK JP Regular"/>
                <a:cs typeface="Noto Sans CJK JP Regular"/>
              </a:rPr>
              <a:t>Stop </a:t>
            </a:r>
            <a:r>
              <a:rPr sz="2400" spc="-90" dirty="0">
                <a:solidFill>
                  <a:srgbClr val="FFFFFF"/>
                </a:solidFill>
                <a:latin typeface="Noto Sans CJK JP Regular"/>
                <a:cs typeface="Noto Sans CJK JP Regular"/>
              </a:rPr>
              <a:t>a</a:t>
            </a:r>
            <a:r>
              <a:rPr sz="2400" spc="-165" dirty="0">
                <a:solidFill>
                  <a:srgbClr val="FFFFFF"/>
                </a:solidFill>
                <a:latin typeface="Noto Sans CJK JP Regular"/>
                <a:cs typeface="Noto Sans CJK JP Regular"/>
              </a:rPr>
              <a:t> </a:t>
            </a:r>
            <a:r>
              <a:rPr sz="2400" spc="-105" dirty="0">
                <a:solidFill>
                  <a:srgbClr val="FFFFFF"/>
                </a:solidFill>
                <a:latin typeface="Noto Sans CJK JP Regular"/>
                <a:cs typeface="Noto Sans CJK JP Regular"/>
              </a:rPr>
              <a:t>container</a:t>
            </a:r>
            <a:endParaRPr sz="2400" dirty="0">
              <a:solidFill>
                <a:prstClr val="black"/>
              </a:solidFill>
              <a:latin typeface="Noto Sans CJK JP Regular"/>
              <a:cs typeface="Noto Sans CJK JP Regular"/>
            </a:endParaRPr>
          </a:p>
          <a:p>
            <a:pPr marL="424815" indent="-412115">
              <a:spcBef>
                <a:spcPts val="1470"/>
              </a:spcBef>
              <a:buFont typeface="Arial"/>
              <a:buChar char="●"/>
              <a:tabLst>
                <a:tab pos="424815" algn="l"/>
                <a:tab pos="425450" algn="l"/>
              </a:tabLst>
            </a:pPr>
            <a:r>
              <a:rPr sz="2400" spc="-45" dirty="0">
                <a:solidFill>
                  <a:srgbClr val="FFFFFF"/>
                </a:solidFill>
                <a:latin typeface="Noto Sans CJK JP Regular"/>
                <a:cs typeface="Noto Sans CJK JP Regular"/>
              </a:rPr>
              <a:t>Copy </a:t>
            </a:r>
            <a:r>
              <a:rPr sz="2400" spc="-90" dirty="0">
                <a:solidFill>
                  <a:srgbClr val="FFFFFF"/>
                </a:solidFill>
                <a:latin typeface="Noto Sans CJK JP Regular"/>
                <a:cs typeface="Noto Sans CJK JP Regular"/>
              </a:rPr>
              <a:t>filesystem </a:t>
            </a:r>
            <a:r>
              <a:rPr sz="2400" spc="-145" dirty="0">
                <a:solidFill>
                  <a:srgbClr val="FFFFFF"/>
                </a:solidFill>
                <a:latin typeface="Noto Sans CJK JP Regular"/>
                <a:cs typeface="Noto Sans CJK JP Regular"/>
              </a:rPr>
              <a:t>to </a:t>
            </a:r>
            <a:r>
              <a:rPr sz="2400" spc="-110" dirty="0">
                <a:solidFill>
                  <a:srgbClr val="FFFFFF"/>
                </a:solidFill>
                <a:latin typeface="Noto Sans CJK JP Regular"/>
                <a:cs typeface="Noto Sans CJK JP Regular"/>
              </a:rPr>
              <a:t>destination</a:t>
            </a:r>
            <a:r>
              <a:rPr sz="2400" spc="-280" dirty="0">
                <a:solidFill>
                  <a:srgbClr val="FFFFFF"/>
                </a:solidFill>
                <a:latin typeface="Noto Sans CJK JP Regular"/>
                <a:cs typeface="Noto Sans CJK JP Regular"/>
              </a:rPr>
              <a:t> </a:t>
            </a:r>
            <a:r>
              <a:rPr sz="2400" spc="-65" dirty="0">
                <a:solidFill>
                  <a:srgbClr val="FFFFFF"/>
                </a:solidFill>
                <a:latin typeface="Noto Sans CJK JP Regular"/>
                <a:cs typeface="Noto Sans CJK JP Regular"/>
              </a:rPr>
              <a:t>server.</a:t>
            </a:r>
            <a:endParaRPr sz="2400" dirty="0">
              <a:solidFill>
                <a:prstClr val="black"/>
              </a:solidFill>
              <a:latin typeface="Noto Sans CJK JP Regular"/>
              <a:cs typeface="Noto Sans CJK JP Regular"/>
            </a:endParaRPr>
          </a:p>
          <a:p>
            <a:pPr marL="424815" indent="-412115">
              <a:spcBef>
                <a:spcPts val="1470"/>
              </a:spcBef>
              <a:buFont typeface="Arial"/>
              <a:buChar char="●"/>
              <a:tabLst>
                <a:tab pos="424815" algn="l"/>
                <a:tab pos="425450" algn="l"/>
              </a:tabLst>
            </a:pPr>
            <a:r>
              <a:rPr sz="2400" spc="-135" dirty="0">
                <a:solidFill>
                  <a:srgbClr val="FFFFFF"/>
                </a:solidFill>
                <a:latin typeface="Noto Sans CJK JP Regular"/>
                <a:cs typeface="Noto Sans CJK JP Regular"/>
              </a:rPr>
              <a:t>Start </a:t>
            </a:r>
            <a:r>
              <a:rPr sz="2400" spc="-105" dirty="0">
                <a:solidFill>
                  <a:srgbClr val="FFFFFF"/>
                </a:solidFill>
                <a:latin typeface="Noto Sans CJK JP Regular"/>
                <a:cs typeface="Noto Sans CJK JP Regular"/>
              </a:rPr>
              <a:t>the container </a:t>
            </a:r>
            <a:r>
              <a:rPr sz="2400" spc="-145" dirty="0">
                <a:solidFill>
                  <a:srgbClr val="FFFFFF"/>
                </a:solidFill>
                <a:latin typeface="Noto Sans CJK JP Regular"/>
                <a:cs typeface="Noto Sans CJK JP Regular"/>
              </a:rPr>
              <a:t>at </a:t>
            </a:r>
            <a:r>
              <a:rPr sz="2400" spc="-110" dirty="0">
                <a:solidFill>
                  <a:srgbClr val="FFFFFF"/>
                </a:solidFill>
                <a:latin typeface="Noto Sans CJK JP Regular"/>
                <a:cs typeface="Noto Sans CJK JP Regular"/>
              </a:rPr>
              <a:t>destination</a:t>
            </a:r>
            <a:endParaRPr sz="2400" dirty="0">
              <a:solidFill>
                <a:prstClr val="black"/>
              </a:solidFill>
              <a:latin typeface="Noto Sans CJK JP Regular"/>
              <a:cs typeface="Noto Sans CJK JP Regular"/>
            </a:endParaRPr>
          </a:p>
          <a:p>
            <a:endParaRPr sz="2900" dirty="0">
              <a:solidFill>
                <a:prstClr val="black"/>
              </a:solidFill>
              <a:latin typeface="Times New Roman"/>
              <a:cs typeface="Times New Roman"/>
            </a:endParaRPr>
          </a:p>
          <a:p>
            <a:pPr marL="46355">
              <a:spcBef>
                <a:spcPts val="1825"/>
              </a:spcBef>
              <a:tabLst>
                <a:tab pos="506095" algn="l"/>
              </a:tabLst>
            </a:pPr>
            <a:r>
              <a:rPr sz="2400" spc="-580" dirty="0">
                <a:solidFill>
                  <a:srgbClr val="FFFFFF"/>
                </a:solidFill>
                <a:latin typeface="Noto Sans CJK JP Regular"/>
                <a:cs typeface="Noto Sans CJK JP Regular"/>
              </a:rPr>
              <a:t>★	</a:t>
            </a:r>
            <a:r>
              <a:rPr sz="2400" spc="-80" dirty="0">
                <a:solidFill>
                  <a:srgbClr val="FFFFFF"/>
                </a:solidFill>
                <a:latin typeface="Noto Sans CJK JP Regular"/>
                <a:cs typeface="Noto Sans CJK JP Regular"/>
              </a:rPr>
              <a:t>Involves </a:t>
            </a:r>
            <a:r>
              <a:rPr sz="2400" spc="-225" dirty="0">
                <a:solidFill>
                  <a:srgbClr val="FFFFFF"/>
                </a:solidFill>
                <a:latin typeface="Noto Sans CJK JP Regular"/>
                <a:cs typeface="Noto Sans CJK JP Regular"/>
              </a:rPr>
              <a:t> </a:t>
            </a:r>
            <a:r>
              <a:rPr sz="2400" spc="-135" dirty="0">
                <a:solidFill>
                  <a:srgbClr val="FFFFFF"/>
                </a:solidFill>
                <a:latin typeface="Noto Sans CJK JP Regular"/>
                <a:cs typeface="Noto Sans CJK JP Regular"/>
              </a:rPr>
              <a:t>downtime</a:t>
            </a:r>
            <a:endParaRPr sz="2400" dirty="0">
              <a:solidFill>
                <a:prstClr val="black"/>
              </a:solidFill>
              <a:latin typeface="Noto Sans CJK JP Regular"/>
              <a:cs typeface="Noto Sans CJK JP Regular"/>
            </a:endParaRPr>
          </a:p>
          <a:p>
            <a:pPr marL="46355">
              <a:spcBef>
                <a:spcPts val="1470"/>
              </a:spcBef>
              <a:tabLst>
                <a:tab pos="506095" algn="l"/>
              </a:tabLst>
            </a:pPr>
            <a:r>
              <a:rPr sz="2400" spc="-580" dirty="0">
                <a:solidFill>
                  <a:srgbClr val="FFFFFF"/>
                </a:solidFill>
                <a:latin typeface="Noto Sans CJK JP Regular"/>
                <a:cs typeface="Noto Sans CJK JP Regular"/>
              </a:rPr>
              <a:t>★	</a:t>
            </a:r>
            <a:r>
              <a:rPr sz="2400" spc="-120" dirty="0">
                <a:solidFill>
                  <a:srgbClr val="FFFFFF"/>
                </a:solidFill>
                <a:latin typeface="Noto Sans CJK JP Regular"/>
                <a:cs typeface="Noto Sans CJK JP Regular"/>
              </a:rPr>
              <a:t>Prior </a:t>
            </a:r>
            <a:r>
              <a:rPr sz="2400" spc="-110" dirty="0">
                <a:solidFill>
                  <a:srgbClr val="FFFFFF"/>
                </a:solidFill>
                <a:latin typeface="Noto Sans CJK JP Regular"/>
                <a:cs typeface="Noto Sans CJK JP Regular"/>
              </a:rPr>
              <a:t>Planning</a:t>
            </a:r>
            <a:r>
              <a:rPr sz="2400" spc="-145" dirty="0">
                <a:solidFill>
                  <a:srgbClr val="FFFFFF"/>
                </a:solidFill>
                <a:latin typeface="Noto Sans CJK JP Regular"/>
                <a:cs typeface="Noto Sans CJK JP Regular"/>
              </a:rPr>
              <a:t> </a:t>
            </a:r>
            <a:r>
              <a:rPr sz="2400" spc="-80" dirty="0">
                <a:solidFill>
                  <a:srgbClr val="FFFFFF"/>
                </a:solidFill>
                <a:latin typeface="Noto Sans CJK JP Regular"/>
                <a:cs typeface="Noto Sans CJK JP Regular"/>
              </a:rPr>
              <a:t>Required</a:t>
            </a:r>
            <a:endParaRPr sz="2400" dirty="0">
              <a:solidFill>
                <a:prstClr val="black"/>
              </a:solidFill>
              <a:latin typeface="Noto Sans CJK JP Regular"/>
              <a:cs typeface="Noto Sans CJK JP Regular"/>
            </a:endParaRPr>
          </a:p>
        </p:txBody>
      </p:sp>
    </p:spTree>
    <p:extLst>
      <p:ext uri="{BB962C8B-B14F-4D97-AF65-F5344CB8AC3E}">
        <p14:creationId xmlns:p14="http://schemas.microsoft.com/office/powerpoint/2010/main" val="4115234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084647"/>
            <a:ext cx="8534400" cy="1120820"/>
          </a:xfrm>
          <a:prstGeom prst="rect">
            <a:avLst/>
          </a:prstGeom>
        </p:spPr>
        <p:txBody>
          <a:bodyPr vert="horz" wrap="square" lIns="0" tIns="12700" rIns="0" bIns="0" rtlCol="0">
            <a:spAutoFit/>
          </a:bodyPr>
          <a:lstStyle/>
          <a:p>
            <a:pPr marL="12700">
              <a:spcBef>
                <a:spcPts val="100"/>
              </a:spcBef>
            </a:pPr>
            <a:r>
              <a:rPr lang="en-US" spc="-130" dirty="0"/>
              <a:t>Container Migration: (also known as) </a:t>
            </a:r>
            <a:r>
              <a:rPr spc="-130" dirty="0"/>
              <a:t>Suspend/Resume</a:t>
            </a:r>
            <a:r>
              <a:rPr spc="95" dirty="0"/>
              <a:t> </a:t>
            </a:r>
            <a:r>
              <a:rPr spc="-150" dirty="0"/>
              <a:t>Migration</a:t>
            </a:r>
          </a:p>
        </p:txBody>
      </p:sp>
      <p:sp>
        <p:nvSpPr>
          <p:cNvPr id="3" name="object 3"/>
          <p:cNvSpPr txBox="1"/>
          <p:nvPr/>
        </p:nvSpPr>
        <p:spPr>
          <a:xfrm>
            <a:off x="614399" y="2156844"/>
            <a:ext cx="7294880" cy="3340100"/>
          </a:xfrm>
          <a:prstGeom prst="rect">
            <a:avLst/>
          </a:prstGeom>
        </p:spPr>
        <p:txBody>
          <a:bodyPr vert="horz" wrap="square" lIns="0" tIns="199390" rIns="0" bIns="0" rtlCol="0">
            <a:spAutoFit/>
          </a:bodyPr>
          <a:lstStyle/>
          <a:p>
            <a:pPr marL="424815" indent="-412115">
              <a:spcBef>
                <a:spcPts val="1570"/>
              </a:spcBef>
              <a:buFont typeface="Arial"/>
              <a:buChar char="●"/>
              <a:tabLst>
                <a:tab pos="424815" algn="l"/>
                <a:tab pos="425450" algn="l"/>
              </a:tabLst>
            </a:pPr>
            <a:r>
              <a:rPr sz="2400" spc="-55" dirty="0">
                <a:solidFill>
                  <a:srgbClr val="FFFFFF"/>
                </a:solidFill>
                <a:latin typeface="Noto Sans CJK JP Regular"/>
                <a:cs typeface="Noto Sans CJK JP Regular"/>
              </a:rPr>
              <a:t>More</a:t>
            </a:r>
            <a:r>
              <a:rPr sz="2400" spc="75" dirty="0">
                <a:solidFill>
                  <a:srgbClr val="FFFFFF"/>
                </a:solidFill>
                <a:latin typeface="Noto Sans CJK JP Regular"/>
                <a:cs typeface="Noto Sans CJK JP Regular"/>
              </a:rPr>
              <a:t> </a:t>
            </a:r>
            <a:r>
              <a:rPr lang="en-US" sz="2400" spc="75" dirty="0">
                <a:solidFill>
                  <a:srgbClr val="FFFFFF"/>
                </a:solidFill>
                <a:latin typeface="Noto Sans CJK JP Regular"/>
                <a:cs typeface="Noto Sans CJK JP Regular"/>
              </a:rPr>
              <a:t>'</a:t>
            </a:r>
            <a:r>
              <a:rPr sz="2400" spc="-60" dirty="0">
                <a:solidFill>
                  <a:srgbClr val="FFFFFF"/>
                </a:solidFill>
                <a:latin typeface="Noto Sans CJK JP Regular"/>
                <a:cs typeface="Noto Sans CJK JP Regular"/>
              </a:rPr>
              <a:t>Secure</a:t>
            </a:r>
            <a:r>
              <a:rPr lang="en-US" sz="2400" spc="-60" dirty="0">
                <a:solidFill>
                  <a:srgbClr val="FFFFFF"/>
                </a:solidFill>
                <a:latin typeface="Noto Sans CJK JP Regular"/>
                <a:cs typeface="Noto Sans CJK JP Regular"/>
              </a:rPr>
              <a:t>'</a:t>
            </a:r>
            <a:endParaRPr sz="2400" dirty="0">
              <a:latin typeface="Noto Sans CJK JP Regular"/>
              <a:cs typeface="Noto Sans CJK JP Regular"/>
            </a:endParaRPr>
          </a:p>
          <a:p>
            <a:pPr marL="424815" indent="-412115">
              <a:spcBef>
                <a:spcPts val="1470"/>
              </a:spcBef>
              <a:buFont typeface="Arial"/>
              <a:buChar char="●"/>
              <a:tabLst>
                <a:tab pos="424815" algn="l"/>
                <a:tab pos="425450" algn="l"/>
              </a:tabLst>
            </a:pPr>
            <a:r>
              <a:rPr sz="2400" spc="-100" dirty="0">
                <a:solidFill>
                  <a:srgbClr val="FFFFFF"/>
                </a:solidFill>
                <a:latin typeface="Noto Sans CJK JP Regular"/>
                <a:cs typeface="Noto Sans CJK JP Regular"/>
              </a:rPr>
              <a:t>Destination</a:t>
            </a:r>
            <a:r>
              <a:rPr sz="2400" spc="75" dirty="0">
                <a:solidFill>
                  <a:srgbClr val="FFFFFF"/>
                </a:solidFill>
                <a:latin typeface="Noto Sans CJK JP Regular"/>
                <a:cs typeface="Noto Sans CJK JP Regular"/>
              </a:rPr>
              <a:t> </a:t>
            </a:r>
            <a:r>
              <a:rPr sz="2400" spc="-105" dirty="0">
                <a:solidFill>
                  <a:srgbClr val="FFFFFF"/>
                </a:solidFill>
                <a:latin typeface="Noto Sans CJK JP Regular"/>
                <a:cs typeface="Noto Sans CJK JP Regular"/>
              </a:rPr>
              <a:t>host</a:t>
            </a:r>
            <a:r>
              <a:rPr sz="2400" spc="80" dirty="0">
                <a:solidFill>
                  <a:srgbClr val="FFFFFF"/>
                </a:solidFill>
                <a:latin typeface="Noto Sans CJK JP Regular"/>
                <a:cs typeface="Noto Sans CJK JP Regular"/>
              </a:rPr>
              <a:t> </a:t>
            </a:r>
            <a:r>
              <a:rPr sz="2400" spc="-65" dirty="0">
                <a:solidFill>
                  <a:srgbClr val="FFFFFF"/>
                </a:solidFill>
                <a:latin typeface="Noto Sans CJK JP Regular"/>
                <a:cs typeface="Noto Sans CJK JP Regular"/>
              </a:rPr>
              <a:t>is</a:t>
            </a:r>
            <a:r>
              <a:rPr sz="2400" spc="80" dirty="0">
                <a:solidFill>
                  <a:srgbClr val="FFFFFF"/>
                </a:solidFill>
                <a:latin typeface="Noto Sans CJK JP Regular"/>
                <a:cs typeface="Noto Sans CJK JP Regular"/>
              </a:rPr>
              <a:t> </a:t>
            </a:r>
            <a:r>
              <a:rPr sz="2400" spc="-95" dirty="0">
                <a:solidFill>
                  <a:srgbClr val="FFFFFF"/>
                </a:solidFill>
                <a:latin typeface="Noto Sans CJK JP Regular"/>
                <a:cs typeface="Noto Sans CJK JP Regular"/>
              </a:rPr>
              <a:t>inactive</a:t>
            </a:r>
            <a:r>
              <a:rPr sz="2400" spc="75" dirty="0">
                <a:solidFill>
                  <a:srgbClr val="FFFFFF"/>
                </a:solidFill>
                <a:latin typeface="Noto Sans CJK JP Regular"/>
                <a:cs typeface="Noto Sans CJK JP Regular"/>
              </a:rPr>
              <a:t> </a:t>
            </a:r>
            <a:r>
              <a:rPr sz="2400" spc="-105" dirty="0">
                <a:solidFill>
                  <a:srgbClr val="FFFFFF"/>
                </a:solidFill>
                <a:latin typeface="Noto Sans CJK JP Regular"/>
                <a:cs typeface="Noto Sans CJK JP Regular"/>
              </a:rPr>
              <a:t>during</a:t>
            </a:r>
            <a:r>
              <a:rPr sz="2400" spc="80" dirty="0">
                <a:solidFill>
                  <a:srgbClr val="FFFFFF"/>
                </a:solidFill>
                <a:latin typeface="Noto Sans CJK JP Regular"/>
                <a:cs typeface="Noto Sans CJK JP Regular"/>
              </a:rPr>
              <a:t> </a:t>
            </a:r>
            <a:r>
              <a:rPr sz="2400" spc="-100" dirty="0">
                <a:solidFill>
                  <a:srgbClr val="FFFFFF"/>
                </a:solidFill>
                <a:latin typeface="Noto Sans CJK JP Regular"/>
                <a:cs typeface="Noto Sans CJK JP Regular"/>
              </a:rPr>
              <a:t>transfer</a:t>
            </a:r>
            <a:endParaRPr sz="2400" dirty="0">
              <a:latin typeface="Noto Sans CJK JP Regular"/>
              <a:cs typeface="Noto Sans CJK JP Regular"/>
            </a:endParaRPr>
          </a:p>
          <a:p>
            <a:pPr marL="424815" marR="5080" indent="-412115">
              <a:lnSpc>
                <a:spcPct val="151000"/>
              </a:lnSpc>
              <a:buFont typeface="Arial"/>
              <a:buChar char="●"/>
              <a:tabLst>
                <a:tab pos="424815" algn="l"/>
                <a:tab pos="425450" algn="l"/>
              </a:tabLst>
            </a:pPr>
            <a:r>
              <a:rPr sz="2400" spc="-100" dirty="0">
                <a:solidFill>
                  <a:srgbClr val="FFFFFF"/>
                </a:solidFill>
                <a:latin typeface="Noto Sans CJK JP Regular"/>
                <a:cs typeface="Noto Sans CJK JP Regular"/>
              </a:rPr>
              <a:t>Network </a:t>
            </a:r>
            <a:r>
              <a:rPr sz="2400" spc="-90" dirty="0">
                <a:solidFill>
                  <a:srgbClr val="FFFFFF"/>
                </a:solidFill>
                <a:latin typeface="Noto Sans CJK JP Regular"/>
                <a:cs typeface="Noto Sans CJK JP Regular"/>
              </a:rPr>
              <a:t>connections </a:t>
            </a:r>
            <a:r>
              <a:rPr sz="2400" spc="-95" dirty="0">
                <a:solidFill>
                  <a:srgbClr val="FFFFFF"/>
                </a:solidFill>
                <a:latin typeface="Noto Sans CJK JP Regular"/>
                <a:cs typeface="Noto Sans CJK JP Regular"/>
              </a:rPr>
              <a:t>dropped </a:t>
            </a:r>
            <a:r>
              <a:rPr sz="2400" spc="-114" dirty="0">
                <a:solidFill>
                  <a:srgbClr val="FFFFFF"/>
                </a:solidFill>
                <a:latin typeface="Noto Sans CJK JP Regular"/>
                <a:cs typeface="Noto Sans CJK JP Regular"/>
              </a:rPr>
              <a:t>and </a:t>
            </a:r>
            <a:r>
              <a:rPr sz="2400" spc="-80" dirty="0">
                <a:solidFill>
                  <a:srgbClr val="FFFFFF"/>
                </a:solidFill>
                <a:latin typeface="Noto Sans CJK JP Regular"/>
                <a:cs typeface="Noto Sans CJK JP Regular"/>
              </a:rPr>
              <a:t>reestablished </a:t>
            </a:r>
            <a:r>
              <a:rPr sz="2400" spc="-145" dirty="0">
                <a:solidFill>
                  <a:srgbClr val="FFFFFF"/>
                </a:solidFill>
                <a:latin typeface="Noto Sans CJK JP Regular"/>
                <a:cs typeface="Noto Sans CJK JP Regular"/>
              </a:rPr>
              <a:t>at  </a:t>
            </a:r>
            <a:r>
              <a:rPr sz="2400" spc="-110" dirty="0">
                <a:solidFill>
                  <a:srgbClr val="FFFFFF"/>
                </a:solidFill>
                <a:latin typeface="Noto Sans CJK JP Regular"/>
                <a:cs typeface="Noto Sans CJK JP Regular"/>
              </a:rPr>
              <a:t>destination</a:t>
            </a:r>
            <a:endParaRPr sz="2400" dirty="0">
              <a:latin typeface="Noto Sans CJK JP Regular"/>
              <a:cs typeface="Noto Sans CJK JP Regular"/>
            </a:endParaRPr>
          </a:p>
          <a:p>
            <a:pPr marL="424815" indent="-412115">
              <a:spcBef>
                <a:spcPts val="1470"/>
              </a:spcBef>
              <a:buFont typeface="Arial"/>
              <a:buChar char="●"/>
              <a:tabLst>
                <a:tab pos="424815" algn="l"/>
                <a:tab pos="425450" algn="l"/>
              </a:tabLst>
            </a:pPr>
            <a:r>
              <a:rPr sz="2400" spc="-50" dirty="0">
                <a:solidFill>
                  <a:srgbClr val="FFFFFF"/>
                </a:solidFill>
                <a:latin typeface="Noto Sans CJK JP Regular"/>
                <a:cs typeface="Noto Sans CJK JP Regular"/>
              </a:rPr>
              <a:t>Disk </a:t>
            </a:r>
            <a:r>
              <a:rPr sz="2400" spc="-100" dirty="0">
                <a:solidFill>
                  <a:srgbClr val="FFFFFF"/>
                </a:solidFill>
                <a:latin typeface="Noto Sans CJK JP Regular"/>
                <a:cs typeface="Noto Sans CJK JP Regular"/>
              </a:rPr>
              <a:t>transfer </a:t>
            </a:r>
            <a:r>
              <a:rPr sz="2400" spc="-130" dirty="0">
                <a:solidFill>
                  <a:srgbClr val="FFFFFF"/>
                </a:solidFill>
                <a:latin typeface="Noto Sans CJK JP Regular"/>
                <a:cs typeface="Noto Sans CJK JP Regular"/>
              </a:rPr>
              <a:t>optimization </a:t>
            </a:r>
            <a:r>
              <a:rPr sz="2400" spc="-155" dirty="0">
                <a:solidFill>
                  <a:srgbClr val="FFFFFF"/>
                </a:solidFill>
                <a:latin typeface="Noto Sans CJK JP Regular"/>
                <a:cs typeface="Noto Sans CJK JP Regular"/>
              </a:rPr>
              <a:t>with </a:t>
            </a:r>
            <a:r>
              <a:rPr sz="2400" spc="-85" dirty="0">
                <a:solidFill>
                  <a:srgbClr val="FFFFFF"/>
                </a:solidFill>
                <a:latin typeface="Noto Sans CJK JP Regular"/>
                <a:cs typeface="Noto Sans CJK JP Regular"/>
              </a:rPr>
              <a:t>disk</a:t>
            </a:r>
            <a:r>
              <a:rPr sz="2400" spc="30" dirty="0">
                <a:solidFill>
                  <a:srgbClr val="FFFFFF"/>
                </a:solidFill>
                <a:latin typeface="Noto Sans CJK JP Regular"/>
                <a:cs typeface="Noto Sans CJK JP Regular"/>
              </a:rPr>
              <a:t> </a:t>
            </a:r>
            <a:r>
              <a:rPr sz="2400" spc="-90" dirty="0">
                <a:solidFill>
                  <a:srgbClr val="FFFFFF"/>
                </a:solidFill>
                <a:latin typeface="Noto Sans CJK JP Regular"/>
                <a:cs typeface="Noto Sans CJK JP Regular"/>
              </a:rPr>
              <a:t>deltas</a:t>
            </a:r>
            <a:endParaRPr sz="2400" dirty="0">
              <a:latin typeface="Noto Sans CJK JP Regular"/>
              <a:cs typeface="Noto Sans CJK JP Regular"/>
            </a:endParaRPr>
          </a:p>
          <a:p>
            <a:pPr marL="424815" indent="-412115">
              <a:spcBef>
                <a:spcPts val="1470"/>
              </a:spcBef>
              <a:buFont typeface="Arial"/>
              <a:buChar char="●"/>
              <a:tabLst>
                <a:tab pos="424815" algn="l"/>
                <a:tab pos="425450" algn="l"/>
              </a:tabLst>
            </a:pPr>
            <a:r>
              <a:rPr lang="en-US" sz="2400" spc="-70" dirty="0">
                <a:solidFill>
                  <a:srgbClr val="FFFFFF"/>
                </a:solidFill>
                <a:latin typeface="Noto Sans CJK JP Regular"/>
                <a:cs typeface="Noto Sans CJK JP Regular"/>
              </a:rPr>
              <a:t>Can support d</a:t>
            </a:r>
            <a:r>
              <a:rPr sz="2400" spc="-70" dirty="0">
                <a:solidFill>
                  <a:srgbClr val="FFFFFF"/>
                </a:solidFill>
                <a:latin typeface="Noto Sans CJK JP Regular"/>
                <a:cs typeface="Noto Sans CJK JP Regular"/>
              </a:rPr>
              <a:t>isconnected</a:t>
            </a:r>
            <a:r>
              <a:rPr sz="2400" spc="75" dirty="0">
                <a:solidFill>
                  <a:srgbClr val="FFFFFF"/>
                </a:solidFill>
                <a:latin typeface="Noto Sans CJK JP Regular"/>
                <a:cs typeface="Noto Sans CJK JP Regular"/>
              </a:rPr>
              <a:t> </a:t>
            </a:r>
            <a:r>
              <a:rPr sz="2400" spc="-100" dirty="0">
                <a:solidFill>
                  <a:srgbClr val="FFFFFF"/>
                </a:solidFill>
                <a:latin typeface="Noto Sans CJK JP Regular"/>
                <a:cs typeface="Noto Sans CJK JP Regular"/>
              </a:rPr>
              <a:t>operations</a:t>
            </a:r>
            <a:endParaRPr sz="2400" dirty="0">
              <a:latin typeface="Noto Sans CJK JP Regular"/>
              <a:cs typeface="Noto Sans CJK JP Regular"/>
            </a:endParaRPr>
          </a:p>
        </p:txBody>
      </p:sp>
    </p:spTree>
    <p:extLst>
      <p:ext uri="{BB962C8B-B14F-4D97-AF65-F5344CB8AC3E}">
        <p14:creationId xmlns:p14="http://schemas.microsoft.com/office/powerpoint/2010/main" val="4135236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8710" y="451426"/>
            <a:ext cx="6906259" cy="574040"/>
          </a:xfrm>
          <a:prstGeom prst="rect">
            <a:avLst/>
          </a:prstGeom>
        </p:spPr>
        <p:txBody>
          <a:bodyPr vert="horz" wrap="square" lIns="0" tIns="12700" rIns="0" bIns="0" rtlCol="0">
            <a:spAutoFit/>
          </a:bodyPr>
          <a:lstStyle/>
          <a:p>
            <a:pPr marL="12700">
              <a:spcBef>
                <a:spcPts val="100"/>
              </a:spcBef>
            </a:pPr>
            <a:r>
              <a:rPr spc="-125" dirty="0"/>
              <a:t>Checkpointing </a:t>
            </a:r>
            <a:r>
              <a:rPr spc="-175" dirty="0"/>
              <a:t>and </a:t>
            </a:r>
            <a:r>
              <a:rPr spc="-120" dirty="0"/>
              <a:t>Restoring</a:t>
            </a:r>
            <a:r>
              <a:rPr spc="40" dirty="0"/>
              <a:t> </a:t>
            </a:r>
            <a:r>
              <a:rPr spc="-195" dirty="0"/>
              <a:t>(C/R)</a:t>
            </a:r>
          </a:p>
        </p:txBody>
      </p:sp>
      <p:sp>
        <p:nvSpPr>
          <p:cNvPr id="3" name="object 3"/>
          <p:cNvSpPr/>
          <p:nvPr/>
        </p:nvSpPr>
        <p:spPr>
          <a:xfrm>
            <a:off x="2375746" y="2247073"/>
            <a:ext cx="36195" cy="3635375"/>
          </a:xfrm>
          <a:custGeom>
            <a:avLst/>
            <a:gdLst/>
            <a:ahLst/>
            <a:cxnLst/>
            <a:rect l="l" t="t" r="r" b="b"/>
            <a:pathLst>
              <a:path w="36194" h="3635375">
                <a:moveTo>
                  <a:pt x="0" y="0"/>
                </a:moveTo>
                <a:lnTo>
                  <a:pt x="35699" y="3635092"/>
                </a:lnTo>
              </a:path>
            </a:pathLst>
          </a:custGeom>
          <a:ln w="28574">
            <a:solidFill>
              <a:srgbClr val="FF00FF"/>
            </a:solidFill>
          </a:ln>
        </p:spPr>
        <p:txBody>
          <a:bodyPr wrap="square" lIns="0" tIns="0" rIns="0" bIns="0" rtlCol="0"/>
          <a:lstStyle/>
          <a:p>
            <a:endParaRPr>
              <a:solidFill>
                <a:prstClr val="black"/>
              </a:solidFill>
              <a:latin typeface="Calibri"/>
            </a:endParaRPr>
          </a:p>
        </p:txBody>
      </p:sp>
      <p:sp>
        <p:nvSpPr>
          <p:cNvPr id="4" name="object 4"/>
          <p:cNvSpPr/>
          <p:nvPr/>
        </p:nvSpPr>
        <p:spPr>
          <a:xfrm>
            <a:off x="6865912" y="2247073"/>
            <a:ext cx="22225" cy="3617595"/>
          </a:xfrm>
          <a:custGeom>
            <a:avLst/>
            <a:gdLst/>
            <a:ahLst/>
            <a:cxnLst/>
            <a:rect l="l" t="t" r="r" b="b"/>
            <a:pathLst>
              <a:path w="22225" h="3617595">
                <a:moveTo>
                  <a:pt x="0" y="0"/>
                </a:moveTo>
                <a:lnTo>
                  <a:pt x="21599" y="3617092"/>
                </a:lnTo>
              </a:path>
            </a:pathLst>
          </a:custGeom>
          <a:ln w="28574">
            <a:solidFill>
              <a:srgbClr val="FFFF00"/>
            </a:solidFill>
          </a:ln>
        </p:spPr>
        <p:txBody>
          <a:bodyPr wrap="square" lIns="0" tIns="0" rIns="0" bIns="0" rtlCol="0"/>
          <a:lstStyle/>
          <a:p>
            <a:endParaRPr>
              <a:solidFill>
                <a:prstClr val="black"/>
              </a:solidFill>
              <a:latin typeface="Calibri"/>
            </a:endParaRPr>
          </a:p>
        </p:txBody>
      </p:sp>
      <p:sp>
        <p:nvSpPr>
          <p:cNvPr id="5" name="object 5"/>
          <p:cNvSpPr/>
          <p:nvPr/>
        </p:nvSpPr>
        <p:spPr>
          <a:xfrm>
            <a:off x="2399496" y="2591546"/>
            <a:ext cx="4352925" cy="278130"/>
          </a:xfrm>
          <a:custGeom>
            <a:avLst/>
            <a:gdLst/>
            <a:ahLst/>
            <a:cxnLst/>
            <a:rect l="l" t="t" r="r" b="b"/>
            <a:pathLst>
              <a:path w="4352925" h="278130">
                <a:moveTo>
                  <a:pt x="0" y="0"/>
                </a:moveTo>
                <a:lnTo>
                  <a:pt x="4352316" y="277721"/>
                </a:lnTo>
              </a:path>
            </a:pathLst>
          </a:custGeom>
          <a:ln w="19049">
            <a:solidFill>
              <a:srgbClr val="4BA172"/>
            </a:solidFill>
          </a:ln>
        </p:spPr>
        <p:txBody>
          <a:bodyPr wrap="square" lIns="0" tIns="0" rIns="0" bIns="0" rtlCol="0"/>
          <a:lstStyle/>
          <a:p>
            <a:endParaRPr>
              <a:solidFill>
                <a:prstClr val="black"/>
              </a:solidFill>
              <a:latin typeface="Calibri"/>
            </a:endParaRPr>
          </a:p>
        </p:txBody>
      </p:sp>
      <p:sp>
        <p:nvSpPr>
          <p:cNvPr id="6" name="object 6"/>
          <p:cNvSpPr/>
          <p:nvPr/>
        </p:nvSpPr>
        <p:spPr>
          <a:xfrm>
            <a:off x="6740286" y="2828341"/>
            <a:ext cx="107324" cy="81852"/>
          </a:xfrm>
          <a:prstGeom prst="rect">
            <a:avLst/>
          </a:prstGeom>
          <a:blipFill>
            <a:blip r:embed="rId2" cstate="print"/>
            <a:stretch>
              <a:fillRect/>
            </a:stretch>
          </a:blipFill>
        </p:spPr>
        <p:txBody>
          <a:bodyPr wrap="square" lIns="0" tIns="0" rIns="0" bIns="0" rtlCol="0"/>
          <a:lstStyle/>
          <a:p>
            <a:endParaRPr>
              <a:solidFill>
                <a:prstClr val="black"/>
              </a:solidFill>
              <a:latin typeface="Calibri"/>
            </a:endParaRPr>
          </a:p>
        </p:txBody>
      </p:sp>
      <p:sp>
        <p:nvSpPr>
          <p:cNvPr id="7" name="object 7"/>
          <p:cNvSpPr/>
          <p:nvPr/>
        </p:nvSpPr>
        <p:spPr>
          <a:xfrm>
            <a:off x="2251045" y="3232871"/>
            <a:ext cx="250190" cy="12065"/>
          </a:xfrm>
          <a:custGeom>
            <a:avLst/>
            <a:gdLst/>
            <a:ahLst/>
            <a:cxnLst/>
            <a:rect l="l" t="t" r="r" b="b"/>
            <a:pathLst>
              <a:path w="250189" h="12064">
                <a:moveTo>
                  <a:pt x="0" y="11999"/>
                </a:moveTo>
                <a:lnTo>
                  <a:pt x="249599" y="0"/>
                </a:lnTo>
              </a:path>
            </a:pathLst>
          </a:custGeom>
          <a:ln w="28574">
            <a:solidFill>
              <a:srgbClr val="4BA172"/>
            </a:solidFill>
          </a:ln>
        </p:spPr>
        <p:txBody>
          <a:bodyPr wrap="square" lIns="0" tIns="0" rIns="0" bIns="0" rtlCol="0"/>
          <a:lstStyle/>
          <a:p>
            <a:endParaRPr>
              <a:solidFill>
                <a:prstClr val="black"/>
              </a:solidFill>
              <a:latin typeface="Calibri"/>
            </a:endParaRPr>
          </a:p>
        </p:txBody>
      </p:sp>
      <p:sp>
        <p:nvSpPr>
          <p:cNvPr id="8" name="object 8"/>
          <p:cNvSpPr/>
          <p:nvPr/>
        </p:nvSpPr>
        <p:spPr>
          <a:xfrm>
            <a:off x="2409351" y="3931818"/>
            <a:ext cx="4352925" cy="278130"/>
          </a:xfrm>
          <a:custGeom>
            <a:avLst/>
            <a:gdLst/>
            <a:ahLst/>
            <a:cxnLst/>
            <a:rect l="l" t="t" r="r" b="b"/>
            <a:pathLst>
              <a:path w="4352925" h="278129">
                <a:moveTo>
                  <a:pt x="0" y="0"/>
                </a:moveTo>
                <a:lnTo>
                  <a:pt x="4352311" y="277724"/>
                </a:lnTo>
              </a:path>
            </a:pathLst>
          </a:custGeom>
          <a:ln w="19049">
            <a:solidFill>
              <a:srgbClr val="4BA172"/>
            </a:solidFill>
          </a:ln>
        </p:spPr>
        <p:txBody>
          <a:bodyPr wrap="square" lIns="0" tIns="0" rIns="0" bIns="0" rtlCol="0"/>
          <a:lstStyle/>
          <a:p>
            <a:endParaRPr>
              <a:solidFill>
                <a:prstClr val="black"/>
              </a:solidFill>
              <a:latin typeface="Calibri"/>
            </a:endParaRPr>
          </a:p>
        </p:txBody>
      </p:sp>
      <p:sp>
        <p:nvSpPr>
          <p:cNvPr id="9" name="object 9"/>
          <p:cNvSpPr/>
          <p:nvPr/>
        </p:nvSpPr>
        <p:spPr>
          <a:xfrm>
            <a:off x="6750136" y="4168619"/>
            <a:ext cx="107324" cy="81849"/>
          </a:xfrm>
          <a:prstGeom prst="rect">
            <a:avLst/>
          </a:prstGeom>
          <a:blipFill>
            <a:blip r:embed="rId3" cstate="print"/>
            <a:stretch>
              <a:fillRect/>
            </a:stretch>
          </a:blipFill>
        </p:spPr>
        <p:txBody>
          <a:bodyPr wrap="square" lIns="0" tIns="0" rIns="0" bIns="0" rtlCol="0"/>
          <a:lstStyle/>
          <a:p>
            <a:endParaRPr>
              <a:solidFill>
                <a:prstClr val="black"/>
              </a:solidFill>
              <a:latin typeface="Calibri"/>
            </a:endParaRPr>
          </a:p>
        </p:txBody>
      </p:sp>
      <p:sp>
        <p:nvSpPr>
          <p:cNvPr id="10" name="object 10"/>
          <p:cNvSpPr txBox="1"/>
          <p:nvPr/>
        </p:nvSpPr>
        <p:spPr>
          <a:xfrm>
            <a:off x="959417" y="1968492"/>
            <a:ext cx="6373495" cy="2018501"/>
          </a:xfrm>
          <a:prstGeom prst="rect">
            <a:avLst/>
          </a:prstGeom>
        </p:spPr>
        <p:txBody>
          <a:bodyPr vert="horz" wrap="square" lIns="0" tIns="12700" rIns="0" bIns="0" rtlCol="0">
            <a:spAutoFit/>
          </a:bodyPr>
          <a:lstStyle/>
          <a:p>
            <a:pPr marL="1134745">
              <a:spcBef>
                <a:spcPts val="100"/>
              </a:spcBef>
              <a:tabLst>
                <a:tab pos="5471795" algn="l"/>
              </a:tabLst>
            </a:pPr>
            <a:r>
              <a:rPr sz="1400" spc="-5" dirty="0">
                <a:solidFill>
                  <a:srgbClr val="FFFFFF"/>
                </a:solidFill>
                <a:latin typeface="Arial"/>
                <a:cs typeface="Arial"/>
              </a:rPr>
              <a:t>Source	Destination</a:t>
            </a:r>
            <a:endParaRPr sz="1400">
              <a:solidFill>
                <a:prstClr val="black"/>
              </a:solidFill>
              <a:latin typeface="Arial"/>
              <a:cs typeface="Arial"/>
            </a:endParaRPr>
          </a:p>
          <a:p>
            <a:pPr>
              <a:spcBef>
                <a:spcPts val="25"/>
              </a:spcBef>
            </a:pPr>
            <a:endParaRPr sz="1850">
              <a:solidFill>
                <a:prstClr val="black"/>
              </a:solidFill>
              <a:latin typeface="Times New Roman"/>
              <a:cs typeface="Times New Roman"/>
            </a:endParaRPr>
          </a:p>
          <a:p>
            <a:pPr marL="954405" algn="ctr"/>
            <a:r>
              <a:rPr sz="1400" spc="-5" dirty="0">
                <a:solidFill>
                  <a:srgbClr val="FFFFFF"/>
                </a:solidFill>
                <a:latin typeface="Arial"/>
                <a:cs typeface="Arial"/>
              </a:rPr>
              <a:t>Copy File</a:t>
            </a:r>
            <a:r>
              <a:rPr sz="1400" spc="-10" dirty="0">
                <a:solidFill>
                  <a:srgbClr val="FFFFFF"/>
                </a:solidFill>
                <a:latin typeface="Arial"/>
                <a:cs typeface="Arial"/>
              </a:rPr>
              <a:t> </a:t>
            </a:r>
            <a:r>
              <a:rPr sz="1400" dirty="0">
                <a:solidFill>
                  <a:srgbClr val="FFFFFF"/>
                </a:solidFill>
                <a:latin typeface="Arial"/>
                <a:cs typeface="Arial"/>
              </a:rPr>
              <a:t>system</a:t>
            </a:r>
            <a:endParaRPr sz="1400">
              <a:solidFill>
                <a:prstClr val="black"/>
              </a:solidFill>
              <a:latin typeface="Arial"/>
              <a:cs typeface="Arial"/>
            </a:endParaRPr>
          </a:p>
          <a:p>
            <a:pPr>
              <a:spcBef>
                <a:spcPts val="40"/>
              </a:spcBef>
            </a:pPr>
            <a:endParaRPr sz="2200">
              <a:solidFill>
                <a:prstClr val="black"/>
              </a:solidFill>
              <a:latin typeface="Times New Roman"/>
              <a:cs typeface="Times New Roman"/>
            </a:endParaRPr>
          </a:p>
          <a:p>
            <a:pPr marL="309245" marR="5118100" indent="-297180">
              <a:lnSpc>
                <a:spcPts val="1650"/>
              </a:lnSpc>
            </a:pPr>
            <a:r>
              <a:rPr sz="1400" spc="-5" dirty="0">
                <a:solidFill>
                  <a:srgbClr val="FFFFFF"/>
                </a:solidFill>
                <a:latin typeface="Arial"/>
                <a:cs typeface="Arial"/>
              </a:rPr>
              <a:t>Checkpoint</a:t>
            </a:r>
            <a:r>
              <a:rPr sz="1400" spc="-85" dirty="0">
                <a:solidFill>
                  <a:srgbClr val="FFFFFF"/>
                </a:solidFill>
                <a:latin typeface="Arial"/>
                <a:cs typeface="Arial"/>
              </a:rPr>
              <a:t> </a:t>
            </a:r>
            <a:r>
              <a:rPr sz="1400" spc="-5" dirty="0">
                <a:solidFill>
                  <a:srgbClr val="FFFFFF"/>
                </a:solidFill>
                <a:latin typeface="Arial"/>
                <a:cs typeface="Arial"/>
              </a:rPr>
              <a:t>and  </a:t>
            </a:r>
            <a:r>
              <a:rPr sz="1400" dirty="0">
                <a:solidFill>
                  <a:srgbClr val="FFFFFF"/>
                </a:solidFill>
                <a:latin typeface="Arial"/>
                <a:cs typeface="Arial"/>
              </a:rPr>
              <a:t>save </a:t>
            </a:r>
            <a:r>
              <a:rPr sz="1400" spc="-5" dirty="0">
                <a:solidFill>
                  <a:srgbClr val="FFFFFF"/>
                </a:solidFill>
                <a:latin typeface="Arial"/>
                <a:cs typeface="Arial"/>
              </a:rPr>
              <a:t>to</a:t>
            </a:r>
            <a:r>
              <a:rPr sz="1400" spc="-100" dirty="0">
                <a:solidFill>
                  <a:srgbClr val="FFFFFF"/>
                </a:solidFill>
                <a:latin typeface="Arial"/>
                <a:cs typeface="Arial"/>
              </a:rPr>
              <a:t> </a:t>
            </a:r>
            <a:r>
              <a:rPr sz="1400" spc="-5" dirty="0">
                <a:solidFill>
                  <a:srgbClr val="FFFFFF"/>
                </a:solidFill>
                <a:latin typeface="Arial"/>
                <a:cs typeface="Arial"/>
              </a:rPr>
              <a:t>disk</a:t>
            </a:r>
            <a:endParaRPr sz="1400">
              <a:solidFill>
                <a:prstClr val="black"/>
              </a:solidFill>
              <a:latin typeface="Arial"/>
              <a:cs typeface="Arial"/>
            </a:endParaRPr>
          </a:p>
          <a:p>
            <a:pPr>
              <a:spcBef>
                <a:spcPts val="15"/>
              </a:spcBef>
            </a:pPr>
            <a:endParaRPr sz="1950">
              <a:solidFill>
                <a:prstClr val="black"/>
              </a:solidFill>
              <a:latin typeface="Times New Roman"/>
              <a:cs typeface="Times New Roman"/>
            </a:endParaRPr>
          </a:p>
          <a:p>
            <a:pPr marL="972819" algn="ctr"/>
            <a:r>
              <a:rPr sz="1400" spc="-5" dirty="0">
                <a:solidFill>
                  <a:srgbClr val="FFFFFF"/>
                </a:solidFill>
                <a:latin typeface="Arial"/>
                <a:cs typeface="Arial"/>
              </a:rPr>
              <a:t>Transfer</a:t>
            </a:r>
            <a:r>
              <a:rPr sz="1400" spc="-10" dirty="0">
                <a:solidFill>
                  <a:srgbClr val="FFFFFF"/>
                </a:solidFill>
                <a:latin typeface="Arial"/>
                <a:cs typeface="Arial"/>
              </a:rPr>
              <a:t> </a:t>
            </a:r>
            <a:r>
              <a:rPr sz="1400" spc="-5" dirty="0">
                <a:solidFill>
                  <a:srgbClr val="FFFFFF"/>
                </a:solidFill>
                <a:latin typeface="Arial"/>
                <a:cs typeface="Arial"/>
              </a:rPr>
              <a:t>Checkpoint</a:t>
            </a:r>
            <a:endParaRPr sz="1400">
              <a:solidFill>
                <a:prstClr val="black"/>
              </a:solidFill>
              <a:latin typeface="Arial"/>
              <a:cs typeface="Arial"/>
            </a:endParaRPr>
          </a:p>
        </p:txBody>
      </p:sp>
      <p:sp>
        <p:nvSpPr>
          <p:cNvPr id="11" name="object 11"/>
          <p:cNvSpPr/>
          <p:nvPr/>
        </p:nvSpPr>
        <p:spPr>
          <a:xfrm>
            <a:off x="6751061" y="4751343"/>
            <a:ext cx="250190" cy="12065"/>
          </a:xfrm>
          <a:custGeom>
            <a:avLst/>
            <a:gdLst/>
            <a:ahLst/>
            <a:cxnLst/>
            <a:rect l="l" t="t" r="r" b="b"/>
            <a:pathLst>
              <a:path w="250190" h="12064">
                <a:moveTo>
                  <a:pt x="0" y="11999"/>
                </a:moveTo>
                <a:lnTo>
                  <a:pt x="249599" y="0"/>
                </a:lnTo>
              </a:path>
            </a:pathLst>
          </a:custGeom>
          <a:ln w="28574">
            <a:solidFill>
              <a:srgbClr val="4BA172"/>
            </a:solidFill>
          </a:ln>
        </p:spPr>
        <p:txBody>
          <a:bodyPr wrap="square" lIns="0" tIns="0" rIns="0" bIns="0" rtlCol="0"/>
          <a:lstStyle/>
          <a:p>
            <a:endParaRPr>
              <a:solidFill>
                <a:prstClr val="black"/>
              </a:solidFill>
              <a:latin typeface="Calibri"/>
            </a:endParaRPr>
          </a:p>
        </p:txBody>
      </p:sp>
      <p:sp>
        <p:nvSpPr>
          <p:cNvPr id="12" name="object 12"/>
          <p:cNvSpPr txBox="1"/>
          <p:nvPr/>
        </p:nvSpPr>
        <p:spPr>
          <a:xfrm>
            <a:off x="7073687" y="4632759"/>
            <a:ext cx="598805" cy="228268"/>
          </a:xfrm>
          <a:prstGeom prst="rect">
            <a:avLst/>
          </a:prstGeom>
        </p:spPr>
        <p:txBody>
          <a:bodyPr vert="horz" wrap="square" lIns="0" tIns="12700" rIns="0" bIns="0" rtlCol="0">
            <a:spAutoFit/>
          </a:bodyPr>
          <a:lstStyle/>
          <a:p>
            <a:pPr marL="12700">
              <a:spcBef>
                <a:spcPts val="100"/>
              </a:spcBef>
            </a:pPr>
            <a:r>
              <a:rPr sz="1400" spc="-5" dirty="0">
                <a:solidFill>
                  <a:srgbClr val="FFFFFF"/>
                </a:solidFill>
                <a:latin typeface="Arial"/>
                <a:cs typeface="Arial"/>
              </a:rPr>
              <a:t>Restart</a:t>
            </a:r>
            <a:endParaRPr sz="1400">
              <a:solidFill>
                <a:prstClr val="black"/>
              </a:solidFill>
              <a:latin typeface="Arial"/>
              <a:cs typeface="Arial"/>
            </a:endParaRPr>
          </a:p>
        </p:txBody>
      </p:sp>
      <p:sp>
        <p:nvSpPr>
          <p:cNvPr id="13" name="TextBox 12">
            <a:extLst>
              <a:ext uri="{FF2B5EF4-FFF2-40B4-BE49-F238E27FC236}">
                <a16:creationId xmlns:a16="http://schemas.microsoft.com/office/drawing/2014/main" id="{42DAFBBF-170B-DE46-A645-B8A177A60540}"/>
              </a:ext>
            </a:extLst>
          </p:cNvPr>
          <p:cNvSpPr txBox="1"/>
          <p:nvPr/>
        </p:nvSpPr>
        <p:spPr>
          <a:xfrm>
            <a:off x="959417" y="6096000"/>
            <a:ext cx="6004529" cy="369332"/>
          </a:xfrm>
          <a:prstGeom prst="rect">
            <a:avLst/>
          </a:prstGeom>
          <a:noFill/>
        </p:spPr>
        <p:txBody>
          <a:bodyPr wrap="none" rtlCol="0">
            <a:spAutoFit/>
          </a:bodyPr>
          <a:lstStyle/>
          <a:p>
            <a:r>
              <a:rPr lang="en-US" b="1" spc="10" dirty="0">
                <a:solidFill>
                  <a:schemeClr val="bg1"/>
                </a:solidFill>
                <a:latin typeface="DejaVu Sans"/>
                <a:cs typeface="DejaVu Sans"/>
              </a:rPr>
              <a:t>CRIU: Checkpoint and Restore in User Space</a:t>
            </a:r>
            <a:endParaRPr lang="en-US" dirty="0">
              <a:solidFill>
                <a:schemeClr val="bg1"/>
              </a:solidFill>
            </a:endParaRPr>
          </a:p>
        </p:txBody>
      </p:sp>
    </p:spTree>
    <p:extLst>
      <p:ext uri="{BB962C8B-B14F-4D97-AF65-F5344CB8AC3E}">
        <p14:creationId xmlns:p14="http://schemas.microsoft.com/office/powerpoint/2010/main" val="1452101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2488" y="1308410"/>
            <a:ext cx="4719320" cy="574040"/>
          </a:xfrm>
          <a:prstGeom prst="rect">
            <a:avLst/>
          </a:prstGeom>
        </p:spPr>
        <p:txBody>
          <a:bodyPr vert="horz" wrap="square" lIns="0" tIns="12700" rIns="0" bIns="0" rtlCol="0">
            <a:spAutoFit/>
          </a:bodyPr>
          <a:lstStyle/>
          <a:p>
            <a:pPr marL="12700">
              <a:spcBef>
                <a:spcPts val="100"/>
              </a:spcBef>
            </a:pPr>
            <a:r>
              <a:rPr lang="en-US" spc="-229" dirty="0"/>
              <a:t>CRIU for Container Migration</a:t>
            </a:r>
            <a:endParaRPr spc="-105" dirty="0"/>
          </a:p>
        </p:txBody>
      </p:sp>
      <p:sp>
        <p:nvSpPr>
          <p:cNvPr id="3" name="object 3"/>
          <p:cNvSpPr txBox="1"/>
          <p:nvPr/>
        </p:nvSpPr>
        <p:spPr>
          <a:xfrm>
            <a:off x="566875" y="1993215"/>
            <a:ext cx="8272325" cy="2557110"/>
          </a:xfrm>
          <a:prstGeom prst="rect">
            <a:avLst/>
          </a:prstGeom>
        </p:spPr>
        <p:txBody>
          <a:bodyPr vert="horz" wrap="square" lIns="0" tIns="12700" rIns="0" bIns="0" rtlCol="0">
            <a:spAutoFit/>
          </a:bodyPr>
          <a:lstStyle/>
          <a:p>
            <a:pPr marL="424815" marR="5080" indent="-412115">
              <a:lnSpc>
                <a:spcPct val="114599"/>
              </a:lnSpc>
              <a:spcBef>
                <a:spcPts val="100"/>
              </a:spcBef>
              <a:buFont typeface="Arial"/>
              <a:buChar char="●"/>
              <a:tabLst>
                <a:tab pos="424815" algn="l"/>
                <a:tab pos="425450" algn="l"/>
              </a:tabLst>
            </a:pPr>
            <a:r>
              <a:rPr sz="2400" spc="-95" dirty="0">
                <a:solidFill>
                  <a:srgbClr val="FFFFFF"/>
                </a:solidFill>
                <a:latin typeface="Noto Sans CJK JP Regular"/>
                <a:cs typeface="Noto Sans CJK JP Regular"/>
              </a:rPr>
              <a:t>First </a:t>
            </a:r>
            <a:r>
              <a:rPr sz="2400" spc="-75" dirty="0">
                <a:solidFill>
                  <a:srgbClr val="FFFFFF"/>
                </a:solidFill>
                <a:latin typeface="Noto Sans CJK JP Regular"/>
                <a:cs typeface="Noto Sans CJK JP Regular"/>
              </a:rPr>
              <a:t>step </a:t>
            </a:r>
            <a:r>
              <a:rPr sz="2400" spc="-135" dirty="0">
                <a:solidFill>
                  <a:srgbClr val="FFFFFF"/>
                </a:solidFill>
                <a:latin typeface="Noto Sans CJK JP Regular"/>
                <a:cs typeface="Noto Sans CJK JP Regular"/>
              </a:rPr>
              <a:t>in </a:t>
            </a:r>
            <a:r>
              <a:rPr sz="2400" spc="-85" dirty="0">
                <a:solidFill>
                  <a:srgbClr val="FFFFFF"/>
                </a:solidFill>
                <a:latin typeface="Noto Sans CJK JP Regular"/>
                <a:cs typeface="Noto Sans CJK JP Regular"/>
              </a:rPr>
              <a:t>Checkpointing </a:t>
            </a:r>
            <a:r>
              <a:rPr sz="2400" spc="-114" dirty="0">
                <a:solidFill>
                  <a:srgbClr val="FFFFFF"/>
                </a:solidFill>
                <a:latin typeface="Noto Sans CJK JP Regular"/>
                <a:cs typeface="Noto Sans CJK JP Regular"/>
              </a:rPr>
              <a:t>and </a:t>
            </a:r>
            <a:r>
              <a:rPr sz="2400" spc="-110" dirty="0">
                <a:solidFill>
                  <a:srgbClr val="FFFFFF"/>
                </a:solidFill>
                <a:latin typeface="Noto Sans CJK JP Regular"/>
                <a:cs typeface="Noto Sans CJK JP Regular"/>
              </a:rPr>
              <a:t>last  </a:t>
            </a:r>
            <a:r>
              <a:rPr sz="2400" spc="-75" dirty="0">
                <a:solidFill>
                  <a:srgbClr val="FFFFFF"/>
                </a:solidFill>
                <a:latin typeface="Noto Sans CJK JP Regular"/>
                <a:cs typeface="Noto Sans CJK JP Regular"/>
              </a:rPr>
              <a:t>step </a:t>
            </a:r>
            <a:r>
              <a:rPr sz="2400" spc="-135" dirty="0">
                <a:solidFill>
                  <a:srgbClr val="FFFFFF"/>
                </a:solidFill>
                <a:latin typeface="Noto Sans CJK JP Regular"/>
                <a:cs typeface="Noto Sans CJK JP Regular"/>
              </a:rPr>
              <a:t>in </a:t>
            </a:r>
            <a:r>
              <a:rPr sz="2400" spc="-80" dirty="0">
                <a:solidFill>
                  <a:srgbClr val="FFFFFF"/>
                </a:solidFill>
                <a:latin typeface="Noto Sans CJK JP Regular"/>
                <a:cs typeface="Noto Sans CJK JP Regular"/>
              </a:rPr>
              <a:t>Restoring </a:t>
            </a:r>
            <a:r>
              <a:rPr sz="2400" spc="-65" dirty="0">
                <a:solidFill>
                  <a:srgbClr val="FFFFFF"/>
                </a:solidFill>
                <a:latin typeface="Noto Sans CJK JP Regular"/>
                <a:cs typeface="Noto Sans CJK JP Regular"/>
              </a:rPr>
              <a:t>is </a:t>
            </a:r>
            <a:r>
              <a:rPr sz="2400" spc="-55" dirty="0">
                <a:solidFill>
                  <a:srgbClr val="FFFFFF"/>
                </a:solidFill>
                <a:latin typeface="Noto Sans CJK JP Regular"/>
                <a:cs typeface="Noto Sans CJK JP Regular"/>
              </a:rPr>
              <a:t>process</a:t>
            </a:r>
            <a:r>
              <a:rPr sz="2400" spc="295" dirty="0">
                <a:solidFill>
                  <a:srgbClr val="FFFFFF"/>
                </a:solidFill>
                <a:latin typeface="Noto Sans CJK JP Regular"/>
                <a:cs typeface="Noto Sans CJK JP Regular"/>
              </a:rPr>
              <a:t> </a:t>
            </a:r>
            <a:r>
              <a:rPr sz="2400" spc="-55" dirty="0">
                <a:solidFill>
                  <a:srgbClr val="FFFFFF"/>
                </a:solidFill>
                <a:latin typeface="Noto Sans CJK JP Regular"/>
                <a:cs typeface="Noto Sans CJK JP Regular"/>
              </a:rPr>
              <a:t>freezing</a:t>
            </a:r>
            <a:endParaRPr sz="2400" dirty="0">
              <a:latin typeface="Noto Sans CJK JP Regular"/>
              <a:cs typeface="Noto Sans CJK JP Regular"/>
            </a:endParaRPr>
          </a:p>
          <a:p>
            <a:pPr marL="424815" marR="1153795" indent="-412115">
              <a:lnSpc>
                <a:spcPct val="114599"/>
              </a:lnSpc>
              <a:buFont typeface="Arial"/>
              <a:buChar char="●"/>
              <a:tabLst>
                <a:tab pos="424815" algn="l"/>
                <a:tab pos="425450" algn="l"/>
              </a:tabLst>
            </a:pPr>
            <a:r>
              <a:rPr sz="2400" spc="-55" dirty="0">
                <a:solidFill>
                  <a:srgbClr val="FFFFFF"/>
                </a:solidFill>
                <a:latin typeface="Noto Sans CJK JP Regular"/>
                <a:cs typeface="Noto Sans CJK JP Regular"/>
              </a:rPr>
              <a:t>Process freezing </a:t>
            </a:r>
            <a:r>
              <a:rPr sz="2400" spc="-65" dirty="0">
                <a:solidFill>
                  <a:srgbClr val="FFFFFF"/>
                </a:solidFill>
                <a:latin typeface="Noto Sans CJK JP Regular"/>
                <a:cs typeface="Noto Sans CJK JP Regular"/>
              </a:rPr>
              <a:t>is </a:t>
            </a:r>
            <a:r>
              <a:rPr sz="2400" spc="-80" dirty="0">
                <a:solidFill>
                  <a:srgbClr val="FFFFFF"/>
                </a:solidFill>
                <a:latin typeface="Noto Sans CJK JP Regular"/>
                <a:cs typeface="Noto Sans CJK JP Regular"/>
              </a:rPr>
              <a:t>done </a:t>
            </a:r>
            <a:r>
              <a:rPr sz="2400" spc="-90" dirty="0">
                <a:solidFill>
                  <a:srgbClr val="FFFFFF"/>
                </a:solidFill>
                <a:latin typeface="Noto Sans CJK JP Regular"/>
                <a:cs typeface="Noto Sans CJK JP Regular"/>
              </a:rPr>
              <a:t>by  </a:t>
            </a:r>
            <a:r>
              <a:rPr sz="2400" spc="-45" dirty="0">
                <a:solidFill>
                  <a:srgbClr val="FFFFFF"/>
                </a:solidFill>
                <a:latin typeface="Noto Sans CJK JP Regular"/>
                <a:cs typeface="Noto Sans CJK JP Regular"/>
              </a:rPr>
              <a:t>TIF_FREEZE</a:t>
            </a:r>
            <a:r>
              <a:rPr sz="2400" spc="70" dirty="0">
                <a:solidFill>
                  <a:srgbClr val="FFFFFF"/>
                </a:solidFill>
                <a:latin typeface="Noto Sans CJK JP Regular"/>
                <a:cs typeface="Noto Sans CJK JP Regular"/>
              </a:rPr>
              <a:t> </a:t>
            </a:r>
            <a:r>
              <a:rPr sz="2400" spc="-80" dirty="0">
                <a:solidFill>
                  <a:srgbClr val="FFFFFF"/>
                </a:solidFill>
                <a:latin typeface="Noto Sans CJK JP Regular"/>
                <a:cs typeface="Noto Sans CJK JP Regular"/>
              </a:rPr>
              <a:t>signal</a:t>
            </a:r>
            <a:endParaRPr sz="2400" dirty="0">
              <a:latin typeface="Noto Sans CJK JP Regular"/>
              <a:cs typeface="Noto Sans CJK JP Regular"/>
            </a:endParaRPr>
          </a:p>
          <a:p>
            <a:pPr marL="424815" marR="295275" indent="-412115">
              <a:lnSpc>
                <a:spcPct val="114599"/>
              </a:lnSpc>
              <a:buFont typeface="Arial"/>
              <a:buChar char="●"/>
              <a:tabLst>
                <a:tab pos="424815" algn="l"/>
                <a:tab pos="425450" algn="l"/>
              </a:tabLst>
            </a:pPr>
            <a:r>
              <a:rPr sz="2400" spc="-85" dirty="0">
                <a:solidFill>
                  <a:srgbClr val="FFFFFF"/>
                </a:solidFill>
                <a:latin typeface="Noto Sans CJK JP Regular"/>
                <a:cs typeface="Noto Sans CJK JP Regular"/>
              </a:rPr>
              <a:t>Different </a:t>
            </a:r>
            <a:r>
              <a:rPr sz="2400" spc="-60" dirty="0">
                <a:solidFill>
                  <a:srgbClr val="FFFFFF"/>
                </a:solidFill>
                <a:latin typeface="Noto Sans CJK JP Regular"/>
                <a:cs typeface="Noto Sans CJK JP Regular"/>
              </a:rPr>
              <a:t>dependencies </a:t>
            </a:r>
            <a:r>
              <a:rPr sz="2400" spc="-105" dirty="0">
                <a:solidFill>
                  <a:srgbClr val="FFFFFF"/>
                </a:solidFill>
                <a:latin typeface="Noto Sans CJK JP Regular"/>
                <a:cs typeface="Noto Sans CJK JP Regular"/>
              </a:rPr>
              <a:t>should </a:t>
            </a:r>
            <a:r>
              <a:rPr sz="2400" spc="-45" dirty="0">
                <a:solidFill>
                  <a:srgbClr val="FFFFFF"/>
                </a:solidFill>
                <a:latin typeface="Noto Sans CJK JP Regular"/>
                <a:cs typeface="Noto Sans CJK JP Regular"/>
              </a:rPr>
              <a:t>be  </a:t>
            </a:r>
            <a:r>
              <a:rPr sz="2400" spc="-55" dirty="0">
                <a:solidFill>
                  <a:srgbClr val="FFFFFF"/>
                </a:solidFill>
                <a:latin typeface="Noto Sans CJK JP Regular"/>
                <a:cs typeface="Noto Sans CJK JP Regular"/>
              </a:rPr>
              <a:t>saved</a:t>
            </a:r>
            <a:r>
              <a:rPr lang="en-US" sz="2400" spc="-55" dirty="0">
                <a:solidFill>
                  <a:srgbClr val="FFFFFF"/>
                </a:solidFill>
                <a:latin typeface="Noto Sans CJK JP Regular"/>
                <a:cs typeface="Noto Sans CJK JP Regular"/>
              </a:rPr>
              <a:t> – this can be complex</a:t>
            </a:r>
            <a:endParaRPr sz="2400" dirty="0">
              <a:latin typeface="Noto Sans CJK JP Regular"/>
              <a:cs typeface="Noto Sans CJK JP Regular"/>
            </a:endParaRPr>
          </a:p>
          <a:p>
            <a:pPr marL="424815" marR="375920" indent="-412115">
              <a:lnSpc>
                <a:spcPct val="114599"/>
              </a:lnSpc>
              <a:buFont typeface="Arial"/>
              <a:buChar char="●"/>
              <a:tabLst>
                <a:tab pos="424815" algn="l"/>
                <a:tab pos="425450" algn="l"/>
              </a:tabLst>
            </a:pPr>
            <a:r>
              <a:rPr sz="2400" spc="-140" dirty="0">
                <a:solidFill>
                  <a:srgbClr val="FFFFFF"/>
                </a:solidFill>
                <a:latin typeface="Noto Sans CJK JP Regular"/>
                <a:cs typeface="Noto Sans CJK JP Regular"/>
              </a:rPr>
              <a:t>hook() </a:t>
            </a:r>
            <a:r>
              <a:rPr sz="2400" spc="-65" dirty="0">
                <a:solidFill>
                  <a:srgbClr val="FFFFFF"/>
                </a:solidFill>
                <a:latin typeface="Noto Sans CJK JP Regular"/>
                <a:cs typeface="Noto Sans CJK JP Regular"/>
              </a:rPr>
              <a:t>is </a:t>
            </a:r>
            <a:r>
              <a:rPr sz="2400" spc="-80" dirty="0">
                <a:solidFill>
                  <a:srgbClr val="FFFFFF"/>
                </a:solidFill>
                <a:latin typeface="Noto Sans CJK JP Regular"/>
                <a:cs typeface="Noto Sans CJK JP Regular"/>
              </a:rPr>
              <a:t>added </a:t>
            </a:r>
            <a:r>
              <a:rPr sz="2400" spc="-114" dirty="0">
                <a:solidFill>
                  <a:srgbClr val="FFFFFF"/>
                </a:solidFill>
                <a:latin typeface="Noto Sans CJK JP Regular"/>
                <a:cs typeface="Noto Sans CJK JP Regular"/>
              </a:rPr>
              <a:t>on </a:t>
            </a:r>
            <a:r>
              <a:rPr sz="2400" spc="-135" dirty="0">
                <a:solidFill>
                  <a:srgbClr val="FFFFFF"/>
                </a:solidFill>
                <a:latin typeface="Noto Sans CJK JP Regular"/>
                <a:cs typeface="Noto Sans CJK JP Regular"/>
              </a:rPr>
              <a:t>top </a:t>
            </a:r>
            <a:r>
              <a:rPr sz="2400" spc="-95" dirty="0">
                <a:solidFill>
                  <a:srgbClr val="FFFFFF"/>
                </a:solidFill>
                <a:latin typeface="Noto Sans CJK JP Regular"/>
                <a:cs typeface="Noto Sans CJK JP Regular"/>
              </a:rPr>
              <a:t>of </a:t>
            </a:r>
            <a:r>
              <a:rPr sz="2400" spc="-55" dirty="0">
                <a:solidFill>
                  <a:srgbClr val="FFFFFF"/>
                </a:solidFill>
                <a:latin typeface="Noto Sans CJK JP Regular"/>
                <a:cs typeface="Noto Sans CJK JP Regular"/>
              </a:rPr>
              <a:t>process  </a:t>
            </a:r>
            <a:r>
              <a:rPr sz="2400" spc="-85" dirty="0">
                <a:solidFill>
                  <a:srgbClr val="FFFFFF"/>
                </a:solidFill>
                <a:latin typeface="Noto Sans CJK JP Regular"/>
                <a:cs typeface="Noto Sans CJK JP Regular"/>
              </a:rPr>
              <a:t>stack </a:t>
            </a:r>
            <a:r>
              <a:rPr sz="2400" spc="-110" dirty="0">
                <a:solidFill>
                  <a:srgbClr val="FFFFFF"/>
                </a:solidFill>
                <a:latin typeface="Noto Sans CJK JP Regular"/>
                <a:cs typeface="Noto Sans CJK JP Regular"/>
              </a:rPr>
              <a:t>for</a:t>
            </a:r>
            <a:r>
              <a:rPr sz="2400" spc="-215" dirty="0">
                <a:solidFill>
                  <a:srgbClr val="FFFFFF"/>
                </a:solidFill>
                <a:latin typeface="Noto Sans CJK JP Regular"/>
                <a:cs typeface="Noto Sans CJK JP Regular"/>
              </a:rPr>
              <a:t> </a:t>
            </a:r>
            <a:r>
              <a:rPr sz="2400" spc="-90" dirty="0">
                <a:solidFill>
                  <a:srgbClr val="FFFFFF"/>
                </a:solidFill>
                <a:latin typeface="Noto Sans CJK JP Regular"/>
                <a:cs typeface="Noto Sans CJK JP Regular"/>
              </a:rPr>
              <a:t>restor</a:t>
            </a:r>
            <a:r>
              <a:rPr lang="en-US" sz="2400" spc="-90" dirty="0">
                <a:solidFill>
                  <a:srgbClr val="FFFFFF"/>
                </a:solidFill>
                <a:latin typeface="Noto Sans CJK JP Regular"/>
                <a:cs typeface="Noto Sans CJK JP Regular"/>
              </a:rPr>
              <a:t>ation</a:t>
            </a:r>
            <a:endParaRPr sz="2400" dirty="0">
              <a:latin typeface="Noto Sans CJK JP Regular"/>
              <a:cs typeface="Noto Sans CJK JP Regular"/>
            </a:endParaRPr>
          </a:p>
          <a:p>
            <a:pPr marL="424815" indent="-412115">
              <a:spcBef>
                <a:spcPts val="415"/>
              </a:spcBef>
              <a:buFont typeface="Arial"/>
              <a:buChar char="●"/>
              <a:tabLst>
                <a:tab pos="424815" algn="l"/>
                <a:tab pos="425450" algn="l"/>
              </a:tabLst>
            </a:pPr>
            <a:r>
              <a:rPr sz="2400" spc="-110" dirty="0">
                <a:solidFill>
                  <a:srgbClr val="FFFFFF"/>
                </a:solidFill>
                <a:latin typeface="Noto Sans CJK JP Regular"/>
                <a:cs typeface="Noto Sans CJK JP Regular"/>
              </a:rPr>
              <a:t>Roll </a:t>
            </a:r>
            <a:r>
              <a:rPr sz="2400" spc="-80" dirty="0">
                <a:solidFill>
                  <a:srgbClr val="FFFFFF"/>
                </a:solidFill>
                <a:latin typeface="Noto Sans CJK JP Regular"/>
                <a:cs typeface="Noto Sans CJK JP Regular"/>
              </a:rPr>
              <a:t>back</a:t>
            </a:r>
            <a:r>
              <a:rPr lang="en-US" sz="2400" spc="-80" dirty="0">
                <a:solidFill>
                  <a:srgbClr val="FFFFFF"/>
                </a:solidFill>
                <a:latin typeface="Noto Sans CJK JP Regular"/>
                <a:cs typeface="Noto Sans CJK JP Regular"/>
              </a:rPr>
              <a:t> of the CRIU process is</a:t>
            </a:r>
            <a:r>
              <a:rPr sz="2400" spc="-165" dirty="0">
                <a:solidFill>
                  <a:srgbClr val="FFFFFF"/>
                </a:solidFill>
                <a:latin typeface="Noto Sans CJK JP Regular"/>
                <a:cs typeface="Noto Sans CJK JP Regular"/>
              </a:rPr>
              <a:t> </a:t>
            </a:r>
            <a:r>
              <a:rPr sz="2400" spc="-70" dirty="0">
                <a:solidFill>
                  <a:srgbClr val="FFFFFF"/>
                </a:solidFill>
                <a:latin typeface="Noto Sans CJK JP Regular"/>
                <a:cs typeface="Noto Sans CJK JP Regular"/>
              </a:rPr>
              <a:t>possible</a:t>
            </a:r>
            <a:endParaRPr sz="2400" dirty="0">
              <a:latin typeface="Noto Sans CJK JP Regular"/>
              <a:cs typeface="Noto Sans CJK JP Regular"/>
            </a:endParaRPr>
          </a:p>
        </p:txBody>
      </p:sp>
    </p:spTree>
    <p:extLst>
      <p:ext uri="{BB962C8B-B14F-4D97-AF65-F5344CB8AC3E}">
        <p14:creationId xmlns:p14="http://schemas.microsoft.com/office/powerpoint/2010/main" val="438980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176019" y="839469"/>
            <a:ext cx="6019800" cy="325755"/>
          </a:xfrm>
          <a:prstGeom prst="rect">
            <a:avLst/>
          </a:prstGeom>
        </p:spPr>
        <p:txBody>
          <a:bodyPr vert="horz" wrap="square" lIns="0" tIns="15240" rIns="0" bIns="0" rtlCol="0">
            <a:spAutoFit/>
          </a:bodyPr>
          <a:lstStyle/>
          <a:p>
            <a:pPr marL="12700">
              <a:lnSpc>
                <a:spcPct val="100000"/>
              </a:lnSpc>
              <a:spcBef>
                <a:spcPts val="120"/>
              </a:spcBef>
            </a:pPr>
            <a:r>
              <a:rPr sz="1950" spc="10" dirty="0">
                <a:solidFill>
                  <a:srgbClr val="3F3F3F"/>
                </a:solidFill>
                <a:latin typeface="DejaVu Sans"/>
                <a:cs typeface="DejaVu Sans"/>
              </a:rPr>
              <a:t>Why </a:t>
            </a:r>
            <a:r>
              <a:rPr sz="1950" spc="5" dirty="0">
                <a:solidFill>
                  <a:srgbClr val="3F3F3F"/>
                </a:solidFill>
                <a:latin typeface="DejaVu Sans"/>
                <a:cs typeface="DejaVu Sans"/>
              </a:rPr>
              <a:t>you might want </a:t>
            </a:r>
            <a:r>
              <a:rPr sz="1950" dirty="0">
                <a:solidFill>
                  <a:srgbClr val="3F3F3F"/>
                </a:solidFill>
                <a:latin typeface="DejaVu Sans"/>
                <a:cs typeface="DejaVu Sans"/>
              </a:rPr>
              <a:t>to </a:t>
            </a:r>
            <a:r>
              <a:rPr sz="1950" spc="5" dirty="0">
                <a:solidFill>
                  <a:srgbClr val="3F3F3F"/>
                </a:solidFill>
                <a:latin typeface="DejaVu Sans"/>
                <a:cs typeface="DejaVu Sans"/>
              </a:rPr>
              <a:t>live migrate </a:t>
            </a:r>
            <a:r>
              <a:rPr sz="1950" spc="10" dirty="0">
                <a:solidFill>
                  <a:srgbClr val="3F3F3F"/>
                </a:solidFill>
                <a:latin typeface="DejaVu Sans"/>
                <a:cs typeface="DejaVu Sans"/>
              </a:rPr>
              <a:t>a</a:t>
            </a:r>
            <a:r>
              <a:rPr sz="1950" spc="-25" dirty="0">
                <a:solidFill>
                  <a:srgbClr val="3F3F3F"/>
                </a:solidFill>
                <a:latin typeface="DejaVu Sans"/>
                <a:cs typeface="DejaVu Sans"/>
              </a:rPr>
              <a:t> </a:t>
            </a:r>
            <a:r>
              <a:rPr sz="1950" spc="5" dirty="0">
                <a:solidFill>
                  <a:srgbClr val="3F3F3F"/>
                </a:solidFill>
                <a:latin typeface="DejaVu Sans"/>
                <a:cs typeface="DejaVu Sans"/>
              </a:rPr>
              <a:t>container</a:t>
            </a:r>
            <a:endParaRPr sz="1950">
              <a:latin typeface="DejaVu Sans"/>
              <a:cs typeface="DejaVu Sans"/>
            </a:endParaRPr>
          </a:p>
        </p:txBody>
      </p:sp>
      <p:sp>
        <p:nvSpPr>
          <p:cNvPr id="11" name="object 11"/>
          <p:cNvSpPr txBox="1"/>
          <p:nvPr/>
        </p:nvSpPr>
        <p:spPr>
          <a:xfrm>
            <a:off x="259079" y="6488193"/>
            <a:ext cx="116839" cy="145415"/>
          </a:xfrm>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z="800" spc="5" dirty="0">
                <a:solidFill>
                  <a:srgbClr val="8A8A8A"/>
                </a:solidFill>
                <a:latin typeface="DejaVu Sans"/>
                <a:cs typeface="DejaVu Sans"/>
              </a:rPr>
              <a:t>7</a:t>
            </a:fld>
            <a:endParaRPr sz="800">
              <a:latin typeface="DejaVu Sans"/>
              <a:cs typeface="DejaVu Sans"/>
            </a:endParaRPr>
          </a:p>
        </p:txBody>
      </p:sp>
      <p:sp>
        <p:nvSpPr>
          <p:cNvPr id="4" name="object 4"/>
          <p:cNvSpPr txBox="1"/>
          <p:nvPr/>
        </p:nvSpPr>
        <p:spPr>
          <a:xfrm>
            <a:off x="1518919" y="2246630"/>
            <a:ext cx="158877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Load</a:t>
            </a:r>
            <a:r>
              <a:rPr sz="1600" spc="-60" dirty="0">
                <a:solidFill>
                  <a:srgbClr val="585858"/>
                </a:solidFill>
                <a:latin typeface="DejaVu Sans"/>
                <a:cs typeface="DejaVu Sans"/>
              </a:rPr>
              <a:t> </a:t>
            </a:r>
            <a:r>
              <a:rPr sz="1600" spc="10" dirty="0">
                <a:solidFill>
                  <a:srgbClr val="585858"/>
                </a:solidFill>
                <a:latin typeface="DejaVu Sans"/>
                <a:cs typeface="DejaVu Sans"/>
              </a:rPr>
              <a:t>balancing</a:t>
            </a:r>
            <a:endParaRPr sz="1600">
              <a:latin typeface="DejaVu Sans"/>
              <a:cs typeface="DejaVu Sans"/>
            </a:endParaRPr>
          </a:p>
        </p:txBody>
      </p:sp>
      <p:sp>
        <p:nvSpPr>
          <p:cNvPr id="5" name="object 5"/>
          <p:cNvSpPr txBox="1"/>
          <p:nvPr/>
        </p:nvSpPr>
        <p:spPr>
          <a:xfrm>
            <a:off x="1176019" y="1192529"/>
            <a:ext cx="150495" cy="1991360"/>
          </a:xfrm>
          <a:prstGeom prst="rect">
            <a:avLst/>
          </a:prstGeom>
        </p:spPr>
        <p:txBody>
          <a:bodyPr vert="horz" wrap="square" lIns="0" tIns="241300" rIns="0" bIns="0" rtlCol="0">
            <a:spAutoFit/>
          </a:bodyPr>
          <a:lstStyle/>
          <a:p>
            <a:pPr marL="12700">
              <a:lnSpc>
                <a:spcPct val="100000"/>
              </a:lnSpc>
              <a:spcBef>
                <a:spcPts val="1900"/>
              </a:spcBef>
            </a:pPr>
            <a:endParaRPr sz="2800" dirty="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dirty="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dirty="0">
              <a:latin typeface="Liberation Sans"/>
              <a:cs typeface="Liberation Sans"/>
            </a:endParaRPr>
          </a:p>
        </p:txBody>
      </p:sp>
      <p:sp>
        <p:nvSpPr>
          <p:cNvPr id="6" name="object 6"/>
          <p:cNvSpPr txBox="1"/>
          <p:nvPr/>
        </p:nvSpPr>
        <p:spPr>
          <a:xfrm>
            <a:off x="1518919" y="2901950"/>
            <a:ext cx="1663064"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Updating</a:t>
            </a:r>
            <a:r>
              <a:rPr sz="1600" spc="-45" dirty="0">
                <a:solidFill>
                  <a:srgbClr val="585858"/>
                </a:solidFill>
                <a:latin typeface="DejaVu Sans"/>
                <a:cs typeface="DejaVu Sans"/>
              </a:rPr>
              <a:t> </a:t>
            </a:r>
            <a:r>
              <a:rPr sz="1600" spc="-10" dirty="0">
                <a:solidFill>
                  <a:srgbClr val="585858"/>
                </a:solidFill>
                <a:latin typeface="DejaVu Sans"/>
                <a:cs typeface="DejaVu Sans"/>
              </a:rPr>
              <a:t>kernel</a:t>
            </a:r>
            <a:endParaRPr sz="1600">
              <a:latin typeface="DejaVu Sans"/>
              <a:cs typeface="DejaVu Sans"/>
            </a:endParaRPr>
          </a:p>
        </p:txBody>
      </p:sp>
      <p:sp>
        <p:nvSpPr>
          <p:cNvPr id="7" name="object 7"/>
          <p:cNvSpPr txBox="1"/>
          <p:nvPr/>
        </p:nvSpPr>
        <p:spPr>
          <a:xfrm>
            <a:off x="1715770" y="328040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8" name="object 8"/>
          <p:cNvSpPr txBox="1"/>
          <p:nvPr/>
        </p:nvSpPr>
        <p:spPr>
          <a:xfrm>
            <a:off x="2039620" y="3404870"/>
            <a:ext cx="6418580"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Can avoid </a:t>
            </a:r>
            <a:r>
              <a:rPr sz="1600" spc="5" dirty="0">
                <a:solidFill>
                  <a:srgbClr val="585858"/>
                </a:solidFill>
                <a:latin typeface="DejaVu Sans"/>
                <a:cs typeface="DejaVu Sans"/>
              </a:rPr>
              <a:t>live </a:t>
            </a:r>
            <a:r>
              <a:rPr sz="1600" spc="10" dirty="0">
                <a:solidFill>
                  <a:srgbClr val="585858"/>
                </a:solidFill>
                <a:latin typeface="DejaVu Sans"/>
                <a:cs typeface="DejaVu Sans"/>
              </a:rPr>
              <a:t>migration, </a:t>
            </a:r>
            <a:r>
              <a:rPr sz="1600" spc="5" dirty="0">
                <a:solidFill>
                  <a:srgbClr val="585858"/>
                </a:solidFill>
                <a:latin typeface="DejaVu Sans"/>
                <a:cs typeface="DejaVu Sans"/>
              </a:rPr>
              <a:t>just</a:t>
            </a:r>
            <a:r>
              <a:rPr sz="1600" spc="-50" dirty="0">
                <a:solidFill>
                  <a:srgbClr val="585858"/>
                </a:solidFill>
                <a:latin typeface="DejaVu Sans"/>
                <a:cs typeface="DejaVu Sans"/>
              </a:rPr>
              <a:t> </a:t>
            </a:r>
            <a:r>
              <a:rPr sz="1600" spc="5" dirty="0">
                <a:solidFill>
                  <a:srgbClr val="585858"/>
                </a:solidFill>
                <a:latin typeface="DejaVu Sans"/>
                <a:cs typeface="DejaVu Sans"/>
              </a:rPr>
              <a:t>C</a:t>
            </a:r>
            <a:r>
              <a:rPr lang="en-US" sz="1600" spc="5" dirty="0">
                <a:solidFill>
                  <a:srgbClr val="585858"/>
                </a:solidFill>
                <a:latin typeface="DejaVu Sans"/>
                <a:cs typeface="DejaVu Sans"/>
              </a:rPr>
              <a:t>heckpoint</a:t>
            </a:r>
            <a:r>
              <a:rPr sz="1600" spc="5" dirty="0">
                <a:solidFill>
                  <a:srgbClr val="585858"/>
                </a:solidFill>
                <a:latin typeface="DejaVu Sans"/>
                <a:cs typeface="DejaVu Sans"/>
              </a:rPr>
              <a:t>/R</a:t>
            </a:r>
            <a:r>
              <a:rPr lang="en-US" sz="1600" spc="5" dirty="0">
                <a:solidFill>
                  <a:srgbClr val="585858"/>
                </a:solidFill>
                <a:latin typeface="DejaVu Sans"/>
                <a:cs typeface="DejaVu Sans"/>
              </a:rPr>
              <a:t>estore (C/R)</a:t>
            </a:r>
          </a:p>
        </p:txBody>
      </p:sp>
      <p:sp>
        <p:nvSpPr>
          <p:cNvPr id="9" name="object 9"/>
          <p:cNvSpPr txBox="1"/>
          <p:nvPr/>
        </p:nvSpPr>
        <p:spPr>
          <a:xfrm>
            <a:off x="1176019" y="389000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10" name="object 10"/>
          <p:cNvSpPr txBox="1"/>
          <p:nvPr/>
        </p:nvSpPr>
        <p:spPr>
          <a:xfrm>
            <a:off x="1518919" y="4060189"/>
            <a:ext cx="3302000"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Upda</a:t>
            </a:r>
            <a:r>
              <a:rPr lang="en-US" sz="1600" spc="10" dirty="0">
                <a:solidFill>
                  <a:srgbClr val="585858"/>
                </a:solidFill>
                <a:latin typeface="DejaVu Sans"/>
                <a:cs typeface="DejaVu Sans"/>
              </a:rPr>
              <a:t>t</a:t>
            </a:r>
            <a:r>
              <a:rPr sz="1600" spc="10" dirty="0">
                <a:solidFill>
                  <a:srgbClr val="585858"/>
                </a:solidFill>
                <a:latin typeface="DejaVu Sans"/>
                <a:cs typeface="DejaVu Sans"/>
              </a:rPr>
              <a:t>ing </a:t>
            </a:r>
            <a:r>
              <a:rPr sz="1600" spc="5" dirty="0">
                <a:solidFill>
                  <a:srgbClr val="585858"/>
                </a:solidFill>
                <a:latin typeface="DejaVu Sans"/>
                <a:cs typeface="DejaVu Sans"/>
              </a:rPr>
              <a:t>or replacing</a:t>
            </a:r>
            <a:r>
              <a:rPr sz="1600" spc="-20" dirty="0">
                <a:solidFill>
                  <a:srgbClr val="585858"/>
                </a:solidFill>
                <a:latin typeface="DejaVu Sans"/>
                <a:cs typeface="DejaVu Sans"/>
              </a:rPr>
              <a:t> </a:t>
            </a:r>
            <a:r>
              <a:rPr sz="1600" dirty="0">
                <a:solidFill>
                  <a:srgbClr val="585858"/>
                </a:solidFill>
                <a:latin typeface="DejaVu Sans"/>
                <a:cs typeface="DejaVu Sans"/>
              </a:rPr>
              <a:t>hardware</a:t>
            </a:r>
            <a:endParaRPr sz="1600" dirty="0">
              <a:latin typeface="DejaVu Sans"/>
              <a:cs typeface="DejaVu Sans"/>
            </a:endParaRPr>
          </a:p>
        </p:txBody>
      </p:sp>
      <p:sp>
        <p:nvSpPr>
          <p:cNvPr id="12" name="object 9">
            <a:extLst>
              <a:ext uri="{FF2B5EF4-FFF2-40B4-BE49-F238E27FC236}">
                <a16:creationId xmlns:a16="http://schemas.microsoft.com/office/drawing/2014/main" id="{31B11BA9-AA38-5D43-B2C9-96F85BD95BDD}"/>
              </a:ext>
            </a:extLst>
          </p:cNvPr>
          <p:cNvSpPr txBox="1"/>
          <p:nvPr/>
        </p:nvSpPr>
        <p:spPr>
          <a:xfrm>
            <a:off x="914400" y="4906638"/>
            <a:ext cx="159357"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dirty="0">
              <a:latin typeface="Liberation Sans"/>
              <a:cs typeface="Liberation Sans"/>
            </a:endParaRPr>
          </a:p>
        </p:txBody>
      </p:sp>
      <p:sp>
        <p:nvSpPr>
          <p:cNvPr id="13" name="object 10">
            <a:extLst>
              <a:ext uri="{FF2B5EF4-FFF2-40B4-BE49-F238E27FC236}">
                <a16:creationId xmlns:a16="http://schemas.microsoft.com/office/drawing/2014/main" id="{3DCA1F0B-2801-5D4A-A5CB-0DFE0931EA48}"/>
              </a:ext>
            </a:extLst>
          </p:cNvPr>
          <p:cNvSpPr txBox="1"/>
          <p:nvPr/>
        </p:nvSpPr>
        <p:spPr>
          <a:xfrm>
            <a:off x="1257299" y="5076818"/>
            <a:ext cx="7658101" cy="261610"/>
          </a:xfrm>
          <a:prstGeom prst="rect">
            <a:avLst/>
          </a:prstGeom>
        </p:spPr>
        <p:txBody>
          <a:bodyPr vert="horz" wrap="square" lIns="0" tIns="15240" rIns="0" bIns="0" rtlCol="0">
            <a:spAutoFit/>
          </a:bodyPr>
          <a:lstStyle/>
          <a:p>
            <a:pPr marL="12700">
              <a:lnSpc>
                <a:spcPct val="100000"/>
              </a:lnSpc>
              <a:spcBef>
                <a:spcPts val="120"/>
              </a:spcBef>
            </a:pPr>
            <a:r>
              <a:rPr lang="en-US" sz="1600" spc="10" dirty="0">
                <a:solidFill>
                  <a:srgbClr val="585858"/>
                </a:solidFill>
                <a:latin typeface="DejaVu Sans"/>
                <a:cs typeface="DejaVu Sans"/>
              </a:rPr>
              <a:t>Typically built on top of </a:t>
            </a:r>
            <a:r>
              <a:rPr lang="en-US" sz="1600" b="1" spc="10" dirty="0">
                <a:solidFill>
                  <a:srgbClr val="585858"/>
                </a:solidFill>
                <a:latin typeface="DejaVu Sans"/>
                <a:cs typeface="DejaVu Sans"/>
              </a:rPr>
              <a:t>CRIU: Checkpoint and Restore in User Space</a:t>
            </a:r>
            <a:endParaRPr sz="1600" b="1" dirty="0">
              <a:latin typeface="DejaVu Sans"/>
              <a:cs typeface="DejaVu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39469"/>
            <a:ext cx="3465195" cy="325755"/>
          </a:xfrm>
          <a:prstGeom prst="rect">
            <a:avLst/>
          </a:prstGeom>
        </p:spPr>
        <p:txBody>
          <a:bodyPr vert="horz" wrap="square" lIns="0" tIns="15240" rIns="0" bIns="0" rtlCol="0">
            <a:spAutoFit/>
          </a:bodyPr>
          <a:lstStyle/>
          <a:p>
            <a:pPr marL="12700">
              <a:lnSpc>
                <a:spcPct val="100000"/>
              </a:lnSpc>
              <a:spcBef>
                <a:spcPts val="120"/>
              </a:spcBef>
            </a:pPr>
            <a:r>
              <a:rPr spc="5" dirty="0"/>
              <a:t>How </a:t>
            </a:r>
            <a:r>
              <a:rPr dirty="0"/>
              <a:t>to </a:t>
            </a:r>
            <a:r>
              <a:rPr spc="5" dirty="0"/>
              <a:t>avoid live</a:t>
            </a:r>
            <a:r>
              <a:rPr spc="-50" dirty="0"/>
              <a:t> </a:t>
            </a:r>
            <a:r>
              <a:rPr spc="5" dirty="0"/>
              <a:t>migration</a:t>
            </a:r>
          </a:p>
        </p:txBody>
      </p:sp>
      <p:sp>
        <p:nvSpPr>
          <p:cNvPr id="8" name="object 8"/>
          <p:cNvSpPr txBox="1"/>
          <p:nvPr/>
        </p:nvSpPr>
        <p:spPr>
          <a:xfrm>
            <a:off x="259079" y="6488193"/>
            <a:ext cx="116839" cy="145415"/>
          </a:xfrm>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z="800" spc="5" dirty="0">
                <a:solidFill>
                  <a:srgbClr val="8A8A8A"/>
                </a:solidFill>
                <a:latin typeface="DejaVu Sans"/>
                <a:cs typeface="DejaVu Sans"/>
              </a:rPr>
              <a:t>8</a:t>
            </a:fld>
            <a:endParaRPr sz="800">
              <a:latin typeface="DejaVu Sans"/>
              <a:cs typeface="DejaVu Sans"/>
            </a:endParaRPr>
          </a:p>
        </p:txBody>
      </p:sp>
      <p:sp>
        <p:nvSpPr>
          <p:cNvPr id="3" name="object 3"/>
          <p:cNvSpPr txBox="1"/>
          <p:nvPr/>
        </p:nvSpPr>
        <p:spPr>
          <a:xfrm>
            <a:off x="1518919" y="1591310"/>
            <a:ext cx="2415540"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Balance network</a:t>
            </a:r>
            <a:r>
              <a:rPr sz="1600" spc="-80" dirty="0">
                <a:solidFill>
                  <a:srgbClr val="585858"/>
                </a:solidFill>
                <a:latin typeface="DejaVu Sans"/>
                <a:cs typeface="DejaVu Sans"/>
              </a:rPr>
              <a:t> </a:t>
            </a:r>
            <a:r>
              <a:rPr sz="1600" dirty="0">
                <a:solidFill>
                  <a:srgbClr val="585858"/>
                </a:solidFill>
                <a:latin typeface="DejaVu Sans"/>
                <a:cs typeface="DejaVu Sans"/>
              </a:rPr>
              <a:t>traffic</a:t>
            </a:r>
            <a:endParaRPr sz="1600">
              <a:latin typeface="DejaVu Sans"/>
              <a:cs typeface="DejaVu Sans"/>
            </a:endParaRPr>
          </a:p>
        </p:txBody>
      </p:sp>
      <p:sp>
        <p:nvSpPr>
          <p:cNvPr id="4" name="object 4"/>
          <p:cNvSpPr txBox="1"/>
          <p:nvPr/>
        </p:nvSpPr>
        <p:spPr>
          <a:xfrm>
            <a:off x="1518919" y="2246630"/>
            <a:ext cx="1424305"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M</a:t>
            </a:r>
            <a:r>
              <a:rPr sz="1600" spc="10" dirty="0">
                <a:solidFill>
                  <a:srgbClr val="585858"/>
                </a:solidFill>
                <a:latin typeface="DejaVu Sans"/>
                <a:cs typeface="DejaVu Sans"/>
              </a:rPr>
              <a:t>i</a:t>
            </a:r>
            <a:r>
              <a:rPr sz="1600" spc="5" dirty="0">
                <a:solidFill>
                  <a:srgbClr val="585858"/>
                </a:solidFill>
                <a:latin typeface="DejaVu Sans"/>
                <a:cs typeface="DejaVu Sans"/>
              </a:rPr>
              <a:t>c</a:t>
            </a:r>
            <a:r>
              <a:rPr sz="1600" spc="-35" dirty="0">
                <a:solidFill>
                  <a:srgbClr val="585858"/>
                </a:solidFill>
                <a:latin typeface="DejaVu Sans"/>
                <a:cs typeface="DejaVu Sans"/>
              </a:rPr>
              <a:t>r</a:t>
            </a:r>
            <a:r>
              <a:rPr sz="1600" spc="15" dirty="0">
                <a:solidFill>
                  <a:srgbClr val="585858"/>
                </a:solidFill>
                <a:latin typeface="DejaVu Sans"/>
                <a:cs typeface="DejaVu Sans"/>
              </a:rPr>
              <a:t>o</a:t>
            </a:r>
            <a:r>
              <a:rPr sz="1600" spc="5" dirty="0">
                <a:solidFill>
                  <a:srgbClr val="585858"/>
                </a:solidFill>
                <a:latin typeface="DejaVu Sans"/>
                <a:cs typeface="DejaVu Sans"/>
              </a:rPr>
              <a:t>s</a:t>
            </a:r>
            <a:r>
              <a:rPr sz="1600" spc="10" dirty="0">
                <a:solidFill>
                  <a:srgbClr val="585858"/>
                </a:solidFill>
                <a:latin typeface="DejaVu Sans"/>
                <a:cs typeface="DejaVu Sans"/>
              </a:rPr>
              <a:t>erv</a:t>
            </a:r>
            <a:r>
              <a:rPr sz="1600" dirty="0">
                <a:solidFill>
                  <a:srgbClr val="585858"/>
                </a:solidFill>
                <a:latin typeface="DejaVu Sans"/>
                <a:cs typeface="DejaVu Sans"/>
              </a:rPr>
              <a:t>ic</a:t>
            </a:r>
            <a:r>
              <a:rPr sz="1600" spc="10" dirty="0">
                <a:solidFill>
                  <a:srgbClr val="585858"/>
                </a:solidFill>
                <a:latin typeface="DejaVu Sans"/>
                <a:cs typeface="DejaVu Sans"/>
              </a:rPr>
              <a:t>es</a:t>
            </a:r>
            <a:endParaRPr sz="1600">
              <a:latin typeface="DejaVu Sans"/>
              <a:cs typeface="DejaVu Sans"/>
            </a:endParaRPr>
          </a:p>
        </p:txBody>
      </p:sp>
      <p:sp>
        <p:nvSpPr>
          <p:cNvPr id="5" name="object 5"/>
          <p:cNvSpPr txBox="1"/>
          <p:nvPr/>
        </p:nvSpPr>
        <p:spPr>
          <a:xfrm>
            <a:off x="1518919" y="2901950"/>
            <a:ext cx="2244725"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Crash-driven</a:t>
            </a:r>
            <a:r>
              <a:rPr sz="1600" spc="-15" dirty="0">
                <a:solidFill>
                  <a:srgbClr val="585858"/>
                </a:solidFill>
                <a:latin typeface="DejaVu Sans"/>
                <a:cs typeface="DejaVu Sans"/>
              </a:rPr>
              <a:t> </a:t>
            </a:r>
            <a:r>
              <a:rPr sz="1600" spc="10" dirty="0">
                <a:solidFill>
                  <a:srgbClr val="585858"/>
                </a:solidFill>
                <a:latin typeface="DejaVu Sans"/>
                <a:cs typeface="DejaVu Sans"/>
              </a:rPr>
              <a:t>updates</a:t>
            </a:r>
            <a:endParaRPr sz="1600">
              <a:latin typeface="DejaVu Sans"/>
              <a:cs typeface="DejaVu Sans"/>
            </a:endParaRPr>
          </a:p>
        </p:txBody>
      </p:sp>
      <p:sp>
        <p:nvSpPr>
          <p:cNvPr id="6" name="object 6"/>
          <p:cNvSpPr txBox="1"/>
          <p:nvPr/>
        </p:nvSpPr>
        <p:spPr>
          <a:xfrm>
            <a:off x="1176019" y="1192529"/>
            <a:ext cx="150495" cy="264668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7" name="object 7"/>
          <p:cNvSpPr txBox="1"/>
          <p:nvPr/>
        </p:nvSpPr>
        <p:spPr>
          <a:xfrm>
            <a:off x="1518919" y="3557270"/>
            <a:ext cx="1939289"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Planned</a:t>
            </a:r>
            <a:r>
              <a:rPr sz="1600" spc="-60" dirty="0">
                <a:solidFill>
                  <a:srgbClr val="585858"/>
                </a:solidFill>
                <a:latin typeface="DejaVu Sans"/>
                <a:cs typeface="DejaVu Sans"/>
              </a:rPr>
              <a:t> </a:t>
            </a:r>
            <a:r>
              <a:rPr sz="1600" spc="10" dirty="0">
                <a:solidFill>
                  <a:srgbClr val="585858"/>
                </a:solidFill>
                <a:latin typeface="DejaVu Sans"/>
                <a:cs typeface="DejaVu Sans"/>
              </a:rPr>
              <a:t>downtime</a:t>
            </a:r>
            <a:endParaRPr sz="1600">
              <a:latin typeface="DejaVu Sans"/>
              <a:cs typeface="DejaVu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043" y="534425"/>
            <a:ext cx="9015957" cy="566822"/>
          </a:xfrm>
          <a:prstGeom prst="rect">
            <a:avLst/>
          </a:prstGeom>
        </p:spPr>
        <p:txBody>
          <a:bodyPr vert="horz" wrap="square" lIns="0" tIns="12700" rIns="0" bIns="0" rtlCol="0">
            <a:spAutoFit/>
          </a:bodyPr>
          <a:lstStyle/>
          <a:p>
            <a:pPr marL="12700">
              <a:spcBef>
                <a:spcPts val="100"/>
              </a:spcBef>
            </a:pPr>
            <a:r>
              <a:rPr lang="en-US" b="1" spc="-145" dirty="0">
                <a:latin typeface="Arial"/>
                <a:cs typeface="Arial"/>
              </a:rPr>
              <a:t>Perform l</a:t>
            </a:r>
            <a:r>
              <a:rPr b="1" spc="-145" dirty="0">
                <a:latin typeface="Arial"/>
                <a:cs typeface="Arial"/>
              </a:rPr>
              <a:t>ive</a:t>
            </a:r>
            <a:r>
              <a:rPr b="1" spc="-155" dirty="0">
                <a:latin typeface="Arial"/>
                <a:cs typeface="Arial"/>
              </a:rPr>
              <a:t> </a:t>
            </a:r>
            <a:r>
              <a:rPr lang="en-US" b="1" spc="-155" dirty="0">
                <a:latin typeface="Arial"/>
                <a:cs typeface="Arial"/>
              </a:rPr>
              <a:t>container </a:t>
            </a:r>
            <a:r>
              <a:rPr lang="en-US" b="1" spc="-65" dirty="0">
                <a:latin typeface="Arial"/>
                <a:cs typeface="Arial"/>
              </a:rPr>
              <a:t>m</a:t>
            </a:r>
            <a:r>
              <a:rPr b="1" spc="-65" dirty="0">
                <a:latin typeface="Arial"/>
                <a:cs typeface="Arial"/>
              </a:rPr>
              <a:t>igration</a:t>
            </a:r>
            <a:r>
              <a:rPr lang="en-US" b="1" spc="-65" dirty="0">
                <a:latin typeface="Arial"/>
                <a:cs typeface="Arial"/>
              </a:rPr>
              <a:t> ?</a:t>
            </a:r>
            <a:endParaRPr b="1" spc="-65" dirty="0">
              <a:latin typeface="Arial"/>
              <a:cs typeface="Arial"/>
            </a:endParaRPr>
          </a:p>
        </p:txBody>
      </p:sp>
      <p:sp>
        <p:nvSpPr>
          <p:cNvPr id="3" name="object 3"/>
          <p:cNvSpPr txBox="1"/>
          <p:nvPr/>
        </p:nvSpPr>
        <p:spPr>
          <a:xfrm>
            <a:off x="293674" y="2599060"/>
            <a:ext cx="3844925" cy="2540000"/>
          </a:xfrm>
          <a:prstGeom prst="rect">
            <a:avLst/>
          </a:prstGeom>
        </p:spPr>
        <p:txBody>
          <a:bodyPr vert="horz" wrap="square" lIns="0" tIns="12700" rIns="0" bIns="0" rtlCol="0">
            <a:spAutoFit/>
          </a:bodyPr>
          <a:lstStyle/>
          <a:p>
            <a:pPr marL="424815" marR="5080" indent="-412115">
              <a:lnSpc>
                <a:spcPct val="114599"/>
              </a:lnSpc>
              <a:spcBef>
                <a:spcPts val="100"/>
              </a:spcBef>
              <a:buFont typeface="Arial"/>
              <a:buChar char="●"/>
              <a:tabLst>
                <a:tab pos="424815" algn="l"/>
                <a:tab pos="425450" algn="l"/>
              </a:tabLst>
            </a:pPr>
            <a:r>
              <a:rPr sz="2400" spc="-40" dirty="0">
                <a:solidFill>
                  <a:srgbClr val="FFFFFF"/>
                </a:solidFill>
                <a:latin typeface="Noto Sans CJK JP Regular"/>
                <a:cs typeface="Noto Sans CJK JP Regular"/>
              </a:rPr>
              <a:t>Move </a:t>
            </a:r>
            <a:r>
              <a:rPr sz="2400" spc="-90" dirty="0">
                <a:solidFill>
                  <a:srgbClr val="FFFFFF"/>
                </a:solidFill>
                <a:latin typeface="Noto Sans CJK JP Regular"/>
                <a:cs typeface="Noto Sans CJK JP Regular"/>
              </a:rPr>
              <a:t>a </a:t>
            </a:r>
            <a:r>
              <a:rPr sz="2400" spc="-114" dirty="0">
                <a:solidFill>
                  <a:srgbClr val="FFFFFF"/>
                </a:solidFill>
                <a:latin typeface="Noto Sans CJK JP Regular"/>
                <a:cs typeface="Noto Sans CJK JP Regular"/>
              </a:rPr>
              <a:t>running </a:t>
            </a:r>
            <a:r>
              <a:rPr sz="2400" spc="-105" dirty="0">
                <a:solidFill>
                  <a:srgbClr val="FFFFFF"/>
                </a:solidFill>
                <a:latin typeface="Noto Sans CJK JP Regular"/>
                <a:cs typeface="Noto Sans CJK JP Regular"/>
              </a:rPr>
              <a:t>container  </a:t>
            </a:r>
            <a:r>
              <a:rPr sz="2400" spc="-155" dirty="0">
                <a:solidFill>
                  <a:srgbClr val="FFFFFF"/>
                </a:solidFill>
                <a:latin typeface="Noto Sans CJK JP Regular"/>
                <a:cs typeface="Noto Sans CJK JP Regular"/>
              </a:rPr>
              <a:t>from </a:t>
            </a:r>
            <a:r>
              <a:rPr sz="2400" spc="-70" dirty="0">
                <a:solidFill>
                  <a:srgbClr val="FFFFFF"/>
                </a:solidFill>
                <a:latin typeface="Noto Sans CJK JP Regular"/>
                <a:cs typeface="Noto Sans CJK JP Regular"/>
              </a:rPr>
              <a:t>one </a:t>
            </a:r>
            <a:r>
              <a:rPr sz="2400" spc="-55" dirty="0">
                <a:solidFill>
                  <a:srgbClr val="FFFFFF"/>
                </a:solidFill>
                <a:latin typeface="Noto Sans CJK JP Regular"/>
                <a:cs typeface="Noto Sans CJK JP Regular"/>
              </a:rPr>
              <a:t>server </a:t>
            </a:r>
            <a:r>
              <a:rPr sz="2400" spc="-145" dirty="0">
                <a:solidFill>
                  <a:srgbClr val="FFFFFF"/>
                </a:solidFill>
                <a:latin typeface="Noto Sans CJK JP Regular"/>
                <a:cs typeface="Noto Sans CJK JP Regular"/>
              </a:rPr>
              <a:t>to  </a:t>
            </a:r>
            <a:r>
              <a:rPr sz="2400" spc="-110" dirty="0">
                <a:solidFill>
                  <a:srgbClr val="FFFFFF"/>
                </a:solidFill>
                <a:latin typeface="Noto Sans CJK JP Regular"/>
                <a:cs typeface="Noto Sans CJK JP Regular"/>
              </a:rPr>
              <a:t>another </a:t>
            </a:r>
            <a:r>
              <a:rPr sz="2400" spc="-150" dirty="0">
                <a:solidFill>
                  <a:srgbClr val="FFFFFF"/>
                </a:solidFill>
                <a:latin typeface="Noto Sans CJK JP Regular"/>
                <a:cs typeface="Noto Sans CJK JP Regular"/>
              </a:rPr>
              <a:t>without </a:t>
            </a:r>
            <a:r>
              <a:rPr sz="2400" spc="-90" dirty="0">
                <a:solidFill>
                  <a:srgbClr val="FFFFFF"/>
                </a:solidFill>
                <a:latin typeface="Noto Sans CJK JP Regular"/>
                <a:cs typeface="Noto Sans CJK JP Regular"/>
              </a:rPr>
              <a:t>a</a:t>
            </a:r>
            <a:r>
              <a:rPr sz="2400" spc="-355" dirty="0">
                <a:solidFill>
                  <a:srgbClr val="FFFFFF"/>
                </a:solidFill>
                <a:latin typeface="Noto Sans CJK JP Regular"/>
                <a:cs typeface="Noto Sans CJK JP Regular"/>
              </a:rPr>
              <a:t> </a:t>
            </a:r>
            <a:r>
              <a:rPr sz="2400" spc="-100" dirty="0">
                <a:solidFill>
                  <a:srgbClr val="FFFFFF"/>
                </a:solidFill>
                <a:latin typeface="Noto Sans CJK JP Regular"/>
                <a:cs typeface="Noto Sans CJK JP Regular"/>
              </a:rPr>
              <a:t>reboot</a:t>
            </a:r>
            <a:endParaRPr sz="2400">
              <a:solidFill>
                <a:prstClr val="black"/>
              </a:solidFill>
              <a:latin typeface="Noto Sans CJK JP Regular"/>
              <a:cs typeface="Noto Sans CJK JP Regular"/>
            </a:endParaRPr>
          </a:p>
          <a:p>
            <a:pPr marL="424815" marR="591185" indent="-412115">
              <a:lnSpc>
                <a:spcPct val="114599"/>
              </a:lnSpc>
              <a:buFont typeface="Arial"/>
              <a:buChar char="●"/>
              <a:tabLst>
                <a:tab pos="424815" algn="l"/>
                <a:tab pos="425450" algn="l"/>
              </a:tabLst>
            </a:pPr>
            <a:r>
              <a:rPr sz="2400" spc="-105" dirty="0">
                <a:solidFill>
                  <a:srgbClr val="FFFFFF"/>
                </a:solidFill>
                <a:latin typeface="Noto Sans CJK JP Regular"/>
                <a:cs typeface="Noto Sans CJK JP Regular"/>
              </a:rPr>
              <a:t>Transparent </a:t>
            </a:r>
            <a:r>
              <a:rPr sz="2400" spc="-145" dirty="0">
                <a:solidFill>
                  <a:srgbClr val="FFFFFF"/>
                </a:solidFill>
                <a:latin typeface="Noto Sans CJK JP Regular"/>
                <a:cs typeface="Noto Sans CJK JP Regular"/>
              </a:rPr>
              <a:t>to </a:t>
            </a:r>
            <a:r>
              <a:rPr sz="2400" spc="-75" dirty="0">
                <a:solidFill>
                  <a:srgbClr val="FFFFFF"/>
                </a:solidFill>
                <a:latin typeface="Noto Sans CJK JP Regular"/>
                <a:cs typeface="Noto Sans CJK JP Regular"/>
              </a:rPr>
              <a:t>user,  </a:t>
            </a:r>
            <a:r>
              <a:rPr sz="2400" spc="-105" dirty="0">
                <a:solidFill>
                  <a:srgbClr val="FFFFFF"/>
                </a:solidFill>
                <a:latin typeface="Noto Sans CJK JP Regular"/>
                <a:cs typeface="Noto Sans CJK JP Regular"/>
              </a:rPr>
              <a:t>container </a:t>
            </a:r>
            <a:r>
              <a:rPr sz="2400" spc="-65" dirty="0">
                <a:solidFill>
                  <a:srgbClr val="FFFFFF"/>
                </a:solidFill>
                <a:latin typeface="Noto Sans CJK JP Regular"/>
                <a:cs typeface="Noto Sans CJK JP Regular"/>
              </a:rPr>
              <a:t>source </a:t>
            </a:r>
            <a:r>
              <a:rPr sz="2400" spc="-114" dirty="0">
                <a:solidFill>
                  <a:srgbClr val="FFFFFF"/>
                </a:solidFill>
                <a:latin typeface="Noto Sans CJK JP Regular"/>
                <a:cs typeface="Noto Sans CJK JP Regular"/>
              </a:rPr>
              <a:t>and  </a:t>
            </a:r>
            <a:r>
              <a:rPr sz="2400" spc="-105" dirty="0">
                <a:solidFill>
                  <a:srgbClr val="FFFFFF"/>
                </a:solidFill>
                <a:latin typeface="Noto Sans CJK JP Regular"/>
                <a:cs typeface="Noto Sans CJK JP Regular"/>
              </a:rPr>
              <a:t>container</a:t>
            </a:r>
            <a:r>
              <a:rPr sz="2400" spc="25" dirty="0">
                <a:solidFill>
                  <a:srgbClr val="FFFFFF"/>
                </a:solidFill>
                <a:latin typeface="Noto Sans CJK JP Regular"/>
                <a:cs typeface="Noto Sans CJK JP Regular"/>
              </a:rPr>
              <a:t> </a:t>
            </a:r>
            <a:r>
              <a:rPr sz="2400" spc="-110" dirty="0">
                <a:solidFill>
                  <a:srgbClr val="FFFFFF"/>
                </a:solidFill>
                <a:latin typeface="Noto Sans CJK JP Regular"/>
                <a:cs typeface="Noto Sans CJK JP Regular"/>
              </a:rPr>
              <a:t>destination</a:t>
            </a:r>
            <a:endParaRPr sz="2400">
              <a:solidFill>
                <a:prstClr val="black"/>
              </a:solidFill>
              <a:latin typeface="Noto Sans CJK JP Regular"/>
              <a:cs typeface="Noto Sans CJK JP Regular"/>
            </a:endParaRPr>
          </a:p>
        </p:txBody>
      </p:sp>
      <p:sp>
        <p:nvSpPr>
          <p:cNvPr id="4" name="object 4"/>
          <p:cNvSpPr/>
          <p:nvPr/>
        </p:nvSpPr>
        <p:spPr>
          <a:xfrm>
            <a:off x="4395142" y="2377722"/>
            <a:ext cx="4620815" cy="3385443"/>
          </a:xfrm>
          <a:prstGeom prst="rect">
            <a:avLst/>
          </a:prstGeom>
          <a:blipFill>
            <a:blip r:embed="rId2" cstate="print"/>
            <a:stretch>
              <a:fillRect/>
            </a:stretch>
          </a:blipFill>
        </p:spPr>
        <p:txBody>
          <a:bodyPr wrap="square" lIns="0" tIns="0" rIns="0" bIns="0" rtlCol="0"/>
          <a:lstStyle/>
          <a:p>
            <a:endParaRPr>
              <a:solidFill>
                <a:prstClr val="black"/>
              </a:solidFill>
              <a:latin typeface="Calibri"/>
            </a:endParaRPr>
          </a:p>
        </p:txBody>
      </p:sp>
    </p:spTree>
    <p:extLst>
      <p:ext uri="{BB962C8B-B14F-4D97-AF65-F5344CB8AC3E}">
        <p14:creationId xmlns:p14="http://schemas.microsoft.com/office/powerpoint/2010/main" val="2669583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39469"/>
            <a:ext cx="3253104" cy="325755"/>
          </a:xfrm>
          <a:prstGeom prst="rect">
            <a:avLst/>
          </a:prstGeom>
        </p:spPr>
        <p:txBody>
          <a:bodyPr vert="horz" wrap="square" lIns="0" tIns="15240" rIns="0" bIns="0" rtlCol="0">
            <a:spAutoFit/>
          </a:bodyPr>
          <a:lstStyle/>
          <a:p>
            <a:pPr marL="12700">
              <a:lnSpc>
                <a:spcPct val="100000"/>
              </a:lnSpc>
              <a:spcBef>
                <a:spcPts val="120"/>
              </a:spcBef>
            </a:pPr>
            <a:r>
              <a:rPr spc="10" dirty="0"/>
              <a:t>Making </a:t>
            </a:r>
            <a:r>
              <a:rPr spc="5" dirty="0"/>
              <a:t>live migration</a:t>
            </a:r>
            <a:r>
              <a:rPr spc="-60" dirty="0"/>
              <a:t> </a:t>
            </a:r>
            <a:r>
              <a:rPr spc="5" dirty="0"/>
              <a:t>live</a:t>
            </a:r>
          </a:p>
        </p:txBody>
      </p:sp>
      <p:sp>
        <p:nvSpPr>
          <p:cNvPr id="8" name="object 8"/>
          <p:cNvSpPr txBox="1"/>
          <p:nvPr/>
        </p:nvSpPr>
        <p:spPr>
          <a:xfrm>
            <a:off x="259079" y="6488193"/>
            <a:ext cx="116839" cy="145415"/>
          </a:xfrm>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z="800" spc="5" dirty="0">
                <a:solidFill>
                  <a:srgbClr val="8A8A8A"/>
                </a:solidFill>
                <a:latin typeface="DejaVu Sans"/>
                <a:cs typeface="DejaVu Sans"/>
              </a:rPr>
              <a:t>10</a:t>
            </a:fld>
            <a:endParaRPr sz="800">
              <a:latin typeface="DejaVu Sans"/>
              <a:cs typeface="DejaVu Sans"/>
            </a:endParaRPr>
          </a:p>
        </p:txBody>
      </p:sp>
      <p:sp>
        <p:nvSpPr>
          <p:cNvPr id="3" name="object 3"/>
          <p:cNvSpPr txBox="1"/>
          <p:nvPr/>
        </p:nvSpPr>
        <p:spPr>
          <a:xfrm>
            <a:off x="1518919" y="1591310"/>
            <a:ext cx="678624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State saving, transfering and </a:t>
            </a:r>
            <a:r>
              <a:rPr sz="1600" spc="5" dirty="0">
                <a:solidFill>
                  <a:srgbClr val="585858"/>
                </a:solidFill>
                <a:latin typeface="DejaVu Sans"/>
                <a:cs typeface="DejaVu Sans"/>
              </a:rPr>
              <a:t>restoring </a:t>
            </a:r>
            <a:r>
              <a:rPr sz="1600" spc="10" dirty="0">
                <a:solidFill>
                  <a:srgbClr val="585858"/>
                </a:solidFill>
                <a:latin typeface="DejaVu Sans"/>
                <a:cs typeface="DejaVu Sans"/>
              </a:rPr>
              <a:t>happens </a:t>
            </a:r>
            <a:r>
              <a:rPr sz="1600" spc="5" dirty="0">
                <a:solidFill>
                  <a:srgbClr val="585858"/>
                </a:solidFill>
                <a:latin typeface="DejaVu Sans"/>
                <a:cs typeface="DejaVu Sans"/>
              </a:rPr>
              <a:t>with tasks</a:t>
            </a:r>
            <a:r>
              <a:rPr sz="1600" spc="-25" dirty="0">
                <a:solidFill>
                  <a:srgbClr val="585858"/>
                </a:solidFill>
                <a:latin typeface="DejaVu Sans"/>
                <a:cs typeface="DejaVu Sans"/>
              </a:rPr>
              <a:t> </a:t>
            </a:r>
            <a:r>
              <a:rPr sz="1600" dirty="0">
                <a:solidFill>
                  <a:srgbClr val="585858"/>
                </a:solidFill>
                <a:latin typeface="DejaVu Sans"/>
                <a:cs typeface="DejaVu Sans"/>
              </a:rPr>
              <a:t>frozen</a:t>
            </a:r>
            <a:endParaRPr sz="1600">
              <a:latin typeface="DejaVu Sans"/>
              <a:cs typeface="DejaVu Sans"/>
            </a:endParaRPr>
          </a:p>
        </p:txBody>
      </p:sp>
      <p:sp>
        <p:nvSpPr>
          <p:cNvPr id="4" name="object 4"/>
          <p:cNvSpPr txBox="1"/>
          <p:nvPr/>
        </p:nvSpPr>
        <p:spPr>
          <a:xfrm>
            <a:off x="1518919" y="2246630"/>
            <a:ext cx="7091681"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(Big) memory </a:t>
            </a:r>
            <a:r>
              <a:rPr sz="1600" spc="5" dirty="0">
                <a:solidFill>
                  <a:srgbClr val="585858"/>
                </a:solidFill>
                <a:latin typeface="DejaVu Sans"/>
                <a:cs typeface="DejaVu Sans"/>
              </a:rPr>
              <a:t>transfer </a:t>
            </a:r>
            <a:r>
              <a:rPr sz="1600" spc="10" dirty="0">
                <a:solidFill>
                  <a:srgbClr val="585858"/>
                </a:solidFill>
                <a:latin typeface="DejaVu Sans"/>
                <a:cs typeface="DejaVu Sans"/>
              </a:rPr>
              <a:t>should </a:t>
            </a:r>
            <a:r>
              <a:rPr sz="1600" b="1" spc="10" dirty="0">
                <a:solidFill>
                  <a:srgbClr val="585858"/>
                </a:solidFill>
                <a:latin typeface="DejaVu Sans"/>
                <a:cs typeface="DejaVu Sans"/>
              </a:rPr>
              <a:t>not </a:t>
            </a:r>
            <a:r>
              <a:rPr sz="1600" spc="15" dirty="0">
                <a:solidFill>
                  <a:srgbClr val="585858"/>
                </a:solidFill>
                <a:latin typeface="DejaVu Sans"/>
                <a:cs typeface="DejaVu Sans"/>
              </a:rPr>
              <a:t>be </a:t>
            </a:r>
            <a:r>
              <a:rPr sz="1600" spc="10" dirty="0">
                <a:solidFill>
                  <a:srgbClr val="585858"/>
                </a:solidFill>
                <a:latin typeface="DejaVu Sans"/>
                <a:cs typeface="DejaVu Sans"/>
              </a:rPr>
              <a:t>done at </a:t>
            </a:r>
            <a:r>
              <a:rPr sz="1600" spc="5" dirty="0">
                <a:solidFill>
                  <a:srgbClr val="585858"/>
                </a:solidFill>
                <a:latin typeface="DejaVu Sans"/>
                <a:cs typeface="DejaVu Sans"/>
              </a:rPr>
              <a:t>that</a:t>
            </a:r>
            <a:r>
              <a:rPr sz="1600" spc="-60" dirty="0">
                <a:solidFill>
                  <a:srgbClr val="585858"/>
                </a:solidFill>
                <a:latin typeface="DejaVu Sans"/>
                <a:cs typeface="DejaVu Sans"/>
              </a:rPr>
              <a:t> </a:t>
            </a:r>
            <a:r>
              <a:rPr sz="1600" spc="10" dirty="0">
                <a:solidFill>
                  <a:srgbClr val="585858"/>
                </a:solidFill>
                <a:latin typeface="DejaVu Sans"/>
                <a:cs typeface="DejaVu Sans"/>
              </a:rPr>
              <a:t>time</a:t>
            </a:r>
            <a:endParaRPr sz="1600" dirty="0">
              <a:latin typeface="DejaVu Sans"/>
              <a:cs typeface="DejaVu Sans"/>
            </a:endParaRPr>
          </a:p>
        </p:txBody>
      </p:sp>
      <p:sp>
        <p:nvSpPr>
          <p:cNvPr id="5" name="object 5"/>
          <p:cNvSpPr txBox="1"/>
          <p:nvPr/>
        </p:nvSpPr>
        <p:spPr>
          <a:xfrm>
            <a:off x="1518919" y="2901950"/>
            <a:ext cx="183197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Memory</a:t>
            </a:r>
            <a:r>
              <a:rPr sz="1600" spc="-35" dirty="0">
                <a:solidFill>
                  <a:srgbClr val="585858"/>
                </a:solidFill>
                <a:latin typeface="DejaVu Sans"/>
                <a:cs typeface="DejaVu Sans"/>
              </a:rPr>
              <a:t> </a:t>
            </a:r>
            <a:r>
              <a:rPr sz="1600" dirty="0">
                <a:solidFill>
                  <a:srgbClr val="585858"/>
                </a:solidFill>
                <a:latin typeface="DejaVu Sans"/>
                <a:cs typeface="DejaVu Sans"/>
              </a:rPr>
              <a:t>pre-copy</a:t>
            </a:r>
            <a:endParaRPr sz="1600" dirty="0">
              <a:latin typeface="DejaVu Sans"/>
              <a:cs typeface="DejaVu Sans"/>
            </a:endParaRPr>
          </a:p>
        </p:txBody>
      </p:sp>
      <p:sp>
        <p:nvSpPr>
          <p:cNvPr id="6" name="object 6"/>
          <p:cNvSpPr txBox="1"/>
          <p:nvPr/>
        </p:nvSpPr>
        <p:spPr>
          <a:xfrm>
            <a:off x="1176019" y="1192529"/>
            <a:ext cx="150495" cy="264668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7" name="object 7"/>
          <p:cNvSpPr txBox="1"/>
          <p:nvPr/>
        </p:nvSpPr>
        <p:spPr>
          <a:xfrm>
            <a:off x="1518919" y="3557270"/>
            <a:ext cx="193992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Memory</a:t>
            </a:r>
            <a:r>
              <a:rPr sz="1600" spc="-60" dirty="0">
                <a:solidFill>
                  <a:srgbClr val="585858"/>
                </a:solidFill>
                <a:latin typeface="DejaVu Sans"/>
                <a:cs typeface="DejaVu Sans"/>
              </a:rPr>
              <a:t> </a:t>
            </a:r>
            <a:r>
              <a:rPr sz="1600" spc="10" dirty="0">
                <a:solidFill>
                  <a:srgbClr val="585858"/>
                </a:solidFill>
                <a:latin typeface="DejaVu Sans"/>
                <a:cs typeface="DejaVu Sans"/>
              </a:rPr>
              <a:t>post-copy</a:t>
            </a:r>
            <a:endParaRPr sz="1600">
              <a:latin typeface="DejaVu Sans"/>
              <a:cs typeface="DejaVu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176018" y="839469"/>
            <a:ext cx="7434581" cy="1464503"/>
          </a:xfrm>
          <a:prstGeom prst="rect">
            <a:avLst/>
          </a:prstGeom>
        </p:spPr>
        <p:txBody>
          <a:bodyPr vert="horz" wrap="square" lIns="0" tIns="15240" rIns="0" bIns="0" rtlCol="0">
            <a:spAutoFit/>
          </a:bodyPr>
          <a:lstStyle/>
          <a:p>
            <a:pPr marL="12700">
              <a:lnSpc>
                <a:spcPct val="100000"/>
              </a:lnSpc>
              <a:spcBef>
                <a:spcPts val="120"/>
              </a:spcBef>
            </a:pPr>
            <a:r>
              <a:rPr sz="1950" spc="-5" dirty="0">
                <a:solidFill>
                  <a:srgbClr val="3F3F3F"/>
                </a:solidFill>
                <a:latin typeface="DejaVu Sans"/>
                <a:cs typeface="DejaVu Sans"/>
              </a:rPr>
              <a:t>Pre-copy</a:t>
            </a:r>
            <a:endParaRPr sz="1950" dirty="0">
              <a:latin typeface="DejaVu Sans"/>
              <a:cs typeface="DejaVu Sans"/>
            </a:endParaRPr>
          </a:p>
          <a:p>
            <a:pPr>
              <a:lnSpc>
                <a:spcPct val="100000"/>
              </a:lnSpc>
              <a:spcBef>
                <a:spcPts val="15"/>
              </a:spcBef>
            </a:pPr>
            <a:endParaRPr sz="3100" dirty="0">
              <a:latin typeface="Times New Roman"/>
              <a:cs typeface="Times New Roman"/>
            </a:endParaRPr>
          </a:p>
          <a:p>
            <a:pPr marL="355600" indent="-342900">
              <a:lnSpc>
                <a:spcPct val="100000"/>
              </a:lnSpc>
              <a:buClr>
                <a:srgbClr val="9C0B21"/>
              </a:buClr>
              <a:buSzPct val="175000"/>
              <a:buFont typeface="Liberation Sans"/>
              <a:buChar char="•"/>
              <a:tabLst>
                <a:tab pos="354965" algn="l"/>
                <a:tab pos="355600" algn="l"/>
              </a:tabLst>
            </a:pPr>
            <a:r>
              <a:rPr sz="1600" spc="-40" dirty="0">
                <a:solidFill>
                  <a:srgbClr val="585858"/>
                </a:solidFill>
                <a:latin typeface="DejaVu Sans"/>
                <a:cs typeface="DejaVu Sans"/>
              </a:rPr>
              <a:t>Track </a:t>
            </a:r>
            <a:r>
              <a:rPr sz="1600" spc="10" dirty="0">
                <a:solidFill>
                  <a:srgbClr val="585858"/>
                </a:solidFill>
                <a:latin typeface="DejaVu Sans"/>
                <a:cs typeface="DejaVu Sans"/>
              </a:rPr>
              <a:t>memory</a:t>
            </a:r>
            <a:r>
              <a:rPr sz="1600" spc="30" dirty="0">
                <a:solidFill>
                  <a:srgbClr val="585858"/>
                </a:solidFill>
                <a:latin typeface="DejaVu Sans"/>
                <a:cs typeface="DejaVu Sans"/>
              </a:rPr>
              <a:t> </a:t>
            </a:r>
            <a:r>
              <a:rPr sz="1600" spc="10" dirty="0">
                <a:solidFill>
                  <a:srgbClr val="585858"/>
                </a:solidFill>
                <a:latin typeface="DejaVu Sans"/>
                <a:cs typeface="DejaVu Sans"/>
              </a:rPr>
              <a:t>changes,</a:t>
            </a:r>
            <a:endParaRPr sz="1600" dirty="0">
              <a:latin typeface="DejaVu Sans"/>
              <a:cs typeface="DejaVu Sans"/>
            </a:endParaRPr>
          </a:p>
          <a:p>
            <a:pPr marL="355600">
              <a:lnSpc>
                <a:spcPct val="100000"/>
              </a:lnSpc>
              <a:spcBef>
                <a:spcPts val="1440"/>
              </a:spcBef>
            </a:pPr>
            <a:r>
              <a:rPr sz="1600" spc="10" dirty="0">
                <a:solidFill>
                  <a:srgbClr val="585858"/>
                </a:solidFill>
                <a:latin typeface="DejaVu Sans"/>
                <a:cs typeface="DejaVu Sans"/>
              </a:rPr>
              <a:t>copy memory while </a:t>
            </a:r>
            <a:r>
              <a:rPr sz="1600" spc="5" dirty="0">
                <a:solidFill>
                  <a:srgbClr val="585858"/>
                </a:solidFill>
                <a:latin typeface="DejaVu Sans"/>
                <a:cs typeface="DejaVu Sans"/>
              </a:rPr>
              <a:t>tasks </a:t>
            </a:r>
            <a:r>
              <a:rPr sz="1600" spc="-5" dirty="0">
                <a:solidFill>
                  <a:srgbClr val="585858"/>
                </a:solidFill>
                <a:latin typeface="DejaVu Sans"/>
                <a:cs typeface="DejaVu Sans"/>
              </a:rPr>
              <a:t>are </a:t>
            </a:r>
            <a:r>
              <a:rPr sz="1600" spc="10" dirty="0">
                <a:solidFill>
                  <a:srgbClr val="585858"/>
                </a:solidFill>
                <a:latin typeface="DejaVu Sans"/>
                <a:cs typeface="DejaVu Sans"/>
              </a:rPr>
              <a:t>running, go</a:t>
            </a:r>
            <a:r>
              <a:rPr lang="en-US" sz="1600" spc="10" dirty="0">
                <a:solidFill>
                  <a:srgbClr val="585858"/>
                </a:solidFill>
                <a:latin typeface="DejaVu Sans"/>
                <a:cs typeface="DejaVu Sans"/>
              </a:rPr>
              <a:t> do it</a:t>
            </a:r>
            <a:r>
              <a:rPr sz="1600" spc="-25" dirty="0">
                <a:solidFill>
                  <a:srgbClr val="585858"/>
                </a:solidFill>
                <a:latin typeface="DejaVu Sans"/>
                <a:cs typeface="DejaVu Sans"/>
              </a:rPr>
              <a:t> </a:t>
            </a:r>
            <a:r>
              <a:rPr sz="1600" spc="10" dirty="0">
                <a:solidFill>
                  <a:srgbClr val="585858"/>
                </a:solidFill>
                <a:latin typeface="DejaVu Sans"/>
                <a:cs typeface="DejaVu Sans"/>
              </a:rPr>
              <a:t>again</a:t>
            </a:r>
            <a:endParaRPr sz="1600" dirty="0">
              <a:latin typeface="DejaVu Sans"/>
              <a:cs typeface="DejaVu Sans"/>
            </a:endParaRPr>
          </a:p>
        </p:txBody>
      </p:sp>
      <p:sp>
        <p:nvSpPr>
          <p:cNvPr id="12" name="object 12"/>
          <p:cNvSpPr txBox="1"/>
          <p:nvPr/>
        </p:nvSpPr>
        <p:spPr>
          <a:xfrm>
            <a:off x="259079" y="6488193"/>
            <a:ext cx="116839" cy="145415"/>
          </a:xfrm>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z="800" spc="5" dirty="0">
                <a:solidFill>
                  <a:srgbClr val="8A8A8A"/>
                </a:solidFill>
                <a:latin typeface="DejaVu Sans"/>
                <a:cs typeface="DejaVu Sans"/>
              </a:rPr>
              <a:t>11</a:t>
            </a:fld>
            <a:endParaRPr sz="800">
              <a:latin typeface="DejaVu Sans"/>
              <a:cs typeface="DejaVu Sans"/>
            </a:endParaRPr>
          </a:p>
        </p:txBody>
      </p:sp>
      <p:sp>
        <p:nvSpPr>
          <p:cNvPr id="3" name="object 3"/>
          <p:cNvSpPr txBox="1"/>
          <p:nvPr/>
        </p:nvSpPr>
        <p:spPr>
          <a:xfrm>
            <a:off x="1176019" y="2503170"/>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4" name="object 4"/>
          <p:cNvSpPr txBox="1"/>
          <p:nvPr/>
        </p:nvSpPr>
        <p:spPr>
          <a:xfrm>
            <a:off x="1518919" y="2673350"/>
            <a:ext cx="527685" cy="272415"/>
          </a:xfrm>
          <a:prstGeom prst="rect">
            <a:avLst/>
          </a:prstGeom>
        </p:spPr>
        <p:txBody>
          <a:bodyPr vert="horz" wrap="square" lIns="0" tIns="15240" rIns="0" bIns="0" rtlCol="0">
            <a:spAutoFit/>
          </a:bodyPr>
          <a:lstStyle/>
          <a:p>
            <a:pPr marL="12700">
              <a:lnSpc>
                <a:spcPct val="100000"/>
              </a:lnSpc>
              <a:spcBef>
                <a:spcPts val="120"/>
              </a:spcBef>
            </a:pPr>
            <a:r>
              <a:rPr sz="1600" spc="-30" dirty="0">
                <a:solidFill>
                  <a:srgbClr val="585858"/>
                </a:solidFill>
                <a:latin typeface="DejaVu Sans"/>
                <a:cs typeface="DejaVu Sans"/>
              </a:rPr>
              <a:t>Pr</a:t>
            </a:r>
            <a:r>
              <a:rPr sz="1600" spc="15" dirty="0">
                <a:solidFill>
                  <a:srgbClr val="585858"/>
                </a:solidFill>
                <a:latin typeface="DejaVu Sans"/>
                <a:cs typeface="DejaVu Sans"/>
              </a:rPr>
              <a:t>o</a:t>
            </a:r>
            <a:r>
              <a:rPr sz="1600" spc="5" dirty="0">
                <a:solidFill>
                  <a:srgbClr val="585858"/>
                </a:solidFill>
                <a:latin typeface="DejaVu Sans"/>
                <a:cs typeface="DejaVu Sans"/>
              </a:rPr>
              <a:t>s:</a:t>
            </a:r>
            <a:endParaRPr sz="1600">
              <a:latin typeface="DejaVu Sans"/>
              <a:cs typeface="DejaVu Sans"/>
            </a:endParaRPr>
          </a:p>
        </p:txBody>
      </p:sp>
      <p:sp>
        <p:nvSpPr>
          <p:cNvPr id="5" name="object 5"/>
          <p:cNvSpPr txBox="1"/>
          <p:nvPr/>
        </p:nvSpPr>
        <p:spPr>
          <a:xfrm>
            <a:off x="1715770" y="305180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6" name="object 6"/>
          <p:cNvSpPr txBox="1"/>
          <p:nvPr/>
        </p:nvSpPr>
        <p:spPr>
          <a:xfrm>
            <a:off x="2039620" y="3176269"/>
            <a:ext cx="503237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Safe: </a:t>
            </a:r>
            <a:r>
              <a:rPr sz="1600" spc="5" dirty="0">
                <a:solidFill>
                  <a:srgbClr val="585858"/>
                </a:solidFill>
                <a:latin typeface="DejaVu Sans"/>
                <a:cs typeface="DejaVu Sans"/>
              </a:rPr>
              <a:t>once </a:t>
            </a:r>
            <a:r>
              <a:rPr sz="1600" spc="10" dirty="0">
                <a:solidFill>
                  <a:srgbClr val="585858"/>
                </a:solidFill>
                <a:latin typeface="DejaVu Sans"/>
                <a:cs typeface="DejaVu Sans"/>
              </a:rPr>
              <a:t>migrated, </a:t>
            </a:r>
            <a:r>
              <a:rPr sz="1600" dirty="0">
                <a:solidFill>
                  <a:srgbClr val="585858"/>
                </a:solidFill>
                <a:latin typeface="DejaVu Sans"/>
                <a:cs typeface="DejaVu Sans"/>
              </a:rPr>
              <a:t>source </a:t>
            </a:r>
            <a:r>
              <a:rPr sz="1600" spc="10" dirty="0">
                <a:solidFill>
                  <a:srgbClr val="585858"/>
                </a:solidFill>
                <a:latin typeface="DejaVu Sans"/>
                <a:cs typeface="DejaVu Sans"/>
              </a:rPr>
              <a:t>node </a:t>
            </a:r>
            <a:r>
              <a:rPr sz="1600" spc="5" dirty="0">
                <a:solidFill>
                  <a:srgbClr val="585858"/>
                </a:solidFill>
                <a:latin typeface="DejaVu Sans"/>
                <a:cs typeface="DejaVu Sans"/>
              </a:rPr>
              <a:t>can</a:t>
            </a:r>
            <a:r>
              <a:rPr sz="1600" spc="-20" dirty="0">
                <a:solidFill>
                  <a:srgbClr val="585858"/>
                </a:solidFill>
                <a:latin typeface="DejaVu Sans"/>
                <a:cs typeface="DejaVu Sans"/>
              </a:rPr>
              <a:t> </a:t>
            </a:r>
            <a:r>
              <a:rPr sz="1600" spc="10" dirty="0">
                <a:solidFill>
                  <a:srgbClr val="585858"/>
                </a:solidFill>
                <a:latin typeface="DejaVu Sans"/>
                <a:cs typeface="DejaVu Sans"/>
              </a:rPr>
              <a:t>disappear</a:t>
            </a:r>
            <a:endParaRPr sz="1600">
              <a:latin typeface="DejaVu Sans"/>
              <a:cs typeface="DejaVu Sans"/>
            </a:endParaRPr>
          </a:p>
        </p:txBody>
      </p:sp>
      <p:sp>
        <p:nvSpPr>
          <p:cNvPr id="7" name="object 7"/>
          <p:cNvSpPr txBox="1"/>
          <p:nvPr/>
        </p:nvSpPr>
        <p:spPr>
          <a:xfrm>
            <a:off x="1176019" y="366140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8" name="object 8"/>
          <p:cNvSpPr txBox="1"/>
          <p:nvPr/>
        </p:nvSpPr>
        <p:spPr>
          <a:xfrm>
            <a:off x="1518919" y="3831589"/>
            <a:ext cx="603250"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spc="5" dirty="0">
                <a:solidFill>
                  <a:srgbClr val="585858"/>
                </a:solidFill>
                <a:latin typeface="DejaVu Sans"/>
                <a:cs typeface="DejaVu Sans"/>
              </a:rPr>
              <a:t>s:</a:t>
            </a:r>
            <a:endParaRPr sz="1600">
              <a:latin typeface="DejaVu Sans"/>
              <a:cs typeface="DejaVu Sans"/>
            </a:endParaRPr>
          </a:p>
        </p:txBody>
      </p:sp>
      <p:sp>
        <p:nvSpPr>
          <p:cNvPr id="9" name="object 9"/>
          <p:cNvSpPr txBox="1"/>
          <p:nvPr/>
        </p:nvSpPr>
        <p:spPr>
          <a:xfrm>
            <a:off x="2039620" y="4334509"/>
            <a:ext cx="4116704"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Unpredictable: iterations </a:t>
            </a:r>
            <a:r>
              <a:rPr sz="1600" spc="10" dirty="0">
                <a:solidFill>
                  <a:srgbClr val="585858"/>
                </a:solidFill>
                <a:latin typeface="DejaVu Sans"/>
                <a:cs typeface="DejaVu Sans"/>
              </a:rPr>
              <a:t>may </a:t>
            </a:r>
            <a:r>
              <a:rPr sz="1600" spc="-10" dirty="0">
                <a:solidFill>
                  <a:srgbClr val="585858"/>
                </a:solidFill>
                <a:latin typeface="DejaVu Sans"/>
                <a:cs typeface="DejaVu Sans"/>
              </a:rPr>
              <a:t>take</a:t>
            </a:r>
            <a:r>
              <a:rPr sz="1600" dirty="0">
                <a:solidFill>
                  <a:srgbClr val="585858"/>
                </a:solidFill>
                <a:latin typeface="DejaVu Sans"/>
                <a:cs typeface="DejaVu Sans"/>
              </a:rPr>
              <a:t> </a:t>
            </a:r>
            <a:r>
              <a:rPr sz="1600" spc="10" dirty="0">
                <a:solidFill>
                  <a:srgbClr val="585858"/>
                </a:solidFill>
                <a:latin typeface="DejaVu Sans"/>
                <a:cs typeface="DejaVu Sans"/>
              </a:rPr>
              <a:t>long</a:t>
            </a:r>
            <a:endParaRPr sz="1600">
              <a:latin typeface="DejaVu Sans"/>
              <a:cs typeface="DejaVu Sans"/>
            </a:endParaRPr>
          </a:p>
        </p:txBody>
      </p:sp>
      <p:sp>
        <p:nvSpPr>
          <p:cNvPr id="10" name="object 10"/>
          <p:cNvSpPr txBox="1"/>
          <p:nvPr/>
        </p:nvSpPr>
        <p:spPr>
          <a:xfrm>
            <a:off x="1715770" y="4210050"/>
            <a:ext cx="173990" cy="9169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a:p>
            <a:pPr marL="12700">
              <a:lnSpc>
                <a:spcPct val="100000"/>
              </a:lnSpc>
              <a:spcBef>
                <a:spcPts val="1980"/>
              </a:spcBef>
            </a:pPr>
            <a:r>
              <a:rPr sz="2100" spc="395" dirty="0">
                <a:latin typeface="Trebuchet MS"/>
                <a:cs typeface="Trebuchet MS"/>
              </a:rPr>
              <a:t>–</a:t>
            </a:r>
            <a:endParaRPr sz="2100">
              <a:latin typeface="Trebuchet MS"/>
              <a:cs typeface="Trebuchet MS"/>
            </a:endParaRPr>
          </a:p>
        </p:txBody>
      </p:sp>
      <p:sp>
        <p:nvSpPr>
          <p:cNvPr id="11" name="object 11"/>
          <p:cNvSpPr txBox="1"/>
          <p:nvPr/>
        </p:nvSpPr>
        <p:spPr>
          <a:xfrm>
            <a:off x="2039620" y="4904739"/>
            <a:ext cx="6329680"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Non-guaranteed: </a:t>
            </a:r>
            <a:r>
              <a:rPr sz="1600" spc="5" dirty="0">
                <a:solidFill>
                  <a:srgbClr val="585858"/>
                </a:solidFill>
                <a:latin typeface="DejaVu Sans"/>
                <a:cs typeface="DejaVu Sans"/>
              </a:rPr>
              <a:t>“dirty” </a:t>
            </a:r>
            <a:r>
              <a:rPr sz="1600" spc="10" dirty="0">
                <a:solidFill>
                  <a:srgbClr val="585858"/>
                </a:solidFill>
                <a:latin typeface="DejaVu Sans"/>
                <a:cs typeface="DejaVu Sans"/>
              </a:rPr>
              <a:t>memory </a:t>
            </a:r>
            <a:r>
              <a:rPr sz="1600" dirty="0">
                <a:solidFill>
                  <a:srgbClr val="585858"/>
                </a:solidFill>
                <a:latin typeface="DejaVu Sans"/>
                <a:cs typeface="DejaVu Sans"/>
              </a:rPr>
              <a:t>next </a:t>
            </a:r>
            <a:r>
              <a:rPr sz="1600" spc="5" dirty="0">
                <a:solidFill>
                  <a:srgbClr val="585858"/>
                </a:solidFill>
                <a:latin typeface="DejaVu Sans"/>
                <a:cs typeface="DejaVu Sans"/>
              </a:rPr>
              <a:t>round </a:t>
            </a:r>
            <a:r>
              <a:rPr sz="1600" spc="10" dirty="0">
                <a:solidFill>
                  <a:srgbClr val="585858"/>
                </a:solidFill>
                <a:latin typeface="DejaVu Sans"/>
                <a:cs typeface="DejaVu Sans"/>
              </a:rPr>
              <a:t>may </a:t>
            </a:r>
            <a:r>
              <a:rPr sz="1600" spc="5" dirty="0">
                <a:solidFill>
                  <a:srgbClr val="585858"/>
                </a:solidFill>
                <a:latin typeface="DejaVu Sans"/>
                <a:cs typeface="DejaVu Sans"/>
              </a:rPr>
              <a:t>remain</a:t>
            </a:r>
            <a:r>
              <a:rPr sz="1600" spc="-5" dirty="0">
                <a:solidFill>
                  <a:srgbClr val="585858"/>
                </a:solidFill>
                <a:latin typeface="DejaVu Sans"/>
                <a:cs typeface="DejaVu Sans"/>
              </a:rPr>
              <a:t> </a:t>
            </a:r>
            <a:r>
              <a:rPr sz="1600" spc="5" dirty="0">
                <a:solidFill>
                  <a:srgbClr val="585858"/>
                </a:solidFill>
                <a:latin typeface="DejaVu Sans"/>
                <a:cs typeface="DejaVu Sans"/>
              </a:rPr>
              <a:t>big</a:t>
            </a:r>
            <a:endParaRPr sz="1600">
              <a:latin typeface="DejaVu Sans"/>
              <a:cs typeface="DejaVu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176019" y="839469"/>
            <a:ext cx="2862581" cy="325755"/>
          </a:xfrm>
          <a:prstGeom prst="rect">
            <a:avLst/>
          </a:prstGeom>
        </p:spPr>
        <p:txBody>
          <a:bodyPr vert="horz" wrap="square" lIns="0" tIns="15240" rIns="0" bIns="0" rtlCol="0">
            <a:spAutoFit/>
          </a:bodyPr>
          <a:lstStyle/>
          <a:p>
            <a:pPr marL="12700">
              <a:lnSpc>
                <a:spcPct val="100000"/>
              </a:lnSpc>
              <a:spcBef>
                <a:spcPts val="120"/>
              </a:spcBef>
            </a:pPr>
            <a:r>
              <a:rPr sz="1950" spc="-60" dirty="0">
                <a:solidFill>
                  <a:srgbClr val="3F3F3F"/>
                </a:solidFill>
                <a:latin typeface="DejaVu Sans"/>
                <a:cs typeface="DejaVu Sans"/>
              </a:rPr>
              <a:t>P</a:t>
            </a:r>
            <a:r>
              <a:rPr sz="1950" dirty="0">
                <a:solidFill>
                  <a:srgbClr val="3F3F3F"/>
                </a:solidFill>
                <a:latin typeface="DejaVu Sans"/>
                <a:cs typeface="DejaVu Sans"/>
              </a:rPr>
              <a:t>os</a:t>
            </a:r>
            <a:r>
              <a:rPr sz="1950" spc="-10" dirty="0">
                <a:solidFill>
                  <a:srgbClr val="3F3F3F"/>
                </a:solidFill>
                <a:latin typeface="DejaVu Sans"/>
                <a:cs typeface="DejaVu Sans"/>
              </a:rPr>
              <a:t>t</a:t>
            </a:r>
            <a:r>
              <a:rPr sz="1950" spc="-560" dirty="0">
                <a:solidFill>
                  <a:srgbClr val="3F3F3F"/>
                </a:solidFill>
                <a:latin typeface="DejaVu Sans"/>
                <a:cs typeface="DejaVu Sans"/>
              </a:rPr>
              <a:t>-</a:t>
            </a:r>
            <a:r>
              <a:rPr sz="2925" spc="-225" baseline="-4273" dirty="0">
                <a:latin typeface="DejaVu Sans"/>
                <a:cs typeface="DejaVu Sans"/>
              </a:rPr>
              <a:t>-</a:t>
            </a:r>
            <a:r>
              <a:rPr sz="1950" spc="5" dirty="0">
                <a:solidFill>
                  <a:srgbClr val="3F3F3F"/>
                </a:solidFill>
                <a:latin typeface="DejaVu Sans"/>
                <a:cs typeface="DejaVu Sans"/>
              </a:rPr>
              <a:t>c</a:t>
            </a:r>
            <a:r>
              <a:rPr sz="1950" dirty="0">
                <a:solidFill>
                  <a:srgbClr val="3F3F3F"/>
                </a:solidFill>
                <a:latin typeface="DejaVu Sans"/>
                <a:cs typeface="DejaVu Sans"/>
              </a:rPr>
              <a:t>o</a:t>
            </a:r>
            <a:r>
              <a:rPr sz="1950" spc="5" dirty="0">
                <a:solidFill>
                  <a:srgbClr val="3F3F3F"/>
                </a:solidFill>
                <a:latin typeface="DejaVu Sans"/>
                <a:cs typeface="DejaVu Sans"/>
              </a:rPr>
              <a:t>py</a:t>
            </a:r>
            <a:endParaRPr sz="1950" dirty="0">
              <a:latin typeface="DejaVu Sans"/>
              <a:cs typeface="DejaVu Sans"/>
            </a:endParaRPr>
          </a:p>
        </p:txBody>
      </p:sp>
      <p:sp>
        <p:nvSpPr>
          <p:cNvPr id="12" name="object 12"/>
          <p:cNvSpPr txBox="1"/>
          <p:nvPr/>
        </p:nvSpPr>
        <p:spPr>
          <a:xfrm>
            <a:off x="259079" y="6488193"/>
            <a:ext cx="116839" cy="145415"/>
          </a:xfrm>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z="800" spc="5" dirty="0">
                <a:solidFill>
                  <a:srgbClr val="8A8A8A"/>
                </a:solidFill>
                <a:latin typeface="DejaVu Sans"/>
                <a:cs typeface="DejaVu Sans"/>
              </a:rPr>
              <a:t>12</a:t>
            </a:fld>
            <a:endParaRPr sz="800">
              <a:latin typeface="DejaVu Sans"/>
              <a:cs typeface="DejaVu Sans"/>
            </a:endParaRPr>
          </a:p>
        </p:txBody>
      </p:sp>
      <p:sp>
        <p:nvSpPr>
          <p:cNvPr id="3" name="object 3"/>
          <p:cNvSpPr txBox="1"/>
          <p:nvPr/>
        </p:nvSpPr>
        <p:spPr>
          <a:xfrm>
            <a:off x="1518919" y="1591310"/>
            <a:ext cx="656907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Migrate </a:t>
            </a:r>
            <a:r>
              <a:rPr sz="1600" spc="5" dirty="0">
                <a:solidFill>
                  <a:srgbClr val="585858"/>
                </a:solidFill>
                <a:latin typeface="DejaVu Sans"/>
                <a:cs typeface="DejaVu Sans"/>
              </a:rPr>
              <a:t>all </a:t>
            </a:r>
            <a:r>
              <a:rPr sz="1600" spc="10" dirty="0">
                <a:solidFill>
                  <a:srgbClr val="585858"/>
                </a:solidFill>
                <a:latin typeface="DejaVu Sans"/>
                <a:cs typeface="DejaVu Sans"/>
              </a:rPr>
              <a:t>but memory, </a:t>
            </a:r>
            <a:r>
              <a:rPr sz="1600" dirty="0">
                <a:solidFill>
                  <a:srgbClr val="585858"/>
                </a:solidFill>
                <a:latin typeface="DejaVu Sans"/>
                <a:cs typeface="DejaVu Sans"/>
              </a:rPr>
              <a:t>turn </a:t>
            </a:r>
            <a:r>
              <a:rPr sz="1600" spc="15" dirty="0">
                <a:solidFill>
                  <a:srgbClr val="585858"/>
                </a:solidFill>
                <a:latin typeface="DejaVu Sans"/>
                <a:cs typeface="DejaVu Sans"/>
              </a:rPr>
              <a:t>on </a:t>
            </a:r>
            <a:r>
              <a:rPr sz="1600" spc="-5" dirty="0">
                <a:solidFill>
                  <a:srgbClr val="585858"/>
                </a:solidFill>
                <a:latin typeface="DejaVu Sans"/>
                <a:cs typeface="DejaVu Sans"/>
              </a:rPr>
              <a:t>“network </a:t>
            </a:r>
            <a:r>
              <a:rPr sz="1600" spc="5" dirty="0">
                <a:solidFill>
                  <a:srgbClr val="585858"/>
                </a:solidFill>
                <a:latin typeface="DejaVu Sans"/>
                <a:cs typeface="DejaVu Sans"/>
              </a:rPr>
              <a:t>swap” </a:t>
            </a:r>
            <a:r>
              <a:rPr sz="1600" spc="15" dirty="0">
                <a:solidFill>
                  <a:srgbClr val="585858"/>
                </a:solidFill>
                <a:latin typeface="DejaVu Sans"/>
                <a:cs typeface="DejaVu Sans"/>
              </a:rPr>
              <a:t>on</a:t>
            </a:r>
            <a:r>
              <a:rPr sz="1600" spc="20" dirty="0">
                <a:solidFill>
                  <a:srgbClr val="585858"/>
                </a:solidFill>
                <a:latin typeface="DejaVu Sans"/>
                <a:cs typeface="DejaVu Sans"/>
              </a:rPr>
              <a:t> </a:t>
            </a:r>
            <a:r>
              <a:rPr sz="1600" spc="5" dirty="0">
                <a:solidFill>
                  <a:srgbClr val="585858"/>
                </a:solidFill>
                <a:latin typeface="DejaVu Sans"/>
                <a:cs typeface="DejaVu Sans"/>
              </a:rPr>
              <a:t>destination</a:t>
            </a:r>
            <a:endParaRPr sz="1600">
              <a:latin typeface="DejaVu Sans"/>
              <a:cs typeface="DejaVu Sans"/>
            </a:endParaRPr>
          </a:p>
        </p:txBody>
      </p:sp>
      <p:sp>
        <p:nvSpPr>
          <p:cNvPr id="4" name="object 4"/>
          <p:cNvSpPr txBox="1"/>
          <p:nvPr/>
        </p:nvSpPr>
        <p:spPr>
          <a:xfrm>
            <a:off x="1176019" y="1192529"/>
            <a:ext cx="150495" cy="133604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5" name="object 5"/>
          <p:cNvSpPr txBox="1"/>
          <p:nvPr/>
        </p:nvSpPr>
        <p:spPr>
          <a:xfrm>
            <a:off x="1518919" y="2246630"/>
            <a:ext cx="527685" cy="272415"/>
          </a:xfrm>
          <a:prstGeom prst="rect">
            <a:avLst/>
          </a:prstGeom>
        </p:spPr>
        <p:txBody>
          <a:bodyPr vert="horz" wrap="square" lIns="0" tIns="15240" rIns="0" bIns="0" rtlCol="0">
            <a:spAutoFit/>
          </a:bodyPr>
          <a:lstStyle/>
          <a:p>
            <a:pPr marL="12700">
              <a:lnSpc>
                <a:spcPct val="100000"/>
              </a:lnSpc>
              <a:spcBef>
                <a:spcPts val="120"/>
              </a:spcBef>
            </a:pPr>
            <a:r>
              <a:rPr sz="1600" spc="-30" dirty="0">
                <a:solidFill>
                  <a:srgbClr val="585858"/>
                </a:solidFill>
                <a:latin typeface="DejaVu Sans"/>
                <a:cs typeface="DejaVu Sans"/>
              </a:rPr>
              <a:t>Pr</a:t>
            </a:r>
            <a:r>
              <a:rPr sz="1600" spc="15" dirty="0">
                <a:solidFill>
                  <a:srgbClr val="585858"/>
                </a:solidFill>
                <a:latin typeface="DejaVu Sans"/>
                <a:cs typeface="DejaVu Sans"/>
              </a:rPr>
              <a:t>o</a:t>
            </a:r>
            <a:r>
              <a:rPr sz="1600" spc="5" dirty="0">
                <a:solidFill>
                  <a:srgbClr val="585858"/>
                </a:solidFill>
                <a:latin typeface="DejaVu Sans"/>
                <a:cs typeface="DejaVu Sans"/>
              </a:rPr>
              <a:t>s:</a:t>
            </a:r>
            <a:endParaRPr sz="1600">
              <a:latin typeface="DejaVu Sans"/>
              <a:cs typeface="DejaVu Sans"/>
            </a:endParaRPr>
          </a:p>
        </p:txBody>
      </p:sp>
      <p:sp>
        <p:nvSpPr>
          <p:cNvPr id="6" name="object 6"/>
          <p:cNvSpPr txBox="1"/>
          <p:nvPr/>
        </p:nvSpPr>
        <p:spPr>
          <a:xfrm>
            <a:off x="1715770" y="262635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7" name="object 7"/>
          <p:cNvSpPr txBox="1"/>
          <p:nvPr/>
        </p:nvSpPr>
        <p:spPr>
          <a:xfrm>
            <a:off x="2039620" y="2749550"/>
            <a:ext cx="6875780" cy="52065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Predictable: </a:t>
            </a:r>
            <a:r>
              <a:rPr sz="1600" spc="10" dirty="0">
                <a:solidFill>
                  <a:srgbClr val="585858"/>
                </a:solidFill>
                <a:latin typeface="DejaVu Sans"/>
                <a:cs typeface="DejaVu Sans"/>
              </a:rPr>
              <a:t>time </a:t>
            </a:r>
            <a:r>
              <a:rPr sz="1600" spc="5" dirty="0">
                <a:solidFill>
                  <a:srgbClr val="585858"/>
                </a:solidFill>
                <a:latin typeface="DejaVu Sans"/>
                <a:cs typeface="DejaVu Sans"/>
              </a:rPr>
              <a:t>to </a:t>
            </a:r>
            <a:r>
              <a:rPr sz="1600" spc="10" dirty="0">
                <a:solidFill>
                  <a:srgbClr val="585858"/>
                </a:solidFill>
                <a:latin typeface="DejaVu Sans"/>
                <a:cs typeface="DejaVu Sans"/>
              </a:rPr>
              <a:t>migrate can be </a:t>
            </a:r>
            <a:r>
              <a:rPr sz="1600" spc="5" dirty="0">
                <a:solidFill>
                  <a:srgbClr val="585858"/>
                </a:solidFill>
                <a:latin typeface="DejaVu Sans"/>
                <a:cs typeface="DejaVu Sans"/>
              </a:rPr>
              <a:t>well</a:t>
            </a:r>
            <a:r>
              <a:rPr sz="1600" spc="-10" dirty="0">
                <a:solidFill>
                  <a:srgbClr val="585858"/>
                </a:solidFill>
                <a:latin typeface="DejaVu Sans"/>
                <a:cs typeface="DejaVu Sans"/>
              </a:rPr>
              <a:t> </a:t>
            </a:r>
            <a:r>
              <a:rPr sz="1600" spc="5" dirty="0">
                <a:solidFill>
                  <a:srgbClr val="585858"/>
                </a:solidFill>
                <a:latin typeface="DejaVu Sans"/>
                <a:cs typeface="DejaVu Sans"/>
              </a:rPr>
              <a:t>estimated</a:t>
            </a:r>
            <a:endParaRPr lang="en-US" sz="1600" spc="5" dirty="0">
              <a:solidFill>
                <a:srgbClr val="585858"/>
              </a:solidFill>
              <a:latin typeface="DejaVu Sans"/>
              <a:cs typeface="DejaVu Sans"/>
            </a:endParaRPr>
          </a:p>
          <a:p>
            <a:pPr marL="12700">
              <a:lnSpc>
                <a:spcPct val="100000"/>
              </a:lnSpc>
              <a:spcBef>
                <a:spcPts val="120"/>
              </a:spcBef>
            </a:pPr>
            <a:r>
              <a:rPr lang="en-US" sz="1600" spc="5" dirty="0">
                <a:solidFill>
                  <a:srgbClr val="585858"/>
                </a:solidFill>
                <a:latin typeface="DejaVu Sans"/>
                <a:cs typeface="DejaVu Sans"/>
              </a:rPr>
              <a:t>Performance impact of migration can prolong for a period of time </a:t>
            </a:r>
            <a:endParaRPr sz="1600" dirty="0">
              <a:latin typeface="DejaVu Sans"/>
              <a:cs typeface="DejaVu Sans"/>
            </a:endParaRPr>
          </a:p>
        </p:txBody>
      </p:sp>
      <p:sp>
        <p:nvSpPr>
          <p:cNvPr id="8" name="object 8"/>
          <p:cNvSpPr txBox="1"/>
          <p:nvPr/>
        </p:nvSpPr>
        <p:spPr>
          <a:xfrm>
            <a:off x="1176019" y="3234690"/>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9" name="object 9"/>
          <p:cNvSpPr txBox="1"/>
          <p:nvPr/>
        </p:nvSpPr>
        <p:spPr>
          <a:xfrm>
            <a:off x="1518919" y="3404870"/>
            <a:ext cx="603250"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spc="5" dirty="0">
                <a:solidFill>
                  <a:srgbClr val="585858"/>
                </a:solidFill>
                <a:latin typeface="DejaVu Sans"/>
                <a:cs typeface="DejaVu Sans"/>
              </a:rPr>
              <a:t>s:</a:t>
            </a:r>
            <a:endParaRPr sz="1600">
              <a:latin typeface="DejaVu Sans"/>
              <a:cs typeface="DejaVu Sans"/>
            </a:endParaRPr>
          </a:p>
        </p:txBody>
      </p:sp>
      <p:sp>
        <p:nvSpPr>
          <p:cNvPr id="10" name="object 10"/>
          <p:cNvSpPr txBox="1"/>
          <p:nvPr/>
        </p:nvSpPr>
        <p:spPr>
          <a:xfrm>
            <a:off x="1715770" y="378332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11" name="object 11"/>
          <p:cNvSpPr txBox="1"/>
          <p:nvPr/>
        </p:nvSpPr>
        <p:spPr>
          <a:xfrm>
            <a:off x="2039620" y="3907789"/>
            <a:ext cx="6681470"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Unsafe: </a:t>
            </a:r>
            <a:r>
              <a:rPr sz="1600" spc="-10" dirty="0">
                <a:solidFill>
                  <a:srgbClr val="585858"/>
                </a:solidFill>
                <a:latin typeface="DejaVu Sans"/>
                <a:cs typeface="DejaVu Sans"/>
              </a:rPr>
              <a:t>src </a:t>
            </a:r>
            <a:r>
              <a:rPr sz="1600" spc="10" dirty="0">
                <a:solidFill>
                  <a:srgbClr val="585858"/>
                </a:solidFill>
                <a:latin typeface="DejaVu Sans"/>
                <a:cs typeface="DejaVu Sans"/>
              </a:rPr>
              <a:t>node death means death of </a:t>
            </a:r>
            <a:r>
              <a:rPr sz="1600" spc="5" dirty="0">
                <a:solidFill>
                  <a:srgbClr val="585858"/>
                </a:solidFill>
                <a:latin typeface="DejaVu Sans"/>
                <a:cs typeface="DejaVu Sans"/>
              </a:rPr>
              <a:t>container </a:t>
            </a:r>
            <a:r>
              <a:rPr sz="1600" spc="10" dirty="0">
                <a:solidFill>
                  <a:srgbClr val="585858"/>
                </a:solidFill>
                <a:latin typeface="DejaVu Sans"/>
                <a:cs typeface="DejaVu Sans"/>
              </a:rPr>
              <a:t>on</a:t>
            </a:r>
            <a:r>
              <a:rPr sz="1600" spc="-5" dirty="0">
                <a:solidFill>
                  <a:srgbClr val="585858"/>
                </a:solidFill>
                <a:latin typeface="DejaVu Sans"/>
                <a:cs typeface="DejaVu Sans"/>
              </a:rPr>
              <a:t> </a:t>
            </a:r>
            <a:r>
              <a:rPr sz="1600" spc="10" dirty="0">
                <a:solidFill>
                  <a:srgbClr val="585858"/>
                </a:solidFill>
                <a:latin typeface="DejaVu Sans"/>
                <a:cs typeface="DejaVu Sans"/>
              </a:rPr>
              <a:t>destination</a:t>
            </a:r>
            <a:endParaRPr sz="1600">
              <a:latin typeface="DejaVu Sans"/>
              <a:cs typeface="DejaVu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39469"/>
            <a:ext cx="3027680" cy="325755"/>
          </a:xfrm>
          <a:prstGeom prst="rect">
            <a:avLst/>
          </a:prstGeom>
        </p:spPr>
        <p:txBody>
          <a:bodyPr vert="horz" wrap="square" lIns="0" tIns="15240" rIns="0" bIns="0" rtlCol="0">
            <a:spAutoFit/>
          </a:bodyPr>
          <a:lstStyle/>
          <a:p>
            <a:pPr marL="12700">
              <a:lnSpc>
                <a:spcPct val="100000"/>
              </a:lnSpc>
              <a:spcBef>
                <a:spcPts val="120"/>
              </a:spcBef>
            </a:pPr>
            <a:r>
              <a:rPr spc="5" dirty="0"/>
              <a:t>Live migration </a:t>
            </a:r>
            <a:r>
              <a:rPr spc="10" dirty="0"/>
              <a:t>at</a:t>
            </a:r>
            <a:r>
              <a:rPr spc="-60" dirty="0"/>
              <a:t> </a:t>
            </a:r>
            <a:r>
              <a:rPr spc="5" dirty="0"/>
              <a:t>length</a:t>
            </a:r>
          </a:p>
        </p:txBody>
      </p:sp>
      <p:sp>
        <p:nvSpPr>
          <p:cNvPr id="9" name="object 9"/>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13</a:t>
            </a:fld>
            <a:endParaRPr spc="5" dirty="0"/>
          </a:p>
        </p:txBody>
      </p:sp>
      <p:sp>
        <p:nvSpPr>
          <p:cNvPr id="3" name="object 3"/>
          <p:cNvSpPr txBox="1"/>
          <p:nvPr/>
        </p:nvSpPr>
        <p:spPr>
          <a:xfrm>
            <a:off x="1518919" y="1591310"/>
            <a:ext cx="4069079"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Memory </a:t>
            </a:r>
            <a:r>
              <a:rPr sz="1600" dirty="0">
                <a:solidFill>
                  <a:srgbClr val="585858"/>
                </a:solidFill>
                <a:latin typeface="DejaVu Sans"/>
                <a:cs typeface="DejaVu Sans"/>
              </a:rPr>
              <a:t>pre-copy </a:t>
            </a:r>
            <a:r>
              <a:rPr sz="1600" spc="5" dirty="0">
                <a:solidFill>
                  <a:srgbClr val="585858"/>
                </a:solidFill>
                <a:latin typeface="DejaVu Sans"/>
                <a:cs typeface="DejaVu Sans"/>
              </a:rPr>
              <a:t>(iteratively,</a:t>
            </a:r>
            <a:r>
              <a:rPr sz="1600" spc="15" dirty="0">
                <a:solidFill>
                  <a:srgbClr val="585858"/>
                </a:solidFill>
                <a:latin typeface="DejaVu Sans"/>
                <a:cs typeface="DejaVu Sans"/>
              </a:rPr>
              <a:t> </a:t>
            </a:r>
            <a:r>
              <a:rPr sz="1600" spc="10" dirty="0">
                <a:solidFill>
                  <a:srgbClr val="585858"/>
                </a:solidFill>
                <a:latin typeface="DejaVu Sans"/>
                <a:cs typeface="DejaVu Sans"/>
              </a:rPr>
              <a:t>optional)</a:t>
            </a:r>
            <a:endParaRPr sz="1600">
              <a:latin typeface="DejaVu Sans"/>
              <a:cs typeface="DejaVu Sans"/>
            </a:endParaRPr>
          </a:p>
        </p:txBody>
      </p:sp>
      <p:sp>
        <p:nvSpPr>
          <p:cNvPr id="4" name="object 4"/>
          <p:cNvSpPr txBox="1"/>
          <p:nvPr/>
        </p:nvSpPr>
        <p:spPr>
          <a:xfrm>
            <a:off x="1518919" y="2246630"/>
            <a:ext cx="2091689" cy="272415"/>
          </a:xfrm>
          <a:prstGeom prst="rect">
            <a:avLst/>
          </a:prstGeom>
        </p:spPr>
        <p:txBody>
          <a:bodyPr vert="horz" wrap="square" lIns="0" tIns="15240" rIns="0" bIns="0" rtlCol="0">
            <a:spAutoFit/>
          </a:bodyPr>
          <a:lstStyle/>
          <a:p>
            <a:pPr marL="12700">
              <a:lnSpc>
                <a:spcPct val="100000"/>
              </a:lnSpc>
              <a:spcBef>
                <a:spcPts val="120"/>
              </a:spcBef>
            </a:pPr>
            <a:r>
              <a:rPr sz="1600" spc="-20" dirty="0">
                <a:solidFill>
                  <a:srgbClr val="585858"/>
                </a:solidFill>
                <a:latin typeface="DejaVu Sans"/>
                <a:cs typeface="DejaVu Sans"/>
              </a:rPr>
              <a:t>Freeze </a:t>
            </a:r>
            <a:r>
              <a:rPr sz="1600" spc="15" dirty="0">
                <a:solidFill>
                  <a:srgbClr val="585858"/>
                </a:solidFill>
                <a:latin typeface="DejaVu Sans"/>
                <a:cs typeface="DejaVu Sans"/>
              </a:rPr>
              <a:t>+ </a:t>
            </a:r>
            <a:r>
              <a:rPr sz="1600" spc="10" dirty="0">
                <a:solidFill>
                  <a:srgbClr val="585858"/>
                </a:solidFill>
                <a:latin typeface="DejaVu Sans"/>
                <a:cs typeface="DejaVu Sans"/>
              </a:rPr>
              <a:t>Save</a:t>
            </a:r>
            <a:r>
              <a:rPr sz="1600" spc="-35"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5" name="object 5"/>
          <p:cNvSpPr txBox="1"/>
          <p:nvPr/>
        </p:nvSpPr>
        <p:spPr>
          <a:xfrm>
            <a:off x="1518919" y="2901950"/>
            <a:ext cx="113474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Copy</a:t>
            </a:r>
            <a:r>
              <a:rPr sz="1600" spc="-60"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6" name="object 6"/>
          <p:cNvSpPr txBox="1"/>
          <p:nvPr/>
        </p:nvSpPr>
        <p:spPr>
          <a:xfrm>
            <a:off x="1518919" y="3557270"/>
            <a:ext cx="4453890"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Restore </a:t>
            </a:r>
            <a:r>
              <a:rPr sz="1600" dirty="0">
                <a:solidFill>
                  <a:srgbClr val="585858"/>
                </a:solidFill>
                <a:latin typeface="DejaVu Sans"/>
                <a:cs typeface="DejaVu Sans"/>
              </a:rPr>
              <a:t>from </a:t>
            </a:r>
            <a:r>
              <a:rPr sz="1600" spc="5" dirty="0">
                <a:solidFill>
                  <a:srgbClr val="585858"/>
                </a:solidFill>
                <a:latin typeface="DejaVu Sans"/>
                <a:cs typeface="DejaVu Sans"/>
              </a:rPr>
              <a:t>state </a:t>
            </a:r>
            <a:r>
              <a:rPr sz="1600" spc="15" dirty="0">
                <a:solidFill>
                  <a:srgbClr val="585858"/>
                </a:solidFill>
                <a:latin typeface="DejaVu Sans"/>
                <a:cs typeface="DejaVu Sans"/>
              </a:rPr>
              <a:t>+ </a:t>
            </a:r>
            <a:r>
              <a:rPr sz="1600" spc="5" dirty="0">
                <a:solidFill>
                  <a:srgbClr val="585858"/>
                </a:solidFill>
                <a:latin typeface="DejaVu Sans"/>
                <a:cs typeface="DejaVu Sans"/>
              </a:rPr>
              <a:t>Unfreeze </a:t>
            </a:r>
            <a:r>
              <a:rPr sz="1600" spc="10" dirty="0">
                <a:solidFill>
                  <a:srgbClr val="585858"/>
                </a:solidFill>
                <a:latin typeface="DejaVu Sans"/>
                <a:cs typeface="DejaVu Sans"/>
              </a:rPr>
              <a:t>and</a:t>
            </a:r>
            <a:r>
              <a:rPr sz="1600" spc="-35" dirty="0">
                <a:solidFill>
                  <a:srgbClr val="585858"/>
                </a:solidFill>
                <a:latin typeface="DejaVu Sans"/>
                <a:cs typeface="DejaVu Sans"/>
              </a:rPr>
              <a:t> </a:t>
            </a:r>
            <a:r>
              <a:rPr sz="1600" spc="5" dirty="0">
                <a:solidFill>
                  <a:srgbClr val="585858"/>
                </a:solidFill>
                <a:latin typeface="DejaVu Sans"/>
                <a:cs typeface="DejaVu Sans"/>
              </a:rPr>
              <a:t>resume</a:t>
            </a:r>
            <a:endParaRPr sz="1600">
              <a:latin typeface="DejaVu Sans"/>
              <a:cs typeface="DejaVu Sans"/>
            </a:endParaRPr>
          </a:p>
        </p:txBody>
      </p:sp>
      <p:sp>
        <p:nvSpPr>
          <p:cNvPr id="7" name="object 7"/>
          <p:cNvSpPr txBox="1"/>
          <p:nvPr/>
        </p:nvSpPr>
        <p:spPr>
          <a:xfrm>
            <a:off x="1176019" y="1192529"/>
            <a:ext cx="150495" cy="330200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8" name="object 8"/>
          <p:cNvSpPr txBox="1"/>
          <p:nvPr/>
        </p:nvSpPr>
        <p:spPr>
          <a:xfrm>
            <a:off x="1518918" y="4212589"/>
            <a:ext cx="3891281"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Memory post-copy</a:t>
            </a:r>
            <a:r>
              <a:rPr sz="1600" spc="-65" dirty="0">
                <a:solidFill>
                  <a:srgbClr val="585858"/>
                </a:solidFill>
                <a:latin typeface="DejaVu Sans"/>
                <a:cs typeface="DejaVu Sans"/>
              </a:rPr>
              <a:t> </a:t>
            </a:r>
            <a:r>
              <a:rPr sz="1600" spc="10" dirty="0">
                <a:solidFill>
                  <a:srgbClr val="585858"/>
                </a:solidFill>
                <a:latin typeface="DejaVu Sans"/>
                <a:cs typeface="DejaVu Sans"/>
              </a:rPr>
              <a:t>(optional)</a:t>
            </a:r>
            <a:endParaRPr sz="1600" dirty="0">
              <a:latin typeface="DejaVu Sans"/>
              <a:cs typeface="DejaVu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39469"/>
            <a:ext cx="4585336" cy="325755"/>
          </a:xfrm>
          <a:prstGeom prst="rect">
            <a:avLst/>
          </a:prstGeom>
        </p:spPr>
        <p:txBody>
          <a:bodyPr vert="horz" wrap="square" lIns="0" tIns="15240" rIns="0" bIns="0" rtlCol="0">
            <a:spAutoFit/>
          </a:bodyPr>
          <a:lstStyle/>
          <a:p>
            <a:pPr marL="12700">
              <a:lnSpc>
                <a:spcPct val="100000"/>
              </a:lnSpc>
              <a:spcBef>
                <a:spcPts val="120"/>
              </a:spcBef>
            </a:pPr>
            <a:r>
              <a:rPr lang="en-US" sz="1950" spc="5" dirty="0">
                <a:solidFill>
                  <a:srgbClr val="3F3F3F"/>
                </a:solidFill>
                <a:latin typeface="DejaVu Sans"/>
                <a:cs typeface="DejaVu Sans"/>
              </a:rPr>
              <a:t>VM vs. Container migration</a:t>
            </a:r>
            <a:endParaRPr sz="1950" dirty="0">
              <a:latin typeface="DejaVu Sans"/>
              <a:cs typeface="DejaVu Sans"/>
            </a:endParaRPr>
          </a:p>
        </p:txBody>
      </p:sp>
      <p:sp>
        <p:nvSpPr>
          <p:cNvPr id="15" name="object 15"/>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14</a:t>
            </a:fld>
            <a:endParaRPr spc="5" dirty="0"/>
          </a:p>
        </p:txBody>
      </p:sp>
      <p:sp>
        <p:nvSpPr>
          <p:cNvPr id="3" name="object 3"/>
          <p:cNvSpPr txBox="1"/>
          <p:nvPr/>
        </p:nvSpPr>
        <p:spPr>
          <a:xfrm>
            <a:off x="1176019" y="142112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4" name="object 4"/>
          <p:cNvSpPr txBox="1"/>
          <p:nvPr/>
        </p:nvSpPr>
        <p:spPr>
          <a:xfrm>
            <a:off x="1518918" y="1591310"/>
            <a:ext cx="7015481" cy="261610"/>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V</a:t>
            </a:r>
            <a:r>
              <a:rPr sz="1600" spc="15" dirty="0">
                <a:solidFill>
                  <a:srgbClr val="585858"/>
                </a:solidFill>
                <a:latin typeface="DejaVu Sans"/>
                <a:cs typeface="DejaVu Sans"/>
              </a:rPr>
              <a:t>M</a:t>
            </a:r>
            <a:r>
              <a:rPr lang="en-US" sz="1600" spc="15" dirty="0">
                <a:solidFill>
                  <a:srgbClr val="585858"/>
                </a:solidFill>
                <a:latin typeface="DejaVu Sans"/>
                <a:cs typeface="DejaVu Sans"/>
              </a:rPr>
              <a:t>: self contained environment for migration </a:t>
            </a:r>
            <a:endParaRPr sz="1600" dirty="0">
              <a:latin typeface="DejaVu Sans"/>
              <a:cs typeface="DejaVu Sans"/>
            </a:endParaRPr>
          </a:p>
        </p:txBody>
      </p:sp>
      <p:sp>
        <p:nvSpPr>
          <p:cNvPr id="5" name="object 5"/>
          <p:cNvSpPr txBox="1"/>
          <p:nvPr/>
        </p:nvSpPr>
        <p:spPr>
          <a:xfrm>
            <a:off x="2039620" y="2094231"/>
            <a:ext cx="5808980" cy="261610"/>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Environment: virtual </a:t>
            </a:r>
            <a:r>
              <a:rPr sz="1600" dirty="0">
                <a:solidFill>
                  <a:srgbClr val="585858"/>
                </a:solidFill>
                <a:latin typeface="DejaVu Sans"/>
                <a:cs typeface="DejaVu Sans"/>
              </a:rPr>
              <a:t>hardware,</a:t>
            </a:r>
            <a:r>
              <a:rPr sz="1600" spc="15" dirty="0">
                <a:solidFill>
                  <a:srgbClr val="585858"/>
                </a:solidFill>
                <a:latin typeface="DejaVu Sans"/>
                <a:cs typeface="DejaVu Sans"/>
              </a:rPr>
              <a:t> </a:t>
            </a:r>
            <a:r>
              <a:rPr sz="1600" spc="10" dirty="0">
                <a:solidFill>
                  <a:srgbClr val="585858"/>
                </a:solidFill>
                <a:latin typeface="DejaVu Sans"/>
                <a:cs typeface="DejaVu Sans"/>
              </a:rPr>
              <a:t>paravirt</a:t>
            </a:r>
            <a:r>
              <a:rPr lang="en-US" sz="1600" spc="10" dirty="0">
                <a:solidFill>
                  <a:srgbClr val="585858"/>
                </a:solidFill>
                <a:latin typeface="DejaVu Sans"/>
                <a:cs typeface="DejaVu Sans"/>
              </a:rPr>
              <a:t>ualization</a:t>
            </a:r>
            <a:endParaRPr sz="1600" dirty="0">
              <a:latin typeface="DejaVu Sans"/>
              <a:cs typeface="DejaVu Sans"/>
            </a:endParaRPr>
          </a:p>
        </p:txBody>
      </p:sp>
      <p:sp>
        <p:nvSpPr>
          <p:cNvPr id="6" name="object 6"/>
          <p:cNvSpPr txBox="1"/>
          <p:nvPr/>
        </p:nvSpPr>
        <p:spPr>
          <a:xfrm>
            <a:off x="2039620" y="2664460"/>
            <a:ext cx="4894580" cy="261610"/>
          </a:xfrm>
          <a:prstGeom prst="rect">
            <a:avLst/>
          </a:prstGeom>
        </p:spPr>
        <p:txBody>
          <a:bodyPr vert="horz" wrap="square" lIns="0" tIns="15240" rIns="0" bIns="0" rtlCol="0">
            <a:spAutoFit/>
          </a:bodyPr>
          <a:lstStyle/>
          <a:p>
            <a:pPr marL="12700">
              <a:lnSpc>
                <a:spcPct val="100000"/>
              </a:lnSpc>
              <a:spcBef>
                <a:spcPts val="120"/>
              </a:spcBef>
            </a:pPr>
            <a:r>
              <a:rPr lang="en-US" sz="1600" spc="5" dirty="0">
                <a:solidFill>
                  <a:srgbClr val="585858"/>
                </a:solidFill>
                <a:latin typeface="DejaVu Sans"/>
                <a:cs typeface="DejaVu Sans"/>
              </a:rPr>
              <a:t>Involves</a:t>
            </a:r>
            <a:r>
              <a:rPr lang="en-US" sz="1600" spc="10" dirty="0">
                <a:solidFill>
                  <a:srgbClr val="585858"/>
                </a:solidFill>
                <a:latin typeface="DejaVu Sans"/>
                <a:cs typeface="DejaVu Sans"/>
              </a:rPr>
              <a:t> capturing CPU state</a:t>
            </a:r>
            <a:endParaRPr sz="1600" dirty="0">
              <a:latin typeface="DejaVu Sans"/>
              <a:cs typeface="DejaVu Sans"/>
            </a:endParaRPr>
          </a:p>
        </p:txBody>
      </p:sp>
      <p:sp>
        <p:nvSpPr>
          <p:cNvPr id="7" name="object 7"/>
          <p:cNvSpPr txBox="1"/>
          <p:nvPr/>
        </p:nvSpPr>
        <p:spPr>
          <a:xfrm>
            <a:off x="1715770" y="1971040"/>
            <a:ext cx="173990" cy="148590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dirty="0">
              <a:latin typeface="Trebuchet MS"/>
              <a:cs typeface="Trebuchet MS"/>
            </a:endParaRPr>
          </a:p>
          <a:p>
            <a:pPr marL="12700">
              <a:lnSpc>
                <a:spcPct val="100000"/>
              </a:lnSpc>
              <a:spcBef>
                <a:spcPts val="1970"/>
              </a:spcBef>
            </a:pPr>
            <a:r>
              <a:rPr sz="2100" spc="395" dirty="0">
                <a:latin typeface="Trebuchet MS"/>
                <a:cs typeface="Trebuchet MS"/>
              </a:rPr>
              <a:t>–</a:t>
            </a:r>
            <a:endParaRPr sz="2100" dirty="0">
              <a:latin typeface="Trebuchet MS"/>
              <a:cs typeface="Trebuchet MS"/>
            </a:endParaRPr>
          </a:p>
          <a:p>
            <a:pPr marL="12700">
              <a:lnSpc>
                <a:spcPct val="100000"/>
              </a:lnSpc>
              <a:spcBef>
                <a:spcPts val="1970"/>
              </a:spcBef>
            </a:pPr>
            <a:r>
              <a:rPr sz="2100" spc="395" dirty="0">
                <a:latin typeface="Trebuchet MS"/>
                <a:cs typeface="Trebuchet MS"/>
              </a:rPr>
              <a:t>–</a:t>
            </a:r>
            <a:endParaRPr sz="2100" dirty="0">
              <a:latin typeface="Trebuchet MS"/>
              <a:cs typeface="Trebuchet MS"/>
            </a:endParaRPr>
          </a:p>
        </p:txBody>
      </p:sp>
      <p:sp>
        <p:nvSpPr>
          <p:cNvPr id="8" name="object 8"/>
          <p:cNvSpPr txBox="1"/>
          <p:nvPr/>
        </p:nvSpPr>
        <p:spPr>
          <a:xfrm>
            <a:off x="2039620" y="3235960"/>
            <a:ext cx="4894580" cy="261610"/>
          </a:xfrm>
          <a:prstGeom prst="rect">
            <a:avLst/>
          </a:prstGeom>
        </p:spPr>
        <p:txBody>
          <a:bodyPr vert="horz" wrap="square" lIns="0" tIns="15240" rIns="0" bIns="0" rtlCol="0">
            <a:spAutoFit/>
          </a:bodyPr>
          <a:lstStyle/>
          <a:p>
            <a:pPr marL="12700">
              <a:lnSpc>
                <a:spcPct val="100000"/>
              </a:lnSpc>
              <a:spcBef>
                <a:spcPts val="120"/>
              </a:spcBef>
            </a:pPr>
            <a:r>
              <a:rPr lang="en-US" sz="1600" spc="5" dirty="0">
                <a:solidFill>
                  <a:srgbClr val="585858"/>
                </a:solidFill>
                <a:latin typeface="DejaVu Sans"/>
                <a:cs typeface="DejaVu Sans"/>
              </a:rPr>
              <a:t>Need to transfer </a:t>
            </a:r>
            <a:r>
              <a:rPr sz="1600" spc="5" dirty="0">
                <a:solidFill>
                  <a:srgbClr val="585858"/>
                </a:solidFill>
                <a:latin typeface="DejaVu Sans"/>
                <a:cs typeface="DejaVu Sans"/>
              </a:rPr>
              <a:t>M</a:t>
            </a:r>
            <a:r>
              <a:rPr sz="1600" spc="10" dirty="0">
                <a:solidFill>
                  <a:srgbClr val="585858"/>
                </a:solidFill>
                <a:latin typeface="DejaVu Sans"/>
                <a:cs typeface="DejaVu Sans"/>
              </a:rPr>
              <a:t>em</a:t>
            </a:r>
            <a:r>
              <a:rPr sz="1600" spc="15" dirty="0">
                <a:solidFill>
                  <a:srgbClr val="585858"/>
                </a:solidFill>
                <a:latin typeface="DejaVu Sans"/>
                <a:cs typeface="DejaVu Sans"/>
              </a:rPr>
              <a:t>o</a:t>
            </a:r>
            <a:r>
              <a:rPr sz="1600" spc="10" dirty="0">
                <a:solidFill>
                  <a:srgbClr val="585858"/>
                </a:solidFill>
                <a:latin typeface="DejaVu Sans"/>
                <a:cs typeface="DejaVu Sans"/>
              </a:rPr>
              <a:t>ry</a:t>
            </a:r>
            <a:r>
              <a:rPr lang="en-US" sz="1600" spc="10" dirty="0">
                <a:solidFill>
                  <a:srgbClr val="585858"/>
                </a:solidFill>
                <a:latin typeface="DejaVu Sans"/>
                <a:cs typeface="DejaVu Sans"/>
              </a:rPr>
              <a:t> state</a:t>
            </a:r>
            <a:endParaRPr sz="1600" dirty="0">
              <a:latin typeface="DejaVu Sans"/>
              <a:cs typeface="DejaVu Sans"/>
            </a:endParaRPr>
          </a:p>
        </p:txBody>
      </p:sp>
      <p:sp>
        <p:nvSpPr>
          <p:cNvPr id="9" name="object 9"/>
          <p:cNvSpPr txBox="1"/>
          <p:nvPr/>
        </p:nvSpPr>
        <p:spPr>
          <a:xfrm>
            <a:off x="1176019" y="363600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10" name="object 10"/>
          <p:cNvSpPr txBox="1"/>
          <p:nvPr/>
        </p:nvSpPr>
        <p:spPr>
          <a:xfrm>
            <a:off x="1518918" y="3806189"/>
            <a:ext cx="6710681" cy="507831"/>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dirty="0">
                <a:solidFill>
                  <a:srgbClr val="585858"/>
                </a:solidFill>
                <a:latin typeface="DejaVu Sans"/>
                <a:cs typeface="DejaVu Sans"/>
              </a:rPr>
              <a:t>t</a:t>
            </a:r>
            <a:r>
              <a:rPr sz="1600" spc="10" dirty="0">
                <a:solidFill>
                  <a:srgbClr val="585858"/>
                </a:solidFill>
                <a:latin typeface="DejaVu Sans"/>
                <a:cs typeface="DejaVu Sans"/>
              </a:rPr>
              <a:t>ain</a:t>
            </a:r>
            <a:r>
              <a:rPr sz="1600" dirty="0">
                <a:solidFill>
                  <a:srgbClr val="585858"/>
                </a:solidFill>
                <a:latin typeface="DejaVu Sans"/>
                <a:cs typeface="DejaVu Sans"/>
              </a:rPr>
              <a:t>e</a:t>
            </a:r>
            <a:r>
              <a:rPr sz="1600" spc="5" dirty="0">
                <a:solidFill>
                  <a:srgbClr val="585858"/>
                </a:solidFill>
                <a:latin typeface="DejaVu Sans"/>
                <a:cs typeface="DejaVu Sans"/>
              </a:rPr>
              <a:t>r</a:t>
            </a:r>
            <a:r>
              <a:rPr lang="en-US" sz="1600" spc="5" dirty="0">
                <a:solidFill>
                  <a:srgbClr val="585858"/>
                </a:solidFill>
                <a:latin typeface="DejaVu Sans"/>
                <a:cs typeface="DejaVu Sans"/>
              </a:rPr>
              <a:t>: In principle, it should be faster (smaller footprint as there is no Guest OS to move). </a:t>
            </a:r>
            <a:r>
              <a:rPr lang="en-US" sz="1600" b="1" spc="5" dirty="0">
                <a:solidFill>
                  <a:srgbClr val="585858"/>
                </a:solidFill>
                <a:latin typeface="DejaVu Sans"/>
                <a:cs typeface="DejaVu Sans"/>
              </a:rPr>
              <a:t>But</a:t>
            </a:r>
            <a:r>
              <a:rPr lang="en-US" sz="1600" spc="5" dirty="0">
                <a:solidFill>
                  <a:srgbClr val="585858"/>
                </a:solidFill>
                <a:latin typeface="DejaVu Sans"/>
                <a:cs typeface="DejaVu Sans"/>
              </a:rPr>
              <a:t> have to consider:</a:t>
            </a:r>
            <a:endParaRPr sz="1600" dirty="0">
              <a:latin typeface="DejaVu Sans"/>
              <a:cs typeface="DejaVu Sans"/>
            </a:endParaRPr>
          </a:p>
        </p:txBody>
      </p:sp>
      <p:sp>
        <p:nvSpPr>
          <p:cNvPr id="11" name="object 11"/>
          <p:cNvSpPr txBox="1"/>
          <p:nvPr/>
        </p:nvSpPr>
        <p:spPr>
          <a:xfrm>
            <a:off x="2039620" y="4411979"/>
            <a:ext cx="6941182" cy="261610"/>
          </a:xfrm>
          <a:prstGeom prst="rect">
            <a:avLst/>
          </a:prstGeom>
        </p:spPr>
        <p:txBody>
          <a:bodyPr vert="horz" wrap="square" lIns="0" tIns="15240" rIns="0" bIns="0" rtlCol="0">
            <a:spAutoFit/>
          </a:bodyPr>
          <a:lstStyle/>
          <a:p>
            <a:pPr marL="12700">
              <a:lnSpc>
                <a:spcPct val="100000"/>
              </a:lnSpc>
              <a:spcBef>
                <a:spcPts val="120"/>
              </a:spcBef>
            </a:pPr>
            <a:r>
              <a:rPr lang="en-US" sz="1600" spc="5" dirty="0">
                <a:solidFill>
                  <a:srgbClr val="585858"/>
                </a:solidFill>
                <a:latin typeface="DejaVu Sans"/>
                <a:cs typeface="DejaVu Sans"/>
              </a:rPr>
              <a:t>Capture the </a:t>
            </a:r>
            <a:r>
              <a:rPr sz="1600" spc="5" dirty="0">
                <a:solidFill>
                  <a:srgbClr val="585858"/>
                </a:solidFill>
                <a:latin typeface="DejaVu Sans"/>
                <a:cs typeface="DejaVu Sans"/>
              </a:rPr>
              <a:t>Environment: cgroups,</a:t>
            </a:r>
            <a:r>
              <a:rPr sz="1600" spc="-35" dirty="0">
                <a:solidFill>
                  <a:srgbClr val="585858"/>
                </a:solidFill>
                <a:latin typeface="DejaVu Sans"/>
                <a:cs typeface="DejaVu Sans"/>
              </a:rPr>
              <a:t> </a:t>
            </a:r>
            <a:r>
              <a:rPr sz="1600" spc="10" dirty="0">
                <a:solidFill>
                  <a:srgbClr val="585858"/>
                </a:solidFill>
                <a:latin typeface="DejaVu Sans"/>
                <a:cs typeface="DejaVu Sans"/>
              </a:rPr>
              <a:t>namespaces</a:t>
            </a:r>
            <a:r>
              <a:rPr lang="en-US" sz="1600" spc="10" dirty="0">
                <a:solidFill>
                  <a:srgbClr val="585858"/>
                </a:solidFill>
                <a:latin typeface="DejaVu Sans"/>
                <a:cs typeface="DejaVu Sans"/>
              </a:rPr>
              <a:t> – within Host OS</a:t>
            </a:r>
            <a:endParaRPr sz="1600" dirty="0">
              <a:latin typeface="DejaVu Sans"/>
              <a:cs typeface="DejaVu Sans"/>
            </a:endParaRPr>
          </a:p>
        </p:txBody>
      </p:sp>
      <p:sp>
        <p:nvSpPr>
          <p:cNvPr id="12" name="object 12"/>
          <p:cNvSpPr txBox="1"/>
          <p:nvPr/>
        </p:nvSpPr>
        <p:spPr>
          <a:xfrm>
            <a:off x="2035491" y="4906450"/>
            <a:ext cx="6799580" cy="766877"/>
          </a:xfrm>
          <a:prstGeom prst="rect">
            <a:avLst/>
          </a:prstGeom>
        </p:spPr>
        <p:txBody>
          <a:bodyPr vert="horz" wrap="square" lIns="0" tIns="15240" rIns="0" bIns="0" rtlCol="0">
            <a:spAutoFit/>
          </a:bodyPr>
          <a:lstStyle/>
          <a:p>
            <a:pPr marL="12700">
              <a:lnSpc>
                <a:spcPct val="100000"/>
              </a:lnSpc>
              <a:spcBef>
                <a:spcPts val="120"/>
              </a:spcBef>
            </a:pPr>
            <a:r>
              <a:rPr sz="1600" b="1" spc="-5" dirty="0">
                <a:solidFill>
                  <a:srgbClr val="585858"/>
                </a:solidFill>
                <a:latin typeface="DejaVu Sans"/>
                <a:cs typeface="DejaVu Sans"/>
              </a:rPr>
              <a:t>Processes</a:t>
            </a:r>
            <a:r>
              <a:rPr lang="en-US" sz="1600" b="1" spc="-5" dirty="0">
                <a:solidFill>
                  <a:srgbClr val="585858"/>
                </a:solidFill>
                <a:latin typeface="DejaVu Sans"/>
                <a:cs typeface="DejaVu Sans"/>
              </a:rPr>
              <a:t>: there may be many child processes</a:t>
            </a:r>
          </a:p>
          <a:p>
            <a:pPr marL="298450" indent="-285750">
              <a:lnSpc>
                <a:spcPct val="100000"/>
              </a:lnSpc>
              <a:spcBef>
                <a:spcPts val="120"/>
              </a:spcBef>
              <a:buFont typeface="Arial" panose="020B0604020202020204" pitchFamily="34" charset="0"/>
              <a:buChar char="•"/>
            </a:pPr>
            <a:r>
              <a:rPr lang="en-US" sz="1600" b="1" spc="-5" dirty="0">
                <a:solidFill>
                  <a:srgbClr val="585858"/>
                </a:solidFill>
                <a:latin typeface="DejaVu Sans"/>
                <a:cs typeface="DejaVu Sans"/>
              </a:rPr>
              <a:t>Have to track down all the state associated with these processes</a:t>
            </a:r>
            <a:endParaRPr sz="1600" b="1" dirty="0">
              <a:latin typeface="DejaVu Sans"/>
              <a:cs typeface="DejaVu Sans"/>
            </a:endParaRPr>
          </a:p>
        </p:txBody>
      </p:sp>
      <p:sp>
        <p:nvSpPr>
          <p:cNvPr id="13" name="object 13"/>
          <p:cNvSpPr txBox="1"/>
          <p:nvPr/>
        </p:nvSpPr>
        <p:spPr>
          <a:xfrm>
            <a:off x="1715770" y="4288790"/>
            <a:ext cx="173990" cy="2074927"/>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dirty="0">
              <a:latin typeface="Trebuchet MS"/>
              <a:cs typeface="Trebuchet MS"/>
            </a:endParaRPr>
          </a:p>
          <a:p>
            <a:pPr marL="12700">
              <a:lnSpc>
                <a:spcPct val="100000"/>
              </a:lnSpc>
              <a:spcBef>
                <a:spcPts val="1970"/>
              </a:spcBef>
            </a:pPr>
            <a:r>
              <a:rPr sz="2100" spc="395" dirty="0">
                <a:latin typeface="Trebuchet MS"/>
                <a:cs typeface="Trebuchet MS"/>
              </a:rPr>
              <a:t>–</a:t>
            </a:r>
            <a:endParaRPr sz="2100" dirty="0">
              <a:latin typeface="Trebuchet MS"/>
              <a:cs typeface="Trebuchet MS"/>
            </a:endParaRPr>
          </a:p>
          <a:p>
            <a:pPr marL="12700">
              <a:lnSpc>
                <a:spcPct val="100000"/>
              </a:lnSpc>
              <a:spcBef>
                <a:spcPts val="1980"/>
              </a:spcBef>
            </a:pPr>
            <a:endParaRPr lang="en-US" sz="2100" spc="395" dirty="0">
              <a:latin typeface="Trebuchet MS"/>
              <a:cs typeface="Trebuchet MS"/>
            </a:endParaRPr>
          </a:p>
          <a:p>
            <a:pPr marL="12700">
              <a:lnSpc>
                <a:spcPct val="100000"/>
              </a:lnSpc>
              <a:spcBef>
                <a:spcPts val="1980"/>
              </a:spcBef>
            </a:pPr>
            <a:r>
              <a:rPr sz="2100" spc="395" dirty="0">
                <a:latin typeface="Trebuchet MS"/>
                <a:cs typeface="Trebuchet MS"/>
              </a:rPr>
              <a:t>–</a:t>
            </a:r>
            <a:endParaRPr sz="2100" dirty="0">
              <a:latin typeface="Trebuchet MS"/>
              <a:cs typeface="Trebuchet MS"/>
            </a:endParaRPr>
          </a:p>
        </p:txBody>
      </p:sp>
      <p:sp>
        <p:nvSpPr>
          <p:cNvPr id="14" name="object 14"/>
          <p:cNvSpPr txBox="1"/>
          <p:nvPr/>
        </p:nvSpPr>
        <p:spPr>
          <a:xfrm>
            <a:off x="2086612" y="6037279"/>
            <a:ext cx="862965"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M</a:t>
            </a:r>
            <a:r>
              <a:rPr sz="1600" spc="10" dirty="0">
                <a:solidFill>
                  <a:srgbClr val="585858"/>
                </a:solidFill>
                <a:latin typeface="DejaVu Sans"/>
                <a:cs typeface="DejaVu Sans"/>
              </a:rPr>
              <a:t>em</a:t>
            </a:r>
            <a:r>
              <a:rPr sz="1600" spc="15" dirty="0">
                <a:solidFill>
                  <a:srgbClr val="585858"/>
                </a:solidFill>
                <a:latin typeface="DejaVu Sans"/>
                <a:cs typeface="DejaVu Sans"/>
              </a:rPr>
              <a:t>o</a:t>
            </a:r>
            <a:r>
              <a:rPr sz="1600" spc="10" dirty="0">
                <a:solidFill>
                  <a:srgbClr val="585858"/>
                </a:solidFill>
                <a:latin typeface="DejaVu Sans"/>
                <a:cs typeface="DejaVu Sans"/>
              </a:rPr>
              <a:t>ry</a:t>
            </a:r>
            <a:endParaRPr sz="1600" dirty="0">
              <a:latin typeface="DejaVu Sans"/>
              <a:cs typeface="DejaVu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39469"/>
            <a:ext cx="2214245" cy="325755"/>
          </a:xfrm>
          <a:prstGeom prst="rect">
            <a:avLst/>
          </a:prstGeom>
        </p:spPr>
        <p:txBody>
          <a:bodyPr vert="horz" wrap="square" lIns="0" tIns="15240" rIns="0" bIns="0" rtlCol="0">
            <a:spAutoFit/>
          </a:bodyPr>
          <a:lstStyle/>
          <a:p>
            <a:pPr marL="12700">
              <a:lnSpc>
                <a:spcPct val="100000"/>
              </a:lnSpc>
              <a:spcBef>
                <a:spcPts val="120"/>
              </a:spcBef>
            </a:pPr>
            <a:r>
              <a:rPr sz="1950" spc="5" dirty="0">
                <a:solidFill>
                  <a:srgbClr val="3F3F3F"/>
                </a:solidFill>
                <a:latin typeface="DejaVu Sans"/>
                <a:cs typeface="DejaVu Sans"/>
              </a:rPr>
              <a:t>Memory</a:t>
            </a:r>
            <a:r>
              <a:rPr sz="1950" spc="-45" dirty="0">
                <a:solidFill>
                  <a:srgbClr val="3F3F3F"/>
                </a:solidFill>
                <a:latin typeface="DejaVu Sans"/>
                <a:cs typeface="DejaVu Sans"/>
              </a:rPr>
              <a:t> </a:t>
            </a:r>
            <a:r>
              <a:rPr sz="1950" spc="-5" dirty="0">
                <a:solidFill>
                  <a:srgbClr val="3F3F3F"/>
                </a:solidFill>
                <a:latin typeface="DejaVu Sans"/>
                <a:cs typeface="DejaVu Sans"/>
              </a:rPr>
              <a:t>pre-copy</a:t>
            </a:r>
            <a:endParaRPr sz="1950">
              <a:latin typeface="DejaVu Sans"/>
              <a:cs typeface="DejaVu Sans"/>
            </a:endParaRPr>
          </a:p>
        </p:txBody>
      </p:sp>
      <p:sp>
        <p:nvSpPr>
          <p:cNvPr id="18" name="object 18"/>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15</a:t>
            </a:fld>
            <a:endParaRPr spc="5" dirty="0"/>
          </a:p>
        </p:txBody>
      </p:sp>
      <p:sp>
        <p:nvSpPr>
          <p:cNvPr id="3" name="object 3"/>
          <p:cNvSpPr txBox="1"/>
          <p:nvPr/>
        </p:nvSpPr>
        <p:spPr>
          <a:xfrm>
            <a:off x="1176019" y="142112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4" name="object 4"/>
          <p:cNvSpPr txBox="1"/>
          <p:nvPr/>
        </p:nvSpPr>
        <p:spPr>
          <a:xfrm>
            <a:off x="1518919" y="1591310"/>
            <a:ext cx="34290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V</a:t>
            </a:r>
            <a:r>
              <a:rPr sz="1600" spc="15" dirty="0">
                <a:solidFill>
                  <a:srgbClr val="585858"/>
                </a:solidFill>
                <a:latin typeface="DejaVu Sans"/>
                <a:cs typeface="DejaVu Sans"/>
              </a:rPr>
              <a:t>M</a:t>
            </a:r>
            <a:endParaRPr sz="1600">
              <a:latin typeface="DejaVu Sans"/>
              <a:cs typeface="DejaVu Sans"/>
            </a:endParaRPr>
          </a:p>
        </p:txBody>
      </p:sp>
      <p:sp>
        <p:nvSpPr>
          <p:cNvPr id="5" name="object 5"/>
          <p:cNvSpPr txBox="1"/>
          <p:nvPr/>
        </p:nvSpPr>
        <p:spPr>
          <a:xfrm>
            <a:off x="2039620" y="2094230"/>
            <a:ext cx="2172335" cy="261610"/>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All </a:t>
            </a:r>
            <a:r>
              <a:rPr sz="1600" spc="10" dirty="0">
                <a:solidFill>
                  <a:srgbClr val="585858"/>
                </a:solidFill>
                <a:latin typeface="DejaVu Sans"/>
                <a:cs typeface="DejaVu Sans"/>
              </a:rPr>
              <a:t>memory at</a:t>
            </a:r>
            <a:r>
              <a:rPr sz="1600" spc="-35" dirty="0">
                <a:solidFill>
                  <a:srgbClr val="585858"/>
                </a:solidFill>
                <a:latin typeface="DejaVu Sans"/>
                <a:cs typeface="DejaVu Sans"/>
              </a:rPr>
              <a:t> </a:t>
            </a:r>
            <a:r>
              <a:rPr sz="1600" spc="10" dirty="0">
                <a:solidFill>
                  <a:srgbClr val="585858"/>
                </a:solidFill>
                <a:latin typeface="DejaVu Sans"/>
                <a:cs typeface="DejaVu Sans"/>
              </a:rPr>
              <a:t>hand</a:t>
            </a:r>
            <a:endParaRPr sz="1600" dirty="0">
              <a:latin typeface="DejaVu Sans"/>
              <a:cs typeface="DejaVu Sans"/>
            </a:endParaRPr>
          </a:p>
        </p:txBody>
      </p:sp>
      <p:sp>
        <p:nvSpPr>
          <p:cNvPr id="6" name="object 6"/>
          <p:cNvSpPr txBox="1"/>
          <p:nvPr/>
        </p:nvSpPr>
        <p:spPr>
          <a:xfrm>
            <a:off x="1715770" y="1971040"/>
            <a:ext cx="173990" cy="915669"/>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a:p>
            <a:pPr marL="12700">
              <a:lnSpc>
                <a:spcPct val="100000"/>
              </a:lnSpc>
              <a:spcBef>
                <a:spcPts val="1970"/>
              </a:spcBef>
            </a:pPr>
            <a:r>
              <a:rPr sz="2100" spc="395" dirty="0">
                <a:latin typeface="Trebuchet MS"/>
                <a:cs typeface="Trebuchet MS"/>
              </a:rPr>
              <a:t>–</a:t>
            </a:r>
            <a:endParaRPr sz="2100">
              <a:latin typeface="Trebuchet MS"/>
              <a:cs typeface="Trebuchet MS"/>
            </a:endParaRPr>
          </a:p>
        </p:txBody>
      </p:sp>
      <p:sp>
        <p:nvSpPr>
          <p:cNvPr id="7" name="object 7"/>
          <p:cNvSpPr txBox="1"/>
          <p:nvPr/>
        </p:nvSpPr>
        <p:spPr>
          <a:xfrm>
            <a:off x="2039620" y="2664460"/>
            <a:ext cx="2063750"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Plain address</a:t>
            </a:r>
            <a:r>
              <a:rPr sz="1600" spc="-45" dirty="0">
                <a:solidFill>
                  <a:srgbClr val="585858"/>
                </a:solidFill>
                <a:latin typeface="DejaVu Sans"/>
                <a:cs typeface="DejaVu Sans"/>
              </a:rPr>
              <a:t> </a:t>
            </a:r>
            <a:r>
              <a:rPr sz="1600" spc="5" dirty="0">
                <a:solidFill>
                  <a:srgbClr val="585858"/>
                </a:solidFill>
                <a:latin typeface="DejaVu Sans"/>
                <a:cs typeface="DejaVu Sans"/>
              </a:rPr>
              <a:t>space</a:t>
            </a:r>
            <a:endParaRPr sz="1600">
              <a:latin typeface="DejaVu Sans"/>
              <a:cs typeface="DejaVu Sans"/>
            </a:endParaRPr>
          </a:p>
        </p:txBody>
      </p:sp>
      <p:sp>
        <p:nvSpPr>
          <p:cNvPr id="8" name="object 8"/>
          <p:cNvSpPr txBox="1"/>
          <p:nvPr/>
        </p:nvSpPr>
        <p:spPr>
          <a:xfrm>
            <a:off x="1176019" y="306577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9" name="object 9"/>
          <p:cNvSpPr txBox="1"/>
          <p:nvPr/>
        </p:nvSpPr>
        <p:spPr>
          <a:xfrm>
            <a:off x="1518919" y="3235960"/>
            <a:ext cx="1033144"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dirty="0">
                <a:solidFill>
                  <a:srgbClr val="585858"/>
                </a:solidFill>
                <a:latin typeface="DejaVu Sans"/>
                <a:cs typeface="DejaVu Sans"/>
              </a:rPr>
              <a:t>t</a:t>
            </a:r>
            <a:r>
              <a:rPr sz="1600" spc="10" dirty="0">
                <a:solidFill>
                  <a:srgbClr val="585858"/>
                </a:solidFill>
                <a:latin typeface="DejaVu Sans"/>
                <a:cs typeface="DejaVu Sans"/>
              </a:rPr>
              <a:t>ain</a:t>
            </a:r>
            <a:r>
              <a:rPr sz="1600" dirty="0">
                <a:solidFill>
                  <a:srgbClr val="585858"/>
                </a:solidFill>
                <a:latin typeface="DejaVu Sans"/>
                <a:cs typeface="DejaVu Sans"/>
              </a:rPr>
              <a:t>e</a:t>
            </a:r>
            <a:r>
              <a:rPr sz="1600" spc="5" dirty="0">
                <a:solidFill>
                  <a:srgbClr val="585858"/>
                </a:solidFill>
                <a:latin typeface="DejaVu Sans"/>
                <a:cs typeface="DejaVu Sans"/>
              </a:rPr>
              <a:t>r</a:t>
            </a:r>
            <a:endParaRPr sz="1600">
              <a:latin typeface="DejaVu Sans"/>
              <a:cs typeface="DejaVu Sans"/>
            </a:endParaRPr>
          </a:p>
        </p:txBody>
      </p:sp>
      <p:sp>
        <p:nvSpPr>
          <p:cNvPr id="10" name="object 10"/>
          <p:cNvSpPr txBox="1"/>
          <p:nvPr/>
        </p:nvSpPr>
        <p:spPr>
          <a:xfrm>
            <a:off x="1715770" y="371855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11" name="object 11"/>
          <p:cNvSpPr txBox="1"/>
          <p:nvPr/>
        </p:nvSpPr>
        <p:spPr>
          <a:xfrm>
            <a:off x="2039620" y="3841750"/>
            <a:ext cx="862965"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M</a:t>
            </a:r>
            <a:r>
              <a:rPr sz="1600" spc="10" dirty="0">
                <a:solidFill>
                  <a:srgbClr val="585858"/>
                </a:solidFill>
                <a:latin typeface="DejaVu Sans"/>
                <a:cs typeface="DejaVu Sans"/>
              </a:rPr>
              <a:t>em</a:t>
            </a:r>
            <a:r>
              <a:rPr sz="1600" spc="15" dirty="0">
                <a:solidFill>
                  <a:srgbClr val="585858"/>
                </a:solidFill>
                <a:latin typeface="DejaVu Sans"/>
                <a:cs typeface="DejaVu Sans"/>
              </a:rPr>
              <a:t>o</a:t>
            </a:r>
            <a:r>
              <a:rPr sz="1600" spc="10" dirty="0">
                <a:solidFill>
                  <a:srgbClr val="585858"/>
                </a:solidFill>
                <a:latin typeface="DejaVu Sans"/>
                <a:cs typeface="DejaVu Sans"/>
              </a:rPr>
              <a:t>ry</a:t>
            </a:r>
            <a:endParaRPr sz="1600">
              <a:latin typeface="DejaVu Sans"/>
              <a:cs typeface="DejaVu Sans"/>
            </a:endParaRPr>
          </a:p>
        </p:txBody>
      </p:sp>
      <p:sp>
        <p:nvSpPr>
          <p:cNvPr id="12" name="object 12"/>
          <p:cNvSpPr txBox="1"/>
          <p:nvPr/>
        </p:nvSpPr>
        <p:spPr>
          <a:xfrm>
            <a:off x="2184400" y="436372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3" name="object 13"/>
          <p:cNvSpPr txBox="1"/>
          <p:nvPr/>
        </p:nvSpPr>
        <p:spPr>
          <a:xfrm>
            <a:off x="2471420" y="4411979"/>
            <a:ext cx="4843780"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is </a:t>
            </a:r>
            <a:r>
              <a:rPr sz="1600" dirty="0">
                <a:solidFill>
                  <a:srgbClr val="585858"/>
                </a:solidFill>
                <a:latin typeface="DejaVu Sans"/>
                <a:cs typeface="DejaVu Sans"/>
              </a:rPr>
              <a:t>scat</a:t>
            </a:r>
            <a:r>
              <a:rPr lang="en-US" sz="1600" dirty="0">
                <a:solidFill>
                  <a:srgbClr val="585858"/>
                </a:solidFill>
                <a:latin typeface="DejaVu Sans"/>
                <a:cs typeface="DejaVu Sans"/>
              </a:rPr>
              <a:t>t</a:t>
            </a:r>
            <a:r>
              <a:rPr sz="1600" dirty="0">
                <a:solidFill>
                  <a:srgbClr val="585858"/>
                </a:solidFill>
                <a:latin typeface="DejaVu Sans"/>
                <a:cs typeface="DejaVu Sans"/>
              </a:rPr>
              <a:t>ered </a:t>
            </a:r>
            <a:r>
              <a:rPr lang="en-US" sz="1600" dirty="0">
                <a:solidFill>
                  <a:srgbClr val="585858"/>
                </a:solidFill>
                <a:latin typeface="DejaVu Sans"/>
                <a:cs typeface="DejaVu Sans"/>
              </a:rPr>
              <a:t>all </a:t>
            </a:r>
            <a:r>
              <a:rPr sz="1600" spc="5" dirty="0">
                <a:solidFill>
                  <a:srgbClr val="585858"/>
                </a:solidFill>
                <a:latin typeface="DejaVu Sans"/>
                <a:cs typeface="DejaVu Sans"/>
              </a:rPr>
              <a:t>over </a:t>
            </a:r>
            <a:r>
              <a:rPr sz="1600" spc="10" dirty="0">
                <a:solidFill>
                  <a:srgbClr val="585858"/>
                </a:solidFill>
                <a:latin typeface="DejaVu Sans"/>
                <a:cs typeface="DejaVu Sans"/>
              </a:rPr>
              <a:t>the</a:t>
            </a:r>
            <a:r>
              <a:rPr sz="1600" spc="-40" dirty="0">
                <a:solidFill>
                  <a:srgbClr val="585858"/>
                </a:solidFill>
                <a:latin typeface="DejaVu Sans"/>
                <a:cs typeface="DejaVu Sans"/>
              </a:rPr>
              <a:t> </a:t>
            </a:r>
            <a:r>
              <a:rPr sz="1600" spc="5" dirty="0">
                <a:solidFill>
                  <a:srgbClr val="585858"/>
                </a:solidFill>
                <a:latin typeface="DejaVu Sans"/>
                <a:cs typeface="DejaVu Sans"/>
              </a:rPr>
              <a:t>processes</a:t>
            </a:r>
            <a:endParaRPr sz="1600" dirty="0">
              <a:latin typeface="DejaVu Sans"/>
              <a:cs typeface="DejaVu Sans"/>
            </a:endParaRPr>
          </a:p>
        </p:txBody>
      </p:sp>
      <p:sp>
        <p:nvSpPr>
          <p:cNvPr id="14" name="object 14"/>
          <p:cNvSpPr txBox="1"/>
          <p:nvPr/>
        </p:nvSpPr>
        <p:spPr>
          <a:xfrm>
            <a:off x="2184400" y="489839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5" name="object 15"/>
          <p:cNvSpPr txBox="1"/>
          <p:nvPr/>
        </p:nvSpPr>
        <p:spPr>
          <a:xfrm>
            <a:off x="2471420" y="4946650"/>
            <a:ext cx="4691380" cy="261610"/>
          </a:xfrm>
          <a:prstGeom prst="rect">
            <a:avLst/>
          </a:prstGeom>
        </p:spPr>
        <p:txBody>
          <a:bodyPr vert="horz" wrap="square" lIns="0" tIns="15240" rIns="0" bIns="0" rtlCol="0">
            <a:spAutoFit/>
          </a:bodyPr>
          <a:lstStyle/>
          <a:p>
            <a:pPr marL="12700">
              <a:lnSpc>
                <a:spcPct val="100000"/>
              </a:lnSpc>
              <a:spcBef>
                <a:spcPts val="120"/>
              </a:spcBef>
            </a:pPr>
            <a:r>
              <a:rPr lang="en-US" sz="1600" spc="10" dirty="0">
                <a:solidFill>
                  <a:srgbClr val="585858"/>
                </a:solidFill>
                <a:latin typeface="DejaVu Sans"/>
                <a:cs typeface="DejaVu Sans"/>
              </a:rPr>
              <a:t>may</a:t>
            </a:r>
            <a:r>
              <a:rPr sz="1600" spc="10" dirty="0">
                <a:solidFill>
                  <a:srgbClr val="585858"/>
                </a:solidFill>
                <a:latin typeface="DejaVu Sans"/>
                <a:cs typeface="DejaVu Sans"/>
              </a:rPr>
              <a:t> be </a:t>
            </a:r>
            <a:r>
              <a:rPr sz="1600" spc="5" dirty="0">
                <a:solidFill>
                  <a:srgbClr val="585858"/>
                </a:solidFill>
                <a:latin typeface="DejaVu Sans"/>
                <a:cs typeface="DejaVu Sans"/>
              </a:rPr>
              <a:t>(or </a:t>
            </a:r>
            <a:r>
              <a:rPr lang="en-US" sz="1600" spc="10" dirty="0">
                <a:solidFill>
                  <a:srgbClr val="585858"/>
                </a:solidFill>
                <a:latin typeface="DejaVu Sans"/>
                <a:cs typeface="DejaVu Sans"/>
              </a:rPr>
              <a:t>may not</a:t>
            </a:r>
            <a:r>
              <a:rPr sz="1600" spc="10" dirty="0">
                <a:solidFill>
                  <a:srgbClr val="585858"/>
                </a:solidFill>
                <a:latin typeface="DejaVu Sans"/>
                <a:cs typeface="DejaVu Sans"/>
              </a:rPr>
              <a:t> </a:t>
            </a:r>
            <a:r>
              <a:rPr sz="1600" spc="15" dirty="0">
                <a:solidFill>
                  <a:srgbClr val="585858"/>
                </a:solidFill>
                <a:latin typeface="DejaVu Sans"/>
                <a:cs typeface="DejaVu Sans"/>
              </a:rPr>
              <a:t>be</a:t>
            </a:r>
            <a:r>
              <a:rPr sz="1600" spc="10" dirty="0">
                <a:solidFill>
                  <a:srgbClr val="585858"/>
                </a:solidFill>
                <a:latin typeface="DejaVu Sans"/>
                <a:cs typeface="DejaVu Sans"/>
              </a:rPr>
              <a:t>)</a:t>
            </a:r>
            <a:r>
              <a:rPr sz="1600" spc="-60" dirty="0">
                <a:solidFill>
                  <a:srgbClr val="585858"/>
                </a:solidFill>
                <a:latin typeface="DejaVu Sans"/>
                <a:cs typeface="DejaVu Sans"/>
              </a:rPr>
              <a:t> </a:t>
            </a:r>
            <a:r>
              <a:rPr sz="1600" dirty="0">
                <a:solidFill>
                  <a:srgbClr val="585858"/>
                </a:solidFill>
                <a:latin typeface="DejaVu Sans"/>
                <a:cs typeface="DejaVu Sans"/>
              </a:rPr>
              <a:t>shared</a:t>
            </a:r>
            <a:endParaRPr sz="1600" dirty="0">
              <a:latin typeface="DejaVu Sans"/>
              <a:cs typeface="DejaVu Sans"/>
            </a:endParaRPr>
          </a:p>
        </p:txBody>
      </p:sp>
      <p:sp>
        <p:nvSpPr>
          <p:cNvPr id="16" name="object 16"/>
          <p:cNvSpPr txBox="1"/>
          <p:nvPr/>
        </p:nvSpPr>
        <p:spPr>
          <a:xfrm>
            <a:off x="2184400" y="543305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7" name="object 17"/>
          <p:cNvSpPr txBox="1"/>
          <p:nvPr/>
        </p:nvSpPr>
        <p:spPr>
          <a:xfrm>
            <a:off x="2471420" y="5481320"/>
            <a:ext cx="6291580"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can be </a:t>
            </a:r>
            <a:r>
              <a:rPr sz="1600" spc="5" dirty="0">
                <a:solidFill>
                  <a:srgbClr val="585858"/>
                </a:solidFill>
                <a:latin typeface="DejaVu Sans"/>
                <a:cs typeface="DejaVu Sans"/>
              </a:rPr>
              <a:t>(or </a:t>
            </a:r>
            <a:r>
              <a:rPr sz="1600" spc="10" dirty="0">
                <a:solidFill>
                  <a:srgbClr val="585858"/>
                </a:solidFill>
                <a:latin typeface="DejaVu Sans"/>
                <a:cs typeface="DejaVu Sans"/>
              </a:rPr>
              <a:t>can </a:t>
            </a:r>
            <a:r>
              <a:rPr lang="en-US" sz="1600" spc="10" dirty="0">
                <a:solidFill>
                  <a:srgbClr val="585858"/>
                </a:solidFill>
                <a:latin typeface="DejaVu Sans"/>
                <a:cs typeface="DejaVu Sans"/>
              </a:rPr>
              <a:t>not </a:t>
            </a:r>
            <a:r>
              <a:rPr sz="1600" spc="15" dirty="0">
                <a:solidFill>
                  <a:srgbClr val="585858"/>
                </a:solidFill>
                <a:latin typeface="DejaVu Sans"/>
                <a:cs typeface="DejaVu Sans"/>
              </a:rPr>
              <a:t>be</a:t>
            </a:r>
            <a:r>
              <a:rPr sz="1600" spc="10" dirty="0">
                <a:solidFill>
                  <a:srgbClr val="585858"/>
                </a:solidFill>
                <a:latin typeface="DejaVu Sans"/>
                <a:cs typeface="DejaVu Sans"/>
              </a:rPr>
              <a:t>) mapped to disk</a:t>
            </a:r>
            <a:r>
              <a:rPr sz="1600" spc="-65" dirty="0">
                <a:solidFill>
                  <a:srgbClr val="585858"/>
                </a:solidFill>
                <a:latin typeface="DejaVu Sans"/>
                <a:cs typeface="DejaVu Sans"/>
              </a:rPr>
              <a:t> </a:t>
            </a:r>
            <a:r>
              <a:rPr sz="1600" dirty="0">
                <a:solidFill>
                  <a:srgbClr val="585858"/>
                </a:solidFill>
                <a:latin typeface="DejaVu Sans"/>
                <a:cs typeface="DejaVu Sans"/>
              </a:rPr>
              <a:t>files</a:t>
            </a:r>
            <a:endParaRPr sz="1600" dirty="0">
              <a:latin typeface="DejaVu Sans"/>
              <a:cs typeface="DejaVu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39469"/>
            <a:ext cx="1351280" cy="325755"/>
          </a:xfrm>
          <a:prstGeom prst="rect">
            <a:avLst/>
          </a:prstGeom>
        </p:spPr>
        <p:txBody>
          <a:bodyPr vert="horz" wrap="square" lIns="0" tIns="15240" rIns="0" bIns="0" rtlCol="0">
            <a:spAutoFit/>
          </a:bodyPr>
          <a:lstStyle/>
          <a:p>
            <a:pPr marL="12700">
              <a:lnSpc>
                <a:spcPct val="100000"/>
              </a:lnSpc>
              <a:spcBef>
                <a:spcPts val="120"/>
              </a:spcBef>
            </a:pPr>
            <a:r>
              <a:rPr sz="1950" spc="5" dirty="0">
                <a:solidFill>
                  <a:srgbClr val="3F3F3F"/>
                </a:solidFill>
                <a:latin typeface="DejaVu Sans"/>
                <a:cs typeface="DejaVu Sans"/>
              </a:rPr>
              <a:t>Save</a:t>
            </a:r>
            <a:r>
              <a:rPr sz="1950" spc="-65" dirty="0">
                <a:solidFill>
                  <a:srgbClr val="3F3F3F"/>
                </a:solidFill>
                <a:latin typeface="DejaVu Sans"/>
                <a:cs typeface="DejaVu Sans"/>
              </a:rPr>
              <a:t> </a:t>
            </a:r>
            <a:r>
              <a:rPr sz="1950" spc="5" dirty="0">
                <a:solidFill>
                  <a:srgbClr val="3F3F3F"/>
                </a:solidFill>
                <a:latin typeface="DejaVu Sans"/>
                <a:cs typeface="DejaVu Sans"/>
              </a:rPr>
              <a:t>state</a:t>
            </a:r>
            <a:endParaRPr sz="1950">
              <a:latin typeface="DejaVu Sans"/>
              <a:cs typeface="DejaVu Sans"/>
            </a:endParaRPr>
          </a:p>
        </p:txBody>
      </p:sp>
      <p:sp>
        <p:nvSpPr>
          <p:cNvPr id="19" name="object 19"/>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16</a:t>
            </a:fld>
            <a:endParaRPr spc="5" dirty="0"/>
          </a:p>
        </p:txBody>
      </p:sp>
      <p:sp>
        <p:nvSpPr>
          <p:cNvPr id="3" name="object 3"/>
          <p:cNvSpPr txBox="1"/>
          <p:nvPr/>
        </p:nvSpPr>
        <p:spPr>
          <a:xfrm>
            <a:off x="1176019" y="142112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4" name="object 4"/>
          <p:cNvSpPr txBox="1"/>
          <p:nvPr/>
        </p:nvSpPr>
        <p:spPr>
          <a:xfrm>
            <a:off x="1518919" y="1591310"/>
            <a:ext cx="34290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V</a:t>
            </a:r>
            <a:r>
              <a:rPr sz="1600" spc="15" dirty="0">
                <a:solidFill>
                  <a:srgbClr val="585858"/>
                </a:solidFill>
                <a:latin typeface="DejaVu Sans"/>
                <a:cs typeface="DejaVu Sans"/>
              </a:rPr>
              <a:t>M</a:t>
            </a:r>
            <a:endParaRPr sz="1600">
              <a:latin typeface="DejaVu Sans"/>
              <a:cs typeface="DejaVu Sans"/>
            </a:endParaRPr>
          </a:p>
        </p:txBody>
      </p:sp>
      <p:sp>
        <p:nvSpPr>
          <p:cNvPr id="5" name="object 5"/>
          <p:cNvSpPr txBox="1"/>
          <p:nvPr/>
        </p:nvSpPr>
        <p:spPr>
          <a:xfrm>
            <a:off x="1715770" y="1971040"/>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6" name="object 6"/>
          <p:cNvSpPr txBox="1"/>
          <p:nvPr/>
        </p:nvSpPr>
        <p:spPr>
          <a:xfrm>
            <a:off x="2039620" y="2094230"/>
            <a:ext cx="160655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Hardware</a:t>
            </a:r>
            <a:r>
              <a:rPr sz="1600" spc="-45"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7" name="object 7"/>
          <p:cNvSpPr txBox="1"/>
          <p:nvPr/>
        </p:nvSpPr>
        <p:spPr>
          <a:xfrm>
            <a:off x="2184400" y="261620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8" name="object 8"/>
          <p:cNvSpPr txBox="1"/>
          <p:nvPr/>
        </p:nvSpPr>
        <p:spPr>
          <a:xfrm>
            <a:off x="2471420" y="2664460"/>
            <a:ext cx="2156460" cy="272415"/>
          </a:xfrm>
          <a:prstGeom prst="rect">
            <a:avLst/>
          </a:prstGeom>
        </p:spPr>
        <p:txBody>
          <a:bodyPr vert="horz" wrap="square" lIns="0" tIns="15240" rIns="0" bIns="0" rtlCol="0">
            <a:spAutoFit/>
          </a:bodyPr>
          <a:lstStyle/>
          <a:p>
            <a:pPr marL="12700">
              <a:lnSpc>
                <a:spcPct val="100000"/>
              </a:lnSpc>
              <a:spcBef>
                <a:spcPts val="120"/>
              </a:spcBef>
            </a:pPr>
            <a:r>
              <a:rPr sz="1600" spc="-60" dirty="0">
                <a:solidFill>
                  <a:srgbClr val="585858"/>
                </a:solidFill>
                <a:latin typeface="DejaVu Sans"/>
                <a:cs typeface="DejaVu Sans"/>
              </a:rPr>
              <a:t>Tree </a:t>
            </a:r>
            <a:r>
              <a:rPr sz="1600" spc="10" dirty="0">
                <a:solidFill>
                  <a:srgbClr val="585858"/>
                </a:solidFill>
                <a:latin typeface="DejaVu Sans"/>
                <a:cs typeface="DejaVu Sans"/>
              </a:rPr>
              <a:t>of ~100</a:t>
            </a:r>
            <a:r>
              <a:rPr sz="1600" dirty="0">
                <a:solidFill>
                  <a:srgbClr val="585858"/>
                </a:solidFill>
                <a:latin typeface="DejaVu Sans"/>
                <a:cs typeface="DejaVu Sans"/>
              </a:rPr>
              <a:t> </a:t>
            </a:r>
            <a:r>
              <a:rPr sz="1600" spc="5" dirty="0">
                <a:solidFill>
                  <a:srgbClr val="585858"/>
                </a:solidFill>
                <a:latin typeface="DejaVu Sans"/>
                <a:cs typeface="DejaVu Sans"/>
              </a:rPr>
              <a:t>objects</a:t>
            </a:r>
            <a:endParaRPr sz="1600">
              <a:latin typeface="DejaVu Sans"/>
              <a:cs typeface="DejaVu Sans"/>
            </a:endParaRPr>
          </a:p>
        </p:txBody>
      </p:sp>
      <p:sp>
        <p:nvSpPr>
          <p:cNvPr id="9" name="object 9"/>
          <p:cNvSpPr txBox="1"/>
          <p:nvPr/>
        </p:nvSpPr>
        <p:spPr>
          <a:xfrm>
            <a:off x="2184400" y="315087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0" name="object 10"/>
          <p:cNvSpPr txBox="1"/>
          <p:nvPr/>
        </p:nvSpPr>
        <p:spPr>
          <a:xfrm>
            <a:off x="2471420" y="3199129"/>
            <a:ext cx="4005580" cy="261610"/>
          </a:xfrm>
          <a:prstGeom prst="rect">
            <a:avLst/>
          </a:prstGeom>
        </p:spPr>
        <p:txBody>
          <a:bodyPr vert="horz" wrap="square" lIns="0" tIns="15240" rIns="0" bIns="0" rtlCol="0">
            <a:spAutoFit/>
          </a:bodyPr>
          <a:lstStyle/>
          <a:p>
            <a:pPr marL="12700">
              <a:lnSpc>
                <a:spcPct val="100000"/>
              </a:lnSpc>
              <a:spcBef>
                <a:spcPts val="120"/>
              </a:spcBef>
            </a:pPr>
            <a:r>
              <a:rPr sz="1600" spc="-30" dirty="0">
                <a:solidFill>
                  <a:srgbClr val="585858"/>
                </a:solidFill>
                <a:latin typeface="DejaVu Sans"/>
                <a:cs typeface="DejaVu Sans"/>
              </a:rPr>
              <a:t>Fixed </a:t>
            </a:r>
            <a:r>
              <a:rPr sz="1600" spc="10" dirty="0">
                <a:solidFill>
                  <a:srgbClr val="585858"/>
                </a:solidFill>
                <a:latin typeface="DejaVu Sans"/>
                <a:cs typeface="DejaVu Sans"/>
              </a:rPr>
              <a:t>amount of data </a:t>
            </a:r>
            <a:r>
              <a:rPr lang="en-US" sz="1600" spc="5" dirty="0">
                <a:solidFill>
                  <a:srgbClr val="585858"/>
                </a:solidFill>
                <a:latin typeface="DejaVu Sans"/>
                <a:cs typeface="DejaVu Sans"/>
              </a:rPr>
              <a:t>for</a:t>
            </a:r>
            <a:r>
              <a:rPr sz="1600" spc="20" dirty="0">
                <a:solidFill>
                  <a:srgbClr val="585858"/>
                </a:solidFill>
                <a:latin typeface="DejaVu Sans"/>
                <a:cs typeface="DejaVu Sans"/>
              </a:rPr>
              <a:t> </a:t>
            </a:r>
            <a:r>
              <a:rPr sz="1600" spc="5" dirty="0">
                <a:solidFill>
                  <a:srgbClr val="585858"/>
                </a:solidFill>
                <a:latin typeface="DejaVu Sans"/>
                <a:cs typeface="DejaVu Sans"/>
              </a:rPr>
              <a:t>each</a:t>
            </a:r>
            <a:r>
              <a:rPr lang="en-US" sz="1600" spc="5" dirty="0">
                <a:solidFill>
                  <a:srgbClr val="585858"/>
                </a:solidFill>
                <a:latin typeface="DejaVu Sans"/>
                <a:cs typeface="DejaVu Sans"/>
              </a:rPr>
              <a:t> VM (?)</a:t>
            </a:r>
            <a:endParaRPr sz="1600" dirty="0">
              <a:latin typeface="DejaVu Sans"/>
              <a:cs typeface="DejaVu Sans"/>
            </a:endParaRPr>
          </a:p>
        </p:txBody>
      </p:sp>
      <p:sp>
        <p:nvSpPr>
          <p:cNvPr id="11" name="object 11"/>
          <p:cNvSpPr txBox="1"/>
          <p:nvPr/>
        </p:nvSpPr>
        <p:spPr>
          <a:xfrm>
            <a:off x="1176019" y="3564890"/>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12" name="object 12"/>
          <p:cNvSpPr txBox="1"/>
          <p:nvPr/>
        </p:nvSpPr>
        <p:spPr>
          <a:xfrm>
            <a:off x="1518919" y="3733800"/>
            <a:ext cx="1033144"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dirty="0">
                <a:solidFill>
                  <a:srgbClr val="585858"/>
                </a:solidFill>
                <a:latin typeface="DejaVu Sans"/>
                <a:cs typeface="DejaVu Sans"/>
              </a:rPr>
              <a:t>t</a:t>
            </a:r>
            <a:r>
              <a:rPr sz="1600" spc="10" dirty="0">
                <a:solidFill>
                  <a:srgbClr val="585858"/>
                </a:solidFill>
                <a:latin typeface="DejaVu Sans"/>
                <a:cs typeface="DejaVu Sans"/>
              </a:rPr>
              <a:t>ain</a:t>
            </a:r>
            <a:r>
              <a:rPr sz="1600" dirty="0">
                <a:solidFill>
                  <a:srgbClr val="585858"/>
                </a:solidFill>
                <a:latin typeface="DejaVu Sans"/>
                <a:cs typeface="DejaVu Sans"/>
              </a:rPr>
              <a:t>e</a:t>
            </a:r>
            <a:r>
              <a:rPr sz="1600" spc="5" dirty="0">
                <a:solidFill>
                  <a:srgbClr val="585858"/>
                </a:solidFill>
                <a:latin typeface="DejaVu Sans"/>
                <a:cs typeface="DejaVu Sans"/>
              </a:rPr>
              <a:t>r</a:t>
            </a:r>
            <a:endParaRPr sz="1600">
              <a:latin typeface="DejaVu Sans"/>
              <a:cs typeface="DejaVu Sans"/>
            </a:endParaRPr>
          </a:p>
        </p:txBody>
      </p:sp>
      <p:sp>
        <p:nvSpPr>
          <p:cNvPr id="13" name="object 13"/>
          <p:cNvSpPr txBox="1"/>
          <p:nvPr/>
        </p:nvSpPr>
        <p:spPr>
          <a:xfrm>
            <a:off x="1715770" y="4216400"/>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14" name="object 14"/>
          <p:cNvSpPr txBox="1"/>
          <p:nvPr/>
        </p:nvSpPr>
        <p:spPr>
          <a:xfrm>
            <a:off x="2039620" y="4340859"/>
            <a:ext cx="6799580" cy="507831"/>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State </a:t>
            </a:r>
            <a:r>
              <a:rPr sz="1600" spc="5" dirty="0">
                <a:solidFill>
                  <a:srgbClr val="585858"/>
                </a:solidFill>
                <a:latin typeface="DejaVu Sans"/>
                <a:cs typeface="DejaVu Sans"/>
              </a:rPr>
              <a:t>of </a:t>
            </a:r>
            <a:r>
              <a:rPr sz="1600" i="1" spc="5" dirty="0">
                <a:solidFill>
                  <a:srgbClr val="585858"/>
                </a:solidFill>
                <a:latin typeface="DejaVu Sans"/>
                <a:cs typeface="DejaVu Sans"/>
              </a:rPr>
              <a:t>all</a:t>
            </a:r>
            <a:r>
              <a:rPr sz="1600" i="1" spc="-30" dirty="0">
                <a:solidFill>
                  <a:srgbClr val="585858"/>
                </a:solidFill>
                <a:latin typeface="DejaVu Sans"/>
                <a:cs typeface="DejaVu Sans"/>
              </a:rPr>
              <a:t> </a:t>
            </a:r>
            <a:r>
              <a:rPr sz="1600" spc="5" dirty="0">
                <a:solidFill>
                  <a:srgbClr val="585858"/>
                </a:solidFill>
                <a:latin typeface="DejaVu Sans"/>
                <a:cs typeface="DejaVu Sans"/>
              </a:rPr>
              <a:t>objects</a:t>
            </a:r>
            <a:r>
              <a:rPr lang="en-US" sz="1600" spc="5" dirty="0">
                <a:solidFill>
                  <a:srgbClr val="585858"/>
                </a:solidFill>
                <a:latin typeface="DejaVu Sans"/>
                <a:cs typeface="DejaVu Sans"/>
              </a:rPr>
              <a:t> – need to track down the relationship between containers</a:t>
            </a:r>
            <a:endParaRPr sz="1600" dirty="0">
              <a:latin typeface="DejaVu Sans"/>
              <a:cs typeface="DejaVu Sans"/>
            </a:endParaRPr>
          </a:p>
        </p:txBody>
      </p:sp>
      <p:sp>
        <p:nvSpPr>
          <p:cNvPr id="15" name="object 15"/>
          <p:cNvSpPr txBox="1"/>
          <p:nvPr/>
        </p:nvSpPr>
        <p:spPr>
          <a:xfrm>
            <a:off x="2184400" y="486282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6" name="object 16"/>
          <p:cNvSpPr txBox="1"/>
          <p:nvPr/>
        </p:nvSpPr>
        <p:spPr>
          <a:xfrm>
            <a:off x="2471420" y="4911089"/>
            <a:ext cx="3091815"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Graph of up to ~1000</a:t>
            </a:r>
            <a:r>
              <a:rPr sz="1600" spc="-55" dirty="0">
                <a:solidFill>
                  <a:srgbClr val="585858"/>
                </a:solidFill>
                <a:latin typeface="DejaVu Sans"/>
                <a:cs typeface="DejaVu Sans"/>
              </a:rPr>
              <a:t> </a:t>
            </a:r>
            <a:r>
              <a:rPr sz="1600" spc="5" dirty="0">
                <a:solidFill>
                  <a:srgbClr val="585858"/>
                </a:solidFill>
                <a:latin typeface="DejaVu Sans"/>
                <a:cs typeface="DejaVu Sans"/>
              </a:rPr>
              <a:t>objects</a:t>
            </a:r>
            <a:endParaRPr lang="en-US" sz="1600" spc="5" dirty="0">
              <a:solidFill>
                <a:srgbClr val="585858"/>
              </a:solidFill>
              <a:latin typeface="DejaVu Sans"/>
              <a:cs typeface="DejaVu Sans"/>
            </a:endParaRPr>
          </a:p>
        </p:txBody>
      </p:sp>
      <p:sp>
        <p:nvSpPr>
          <p:cNvPr id="17" name="object 17"/>
          <p:cNvSpPr txBox="1"/>
          <p:nvPr/>
        </p:nvSpPr>
        <p:spPr>
          <a:xfrm>
            <a:off x="2184400" y="5396229"/>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8" name="object 18"/>
          <p:cNvSpPr txBox="1"/>
          <p:nvPr/>
        </p:nvSpPr>
        <p:spPr>
          <a:xfrm>
            <a:off x="2471420" y="5445760"/>
            <a:ext cx="6367780" cy="261610"/>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All </a:t>
            </a:r>
            <a:r>
              <a:rPr sz="1600" spc="10" dirty="0">
                <a:solidFill>
                  <a:srgbClr val="585858"/>
                </a:solidFill>
                <a:latin typeface="DejaVu Sans"/>
                <a:cs typeface="DejaVu Sans"/>
              </a:rPr>
              <a:t>have </a:t>
            </a:r>
            <a:r>
              <a:rPr sz="1600" dirty="0">
                <a:solidFill>
                  <a:srgbClr val="585858"/>
                </a:solidFill>
                <a:latin typeface="DejaVu Sans"/>
                <a:cs typeface="DejaVu Sans"/>
              </a:rPr>
              <a:t>different </a:t>
            </a:r>
            <a:r>
              <a:rPr sz="1600" spc="10" dirty="0">
                <a:solidFill>
                  <a:srgbClr val="585858"/>
                </a:solidFill>
                <a:latin typeface="DejaVu Sans"/>
                <a:cs typeface="DejaVu Sans"/>
              </a:rPr>
              <a:t>amount of data, </a:t>
            </a:r>
            <a:r>
              <a:rPr sz="1600" dirty="0">
                <a:solidFill>
                  <a:srgbClr val="585858"/>
                </a:solidFill>
                <a:latin typeface="DejaVu Sans"/>
                <a:cs typeface="DejaVu Sans"/>
              </a:rPr>
              <a:t>different </a:t>
            </a:r>
            <a:r>
              <a:rPr lang="en-US" sz="1600" dirty="0">
                <a:solidFill>
                  <a:srgbClr val="585858"/>
                </a:solidFill>
                <a:latin typeface="DejaVu Sans"/>
                <a:cs typeface="DejaVu Sans"/>
              </a:rPr>
              <a:t>APIs for </a:t>
            </a:r>
            <a:r>
              <a:rPr sz="1600" spc="5" dirty="0">
                <a:solidFill>
                  <a:srgbClr val="585858"/>
                </a:solidFill>
                <a:latin typeface="DejaVu Sans"/>
                <a:cs typeface="DejaVu Sans"/>
              </a:rPr>
              <a:t>reading </a:t>
            </a:r>
            <a:endParaRPr sz="1600" dirty="0">
              <a:latin typeface="DejaVu Sans"/>
              <a:cs typeface="DejaVu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39469"/>
            <a:ext cx="2341880" cy="325755"/>
          </a:xfrm>
          <a:prstGeom prst="rect">
            <a:avLst/>
          </a:prstGeom>
        </p:spPr>
        <p:txBody>
          <a:bodyPr vert="horz" wrap="square" lIns="0" tIns="15240" rIns="0" bIns="0" rtlCol="0">
            <a:spAutoFit/>
          </a:bodyPr>
          <a:lstStyle/>
          <a:p>
            <a:pPr marL="12700">
              <a:lnSpc>
                <a:spcPct val="100000"/>
              </a:lnSpc>
              <a:spcBef>
                <a:spcPts val="120"/>
              </a:spcBef>
            </a:pPr>
            <a:r>
              <a:rPr sz="1950" spc="-15" dirty="0">
                <a:solidFill>
                  <a:srgbClr val="3F3F3F"/>
                </a:solidFill>
                <a:latin typeface="DejaVu Sans"/>
                <a:cs typeface="DejaVu Sans"/>
              </a:rPr>
              <a:t>Restore </a:t>
            </a:r>
            <a:r>
              <a:rPr sz="1950" spc="-10" dirty="0">
                <a:solidFill>
                  <a:srgbClr val="3F3F3F"/>
                </a:solidFill>
                <a:latin typeface="DejaVu Sans"/>
                <a:cs typeface="DejaVu Sans"/>
              </a:rPr>
              <a:t>from</a:t>
            </a:r>
            <a:r>
              <a:rPr sz="1950" spc="-50" dirty="0">
                <a:solidFill>
                  <a:srgbClr val="3F3F3F"/>
                </a:solidFill>
                <a:latin typeface="DejaVu Sans"/>
                <a:cs typeface="DejaVu Sans"/>
              </a:rPr>
              <a:t> </a:t>
            </a:r>
            <a:r>
              <a:rPr sz="1950" spc="5" dirty="0">
                <a:solidFill>
                  <a:srgbClr val="3F3F3F"/>
                </a:solidFill>
                <a:latin typeface="DejaVu Sans"/>
                <a:cs typeface="DejaVu Sans"/>
              </a:rPr>
              <a:t>state</a:t>
            </a:r>
            <a:endParaRPr sz="1950">
              <a:latin typeface="DejaVu Sans"/>
              <a:cs typeface="DejaVu Sans"/>
            </a:endParaRPr>
          </a:p>
        </p:txBody>
      </p:sp>
      <p:sp>
        <p:nvSpPr>
          <p:cNvPr id="14" name="object 14"/>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17</a:t>
            </a:fld>
            <a:endParaRPr spc="5" dirty="0"/>
          </a:p>
        </p:txBody>
      </p:sp>
      <p:sp>
        <p:nvSpPr>
          <p:cNvPr id="3" name="object 3"/>
          <p:cNvSpPr txBox="1"/>
          <p:nvPr/>
        </p:nvSpPr>
        <p:spPr>
          <a:xfrm>
            <a:off x="1176019" y="142112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4" name="object 4"/>
          <p:cNvSpPr txBox="1"/>
          <p:nvPr/>
        </p:nvSpPr>
        <p:spPr>
          <a:xfrm>
            <a:off x="1518919" y="1591310"/>
            <a:ext cx="34290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V</a:t>
            </a:r>
            <a:r>
              <a:rPr sz="1600" spc="15" dirty="0">
                <a:solidFill>
                  <a:srgbClr val="585858"/>
                </a:solidFill>
                <a:latin typeface="DejaVu Sans"/>
                <a:cs typeface="DejaVu Sans"/>
              </a:rPr>
              <a:t>M</a:t>
            </a:r>
            <a:endParaRPr sz="1600">
              <a:latin typeface="DejaVu Sans"/>
              <a:cs typeface="DejaVu Sans"/>
            </a:endParaRPr>
          </a:p>
        </p:txBody>
      </p:sp>
      <p:sp>
        <p:nvSpPr>
          <p:cNvPr id="5" name="object 5"/>
          <p:cNvSpPr txBox="1"/>
          <p:nvPr/>
        </p:nvSpPr>
        <p:spPr>
          <a:xfrm>
            <a:off x="1715770" y="1971040"/>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6" name="object 6"/>
          <p:cNvSpPr txBox="1"/>
          <p:nvPr/>
        </p:nvSpPr>
        <p:spPr>
          <a:xfrm>
            <a:off x="2039620" y="2094230"/>
            <a:ext cx="489267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Copy memory in </a:t>
            </a:r>
            <a:r>
              <a:rPr sz="1600" spc="5" dirty="0">
                <a:solidFill>
                  <a:srgbClr val="585858"/>
                </a:solidFill>
                <a:latin typeface="DejaVu Sans"/>
                <a:cs typeface="DejaVu Sans"/>
              </a:rPr>
              <a:t>place, write state </a:t>
            </a:r>
            <a:r>
              <a:rPr sz="1600" spc="10" dirty="0">
                <a:solidFill>
                  <a:srgbClr val="585858"/>
                </a:solidFill>
                <a:latin typeface="DejaVu Sans"/>
                <a:cs typeface="DejaVu Sans"/>
              </a:rPr>
              <a:t>into </a:t>
            </a:r>
            <a:r>
              <a:rPr sz="1600" spc="5" dirty="0">
                <a:solidFill>
                  <a:srgbClr val="585858"/>
                </a:solidFill>
                <a:latin typeface="DejaVu Sans"/>
                <a:cs typeface="DejaVu Sans"/>
              </a:rPr>
              <a:t>devices</a:t>
            </a:r>
            <a:endParaRPr sz="1600">
              <a:latin typeface="DejaVu Sans"/>
              <a:cs typeface="DejaVu Sans"/>
            </a:endParaRPr>
          </a:p>
        </p:txBody>
      </p:sp>
      <p:sp>
        <p:nvSpPr>
          <p:cNvPr id="7" name="object 7"/>
          <p:cNvSpPr txBox="1"/>
          <p:nvPr/>
        </p:nvSpPr>
        <p:spPr>
          <a:xfrm>
            <a:off x="1176019" y="2495550"/>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8" name="object 8"/>
          <p:cNvSpPr txBox="1"/>
          <p:nvPr/>
        </p:nvSpPr>
        <p:spPr>
          <a:xfrm>
            <a:off x="1518919" y="2664460"/>
            <a:ext cx="1033144"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dirty="0">
                <a:solidFill>
                  <a:srgbClr val="585858"/>
                </a:solidFill>
                <a:latin typeface="DejaVu Sans"/>
                <a:cs typeface="DejaVu Sans"/>
              </a:rPr>
              <a:t>t</a:t>
            </a:r>
            <a:r>
              <a:rPr sz="1600" spc="10" dirty="0">
                <a:solidFill>
                  <a:srgbClr val="585858"/>
                </a:solidFill>
                <a:latin typeface="DejaVu Sans"/>
                <a:cs typeface="DejaVu Sans"/>
              </a:rPr>
              <a:t>ain</a:t>
            </a:r>
            <a:r>
              <a:rPr sz="1600" dirty="0">
                <a:solidFill>
                  <a:srgbClr val="585858"/>
                </a:solidFill>
                <a:latin typeface="DejaVu Sans"/>
                <a:cs typeface="DejaVu Sans"/>
              </a:rPr>
              <a:t>e</a:t>
            </a:r>
            <a:r>
              <a:rPr sz="1600" spc="5" dirty="0">
                <a:solidFill>
                  <a:srgbClr val="585858"/>
                </a:solidFill>
                <a:latin typeface="DejaVu Sans"/>
                <a:cs typeface="DejaVu Sans"/>
              </a:rPr>
              <a:t>r</a:t>
            </a:r>
            <a:endParaRPr sz="1600">
              <a:latin typeface="DejaVu Sans"/>
              <a:cs typeface="DejaVu Sans"/>
            </a:endParaRPr>
          </a:p>
        </p:txBody>
      </p:sp>
      <p:sp>
        <p:nvSpPr>
          <p:cNvPr id="9" name="object 9"/>
          <p:cNvSpPr txBox="1"/>
          <p:nvPr/>
        </p:nvSpPr>
        <p:spPr>
          <a:xfrm>
            <a:off x="2039620" y="3271519"/>
            <a:ext cx="3229610"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Creation of </a:t>
            </a:r>
            <a:r>
              <a:rPr sz="1600" spc="15" dirty="0">
                <a:solidFill>
                  <a:srgbClr val="585858"/>
                </a:solidFill>
                <a:latin typeface="DejaVu Sans"/>
                <a:cs typeface="DejaVu Sans"/>
              </a:rPr>
              <a:t>many </a:t>
            </a:r>
            <a:r>
              <a:rPr sz="1600" spc="10" dirty="0">
                <a:solidFill>
                  <a:srgbClr val="585858"/>
                </a:solidFill>
                <a:latin typeface="DejaVu Sans"/>
                <a:cs typeface="DejaVu Sans"/>
              </a:rPr>
              <a:t>small</a:t>
            </a:r>
            <a:r>
              <a:rPr sz="1600" spc="-60" dirty="0">
                <a:solidFill>
                  <a:srgbClr val="585858"/>
                </a:solidFill>
                <a:latin typeface="DejaVu Sans"/>
                <a:cs typeface="DejaVu Sans"/>
              </a:rPr>
              <a:t> </a:t>
            </a:r>
            <a:r>
              <a:rPr sz="1600" spc="5" dirty="0">
                <a:solidFill>
                  <a:srgbClr val="585858"/>
                </a:solidFill>
                <a:latin typeface="DejaVu Sans"/>
                <a:cs typeface="DejaVu Sans"/>
              </a:rPr>
              <a:t>objects</a:t>
            </a:r>
            <a:endParaRPr sz="1600">
              <a:latin typeface="DejaVu Sans"/>
              <a:cs typeface="DejaVu Sans"/>
            </a:endParaRPr>
          </a:p>
        </p:txBody>
      </p:sp>
      <p:sp>
        <p:nvSpPr>
          <p:cNvPr id="10" name="object 10"/>
          <p:cNvSpPr txBox="1"/>
          <p:nvPr/>
        </p:nvSpPr>
        <p:spPr>
          <a:xfrm>
            <a:off x="1715770" y="3148329"/>
            <a:ext cx="173990" cy="915669"/>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a:p>
            <a:pPr marL="12700">
              <a:lnSpc>
                <a:spcPct val="100000"/>
              </a:lnSpc>
              <a:spcBef>
                <a:spcPts val="1970"/>
              </a:spcBef>
            </a:pPr>
            <a:r>
              <a:rPr sz="2100" spc="395" dirty="0">
                <a:latin typeface="Trebuchet MS"/>
                <a:cs typeface="Trebuchet MS"/>
              </a:rPr>
              <a:t>–</a:t>
            </a:r>
            <a:endParaRPr sz="2100">
              <a:latin typeface="Trebuchet MS"/>
              <a:cs typeface="Trebuchet MS"/>
            </a:endParaRPr>
          </a:p>
        </p:txBody>
      </p:sp>
      <p:sp>
        <p:nvSpPr>
          <p:cNvPr id="11" name="object 11"/>
          <p:cNvSpPr txBox="1"/>
          <p:nvPr/>
        </p:nvSpPr>
        <p:spPr>
          <a:xfrm>
            <a:off x="2039620" y="3841750"/>
            <a:ext cx="5275580"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Not all have sa</a:t>
            </a:r>
            <a:r>
              <a:rPr lang="en-US" sz="1600" spc="10" dirty="0">
                <a:solidFill>
                  <a:srgbClr val="585858"/>
                </a:solidFill>
                <a:latin typeface="DejaVu Sans"/>
                <a:cs typeface="DejaVu Sans"/>
              </a:rPr>
              <a:t>m</a:t>
            </a:r>
            <a:r>
              <a:rPr sz="1600" spc="10" dirty="0">
                <a:solidFill>
                  <a:srgbClr val="585858"/>
                </a:solidFill>
                <a:latin typeface="DejaVu Sans"/>
                <a:cs typeface="DejaVu Sans"/>
              </a:rPr>
              <a:t>e </a:t>
            </a:r>
            <a:r>
              <a:rPr sz="1600" dirty="0">
                <a:solidFill>
                  <a:srgbClr val="585858"/>
                </a:solidFill>
                <a:latin typeface="DejaVu Sans"/>
                <a:cs typeface="DejaVu Sans"/>
              </a:rPr>
              <a:t>API </a:t>
            </a:r>
            <a:r>
              <a:rPr sz="1600" spc="5" dirty="0">
                <a:solidFill>
                  <a:srgbClr val="585858"/>
                </a:solidFill>
                <a:latin typeface="DejaVu Sans"/>
                <a:cs typeface="DejaVu Sans"/>
              </a:rPr>
              <a:t>for</a:t>
            </a:r>
            <a:r>
              <a:rPr sz="1600" spc="-35" dirty="0">
                <a:solidFill>
                  <a:srgbClr val="585858"/>
                </a:solidFill>
                <a:latin typeface="DejaVu Sans"/>
                <a:cs typeface="DejaVu Sans"/>
              </a:rPr>
              <a:t> </a:t>
            </a:r>
            <a:r>
              <a:rPr sz="1600" dirty="0">
                <a:solidFill>
                  <a:srgbClr val="585858"/>
                </a:solidFill>
                <a:latin typeface="DejaVu Sans"/>
                <a:cs typeface="DejaVu Sans"/>
              </a:rPr>
              <a:t>creation</a:t>
            </a:r>
            <a:endParaRPr sz="1600" dirty="0">
              <a:latin typeface="DejaVu Sans"/>
              <a:cs typeface="DejaVu Sans"/>
            </a:endParaRPr>
          </a:p>
        </p:txBody>
      </p:sp>
      <p:sp>
        <p:nvSpPr>
          <p:cNvPr id="12" name="object 12"/>
          <p:cNvSpPr txBox="1"/>
          <p:nvPr/>
        </p:nvSpPr>
        <p:spPr>
          <a:xfrm>
            <a:off x="2184400" y="4363720"/>
            <a:ext cx="153035" cy="217804"/>
          </a:xfrm>
          <a:prstGeom prst="rect">
            <a:avLst/>
          </a:prstGeom>
        </p:spPr>
        <p:txBody>
          <a:bodyPr vert="horz" wrap="square" lIns="0" tIns="13970" rIns="0" bIns="0" rtlCol="0">
            <a:spAutoFit/>
          </a:bodyPr>
          <a:lstStyle/>
          <a:p>
            <a:pPr marL="12700">
              <a:lnSpc>
                <a:spcPct val="100000"/>
              </a:lnSpc>
              <a:spcBef>
                <a:spcPts val="110"/>
              </a:spcBef>
            </a:pPr>
            <a:r>
              <a:rPr sz="1250" spc="245" dirty="0">
                <a:latin typeface="Trebuchet MS"/>
                <a:cs typeface="Trebuchet MS"/>
              </a:rPr>
              <a:t>●</a:t>
            </a:r>
            <a:endParaRPr sz="1250">
              <a:latin typeface="Trebuchet MS"/>
              <a:cs typeface="Trebuchet MS"/>
            </a:endParaRPr>
          </a:p>
        </p:txBody>
      </p:sp>
      <p:sp>
        <p:nvSpPr>
          <p:cNvPr id="13" name="object 13"/>
          <p:cNvSpPr txBox="1"/>
          <p:nvPr/>
        </p:nvSpPr>
        <p:spPr>
          <a:xfrm>
            <a:off x="2471420" y="4411979"/>
            <a:ext cx="3827145"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Creation sequence can </a:t>
            </a:r>
            <a:r>
              <a:rPr sz="1600" spc="10" dirty="0">
                <a:solidFill>
                  <a:srgbClr val="585858"/>
                </a:solidFill>
                <a:latin typeface="DejaVu Sans"/>
                <a:cs typeface="DejaVu Sans"/>
              </a:rPr>
              <a:t>be</a:t>
            </a:r>
            <a:r>
              <a:rPr sz="1600" spc="20" dirty="0">
                <a:solidFill>
                  <a:srgbClr val="585858"/>
                </a:solidFill>
                <a:latin typeface="DejaVu Sans"/>
                <a:cs typeface="DejaVu Sans"/>
              </a:rPr>
              <a:t> </a:t>
            </a:r>
            <a:r>
              <a:rPr sz="1600" spc="5" dirty="0">
                <a:solidFill>
                  <a:srgbClr val="585858"/>
                </a:solidFill>
                <a:latin typeface="DejaVu Sans"/>
                <a:cs typeface="DejaVu Sans"/>
              </a:rPr>
              <a:t>non-trivial</a:t>
            </a:r>
            <a:endParaRPr sz="1600">
              <a:latin typeface="DejaVu Sans"/>
              <a:cs typeface="DejaVu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1176019" y="839469"/>
            <a:ext cx="2343785" cy="325755"/>
          </a:xfrm>
          <a:prstGeom prst="rect">
            <a:avLst/>
          </a:prstGeom>
        </p:spPr>
        <p:txBody>
          <a:bodyPr vert="horz" wrap="square" lIns="0" tIns="15240" rIns="0" bIns="0" rtlCol="0">
            <a:spAutoFit/>
          </a:bodyPr>
          <a:lstStyle/>
          <a:p>
            <a:pPr marL="12700">
              <a:lnSpc>
                <a:spcPct val="100000"/>
              </a:lnSpc>
              <a:spcBef>
                <a:spcPts val="120"/>
              </a:spcBef>
            </a:pPr>
            <a:r>
              <a:rPr sz="1950" spc="5" dirty="0">
                <a:solidFill>
                  <a:srgbClr val="3F3F3F"/>
                </a:solidFill>
                <a:latin typeface="DejaVu Sans"/>
                <a:cs typeface="DejaVu Sans"/>
              </a:rPr>
              <a:t>Memory</a:t>
            </a:r>
            <a:r>
              <a:rPr sz="1950" spc="-50" dirty="0">
                <a:solidFill>
                  <a:srgbClr val="3F3F3F"/>
                </a:solidFill>
                <a:latin typeface="DejaVu Sans"/>
                <a:cs typeface="DejaVu Sans"/>
              </a:rPr>
              <a:t> </a:t>
            </a:r>
            <a:r>
              <a:rPr sz="1950" spc="-70" dirty="0">
                <a:solidFill>
                  <a:srgbClr val="3F3F3F"/>
                </a:solidFill>
                <a:latin typeface="DejaVu Sans"/>
                <a:cs typeface="DejaVu Sans"/>
              </a:rPr>
              <a:t>post-</a:t>
            </a:r>
            <a:r>
              <a:rPr sz="2925" spc="-104" baseline="-4273" dirty="0">
                <a:latin typeface="DejaVu Sans"/>
                <a:cs typeface="DejaVu Sans"/>
              </a:rPr>
              <a:t>-</a:t>
            </a:r>
            <a:r>
              <a:rPr sz="1950" spc="-70" dirty="0">
                <a:solidFill>
                  <a:srgbClr val="3F3F3F"/>
                </a:solidFill>
                <a:latin typeface="DejaVu Sans"/>
                <a:cs typeface="DejaVu Sans"/>
              </a:rPr>
              <a:t>copy</a:t>
            </a:r>
            <a:endParaRPr sz="1950">
              <a:latin typeface="DejaVu Sans"/>
              <a:cs typeface="DejaVu Sans"/>
            </a:endParaRPr>
          </a:p>
        </p:txBody>
      </p:sp>
      <p:sp>
        <p:nvSpPr>
          <p:cNvPr id="12" name="object 12"/>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18</a:t>
            </a:fld>
            <a:endParaRPr spc="5" dirty="0"/>
          </a:p>
        </p:txBody>
      </p:sp>
      <p:sp>
        <p:nvSpPr>
          <p:cNvPr id="3" name="object 3"/>
          <p:cNvSpPr txBox="1"/>
          <p:nvPr/>
        </p:nvSpPr>
        <p:spPr>
          <a:xfrm>
            <a:off x="1518918" y="1591310"/>
            <a:ext cx="5720081" cy="261610"/>
          </a:xfrm>
          <a:prstGeom prst="rect">
            <a:avLst/>
          </a:prstGeom>
        </p:spPr>
        <p:txBody>
          <a:bodyPr vert="horz" wrap="square" lIns="0" tIns="15240" rIns="0" bIns="0" rtlCol="0">
            <a:spAutoFit/>
          </a:bodyPr>
          <a:lstStyle/>
          <a:p>
            <a:pPr marL="12700">
              <a:lnSpc>
                <a:spcPct val="100000"/>
              </a:lnSpc>
              <a:spcBef>
                <a:spcPts val="120"/>
              </a:spcBef>
            </a:pPr>
            <a:r>
              <a:rPr sz="1600" spc="10" dirty="0" err="1">
                <a:solidFill>
                  <a:srgbClr val="585858"/>
                </a:solidFill>
                <a:latin typeface="DejaVu Sans"/>
                <a:cs typeface="DejaVu Sans"/>
              </a:rPr>
              <a:t>Userfault</a:t>
            </a:r>
            <a:r>
              <a:rPr lang="en-US" sz="1600" spc="10" dirty="0">
                <a:solidFill>
                  <a:srgbClr val="585858"/>
                </a:solidFill>
                <a:latin typeface="DejaVu Sans"/>
                <a:cs typeface="DejaVu Sans"/>
              </a:rPr>
              <a:t> </a:t>
            </a:r>
            <a:r>
              <a:rPr sz="1600" spc="10" dirty="0">
                <a:solidFill>
                  <a:srgbClr val="585858"/>
                </a:solidFill>
                <a:latin typeface="DejaVu Sans"/>
                <a:cs typeface="DejaVu Sans"/>
              </a:rPr>
              <a:t>FD </a:t>
            </a:r>
            <a:r>
              <a:rPr sz="1600" dirty="0">
                <a:solidFill>
                  <a:srgbClr val="585858"/>
                </a:solidFill>
                <a:latin typeface="DejaVu Sans"/>
                <a:cs typeface="DejaVu Sans"/>
              </a:rPr>
              <a:t>from </a:t>
            </a:r>
            <a:r>
              <a:rPr sz="1600" spc="5" dirty="0">
                <a:solidFill>
                  <a:srgbClr val="585858"/>
                </a:solidFill>
                <a:latin typeface="DejaVu Sans"/>
                <a:cs typeface="DejaVu Sans"/>
              </a:rPr>
              <a:t>Andrea</a:t>
            </a:r>
            <a:r>
              <a:rPr sz="1600" spc="-50" dirty="0">
                <a:solidFill>
                  <a:srgbClr val="585858"/>
                </a:solidFill>
                <a:latin typeface="DejaVu Sans"/>
                <a:cs typeface="DejaVu Sans"/>
              </a:rPr>
              <a:t> </a:t>
            </a:r>
            <a:r>
              <a:rPr sz="1600" spc="5" dirty="0">
                <a:solidFill>
                  <a:srgbClr val="585858"/>
                </a:solidFill>
                <a:latin typeface="DejaVu Sans"/>
                <a:cs typeface="DejaVu Sans"/>
              </a:rPr>
              <a:t>Archangeli</a:t>
            </a:r>
            <a:endParaRPr sz="1600" dirty="0">
              <a:latin typeface="DejaVu Sans"/>
              <a:cs typeface="DejaVu Sans"/>
            </a:endParaRPr>
          </a:p>
        </p:txBody>
      </p:sp>
      <p:sp>
        <p:nvSpPr>
          <p:cNvPr id="4" name="object 4"/>
          <p:cNvSpPr txBox="1"/>
          <p:nvPr/>
        </p:nvSpPr>
        <p:spPr>
          <a:xfrm>
            <a:off x="1176019" y="1192529"/>
            <a:ext cx="150495" cy="133604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5" name="object 5"/>
          <p:cNvSpPr txBox="1"/>
          <p:nvPr/>
        </p:nvSpPr>
        <p:spPr>
          <a:xfrm>
            <a:off x="1518919" y="2246630"/>
            <a:ext cx="34290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V</a:t>
            </a:r>
            <a:r>
              <a:rPr sz="1600" spc="15" dirty="0">
                <a:solidFill>
                  <a:srgbClr val="585858"/>
                </a:solidFill>
                <a:latin typeface="DejaVu Sans"/>
                <a:cs typeface="DejaVu Sans"/>
              </a:rPr>
              <a:t>M</a:t>
            </a:r>
            <a:endParaRPr sz="1600">
              <a:latin typeface="DejaVu Sans"/>
              <a:cs typeface="DejaVu Sans"/>
            </a:endParaRPr>
          </a:p>
        </p:txBody>
      </p:sp>
      <p:sp>
        <p:nvSpPr>
          <p:cNvPr id="6" name="object 6"/>
          <p:cNvSpPr txBox="1"/>
          <p:nvPr/>
        </p:nvSpPr>
        <p:spPr>
          <a:xfrm>
            <a:off x="1715770" y="262635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7" name="object 7"/>
          <p:cNvSpPr txBox="1"/>
          <p:nvPr/>
        </p:nvSpPr>
        <p:spPr>
          <a:xfrm>
            <a:off x="2039620" y="2749550"/>
            <a:ext cx="165227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Merged </a:t>
            </a:r>
            <a:r>
              <a:rPr sz="1600" spc="10" dirty="0">
                <a:solidFill>
                  <a:srgbClr val="585858"/>
                </a:solidFill>
                <a:latin typeface="DejaVu Sans"/>
                <a:cs typeface="DejaVu Sans"/>
              </a:rPr>
              <a:t>into</a:t>
            </a:r>
            <a:r>
              <a:rPr sz="1600" spc="-40" dirty="0">
                <a:solidFill>
                  <a:srgbClr val="585858"/>
                </a:solidFill>
                <a:latin typeface="DejaVu Sans"/>
                <a:cs typeface="DejaVu Sans"/>
              </a:rPr>
              <a:t> </a:t>
            </a:r>
            <a:r>
              <a:rPr sz="1600" spc="5" dirty="0">
                <a:solidFill>
                  <a:srgbClr val="585858"/>
                </a:solidFill>
                <a:latin typeface="DejaVu Sans"/>
                <a:cs typeface="DejaVu Sans"/>
              </a:rPr>
              <a:t>4.2</a:t>
            </a:r>
            <a:endParaRPr sz="1600">
              <a:latin typeface="DejaVu Sans"/>
              <a:cs typeface="DejaVu Sans"/>
            </a:endParaRPr>
          </a:p>
        </p:txBody>
      </p:sp>
      <p:sp>
        <p:nvSpPr>
          <p:cNvPr id="8" name="object 8"/>
          <p:cNvSpPr txBox="1"/>
          <p:nvPr/>
        </p:nvSpPr>
        <p:spPr>
          <a:xfrm>
            <a:off x="1176019" y="3150870"/>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9" name="object 9"/>
          <p:cNvSpPr txBox="1"/>
          <p:nvPr/>
        </p:nvSpPr>
        <p:spPr>
          <a:xfrm>
            <a:off x="1518919" y="3319779"/>
            <a:ext cx="1033144"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Co</a:t>
            </a:r>
            <a:r>
              <a:rPr sz="1600" spc="20" dirty="0">
                <a:solidFill>
                  <a:srgbClr val="585858"/>
                </a:solidFill>
                <a:latin typeface="DejaVu Sans"/>
                <a:cs typeface="DejaVu Sans"/>
              </a:rPr>
              <a:t>n</a:t>
            </a:r>
            <a:r>
              <a:rPr sz="1600" dirty="0">
                <a:solidFill>
                  <a:srgbClr val="585858"/>
                </a:solidFill>
                <a:latin typeface="DejaVu Sans"/>
                <a:cs typeface="DejaVu Sans"/>
              </a:rPr>
              <a:t>t</a:t>
            </a:r>
            <a:r>
              <a:rPr sz="1600" spc="10" dirty="0">
                <a:solidFill>
                  <a:srgbClr val="585858"/>
                </a:solidFill>
                <a:latin typeface="DejaVu Sans"/>
                <a:cs typeface="DejaVu Sans"/>
              </a:rPr>
              <a:t>ain</a:t>
            </a:r>
            <a:r>
              <a:rPr sz="1600" dirty="0">
                <a:solidFill>
                  <a:srgbClr val="585858"/>
                </a:solidFill>
                <a:latin typeface="DejaVu Sans"/>
                <a:cs typeface="DejaVu Sans"/>
              </a:rPr>
              <a:t>e</a:t>
            </a:r>
            <a:r>
              <a:rPr sz="1600" spc="5" dirty="0">
                <a:solidFill>
                  <a:srgbClr val="585858"/>
                </a:solidFill>
                <a:latin typeface="DejaVu Sans"/>
                <a:cs typeface="DejaVu Sans"/>
              </a:rPr>
              <a:t>r</a:t>
            </a:r>
            <a:endParaRPr sz="1600">
              <a:latin typeface="DejaVu Sans"/>
              <a:cs typeface="DejaVu Sans"/>
            </a:endParaRPr>
          </a:p>
        </p:txBody>
      </p:sp>
      <p:sp>
        <p:nvSpPr>
          <p:cNvPr id="10" name="object 10"/>
          <p:cNvSpPr txBox="1"/>
          <p:nvPr/>
        </p:nvSpPr>
        <p:spPr>
          <a:xfrm>
            <a:off x="1715770" y="380237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11" name="object 11"/>
          <p:cNvSpPr txBox="1"/>
          <p:nvPr/>
        </p:nvSpPr>
        <p:spPr>
          <a:xfrm>
            <a:off x="2039620" y="3926839"/>
            <a:ext cx="5052695" cy="69913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Non-cooperative work of </a:t>
            </a:r>
            <a:r>
              <a:rPr sz="1600" dirty="0">
                <a:solidFill>
                  <a:srgbClr val="585858"/>
                </a:solidFill>
                <a:latin typeface="DejaVu Sans"/>
                <a:cs typeface="DejaVu Sans"/>
              </a:rPr>
              <a:t>uffd </a:t>
            </a:r>
            <a:r>
              <a:rPr sz="1600" spc="10" dirty="0">
                <a:solidFill>
                  <a:srgbClr val="585858"/>
                </a:solidFill>
                <a:latin typeface="DejaVu Sans"/>
                <a:cs typeface="DejaVu Sans"/>
              </a:rPr>
              <a:t>monitor and</a:t>
            </a:r>
            <a:r>
              <a:rPr sz="1600" spc="-35" dirty="0">
                <a:solidFill>
                  <a:srgbClr val="585858"/>
                </a:solidFill>
                <a:latin typeface="DejaVu Sans"/>
                <a:cs typeface="DejaVu Sans"/>
              </a:rPr>
              <a:t> </a:t>
            </a:r>
            <a:r>
              <a:rPr sz="1600" spc="5" dirty="0">
                <a:solidFill>
                  <a:srgbClr val="585858"/>
                </a:solidFill>
                <a:latin typeface="DejaVu Sans"/>
                <a:cs typeface="DejaVu Sans"/>
              </a:rPr>
              <a:t>client,</a:t>
            </a:r>
            <a:endParaRPr sz="1600">
              <a:latin typeface="DejaVu Sans"/>
              <a:cs typeface="DejaVu Sans"/>
            </a:endParaRPr>
          </a:p>
          <a:p>
            <a:pPr marL="12700">
              <a:lnSpc>
                <a:spcPct val="100000"/>
              </a:lnSpc>
              <a:spcBef>
                <a:spcPts val="1440"/>
              </a:spcBef>
            </a:pPr>
            <a:r>
              <a:rPr sz="1600" spc="10" dirty="0">
                <a:solidFill>
                  <a:srgbClr val="585858"/>
                </a:solidFill>
                <a:latin typeface="DejaVu Sans"/>
                <a:cs typeface="DejaVu Sans"/>
              </a:rPr>
              <a:t>need </a:t>
            </a:r>
            <a:r>
              <a:rPr sz="1600" spc="5" dirty="0">
                <a:solidFill>
                  <a:srgbClr val="585858"/>
                </a:solidFill>
                <a:latin typeface="DejaVu Sans"/>
                <a:cs typeface="DejaVu Sans"/>
              </a:rPr>
              <a:t>further </a:t>
            </a:r>
            <a:r>
              <a:rPr sz="1600" spc="10" dirty="0">
                <a:solidFill>
                  <a:srgbClr val="585858"/>
                </a:solidFill>
                <a:latin typeface="DejaVu Sans"/>
                <a:cs typeface="DejaVu Sans"/>
              </a:rPr>
              <a:t>patching</a:t>
            </a:r>
            <a:endParaRPr sz="1600">
              <a:latin typeface="DejaVu Sans"/>
              <a:cs typeface="DejaVu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39469"/>
            <a:ext cx="6005830" cy="315471"/>
          </a:xfrm>
          <a:prstGeom prst="rect">
            <a:avLst/>
          </a:prstGeom>
        </p:spPr>
        <p:txBody>
          <a:bodyPr vert="horz" wrap="square" lIns="0" tIns="15240" rIns="0" bIns="0" rtlCol="0">
            <a:spAutoFit/>
          </a:bodyPr>
          <a:lstStyle/>
          <a:p>
            <a:pPr marL="12700">
              <a:lnSpc>
                <a:spcPct val="100000"/>
              </a:lnSpc>
              <a:spcBef>
                <a:spcPts val="120"/>
              </a:spcBef>
            </a:pPr>
            <a:r>
              <a:rPr lang="en-US" sz="1950" spc="5" dirty="0">
                <a:solidFill>
                  <a:srgbClr val="3F3F3F"/>
                </a:solidFill>
                <a:latin typeface="DejaVu Sans"/>
                <a:cs typeface="DejaVu Sans"/>
              </a:rPr>
              <a:t>Additional Considerations for Migration</a:t>
            </a:r>
            <a:endParaRPr sz="1950" dirty="0">
              <a:latin typeface="DejaVu Sans"/>
              <a:cs typeface="DejaVu Sans"/>
            </a:endParaRPr>
          </a:p>
        </p:txBody>
      </p:sp>
      <p:sp>
        <p:nvSpPr>
          <p:cNvPr id="10" name="object 10"/>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19</a:t>
            </a:fld>
            <a:endParaRPr spc="5" dirty="0"/>
          </a:p>
        </p:txBody>
      </p:sp>
      <p:sp>
        <p:nvSpPr>
          <p:cNvPr id="3" name="object 3"/>
          <p:cNvSpPr txBox="1"/>
          <p:nvPr/>
        </p:nvSpPr>
        <p:spPr>
          <a:xfrm>
            <a:off x="1518919" y="1591310"/>
            <a:ext cx="6177281" cy="261610"/>
          </a:xfrm>
          <a:prstGeom prst="rect">
            <a:avLst/>
          </a:prstGeom>
        </p:spPr>
        <p:txBody>
          <a:bodyPr vert="horz" wrap="square" lIns="0" tIns="15240" rIns="0" bIns="0" rtlCol="0">
            <a:spAutoFit/>
          </a:bodyPr>
          <a:lstStyle/>
          <a:p>
            <a:pPr marL="12700">
              <a:lnSpc>
                <a:spcPct val="100000"/>
              </a:lnSpc>
              <a:spcBef>
                <a:spcPts val="120"/>
              </a:spcBef>
            </a:pPr>
            <a:r>
              <a:rPr lang="en-US" sz="1600" spc="10" dirty="0">
                <a:solidFill>
                  <a:srgbClr val="585858"/>
                </a:solidFill>
                <a:latin typeface="DejaVu Sans"/>
                <a:cs typeface="DejaVu Sans"/>
              </a:rPr>
              <a:t>Need to </a:t>
            </a:r>
            <a:r>
              <a:rPr sz="1600" spc="10" dirty="0">
                <a:solidFill>
                  <a:srgbClr val="585858"/>
                </a:solidFill>
                <a:latin typeface="DejaVu Sans"/>
                <a:cs typeface="DejaVu Sans"/>
              </a:rPr>
              <a:t>Check </a:t>
            </a:r>
            <a:r>
              <a:rPr sz="1600" spc="5" dirty="0">
                <a:solidFill>
                  <a:srgbClr val="585858"/>
                </a:solidFill>
                <a:latin typeface="DejaVu Sans"/>
                <a:cs typeface="DejaVu Sans"/>
              </a:rPr>
              <a:t>for CPU</a:t>
            </a:r>
            <a:r>
              <a:rPr lang="en-US" sz="1600" spc="5" dirty="0">
                <a:solidFill>
                  <a:srgbClr val="585858"/>
                </a:solidFill>
                <a:latin typeface="DejaVu Sans"/>
                <a:cs typeface="DejaVu Sans"/>
              </a:rPr>
              <a:t>'</a:t>
            </a:r>
            <a:r>
              <a:rPr sz="1600" spc="5" dirty="0">
                <a:solidFill>
                  <a:srgbClr val="585858"/>
                </a:solidFill>
                <a:latin typeface="DejaVu Sans"/>
                <a:cs typeface="DejaVu Sans"/>
              </a:rPr>
              <a:t>s</a:t>
            </a:r>
            <a:r>
              <a:rPr sz="1600" spc="-70" dirty="0">
                <a:solidFill>
                  <a:srgbClr val="585858"/>
                </a:solidFill>
                <a:latin typeface="DejaVu Sans"/>
                <a:cs typeface="DejaVu Sans"/>
              </a:rPr>
              <a:t> </a:t>
            </a:r>
            <a:r>
              <a:rPr sz="1600" spc="10" dirty="0">
                <a:solidFill>
                  <a:srgbClr val="585858"/>
                </a:solidFill>
                <a:latin typeface="DejaVu Sans"/>
                <a:cs typeface="DejaVu Sans"/>
              </a:rPr>
              <a:t>compatibility</a:t>
            </a:r>
            <a:endParaRPr sz="1600" dirty="0">
              <a:latin typeface="DejaVu Sans"/>
              <a:cs typeface="DejaVu Sans"/>
            </a:endParaRPr>
          </a:p>
        </p:txBody>
      </p:sp>
      <p:sp>
        <p:nvSpPr>
          <p:cNvPr id="4" name="object 4"/>
          <p:cNvSpPr txBox="1"/>
          <p:nvPr/>
        </p:nvSpPr>
        <p:spPr>
          <a:xfrm>
            <a:off x="1518919" y="2246630"/>
            <a:ext cx="6706870"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Check and load </a:t>
            </a:r>
            <a:r>
              <a:rPr sz="1600" spc="5" dirty="0">
                <a:solidFill>
                  <a:srgbClr val="585858"/>
                </a:solidFill>
                <a:latin typeface="DejaVu Sans"/>
                <a:cs typeface="DejaVu Sans"/>
              </a:rPr>
              <a:t>necessary </a:t>
            </a:r>
            <a:r>
              <a:rPr sz="1600" spc="-10" dirty="0">
                <a:solidFill>
                  <a:srgbClr val="585858"/>
                </a:solidFill>
                <a:latin typeface="DejaVu Sans"/>
                <a:cs typeface="DejaVu Sans"/>
              </a:rPr>
              <a:t>kernel </a:t>
            </a:r>
            <a:r>
              <a:rPr sz="1600" spc="10" dirty="0">
                <a:solidFill>
                  <a:srgbClr val="585858"/>
                </a:solidFill>
                <a:latin typeface="DejaVu Sans"/>
                <a:cs typeface="DejaVu Sans"/>
              </a:rPr>
              <a:t>modules </a:t>
            </a:r>
            <a:r>
              <a:rPr sz="1600" spc="5" dirty="0">
                <a:solidFill>
                  <a:srgbClr val="585858"/>
                </a:solidFill>
                <a:latin typeface="DejaVu Sans"/>
                <a:cs typeface="DejaVu Sans"/>
              </a:rPr>
              <a:t>(iptables,</a:t>
            </a:r>
            <a:r>
              <a:rPr sz="1600" spc="40" dirty="0">
                <a:solidFill>
                  <a:srgbClr val="585858"/>
                </a:solidFill>
                <a:latin typeface="DejaVu Sans"/>
                <a:cs typeface="DejaVu Sans"/>
              </a:rPr>
              <a:t> </a:t>
            </a:r>
            <a:r>
              <a:rPr sz="1600" spc="5" dirty="0">
                <a:solidFill>
                  <a:srgbClr val="585858"/>
                </a:solidFill>
                <a:latin typeface="DejaVu Sans"/>
                <a:cs typeface="DejaVu Sans"/>
              </a:rPr>
              <a:t>filesystems)</a:t>
            </a:r>
            <a:endParaRPr sz="1600">
              <a:latin typeface="DejaVu Sans"/>
              <a:cs typeface="DejaVu Sans"/>
            </a:endParaRPr>
          </a:p>
        </p:txBody>
      </p:sp>
      <p:sp>
        <p:nvSpPr>
          <p:cNvPr id="5" name="object 5"/>
          <p:cNvSpPr txBox="1"/>
          <p:nvPr/>
        </p:nvSpPr>
        <p:spPr>
          <a:xfrm>
            <a:off x="1518919" y="2901950"/>
            <a:ext cx="4155440"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Non-shared filesystem </a:t>
            </a:r>
            <a:r>
              <a:rPr sz="1600" spc="10" dirty="0">
                <a:solidFill>
                  <a:srgbClr val="585858"/>
                </a:solidFill>
                <a:latin typeface="DejaVu Sans"/>
                <a:cs typeface="DejaVu Sans"/>
              </a:rPr>
              <a:t>should </a:t>
            </a:r>
            <a:r>
              <a:rPr sz="1600" spc="15" dirty="0">
                <a:solidFill>
                  <a:srgbClr val="585858"/>
                </a:solidFill>
                <a:latin typeface="DejaVu Sans"/>
                <a:cs typeface="DejaVu Sans"/>
              </a:rPr>
              <a:t>be</a:t>
            </a:r>
            <a:r>
              <a:rPr sz="1600" spc="-45" dirty="0">
                <a:solidFill>
                  <a:srgbClr val="585858"/>
                </a:solidFill>
                <a:latin typeface="DejaVu Sans"/>
                <a:cs typeface="DejaVu Sans"/>
              </a:rPr>
              <a:t> </a:t>
            </a:r>
            <a:r>
              <a:rPr sz="1600" spc="10" dirty="0">
                <a:solidFill>
                  <a:srgbClr val="585858"/>
                </a:solidFill>
                <a:latin typeface="DejaVu Sans"/>
                <a:cs typeface="DejaVu Sans"/>
              </a:rPr>
              <a:t>copied</a:t>
            </a:r>
            <a:endParaRPr sz="1600">
              <a:latin typeface="DejaVu Sans"/>
              <a:cs typeface="DejaVu Sans"/>
            </a:endParaRPr>
          </a:p>
        </p:txBody>
      </p:sp>
      <p:sp>
        <p:nvSpPr>
          <p:cNvPr id="6" name="object 6"/>
          <p:cNvSpPr txBox="1"/>
          <p:nvPr/>
        </p:nvSpPr>
        <p:spPr>
          <a:xfrm>
            <a:off x="1176019" y="1192529"/>
            <a:ext cx="150495" cy="264668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7" name="object 7"/>
          <p:cNvSpPr txBox="1"/>
          <p:nvPr/>
        </p:nvSpPr>
        <p:spPr>
          <a:xfrm>
            <a:off x="1518919" y="3557270"/>
            <a:ext cx="5662930" cy="272415"/>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Roll-back </a:t>
            </a:r>
            <a:r>
              <a:rPr sz="1600" spc="15" dirty="0">
                <a:solidFill>
                  <a:srgbClr val="585858"/>
                </a:solidFill>
                <a:latin typeface="DejaVu Sans"/>
                <a:cs typeface="DejaVu Sans"/>
              </a:rPr>
              <a:t>on </a:t>
            </a:r>
            <a:r>
              <a:rPr sz="1600" spc="5" dirty="0">
                <a:solidFill>
                  <a:srgbClr val="585858"/>
                </a:solidFill>
                <a:latin typeface="DejaVu Sans"/>
                <a:cs typeface="DejaVu Sans"/>
              </a:rPr>
              <a:t>source </a:t>
            </a:r>
            <a:r>
              <a:rPr sz="1600" spc="10" dirty="0">
                <a:solidFill>
                  <a:srgbClr val="585858"/>
                </a:solidFill>
                <a:latin typeface="DejaVu Sans"/>
                <a:cs typeface="DejaVu Sans"/>
              </a:rPr>
              <a:t>node </a:t>
            </a:r>
            <a:r>
              <a:rPr sz="1600" spc="5" dirty="0">
                <a:solidFill>
                  <a:srgbClr val="585858"/>
                </a:solidFill>
                <a:latin typeface="DejaVu Sans"/>
                <a:cs typeface="DejaVu Sans"/>
              </a:rPr>
              <a:t>if </a:t>
            </a:r>
            <a:r>
              <a:rPr sz="1600" spc="10" dirty="0">
                <a:solidFill>
                  <a:srgbClr val="585858"/>
                </a:solidFill>
                <a:latin typeface="DejaVu Sans"/>
                <a:cs typeface="DejaVu Sans"/>
              </a:rPr>
              <a:t>something </a:t>
            </a:r>
            <a:r>
              <a:rPr sz="1600" spc="5" dirty="0">
                <a:solidFill>
                  <a:srgbClr val="585858"/>
                </a:solidFill>
                <a:latin typeface="DejaVu Sans"/>
                <a:cs typeface="DejaVu Sans"/>
              </a:rPr>
              <a:t>fails in</a:t>
            </a:r>
            <a:r>
              <a:rPr sz="1600" spc="-65" dirty="0">
                <a:solidFill>
                  <a:srgbClr val="585858"/>
                </a:solidFill>
                <a:latin typeface="DejaVu Sans"/>
                <a:cs typeface="DejaVu Sans"/>
              </a:rPr>
              <a:t> </a:t>
            </a:r>
            <a:r>
              <a:rPr sz="1600" spc="10" dirty="0">
                <a:solidFill>
                  <a:srgbClr val="585858"/>
                </a:solidFill>
                <a:latin typeface="DejaVu Sans"/>
                <a:cs typeface="DejaVu Sans"/>
              </a:rPr>
              <a:t>between</a:t>
            </a:r>
            <a:endParaRPr sz="1600">
              <a:latin typeface="DejaVu Sans"/>
              <a:cs typeface="DejaVu Sans"/>
            </a:endParaRPr>
          </a:p>
        </p:txBody>
      </p:sp>
      <p:sp>
        <p:nvSpPr>
          <p:cNvPr id="8" name="object 8"/>
          <p:cNvSpPr txBox="1"/>
          <p:nvPr/>
        </p:nvSpPr>
        <p:spPr>
          <a:xfrm>
            <a:off x="1715770" y="3935729"/>
            <a:ext cx="173990" cy="34544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p:txBody>
      </p:sp>
      <p:sp>
        <p:nvSpPr>
          <p:cNvPr id="9" name="object 9"/>
          <p:cNvSpPr txBox="1"/>
          <p:nvPr/>
        </p:nvSpPr>
        <p:spPr>
          <a:xfrm>
            <a:off x="2039620" y="4060189"/>
            <a:ext cx="483044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Keep </a:t>
            </a:r>
            <a:r>
              <a:rPr sz="1600" spc="5" dirty="0">
                <a:solidFill>
                  <a:srgbClr val="585858"/>
                </a:solidFill>
                <a:latin typeface="DejaVu Sans"/>
                <a:cs typeface="DejaVu Sans"/>
              </a:rPr>
              <a:t>tasks </a:t>
            </a:r>
            <a:r>
              <a:rPr sz="1600" dirty="0">
                <a:solidFill>
                  <a:srgbClr val="585858"/>
                </a:solidFill>
                <a:latin typeface="DejaVu Sans"/>
                <a:cs typeface="DejaVu Sans"/>
              </a:rPr>
              <a:t>frozen </a:t>
            </a:r>
            <a:r>
              <a:rPr sz="1600" spc="-5" dirty="0">
                <a:solidFill>
                  <a:srgbClr val="585858"/>
                </a:solidFill>
                <a:latin typeface="DejaVu Sans"/>
                <a:cs typeface="DejaVu Sans"/>
              </a:rPr>
              <a:t>after </a:t>
            </a:r>
            <a:r>
              <a:rPr sz="1600" spc="10" dirty="0">
                <a:solidFill>
                  <a:srgbClr val="585858"/>
                </a:solidFill>
                <a:latin typeface="DejaVu Sans"/>
                <a:cs typeface="DejaVu Sans"/>
              </a:rPr>
              <a:t>dump, </a:t>
            </a:r>
            <a:r>
              <a:rPr sz="1600" spc="5" dirty="0">
                <a:solidFill>
                  <a:srgbClr val="585858"/>
                </a:solidFill>
                <a:latin typeface="DejaVu Sans"/>
                <a:cs typeface="DejaVu Sans"/>
              </a:rPr>
              <a:t>kill </a:t>
            </a:r>
            <a:r>
              <a:rPr sz="1600" dirty="0">
                <a:solidFill>
                  <a:srgbClr val="585858"/>
                </a:solidFill>
                <a:latin typeface="DejaVu Sans"/>
                <a:cs typeface="DejaVu Sans"/>
              </a:rPr>
              <a:t>after</a:t>
            </a:r>
            <a:r>
              <a:rPr sz="1600" spc="80" dirty="0">
                <a:solidFill>
                  <a:srgbClr val="585858"/>
                </a:solidFill>
                <a:latin typeface="DejaVu Sans"/>
                <a:cs typeface="DejaVu Sans"/>
              </a:rPr>
              <a:t> </a:t>
            </a:r>
            <a:r>
              <a:rPr sz="1600" spc="-5" dirty="0">
                <a:solidFill>
                  <a:srgbClr val="585858"/>
                </a:solidFill>
                <a:latin typeface="DejaVu Sans"/>
                <a:cs typeface="DejaVu Sans"/>
              </a:rPr>
              <a:t>restore</a:t>
            </a:r>
            <a:endParaRPr sz="1600">
              <a:latin typeface="DejaVu Sans"/>
              <a:cs typeface="DejaVu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39469"/>
            <a:ext cx="6215381" cy="315471"/>
          </a:xfrm>
          <a:prstGeom prst="rect">
            <a:avLst/>
          </a:prstGeom>
        </p:spPr>
        <p:txBody>
          <a:bodyPr vert="horz" wrap="square" lIns="0" tIns="15240" rIns="0" bIns="0" rtlCol="0">
            <a:spAutoFit/>
          </a:bodyPr>
          <a:lstStyle/>
          <a:p>
            <a:pPr marL="12700">
              <a:lnSpc>
                <a:spcPct val="100000"/>
              </a:lnSpc>
              <a:spcBef>
                <a:spcPts val="120"/>
              </a:spcBef>
            </a:pPr>
            <a:r>
              <a:rPr sz="1950" spc="-65" dirty="0">
                <a:solidFill>
                  <a:srgbClr val="3F3F3F"/>
                </a:solidFill>
                <a:latin typeface="DejaVu Sans"/>
                <a:cs typeface="DejaVu Sans"/>
              </a:rPr>
              <a:t>Imp</a:t>
            </a:r>
            <a:r>
              <a:rPr sz="2925" spc="-97" baseline="-4273" dirty="0">
                <a:latin typeface="DejaVu Sans"/>
                <a:cs typeface="DejaVu Sans"/>
              </a:rPr>
              <a:t>l</a:t>
            </a:r>
            <a:r>
              <a:rPr sz="1950" spc="-65" dirty="0">
                <a:solidFill>
                  <a:srgbClr val="3F3F3F"/>
                </a:solidFill>
                <a:latin typeface="DejaVu Sans"/>
                <a:cs typeface="DejaVu Sans"/>
              </a:rPr>
              <a:t>ementation</a:t>
            </a:r>
            <a:r>
              <a:rPr lang="en-US" sz="1950" spc="-65" dirty="0">
                <a:solidFill>
                  <a:srgbClr val="3F3F3F"/>
                </a:solidFill>
                <a:latin typeface="DejaVu Sans"/>
                <a:cs typeface="DejaVu Sans"/>
              </a:rPr>
              <a:t> for Container Migration</a:t>
            </a:r>
            <a:endParaRPr sz="1950" dirty="0">
              <a:latin typeface="DejaVu Sans"/>
              <a:cs typeface="DejaVu Sans"/>
            </a:endParaRPr>
          </a:p>
        </p:txBody>
      </p:sp>
      <p:sp>
        <p:nvSpPr>
          <p:cNvPr id="3" name="object 3"/>
          <p:cNvSpPr txBox="1"/>
          <p:nvPr/>
        </p:nvSpPr>
        <p:spPr>
          <a:xfrm>
            <a:off x="1176019" y="1421129"/>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4" name="object 4"/>
          <p:cNvSpPr txBox="1"/>
          <p:nvPr/>
        </p:nvSpPr>
        <p:spPr>
          <a:xfrm>
            <a:off x="1518919" y="1591310"/>
            <a:ext cx="1285876" cy="261610"/>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C</a:t>
            </a:r>
            <a:r>
              <a:rPr sz="1600" spc="10" dirty="0">
                <a:solidFill>
                  <a:srgbClr val="585858"/>
                </a:solidFill>
                <a:latin typeface="DejaVu Sans"/>
                <a:cs typeface="DejaVu Sans"/>
              </a:rPr>
              <a:t>RIU</a:t>
            </a:r>
            <a:endParaRPr sz="1600" dirty="0">
              <a:latin typeface="DejaVu Sans"/>
              <a:cs typeface="DejaVu Sans"/>
            </a:endParaRPr>
          </a:p>
        </p:txBody>
      </p:sp>
      <p:sp>
        <p:nvSpPr>
          <p:cNvPr id="5" name="object 5"/>
          <p:cNvSpPr txBox="1"/>
          <p:nvPr/>
        </p:nvSpPr>
        <p:spPr>
          <a:xfrm>
            <a:off x="2039620" y="2094230"/>
            <a:ext cx="213677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Save </a:t>
            </a:r>
            <a:r>
              <a:rPr sz="1600" spc="15" dirty="0">
                <a:solidFill>
                  <a:srgbClr val="585858"/>
                </a:solidFill>
                <a:latin typeface="DejaVu Sans"/>
                <a:cs typeface="DejaVu Sans"/>
              </a:rPr>
              <a:t>&amp; </a:t>
            </a:r>
            <a:r>
              <a:rPr sz="1600" spc="-5" dirty="0">
                <a:solidFill>
                  <a:srgbClr val="585858"/>
                </a:solidFill>
                <a:latin typeface="DejaVu Sans"/>
                <a:cs typeface="DejaVu Sans"/>
              </a:rPr>
              <a:t>restore</a:t>
            </a:r>
            <a:r>
              <a:rPr sz="1600" spc="-60" dirty="0">
                <a:solidFill>
                  <a:srgbClr val="585858"/>
                </a:solidFill>
                <a:latin typeface="DejaVu Sans"/>
                <a:cs typeface="DejaVu Sans"/>
              </a:rPr>
              <a:t> </a:t>
            </a:r>
            <a:r>
              <a:rPr sz="1600" spc="5" dirty="0">
                <a:solidFill>
                  <a:srgbClr val="585858"/>
                </a:solidFill>
                <a:latin typeface="DejaVu Sans"/>
                <a:cs typeface="DejaVu Sans"/>
              </a:rPr>
              <a:t>state</a:t>
            </a:r>
            <a:endParaRPr sz="1600">
              <a:latin typeface="DejaVu Sans"/>
              <a:cs typeface="DejaVu Sans"/>
            </a:endParaRPr>
          </a:p>
        </p:txBody>
      </p:sp>
      <p:sp>
        <p:nvSpPr>
          <p:cNvPr id="6" name="object 6"/>
          <p:cNvSpPr txBox="1"/>
          <p:nvPr/>
        </p:nvSpPr>
        <p:spPr>
          <a:xfrm>
            <a:off x="1715770" y="1971040"/>
            <a:ext cx="173990" cy="915669"/>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a:p>
            <a:pPr marL="12700">
              <a:lnSpc>
                <a:spcPct val="100000"/>
              </a:lnSpc>
              <a:spcBef>
                <a:spcPts val="1970"/>
              </a:spcBef>
            </a:pPr>
            <a:r>
              <a:rPr sz="2100" spc="395" dirty="0">
                <a:latin typeface="Trebuchet MS"/>
                <a:cs typeface="Trebuchet MS"/>
              </a:rPr>
              <a:t>–</a:t>
            </a:r>
            <a:endParaRPr sz="2100">
              <a:latin typeface="Trebuchet MS"/>
              <a:cs typeface="Trebuchet MS"/>
            </a:endParaRPr>
          </a:p>
        </p:txBody>
      </p:sp>
      <p:sp>
        <p:nvSpPr>
          <p:cNvPr id="7" name="object 7"/>
          <p:cNvSpPr txBox="1"/>
          <p:nvPr/>
        </p:nvSpPr>
        <p:spPr>
          <a:xfrm>
            <a:off x="2039620" y="2664460"/>
            <a:ext cx="2337435" cy="272415"/>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rPr>
              <a:t>Memory </a:t>
            </a:r>
            <a:r>
              <a:rPr sz="1600" dirty="0">
                <a:solidFill>
                  <a:srgbClr val="585858"/>
                </a:solidFill>
                <a:latin typeface="DejaVu Sans"/>
                <a:cs typeface="DejaVu Sans"/>
              </a:rPr>
              <a:t>pre/post</a:t>
            </a:r>
            <a:r>
              <a:rPr sz="1600" spc="-45" dirty="0">
                <a:solidFill>
                  <a:srgbClr val="585858"/>
                </a:solidFill>
                <a:latin typeface="DejaVu Sans"/>
                <a:cs typeface="DejaVu Sans"/>
              </a:rPr>
              <a:t> </a:t>
            </a:r>
            <a:r>
              <a:rPr sz="1600" spc="10" dirty="0">
                <a:solidFill>
                  <a:srgbClr val="585858"/>
                </a:solidFill>
                <a:latin typeface="DejaVu Sans"/>
                <a:cs typeface="DejaVu Sans"/>
              </a:rPr>
              <a:t>copy</a:t>
            </a:r>
            <a:endParaRPr sz="1600">
              <a:latin typeface="DejaVu Sans"/>
              <a:cs typeface="DejaVu Sans"/>
            </a:endParaRPr>
          </a:p>
        </p:txBody>
      </p:sp>
      <p:sp>
        <p:nvSpPr>
          <p:cNvPr id="8" name="object 8"/>
          <p:cNvSpPr txBox="1"/>
          <p:nvPr/>
        </p:nvSpPr>
        <p:spPr>
          <a:xfrm>
            <a:off x="1176019" y="3150870"/>
            <a:ext cx="150495"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9C0B21"/>
                </a:solidFill>
                <a:latin typeface="Liberation Sans"/>
                <a:cs typeface="Liberation Sans"/>
              </a:rPr>
              <a:t>•</a:t>
            </a:r>
            <a:endParaRPr sz="2800">
              <a:latin typeface="Liberation Sans"/>
              <a:cs typeface="Liberation Sans"/>
            </a:endParaRPr>
          </a:p>
        </p:txBody>
      </p:sp>
      <p:sp>
        <p:nvSpPr>
          <p:cNvPr id="9" name="object 9"/>
          <p:cNvSpPr txBox="1"/>
          <p:nvPr/>
        </p:nvSpPr>
        <p:spPr>
          <a:xfrm>
            <a:off x="1518919" y="3319779"/>
            <a:ext cx="650875" cy="272415"/>
          </a:xfrm>
          <a:prstGeom prst="rect">
            <a:avLst/>
          </a:prstGeom>
        </p:spPr>
        <p:txBody>
          <a:bodyPr vert="horz" wrap="square" lIns="0" tIns="15240" rIns="0" bIns="0" rtlCol="0">
            <a:spAutoFit/>
          </a:bodyPr>
          <a:lstStyle/>
          <a:p>
            <a:pPr marL="12700">
              <a:lnSpc>
                <a:spcPct val="100000"/>
              </a:lnSpc>
              <a:spcBef>
                <a:spcPts val="120"/>
              </a:spcBef>
            </a:pPr>
            <a:r>
              <a:rPr sz="1600" spc="-260" dirty="0">
                <a:solidFill>
                  <a:srgbClr val="585858"/>
                </a:solidFill>
                <a:latin typeface="DejaVu Sans"/>
                <a:cs typeface="DejaVu Sans"/>
              </a:rPr>
              <a:t>P</a:t>
            </a:r>
            <a:r>
              <a:rPr sz="1600" spc="10" dirty="0">
                <a:solidFill>
                  <a:srgbClr val="585858"/>
                </a:solidFill>
                <a:latin typeface="DejaVu Sans"/>
                <a:cs typeface="DejaVu Sans"/>
              </a:rPr>
              <a:t>.H</a:t>
            </a:r>
            <a:r>
              <a:rPr sz="1600" spc="15" dirty="0">
                <a:solidFill>
                  <a:srgbClr val="585858"/>
                </a:solidFill>
                <a:latin typeface="DejaVu Sans"/>
                <a:cs typeface="DejaVu Sans"/>
              </a:rPr>
              <a:t>a</a:t>
            </a:r>
            <a:r>
              <a:rPr sz="1600" spc="5" dirty="0">
                <a:solidFill>
                  <a:srgbClr val="585858"/>
                </a:solidFill>
                <a:latin typeface="DejaVu Sans"/>
                <a:cs typeface="DejaVu Sans"/>
              </a:rPr>
              <a:t>ul</a:t>
            </a:r>
            <a:endParaRPr sz="1600">
              <a:latin typeface="DejaVu Sans"/>
              <a:cs typeface="DejaVu Sans"/>
            </a:endParaRPr>
          </a:p>
        </p:txBody>
      </p:sp>
      <p:sp>
        <p:nvSpPr>
          <p:cNvPr id="10" name="object 10"/>
          <p:cNvSpPr txBox="1"/>
          <p:nvPr/>
        </p:nvSpPr>
        <p:spPr>
          <a:xfrm>
            <a:off x="2039620" y="3822700"/>
            <a:ext cx="2837180" cy="261610"/>
          </a:xfrm>
          <a:prstGeom prst="rect">
            <a:avLst/>
          </a:prstGeom>
        </p:spPr>
        <p:txBody>
          <a:bodyPr vert="horz" wrap="square" lIns="0" tIns="15240" rIns="0" bIns="0" rtlCol="0">
            <a:spAutoFit/>
          </a:bodyPr>
          <a:lstStyle/>
          <a:p>
            <a:pPr marL="12700">
              <a:lnSpc>
                <a:spcPct val="100000"/>
              </a:lnSpc>
              <a:spcBef>
                <a:spcPts val="120"/>
              </a:spcBef>
            </a:pPr>
            <a:r>
              <a:rPr lang="en-US" sz="1600" spc="5" dirty="0">
                <a:solidFill>
                  <a:srgbClr val="585858"/>
                </a:solidFill>
                <a:latin typeface="DejaVu Sans"/>
                <a:cs typeface="DejaVu Sans"/>
              </a:rPr>
              <a:t>Perform </a:t>
            </a:r>
            <a:r>
              <a:rPr sz="1600" spc="5" dirty="0">
                <a:solidFill>
                  <a:srgbClr val="585858"/>
                </a:solidFill>
                <a:latin typeface="DejaVu Sans"/>
                <a:cs typeface="DejaVu Sans"/>
              </a:rPr>
              <a:t>Checks</a:t>
            </a:r>
            <a:endParaRPr sz="1600" dirty="0">
              <a:latin typeface="DejaVu Sans"/>
              <a:cs typeface="DejaVu Sans"/>
            </a:endParaRPr>
          </a:p>
        </p:txBody>
      </p:sp>
      <p:sp>
        <p:nvSpPr>
          <p:cNvPr id="11" name="object 11"/>
          <p:cNvSpPr txBox="1"/>
          <p:nvPr/>
        </p:nvSpPr>
        <p:spPr>
          <a:xfrm>
            <a:off x="2039620" y="4392929"/>
            <a:ext cx="4246246" cy="261610"/>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Orchestrate all C</a:t>
            </a:r>
            <a:r>
              <a:rPr lang="en-US" sz="1600" spc="5" dirty="0">
                <a:solidFill>
                  <a:srgbClr val="585858"/>
                </a:solidFill>
                <a:latin typeface="DejaVu Sans"/>
                <a:cs typeface="DejaVu Sans"/>
              </a:rPr>
              <a:t>heckpoint</a:t>
            </a:r>
            <a:r>
              <a:rPr sz="1600" spc="5" dirty="0">
                <a:solidFill>
                  <a:srgbClr val="585858"/>
                </a:solidFill>
                <a:latin typeface="DejaVu Sans"/>
                <a:cs typeface="DejaVu Sans"/>
              </a:rPr>
              <a:t>/R</a:t>
            </a:r>
            <a:r>
              <a:rPr lang="en-US" sz="1600" spc="5" dirty="0">
                <a:solidFill>
                  <a:srgbClr val="585858"/>
                </a:solidFill>
                <a:latin typeface="DejaVu Sans"/>
                <a:cs typeface="DejaVu Sans"/>
              </a:rPr>
              <a:t>estore</a:t>
            </a:r>
            <a:r>
              <a:rPr sz="1600" spc="-45" dirty="0">
                <a:solidFill>
                  <a:srgbClr val="585858"/>
                </a:solidFill>
                <a:latin typeface="DejaVu Sans"/>
                <a:cs typeface="DejaVu Sans"/>
              </a:rPr>
              <a:t> </a:t>
            </a:r>
            <a:r>
              <a:rPr sz="1600" spc="5" dirty="0">
                <a:solidFill>
                  <a:srgbClr val="585858"/>
                </a:solidFill>
                <a:latin typeface="DejaVu Sans"/>
                <a:cs typeface="DejaVu Sans"/>
              </a:rPr>
              <a:t>steps</a:t>
            </a:r>
            <a:endParaRPr sz="1600" dirty="0">
              <a:latin typeface="DejaVu Sans"/>
              <a:cs typeface="DejaVu Sans"/>
            </a:endParaRPr>
          </a:p>
        </p:txBody>
      </p:sp>
      <p:sp>
        <p:nvSpPr>
          <p:cNvPr id="12" name="object 12"/>
          <p:cNvSpPr txBox="1"/>
          <p:nvPr/>
        </p:nvSpPr>
        <p:spPr>
          <a:xfrm>
            <a:off x="1715770" y="3699509"/>
            <a:ext cx="173990" cy="1485900"/>
          </a:xfrm>
          <a:prstGeom prst="rect">
            <a:avLst/>
          </a:prstGeom>
        </p:spPr>
        <p:txBody>
          <a:bodyPr vert="horz" wrap="square" lIns="0" tIns="12700" rIns="0" bIns="0" rtlCol="0">
            <a:spAutoFit/>
          </a:bodyPr>
          <a:lstStyle/>
          <a:p>
            <a:pPr marL="12700">
              <a:lnSpc>
                <a:spcPct val="100000"/>
              </a:lnSpc>
              <a:spcBef>
                <a:spcPts val="100"/>
              </a:spcBef>
            </a:pPr>
            <a:r>
              <a:rPr sz="2100" spc="395" dirty="0">
                <a:latin typeface="Trebuchet MS"/>
                <a:cs typeface="Trebuchet MS"/>
              </a:rPr>
              <a:t>–</a:t>
            </a:r>
            <a:endParaRPr sz="2100">
              <a:latin typeface="Trebuchet MS"/>
              <a:cs typeface="Trebuchet MS"/>
            </a:endParaRPr>
          </a:p>
          <a:p>
            <a:pPr marL="12700">
              <a:lnSpc>
                <a:spcPct val="100000"/>
              </a:lnSpc>
              <a:spcBef>
                <a:spcPts val="1970"/>
              </a:spcBef>
            </a:pPr>
            <a:r>
              <a:rPr sz="2100" spc="395" dirty="0">
                <a:latin typeface="Trebuchet MS"/>
                <a:cs typeface="Trebuchet MS"/>
              </a:rPr>
              <a:t>–</a:t>
            </a:r>
            <a:endParaRPr sz="2100">
              <a:latin typeface="Trebuchet MS"/>
              <a:cs typeface="Trebuchet MS"/>
            </a:endParaRPr>
          </a:p>
          <a:p>
            <a:pPr marL="12700">
              <a:lnSpc>
                <a:spcPct val="100000"/>
              </a:lnSpc>
              <a:spcBef>
                <a:spcPts val="1970"/>
              </a:spcBef>
            </a:pPr>
            <a:r>
              <a:rPr sz="2100" spc="395" dirty="0">
                <a:latin typeface="Trebuchet MS"/>
                <a:cs typeface="Trebuchet MS"/>
              </a:rPr>
              <a:t>–</a:t>
            </a:r>
            <a:endParaRPr sz="2100">
              <a:latin typeface="Trebuchet MS"/>
              <a:cs typeface="Trebuchet MS"/>
            </a:endParaRPr>
          </a:p>
        </p:txBody>
      </p:sp>
      <p:sp>
        <p:nvSpPr>
          <p:cNvPr id="13" name="object 13"/>
          <p:cNvSpPr txBox="1"/>
          <p:nvPr/>
        </p:nvSpPr>
        <p:spPr>
          <a:xfrm>
            <a:off x="2039620" y="4964429"/>
            <a:ext cx="5618184" cy="507831"/>
          </a:xfrm>
          <a:prstGeom prst="rect">
            <a:avLst/>
          </a:prstGeom>
        </p:spPr>
        <p:txBody>
          <a:bodyPr vert="horz" wrap="square" lIns="0" tIns="15240" rIns="0" bIns="0" rtlCol="0">
            <a:spAutoFit/>
          </a:bodyPr>
          <a:lstStyle/>
          <a:p>
            <a:pPr marL="12700">
              <a:lnSpc>
                <a:spcPct val="100000"/>
              </a:lnSpc>
              <a:spcBef>
                <a:spcPts val="120"/>
              </a:spcBef>
            </a:pPr>
            <a:r>
              <a:rPr lang="en-US" sz="1600" spc="10" dirty="0">
                <a:solidFill>
                  <a:srgbClr val="585858"/>
                </a:solidFill>
                <a:latin typeface="DejaVu Sans"/>
                <a:cs typeface="DejaVu Sans"/>
              </a:rPr>
              <a:t>Needed as it d</a:t>
            </a:r>
            <a:r>
              <a:rPr sz="1600" spc="10" dirty="0">
                <a:solidFill>
                  <a:srgbClr val="585858"/>
                </a:solidFill>
                <a:latin typeface="DejaVu Sans"/>
                <a:cs typeface="DejaVu Sans"/>
              </a:rPr>
              <a:t>eal</a:t>
            </a:r>
            <a:r>
              <a:rPr lang="en-US" sz="1600" spc="10" dirty="0">
                <a:solidFill>
                  <a:srgbClr val="585858"/>
                </a:solidFill>
                <a:latin typeface="DejaVu Sans"/>
                <a:cs typeface="DejaVu Sans"/>
              </a:rPr>
              <a:t>s</a:t>
            </a:r>
            <a:r>
              <a:rPr sz="1600" spc="10" dirty="0">
                <a:solidFill>
                  <a:srgbClr val="585858"/>
                </a:solidFill>
                <a:latin typeface="DejaVu Sans"/>
                <a:cs typeface="DejaVu Sans"/>
              </a:rPr>
              <a:t> </a:t>
            </a:r>
            <a:r>
              <a:rPr sz="1600" spc="5" dirty="0">
                <a:solidFill>
                  <a:srgbClr val="585858"/>
                </a:solidFill>
                <a:latin typeface="DejaVu Sans"/>
                <a:cs typeface="DejaVu Sans"/>
              </a:rPr>
              <a:t>with</a:t>
            </a:r>
            <a:r>
              <a:rPr sz="1600" spc="-55" dirty="0">
                <a:solidFill>
                  <a:srgbClr val="585858"/>
                </a:solidFill>
                <a:latin typeface="DejaVu Sans"/>
                <a:cs typeface="DejaVu Sans"/>
              </a:rPr>
              <a:t> </a:t>
            </a:r>
            <a:r>
              <a:rPr sz="1600" spc="5" dirty="0">
                <a:solidFill>
                  <a:srgbClr val="585858"/>
                </a:solidFill>
                <a:latin typeface="DejaVu Sans"/>
                <a:cs typeface="DejaVu Sans"/>
              </a:rPr>
              <a:t>filesystem</a:t>
            </a:r>
            <a:r>
              <a:rPr lang="en-US" sz="1600" spc="5" dirty="0">
                <a:solidFill>
                  <a:srgbClr val="585858"/>
                </a:solidFill>
                <a:latin typeface="DejaVu Sans"/>
                <a:cs typeface="DejaVu Sans"/>
              </a:rPr>
              <a:t> that CRIU does not deal with</a:t>
            </a:r>
            <a:endParaRPr sz="1600" dirty="0">
              <a:latin typeface="DejaVu Sans"/>
              <a:cs typeface="DejaVu Sans"/>
            </a:endParaRPr>
          </a:p>
        </p:txBody>
      </p:sp>
      <p:sp>
        <p:nvSpPr>
          <p:cNvPr id="14" name="object 14"/>
          <p:cNvSpPr/>
          <p:nvPr/>
        </p:nvSpPr>
        <p:spPr>
          <a:xfrm>
            <a:off x="5722620" y="3232150"/>
            <a:ext cx="2679700" cy="1584960"/>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6374991" y="1491100"/>
            <a:ext cx="1282813" cy="1436751"/>
          </a:xfrm>
          <a:prstGeom prst="rect">
            <a:avLst/>
          </a:prstGeom>
          <a:blipFill>
            <a:blip r:embed="rId3" cstate="print"/>
            <a:stretch>
              <a:fillRect/>
            </a:stretch>
          </a:blipFill>
        </p:spPr>
        <p:txBody>
          <a:bodyPr wrap="square" lIns="0" tIns="0" rIns="0" bIns="0" rtlCol="0"/>
          <a:lstStyle/>
          <a:p>
            <a:endParaRPr/>
          </a:p>
        </p:txBody>
      </p:sp>
      <p:sp>
        <p:nvSpPr>
          <p:cNvPr id="16" name="object 16"/>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20</a:t>
            </a:fld>
            <a:endParaRPr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39469"/>
            <a:ext cx="1529080" cy="325755"/>
          </a:xfrm>
          <a:prstGeom prst="rect">
            <a:avLst/>
          </a:prstGeom>
        </p:spPr>
        <p:txBody>
          <a:bodyPr vert="horz" wrap="square" lIns="0" tIns="15240" rIns="0" bIns="0" rtlCol="0">
            <a:spAutoFit/>
          </a:bodyPr>
          <a:lstStyle/>
          <a:p>
            <a:pPr marL="12700">
              <a:lnSpc>
                <a:spcPct val="100000"/>
              </a:lnSpc>
              <a:spcBef>
                <a:spcPts val="120"/>
              </a:spcBef>
            </a:pPr>
            <a:r>
              <a:rPr spc="-45" dirty="0"/>
              <a:t>P.Haul</a:t>
            </a:r>
            <a:r>
              <a:rPr spc="-65" dirty="0"/>
              <a:t> </a:t>
            </a:r>
            <a:r>
              <a:rPr spc="5" dirty="0"/>
              <a:t>goals</a:t>
            </a: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21</a:t>
            </a:fld>
            <a:endParaRPr spc="5" dirty="0"/>
          </a:p>
        </p:txBody>
      </p:sp>
      <p:sp>
        <p:nvSpPr>
          <p:cNvPr id="3" name="object 3"/>
          <p:cNvSpPr txBox="1"/>
          <p:nvPr/>
        </p:nvSpPr>
        <p:spPr>
          <a:xfrm>
            <a:off x="1518919" y="1591310"/>
            <a:ext cx="5601970" cy="507831"/>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rPr>
              <a:t>Provide </a:t>
            </a:r>
            <a:r>
              <a:rPr sz="1600" spc="10" dirty="0">
                <a:solidFill>
                  <a:srgbClr val="585858"/>
                </a:solidFill>
                <a:latin typeface="DejaVu Sans"/>
                <a:cs typeface="DejaVu Sans"/>
              </a:rPr>
              <a:t>engine </a:t>
            </a:r>
            <a:r>
              <a:rPr sz="1600" spc="5" dirty="0">
                <a:solidFill>
                  <a:srgbClr val="585858"/>
                </a:solidFill>
                <a:latin typeface="DejaVu Sans"/>
                <a:cs typeface="DejaVu Sans"/>
              </a:rPr>
              <a:t>for </a:t>
            </a:r>
            <a:r>
              <a:rPr sz="1600" spc="10" dirty="0">
                <a:solidFill>
                  <a:srgbClr val="585858"/>
                </a:solidFill>
                <a:latin typeface="DejaVu Sans"/>
                <a:cs typeface="DejaVu Sans"/>
              </a:rPr>
              <a:t>container</a:t>
            </a:r>
            <a:r>
              <a:rPr lang="en-US" sz="1600" spc="10" dirty="0">
                <a:solidFill>
                  <a:srgbClr val="585858"/>
                </a:solidFill>
                <a:latin typeface="DejaVu Sans"/>
                <a:cs typeface="DejaVu Sans"/>
              </a:rPr>
              <a:t>'</a:t>
            </a:r>
            <a:r>
              <a:rPr sz="1600" spc="10" dirty="0">
                <a:solidFill>
                  <a:srgbClr val="585858"/>
                </a:solidFill>
                <a:latin typeface="DejaVu Sans"/>
                <a:cs typeface="DejaVu Sans"/>
              </a:rPr>
              <a:t>s </a:t>
            </a:r>
            <a:r>
              <a:rPr sz="1600" spc="5" dirty="0">
                <a:solidFill>
                  <a:srgbClr val="585858"/>
                </a:solidFill>
                <a:latin typeface="DejaVu Sans"/>
                <a:cs typeface="DejaVu Sans"/>
              </a:rPr>
              <a:t>live </a:t>
            </a:r>
            <a:r>
              <a:rPr sz="1600" spc="10" dirty="0">
                <a:solidFill>
                  <a:srgbClr val="585858"/>
                </a:solidFill>
                <a:latin typeface="DejaVu Sans"/>
                <a:cs typeface="DejaVu Sans"/>
              </a:rPr>
              <a:t>mi</a:t>
            </a:r>
            <a:r>
              <a:rPr lang="en-US" sz="1600" spc="10" dirty="0">
                <a:solidFill>
                  <a:srgbClr val="585858"/>
                </a:solidFill>
                <a:latin typeface="DejaVu Sans"/>
                <a:cs typeface="DejaVu Sans"/>
              </a:rPr>
              <a:t>g</a:t>
            </a:r>
            <a:r>
              <a:rPr sz="1600" spc="10" dirty="0">
                <a:solidFill>
                  <a:srgbClr val="585858"/>
                </a:solidFill>
                <a:latin typeface="DejaVu Sans"/>
                <a:cs typeface="DejaVu Sans"/>
              </a:rPr>
              <a:t>ration using</a:t>
            </a:r>
            <a:r>
              <a:rPr sz="1600" spc="-35" dirty="0">
                <a:solidFill>
                  <a:srgbClr val="585858"/>
                </a:solidFill>
                <a:latin typeface="DejaVu Sans"/>
                <a:cs typeface="DejaVu Sans"/>
              </a:rPr>
              <a:t> </a:t>
            </a:r>
            <a:r>
              <a:rPr sz="1600" spc="5" dirty="0">
                <a:solidFill>
                  <a:srgbClr val="585858"/>
                </a:solidFill>
                <a:latin typeface="DejaVu Sans"/>
                <a:cs typeface="DejaVu Sans"/>
              </a:rPr>
              <a:t>CRIU</a:t>
            </a:r>
            <a:endParaRPr sz="1600" dirty="0">
              <a:latin typeface="DejaVu Sans"/>
              <a:cs typeface="DejaVu Sans"/>
            </a:endParaRPr>
          </a:p>
        </p:txBody>
      </p:sp>
      <p:sp>
        <p:nvSpPr>
          <p:cNvPr id="4" name="object 4"/>
          <p:cNvSpPr txBox="1"/>
          <p:nvPr/>
        </p:nvSpPr>
        <p:spPr>
          <a:xfrm>
            <a:off x="1518919" y="2246630"/>
            <a:ext cx="5633085"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Perform </a:t>
            </a:r>
            <a:r>
              <a:rPr sz="1600" spc="5" dirty="0">
                <a:solidFill>
                  <a:srgbClr val="585858"/>
                </a:solidFill>
                <a:latin typeface="DejaVu Sans"/>
                <a:cs typeface="DejaVu Sans"/>
              </a:rPr>
              <a:t>necessary </a:t>
            </a:r>
            <a:r>
              <a:rPr sz="1600" dirty="0">
                <a:solidFill>
                  <a:srgbClr val="585858"/>
                </a:solidFill>
                <a:latin typeface="DejaVu Sans"/>
                <a:cs typeface="DejaVu Sans"/>
              </a:rPr>
              <a:t>pre-checks </a:t>
            </a:r>
            <a:r>
              <a:rPr sz="1600" spc="5" dirty="0">
                <a:solidFill>
                  <a:srgbClr val="585858"/>
                </a:solidFill>
                <a:latin typeface="DejaVu Sans"/>
                <a:cs typeface="DejaVu Sans"/>
              </a:rPr>
              <a:t>(e.g. CPU</a:t>
            </a:r>
            <a:r>
              <a:rPr sz="1600" spc="95" dirty="0">
                <a:solidFill>
                  <a:srgbClr val="585858"/>
                </a:solidFill>
                <a:latin typeface="DejaVu Sans"/>
                <a:cs typeface="DejaVu Sans"/>
              </a:rPr>
              <a:t> </a:t>
            </a:r>
            <a:r>
              <a:rPr sz="1600" spc="5" dirty="0">
                <a:solidFill>
                  <a:srgbClr val="585858"/>
                </a:solidFill>
                <a:latin typeface="DejaVu Sans"/>
                <a:cs typeface="DejaVu Sans"/>
              </a:rPr>
              <a:t>compatibility)</a:t>
            </a:r>
            <a:endParaRPr sz="1600">
              <a:latin typeface="DejaVu Sans"/>
              <a:cs typeface="DejaVu Sans"/>
            </a:endParaRPr>
          </a:p>
        </p:txBody>
      </p:sp>
      <p:sp>
        <p:nvSpPr>
          <p:cNvPr id="5" name="object 5"/>
          <p:cNvSpPr txBox="1"/>
          <p:nvPr/>
        </p:nvSpPr>
        <p:spPr>
          <a:xfrm>
            <a:off x="1518919" y="2901950"/>
            <a:ext cx="5633085" cy="261610"/>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Organize </a:t>
            </a:r>
            <a:r>
              <a:rPr sz="1600" spc="10" dirty="0">
                <a:solidFill>
                  <a:srgbClr val="585858"/>
                </a:solidFill>
                <a:latin typeface="DejaVu Sans"/>
                <a:cs typeface="DejaVu Sans"/>
              </a:rPr>
              <a:t>memory </a:t>
            </a:r>
            <a:r>
              <a:rPr sz="1600" dirty="0">
                <a:solidFill>
                  <a:srgbClr val="585858"/>
                </a:solidFill>
                <a:latin typeface="DejaVu Sans"/>
                <a:cs typeface="DejaVu Sans"/>
              </a:rPr>
              <a:t>pre-copy </a:t>
            </a:r>
            <a:r>
              <a:rPr sz="1600" spc="10" dirty="0">
                <a:solidFill>
                  <a:srgbClr val="585858"/>
                </a:solidFill>
                <a:latin typeface="DejaVu Sans"/>
                <a:cs typeface="DejaVu Sans"/>
              </a:rPr>
              <a:t>and/or</a:t>
            </a:r>
            <a:r>
              <a:rPr sz="1600" spc="25" dirty="0">
                <a:solidFill>
                  <a:srgbClr val="585858"/>
                </a:solidFill>
                <a:latin typeface="DejaVu Sans"/>
                <a:cs typeface="DejaVu Sans"/>
              </a:rPr>
              <a:t> </a:t>
            </a:r>
            <a:r>
              <a:rPr sz="1600" spc="5" dirty="0">
                <a:solidFill>
                  <a:srgbClr val="585858"/>
                </a:solidFill>
                <a:latin typeface="DejaVu Sans"/>
                <a:cs typeface="DejaVu Sans"/>
              </a:rPr>
              <a:t>post-copy</a:t>
            </a:r>
            <a:endParaRPr sz="1600" dirty="0">
              <a:latin typeface="DejaVu Sans"/>
              <a:cs typeface="DejaVu Sans"/>
            </a:endParaRPr>
          </a:p>
        </p:txBody>
      </p:sp>
      <p:sp>
        <p:nvSpPr>
          <p:cNvPr id="6" name="object 6"/>
          <p:cNvSpPr txBox="1"/>
          <p:nvPr/>
        </p:nvSpPr>
        <p:spPr>
          <a:xfrm>
            <a:off x="1176019" y="1192529"/>
            <a:ext cx="150495" cy="264668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7" name="object 7"/>
          <p:cNvSpPr txBox="1"/>
          <p:nvPr/>
        </p:nvSpPr>
        <p:spPr>
          <a:xfrm>
            <a:off x="1518919" y="3557270"/>
            <a:ext cx="4707890" cy="272415"/>
          </a:xfrm>
          <a:prstGeom prst="rect">
            <a:avLst/>
          </a:prstGeom>
        </p:spPr>
        <p:txBody>
          <a:bodyPr vert="horz" wrap="square" lIns="0" tIns="15240" rIns="0" bIns="0" rtlCol="0">
            <a:spAutoFit/>
          </a:bodyPr>
          <a:lstStyle/>
          <a:p>
            <a:pPr marL="12700">
              <a:lnSpc>
                <a:spcPct val="100000"/>
              </a:lnSpc>
              <a:spcBef>
                <a:spcPts val="120"/>
              </a:spcBef>
            </a:pPr>
            <a:r>
              <a:rPr sz="1600" spc="-75" dirty="0">
                <a:solidFill>
                  <a:srgbClr val="585858"/>
                </a:solidFill>
                <a:latin typeface="DejaVu Sans"/>
                <a:cs typeface="DejaVu Sans"/>
              </a:rPr>
              <a:t>Take </a:t>
            </a:r>
            <a:r>
              <a:rPr sz="1600" dirty="0">
                <a:solidFill>
                  <a:srgbClr val="585858"/>
                </a:solidFill>
                <a:latin typeface="DejaVu Sans"/>
                <a:cs typeface="DejaVu Sans"/>
              </a:rPr>
              <a:t>care </a:t>
            </a:r>
            <a:r>
              <a:rPr sz="1600" spc="5" dirty="0">
                <a:solidFill>
                  <a:srgbClr val="585858"/>
                </a:solidFill>
                <a:latin typeface="DejaVu Sans"/>
                <a:cs typeface="DejaVu Sans"/>
              </a:rPr>
              <a:t>of file-system </a:t>
            </a:r>
            <a:r>
              <a:rPr sz="1600" spc="10" dirty="0">
                <a:solidFill>
                  <a:srgbClr val="585858"/>
                </a:solidFill>
                <a:latin typeface="DejaVu Sans"/>
                <a:cs typeface="DejaVu Sans"/>
              </a:rPr>
              <a:t>migration </a:t>
            </a:r>
            <a:r>
              <a:rPr sz="1600" spc="5" dirty="0">
                <a:solidFill>
                  <a:srgbClr val="585858"/>
                </a:solidFill>
                <a:latin typeface="DejaVu Sans"/>
                <a:cs typeface="DejaVu Sans"/>
              </a:rPr>
              <a:t>(if</a:t>
            </a:r>
            <a:r>
              <a:rPr sz="1600" spc="50" dirty="0">
                <a:solidFill>
                  <a:srgbClr val="585858"/>
                </a:solidFill>
                <a:latin typeface="DejaVu Sans"/>
                <a:cs typeface="DejaVu Sans"/>
              </a:rPr>
              <a:t> </a:t>
            </a:r>
            <a:r>
              <a:rPr sz="1600" spc="10" dirty="0">
                <a:solidFill>
                  <a:srgbClr val="585858"/>
                </a:solidFill>
                <a:latin typeface="DejaVu Sans"/>
                <a:cs typeface="DejaVu Sans"/>
              </a:rPr>
              <a:t>needed)</a:t>
            </a:r>
            <a:endParaRPr sz="1600">
              <a:latin typeface="DejaVu Sans"/>
              <a:cs typeface="DejaVu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97230" y="4330700"/>
            <a:ext cx="8037830" cy="952500"/>
          </a:xfrm>
          <a:custGeom>
            <a:avLst/>
            <a:gdLst/>
            <a:ahLst/>
            <a:cxnLst/>
            <a:rect l="l" t="t" r="r" b="b"/>
            <a:pathLst>
              <a:path w="8037830" h="952500">
                <a:moveTo>
                  <a:pt x="8037830" y="0"/>
                </a:moveTo>
                <a:lnTo>
                  <a:pt x="0" y="0"/>
                </a:lnTo>
                <a:lnTo>
                  <a:pt x="0" y="952500"/>
                </a:lnTo>
                <a:lnTo>
                  <a:pt x="8037830" y="952500"/>
                </a:lnTo>
                <a:lnTo>
                  <a:pt x="8037830" y="0"/>
                </a:lnTo>
                <a:close/>
              </a:path>
            </a:pathLst>
          </a:custGeom>
          <a:solidFill>
            <a:srgbClr val="CCFFFF"/>
          </a:solidFill>
        </p:spPr>
        <p:txBody>
          <a:bodyPr wrap="square" lIns="0" tIns="0" rIns="0" bIns="0" rtlCol="0"/>
          <a:lstStyle/>
          <a:p>
            <a:endParaRPr/>
          </a:p>
        </p:txBody>
      </p:sp>
      <p:sp>
        <p:nvSpPr>
          <p:cNvPr id="3" name="object 3"/>
          <p:cNvSpPr txBox="1">
            <a:spLocks noGrp="1"/>
          </p:cNvSpPr>
          <p:nvPr>
            <p:ph type="title"/>
          </p:nvPr>
        </p:nvSpPr>
        <p:spPr>
          <a:xfrm>
            <a:off x="1176019" y="839469"/>
            <a:ext cx="6620511" cy="315471"/>
          </a:xfrm>
          <a:prstGeom prst="rect">
            <a:avLst/>
          </a:prstGeom>
        </p:spPr>
        <p:txBody>
          <a:bodyPr vert="horz" wrap="square" lIns="0" tIns="15240" rIns="0" bIns="0" rtlCol="0">
            <a:spAutoFit/>
          </a:bodyPr>
          <a:lstStyle/>
          <a:p>
            <a:pPr marL="12700">
              <a:lnSpc>
                <a:spcPct val="100000"/>
              </a:lnSpc>
              <a:spcBef>
                <a:spcPts val="120"/>
              </a:spcBef>
            </a:pPr>
            <a:r>
              <a:rPr lang="en-US" spc="5" dirty="0"/>
              <a:t>Container migration sequence</a:t>
            </a:r>
            <a:endParaRPr spc="5" dirty="0"/>
          </a:p>
        </p:txBody>
      </p:sp>
      <p:sp>
        <p:nvSpPr>
          <p:cNvPr id="4" name="object 4"/>
          <p:cNvSpPr/>
          <p:nvPr/>
        </p:nvSpPr>
        <p:spPr>
          <a:xfrm>
            <a:off x="784859" y="1663700"/>
            <a:ext cx="0" cy="4927600"/>
          </a:xfrm>
          <a:custGeom>
            <a:avLst/>
            <a:gdLst/>
            <a:ahLst/>
            <a:cxnLst/>
            <a:rect l="l" t="t" r="r" b="b"/>
            <a:pathLst>
              <a:path h="4927600">
                <a:moveTo>
                  <a:pt x="0" y="0"/>
                </a:moveTo>
                <a:lnTo>
                  <a:pt x="0" y="4927600"/>
                </a:lnTo>
              </a:path>
            </a:pathLst>
          </a:custGeom>
          <a:ln w="18329">
            <a:solidFill>
              <a:srgbClr val="7F7F7F"/>
            </a:solidFill>
          </a:ln>
        </p:spPr>
        <p:txBody>
          <a:bodyPr wrap="square" lIns="0" tIns="0" rIns="0" bIns="0" rtlCol="0"/>
          <a:lstStyle/>
          <a:p>
            <a:endParaRPr/>
          </a:p>
        </p:txBody>
      </p:sp>
      <p:sp>
        <p:nvSpPr>
          <p:cNvPr id="5" name="object 5"/>
          <p:cNvSpPr/>
          <p:nvPr/>
        </p:nvSpPr>
        <p:spPr>
          <a:xfrm>
            <a:off x="1901189" y="1663700"/>
            <a:ext cx="0" cy="4927600"/>
          </a:xfrm>
          <a:custGeom>
            <a:avLst/>
            <a:gdLst/>
            <a:ahLst/>
            <a:cxnLst/>
            <a:rect l="l" t="t" r="r" b="b"/>
            <a:pathLst>
              <a:path h="4927600">
                <a:moveTo>
                  <a:pt x="0" y="0"/>
                </a:moveTo>
                <a:lnTo>
                  <a:pt x="0" y="4927600"/>
                </a:lnTo>
              </a:path>
            </a:pathLst>
          </a:custGeom>
          <a:ln w="18329">
            <a:solidFill>
              <a:srgbClr val="7F7F7F"/>
            </a:solidFill>
          </a:ln>
        </p:spPr>
        <p:txBody>
          <a:bodyPr wrap="square" lIns="0" tIns="0" rIns="0" bIns="0" rtlCol="0"/>
          <a:lstStyle/>
          <a:p>
            <a:endParaRPr/>
          </a:p>
        </p:txBody>
      </p:sp>
      <p:sp>
        <p:nvSpPr>
          <p:cNvPr id="6" name="object 6"/>
          <p:cNvSpPr/>
          <p:nvPr/>
        </p:nvSpPr>
        <p:spPr>
          <a:xfrm>
            <a:off x="2980689" y="1663700"/>
            <a:ext cx="0" cy="4927600"/>
          </a:xfrm>
          <a:custGeom>
            <a:avLst/>
            <a:gdLst/>
            <a:ahLst/>
            <a:cxnLst/>
            <a:rect l="l" t="t" r="r" b="b"/>
            <a:pathLst>
              <a:path h="4927600">
                <a:moveTo>
                  <a:pt x="0" y="0"/>
                </a:moveTo>
                <a:lnTo>
                  <a:pt x="0" y="4927600"/>
                </a:lnTo>
              </a:path>
            </a:pathLst>
          </a:custGeom>
          <a:ln w="18329">
            <a:solidFill>
              <a:srgbClr val="7F7F7F"/>
            </a:solidFill>
          </a:ln>
        </p:spPr>
        <p:txBody>
          <a:bodyPr wrap="square" lIns="0" tIns="0" rIns="0" bIns="0" rtlCol="0"/>
          <a:lstStyle/>
          <a:p>
            <a:endParaRPr/>
          </a:p>
        </p:txBody>
      </p:sp>
      <p:sp>
        <p:nvSpPr>
          <p:cNvPr id="7" name="object 7"/>
          <p:cNvSpPr/>
          <p:nvPr/>
        </p:nvSpPr>
        <p:spPr>
          <a:xfrm>
            <a:off x="6508750" y="1663700"/>
            <a:ext cx="0" cy="4927600"/>
          </a:xfrm>
          <a:custGeom>
            <a:avLst/>
            <a:gdLst/>
            <a:ahLst/>
            <a:cxnLst/>
            <a:rect l="l" t="t" r="r" b="b"/>
            <a:pathLst>
              <a:path h="4927600">
                <a:moveTo>
                  <a:pt x="0" y="0"/>
                </a:moveTo>
                <a:lnTo>
                  <a:pt x="0" y="4927600"/>
                </a:lnTo>
              </a:path>
            </a:pathLst>
          </a:custGeom>
          <a:ln w="18329">
            <a:solidFill>
              <a:srgbClr val="7F7F7F"/>
            </a:solidFill>
          </a:ln>
        </p:spPr>
        <p:txBody>
          <a:bodyPr wrap="square" lIns="0" tIns="0" rIns="0" bIns="0" rtlCol="0"/>
          <a:lstStyle/>
          <a:p>
            <a:endParaRPr/>
          </a:p>
        </p:txBody>
      </p:sp>
      <p:sp>
        <p:nvSpPr>
          <p:cNvPr id="8" name="object 8"/>
          <p:cNvSpPr/>
          <p:nvPr/>
        </p:nvSpPr>
        <p:spPr>
          <a:xfrm>
            <a:off x="7588250" y="1663700"/>
            <a:ext cx="0" cy="4927600"/>
          </a:xfrm>
          <a:custGeom>
            <a:avLst/>
            <a:gdLst/>
            <a:ahLst/>
            <a:cxnLst/>
            <a:rect l="l" t="t" r="r" b="b"/>
            <a:pathLst>
              <a:path h="4927600">
                <a:moveTo>
                  <a:pt x="0" y="0"/>
                </a:moveTo>
                <a:lnTo>
                  <a:pt x="0" y="4927600"/>
                </a:lnTo>
              </a:path>
            </a:pathLst>
          </a:custGeom>
          <a:ln w="18329">
            <a:solidFill>
              <a:srgbClr val="7F7F7F"/>
            </a:solidFill>
          </a:ln>
        </p:spPr>
        <p:txBody>
          <a:bodyPr wrap="square" lIns="0" tIns="0" rIns="0" bIns="0" rtlCol="0"/>
          <a:lstStyle/>
          <a:p>
            <a:endParaRPr/>
          </a:p>
        </p:txBody>
      </p:sp>
      <p:sp>
        <p:nvSpPr>
          <p:cNvPr id="9" name="object 9"/>
          <p:cNvSpPr/>
          <p:nvPr/>
        </p:nvSpPr>
        <p:spPr>
          <a:xfrm>
            <a:off x="8669019" y="1663700"/>
            <a:ext cx="0" cy="4927600"/>
          </a:xfrm>
          <a:custGeom>
            <a:avLst/>
            <a:gdLst/>
            <a:ahLst/>
            <a:cxnLst/>
            <a:rect l="l" t="t" r="r" b="b"/>
            <a:pathLst>
              <a:path h="4927600">
                <a:moveTo>
                  <a:pt x="0" y="0"/>
                </a:moveTo>
                <a:lnTo>
                  <a:pt x="0" y="4927600"/>
                </a:lnTo>
              </a:path>
            </a:pathLst>
          </a:custGeom>
          <a:ln w="18329">
            <a:solidFill>
              <a:srgbClr val="7F7F7F"/>
            </a:solidFill>
          </a:ln>
        </p:spPr>
        <p:txBody>
          <a:bodyPr wrap="square" lIns="0" tIns="0" rIns="0" bIns="0" rtlCol="0"/>
          <a:lstStyle/>
          <a:p>
            <a:endParaRPr/>
          </a:p>
        </p:txBody>
      </p:sp>
      <p:sp>
        <p:nvSpPr>
          <p:cNvPr id="10" name="object 10"/>
          <p:cNvSpPr txBox="1"/>
          <p:nvPr/>
        </p:nvSpPr>
        <p:spPr>
          <a:xfrm>
            <a:off x="443230" y="1370329"/>
            <a:ext cx="58293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Liberation Sans"/>
                <a:cs typeface="Liberation Sans"/>
              </a:rPr>
              <a:t>C</a:t>
            </a:r>
            <a:r>
              <a:rPr sz="1800" spc="-5" dirty="0">
                <a:latin typeface="Liberation Sans"/>
                <a:cs typeface="Liberation Sans"/>
              </a:rPr>
              <a:t>RIU</a:t>
            </a:r>
            <a:endParaRPr sz="1800">
              <a:latin typeface="Liberation Sans"/>
              <a:cs typeface="Liberation Sans"/>
            </a:endParaRPr>
          </a:p>
        </p:txBody>
      </p:sp>
      <p:sp>
        <p:nvSpPr>
          <p:cNvPr id="11" name="object 11"/>
          <p:cNvSpPr txBox="1"/>
          <p:nvPr/>
        </p:nvSpPr>
        <p:spPr>
          <a:xfrm>
            <a:off x="8435340" y="1370329"/>
            <a:ext cx="5842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Liberation Sans"/>
                <a:cs typeface="Liberation Sans"/>
              </a:rPr>
              <a:t>C</a:t>
            </a:r>
            <a:r>
              <a:rPr sz="1800" spc="-10" dirty="0">
                <a:latin typeface="Liberation Sans"/>
                <a:cs typeface="Liberation Sans"/>
              </a:rPr>
              <a:t>R</a:t>
            </a:r>
            <a:r>
              <a:rPr sz="1800" spc="5" dirty="0">
                <a:latin typeface="Liberation Sans"/>
                <a:cs typeface="Liberation Sans"/>
              </a:rPr>
              <a:t>I</a:t>
            </a:r>
            <a:r>
              <a:rPr sz="1800" dirty="0">
                <a:latin typeface="Liberation Sans"/>
                <a:cs typeface="Liberation Sans"/>
              </a:rPr>
              <a:t>U</a:t>
            </a:r>
            <a:endParaRPr sz="1800">
              <a:latin typeface="Liberation Sans"/>
              <a:cs typeface="Liberation Sans"/>
            </a:endParaRPr>
          </a:p>
        </p:txBody>
      </p:sp>
      <p:sp>
        <p:nvSpPr>
          <p:cNvPr id="12" name="object 12"/>
          <p:cNvSpPr txBox="1"/>
          <p:nvPr/>
        </p:nvSpPr>
        <p:spPr>
          <a:xfrm>
            <a:off x="7247890" y="1370329"/>
            <a:ext cx="64516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Liberation Sans"/>
                <a:cs typeface="Liberation Sans"/>
              </a:rPr>
              <a:t>p</a:t>
            </a:r>
            <a:r>
              <a:rPr sz="1800" spc="5" dirty="0">
                <a:latin typeface="Liberation Sans"/>
                <a:cs typeface="Liberation Sans"/>
              </a:rPr>
              <a:t>.</a:t>
            </a:r>
            <a:r>
              <a:rPr sz="1800" spc="-15" dirty="0">
                <a:latin typeface="Liberation Sans"/>
                <a:cs typeface="Liberation Sans"/>
              </a:rPr>
              <a:t>h</a:t>
            </a:r>
            <a:r>
              <a:rPr sz="1800" spc="-5" dirty="0">
                <a:latin typeface="Liberation Sans"/>
                <a:cs typeface="Liberation Sans"/>
              </a:rPr>
              <a:t>a</a:t>
            </a:r>
            <a:r>
              <a:rPr sz="1800" spc="-15" dirty="0">
                <a:latin typeface="Liberation Sans"/>
                <a:cs typeface="Liberation Sans"/>
              </a:rPr>
              <a:t>u</a:t>
            </a:r>
            <a:r>
              <a:rPr sz="1800" dirty="0">
                <a:latin typeface="Liberation Sans"/>
                <a:cs typeface="Liberation Sans"/>
              </a:rPr>
              <a:t>l</a:t>
            </a:r>
            <a:endParaRPr sz="1800">
              <a:latin typeface="Liberation Sans"/>
              <a:cs typeface="Liberation Sans"/>
            </a:endParaRPr>
          </a:p>
        </p:txBody>
      </p:sp>
      <p:sp>
        <p:nvSpPr>
          <p:cNvPr id="13" name="object 13"/>
          <p:cNvSpPr txBox="1"/>
          <p:nvPr/>
        </p:nvSpPr>
        <p:spPr>
          <a:xfrm>
            <a:off x="5951220" y="1370329"/>
            <a:ext cx="97726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Liberation Sans"/>
                <a:cs typeface="Liberation Sans"/>
              </a:rPr>
              <a:t>docker</a:t>
            </a:r>
            <a:r>
              <a:rPr sz="1800" spc="-80" dirty="0">
                <a:latin typeface="Liberation Sans"/>
                <a:cs typeface="Liberation Sans"/>
              </a:rPr>
              <a:t> </a:t>
            </a:r>
            <a:r>
              <a:rPr sz="1800" dirty="0">
                <a:latin typeface="Liberation Sans"/>
                <a:cs typeface="Liberation Sans"/>
              </a:rPr>
              <a:t>-d</a:t>
            </a:r>
            <a:endParaRPr sz="1800">
              <a:latin typeface="Liberation Sans"/>
              <a:cs typeface="Liberation Sans"/>
            </a:endParaRPr>
          </a:p>
        </p:txBody>
      </p:sp>
      <p:sp>
        <p:nvSpPr>
          <p:cNvPr id="14" name="object 14"/>
          <p:cNvSpPr/>
          <p:nvPr/>
        </p:nvSpPr>
        <p:spPr>
          <a:xfrm>
            <a:off x="3049270" y="1816100"/>
            <a:ext cx="3304540" cy="0"/>
          </a:xfrm>
          <a:custGeom>
            <a:avLst/>
            <a:gdLst/>
            <a:ahLst/>
            <a:cxnLst/>
            <a:rect l="l" t="t" r="r" b="b"/>
            <a:pathLst>
              <a:path w="3304540">
                <a:moveTo>
                  <a:pt x="0" y="0"/>
                </a:moveTo>
                <a:lnTo>
                  <a:pt x="3304540" y="0"/>
                </a:lnTo>
              </a:path>
            </a:pathLst>
          </a:custGeom>
          <a:ln w="3175">
            <a:solidFill>
              <a:srgbClr val="000000"/>
            </a:solidFill>
          </a:ln>
        </p:spPr>
        <p:txBody>
          <a:bodyPr wrap="square" lIns="0" tIns="0" rIns="0" bIns="0" rtlCol="0"/>
          <a:lstStyle/>
          <a:p>
            <a:endParaRPr/>
          </a:p>
        </p:txBody>
      </p:sp>
      <p:sp>
        <p:nvSpPr>
          <p:cNvPr id="15" name="object 15"/>
          <p:cNvSpPr/>
          <p:nvPr/>
        </p:nvSpPr>
        <p:spPr>
          <a:xfrm>
            <a:off x="6346190" y="1762760"/>
            <a:ext cx="162560" cy="107950"/>
          </a:xfrm>
          <a:custGeom>
            <a:avLst/>
            <a:gdLst/>
            <a:ahLst/>
            <a:cxnLst/>
            <a:rect l="l" t="t" r="r" b="b"/>
            <a:pathLst>
              <a:path w="162559" h="107950">
                <a:moveTo>
                  <a:pt x="0" y="0"/>
                </a:moveTo>
                <a:lnTo>
                  <a:pt x="0" y="107950"/>
                </a:lnTo>
                <a:lnTo>
                  <a:pt x="162560" y="53339"/>
                </a:lnTo>
                <a:lnTo>
                  <a:pt x="0" y="0"/>
                </a:lnTo>
                <a:close/>
              </a:path>
            </a:pathLst>
          </a:custGeom>
          <a:solidFill>
            <a:srgbClr val="000000"/>
          </a:solidFill>
        </p:spPr>
        <p:txBody>
          <a:bodyPr wrap="square" lIns="0" tIns="0" rIns="0" bIns="0" rtlCol="0"/>
          <a:lstStyle/>
          <a:p>
            <a:endParaRPr/>
          </a:p>
        </p:txBody>
      </p:sp>
      <p:sp>
        <p:nvSpPr>
          <p:cNvPr id="16" name="object 16"/>
          <p:cNvSpPr txBox="1"/>
          <p:nvPr/>
        </p:nvSpPr>
        <p:spPr>
          <a:xfrm>
            <a:off x="4442459" y="1521459"/>
            <a:ext cx="7867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Liberation Sans"/>
                <a:cs typeface="Liberation Sans"/>
              </a:rPr>
              <a:t>mi</a:t>
            </a:r>
            <a:r>
              <a:rPr sz="1800" spc="-15" dirty="0">
                <a:latin typeface="Liberation Sans"/>
                <a:cs typeface="Liberation Sans"/>
              </a:rPr>
              <a:t>g</a:t>
            </a:r>
            <a:r>
              <a:rPr sz="1800" dirty="0">
                <a:latin typeface="Liberation Sans"/>
                <a:cs typeface="Liberation Sans"/>
              </a:rPr>
              <a:t>rate</a:t>
            </a:r>
            <a:endParaRPr sz="1800">
              <a:latin typeface="Liberation Sans"/>
              <a:cs typeface="Liberation Sans"/>
            </a:endParaRPr>
          </a:p>
        </p:txBody>
      </p:sp>
      <p:sp>
        <p:nvSpPr>
          <p:cNvPr id="17" name="object 17"/>
          <p:cNvSpPr/>
          <p:nvPr/>
        </p:nvSpPr>
        <p:spPr>
          <a:xfrm>
            <a:off x="6508750" y="1959610"/>
            <a:ext cx="925830" cy="0"/>
          </a:xfrm>
          <a:custGeom>
            <a:avLst/>
            <a:gdLst/>
            <a:ahLst/>
            <a:cxnLst/>
            <a:rect l="l" t="t" r="r" b="b"/>
            <a:pathLst>
              <a:path w="925829">
                <a:moveTo>
                  <a:pt x="0" y="0"/>
                </a:moveTo>
                <a:lnTo>
                  <a:pt x="925829" y="0"/>
                </a:lnTo>
              </a:path>
            </a:pathLst>
          </a:custGeom>
          <a:ln w="3175">
            <a:solidFill>
              <a:srgbClr val="000000"/>
            </a:solidFill>
          </a:ln>
        </p:spPr>
        <p:txBody>
          <a:bodyPr wrap="square" lIns="0" tIns="0" rIns="0" bIns="0" rtlCol="0"/>
          <a:lstStyle/>
          <a:p>
            <a:endParaRPr/>
          </a:p>
        </p:txBody>
      </p:sp>
      <p:sp>
        <p:nvSpPr>
          <p:cNvPr id="18" name="object 18"/>
          <p:cNvSpPr/>
          <p:nvPr/>
        </p:nvSpPr>
        <p:spPr>
          <a:xfrm>
            <a:off x="7426959" y="1906270"/>
            <a:ext cx="161290" cy="107950"/>
          </a:xfrm>
          <a:custGeom>
            <a:avLst/>
            <a:gdLst/>
            <a:ahLst/>
            <a:cxnLst/>
            <a:rect l="l" t="t" r="r" b="b"/>
            <a:pathLst>
              <a:path w="161290" h="107950">
                <a:moveTo>
                  <a:pt x="0" y="0"/>
                </a:moveTo>
                <a:lnTo>
                  <a:pt x="0" y="107950"/>
                </a:lnTo>
                <a:lnTo>
                  <a:pt x="161290" y="53339"/>
                </a:lnTo>
                <a:lnTo>
                  <a:pt x="0" y="0"/>
                </a:lnTo>
                <a:close/>
              </a:path>
            </a:pathLst>
          </a:custGeom>
          <a:solidFill>
            <a:srgbClr val="000000"/>
          </a:solidFill>
        </p:spPr>
        <p:txBody>
          <a:bodyPr wrap="square" lIns="0" tIns="0" rIns="0" bIns="0" rtlCol="0"/>
          <a:lstStyle/>
          <a:p>
            <a:endParaRPr/>
          </a:p>
        </p:txBody>
      </p:sp>
      <p:sp>
        <p:nvSpPr>
          <p:cNvPr id="19" name="object 19"/>
          <p:cNvSpPr/>
          <p:nvPr/>
        </p:nvSpPr>
        <p:spPr>
          <a:xfrm>
            <a:off x="2056129" y="2032000"/>
            <a:ext cx="889000" cy="0"/>
          </a:xfrm>
          <a:custGeom>
            <a:avLst/>
            <a:gdLst/>
            <a:ahLst/>
            <a:cxnLst/>
            <a:rect l="l" t="t" r="r" b="b"/>
            <a:pathLst>
              <a:path w="889000">
                <a:moveTo>
                  <a:pt x="889000" y="0"/>
                </a:moveTo>
                <a:lnTo>
                  <a:pt x="0" y="0"/>
                </a:lnTo>
              </a:path>
            </a:pathLst>
          </a:custGeom>
          <a:ln w="3175">
            <a:solidFill>
              <a:srgbClr val="000000"/>
            </a:solidFill>
          </a:ln>
        </p:spPr>
        <p:txBody>
          <a:bodyPr wrap="square" lIns="0" tIns="0" rIns="0" bIns="0" rtlCol="0"/>
          <a:lstStyle/>
          <a:p>
            <a:endParaRPr/>
          </a:p>
        </p:txBody>
      </p:sp>
      <p:sp>
        <p:nvSpPr>
          <p:cNvPr id="20" name="object 20"/>
          <p:cNvSpPr/>
          <p:nvPr/>
        </p:nvSpPr>
        <p:spPr>
          <a:xfrm>
            <a:off x="1901189" y="1977389"/>
            <a:ext cx="161290" cy="107950"/>
          </a:xfrm>
          <a:custGeom>
            <a:avLst/>
            <a:gdLst/>
            <a:ahLst/>
            <a:cxnLst/>
            <a:rect l="l" t="t" r="r" b="b"/>
            <a:pathLst>
              <a:path w="161289" h="107950">
                <a:moveTo>
                  <a:pt x="161290" y="0"/>
                </a:moveTo>
                <a:lnTo>
                  <a:pt x="0" y="54610"/>
                </a:lnTo>
                <a:lnTo>
                  <a:pt x="161290" y="107950"/>
                </a:lnTo>
                <a:lnTo>
                  <a:pt x="161290" y="0"/>
                </a:lnTo>
                <a:close/>
              </a:path>
            </a:pathLst>
          </a:custGeom>
          <a:solidFill>
            <a:srgbClr val="000000"/>
          </a:solidFill>
        </p:spPr>
        <p:txBody>
          <a:bodyPr wrap="square" lIns="0" tIns="0" rIns="0" bIns="0" rtlCol="0"/>
          <a:lstStyle/>
          <a:p>
            <a:endParaRPr/>
          </a:p>
        </p:txBody>
      </p:sp>
      <p:sp>
        <p:nvSpPr>
          <p:cNvPr id="21" name="object 21"/>
          <p:cNvSpPr txBox="1"/>
          <p:nvPr/>
        </p:nvSpPr>
        <p:spPr>
          <a:xfrm>
            <a:off x="1595119" y="1299209"/>
            <a:ext cx="1985010" cy="716280"/>
          </a:xfrm>
          <a:prstGeom prst="rect">
            <a:avLst/>
          </a:prstGeom>
        </p:spPr>
        <p:txBody>
          <a:bodyPr vert="horz" wrap="square" lIns="0" tIns="83820" rIns="0" bIns="0" rtlCol="0">
            <a:spAutoFit/>
          </a:bodyPr>
          <a:lstStyle/>
          <a:p>
            <a:pPr marL="12700">
              <a:lnSpc>
                <a:spcPct val="100000"/>
              </a:lnSpc>
              <a:spcBef>
                <a:spcPts val="660"/>
              </a:spcBef>
              <a:tabLst>
                <a:tab pos="1020444" algn="l"/>
              </a:tabLst>
            </a:pPr>
            <a:r>
              <a:rPr sz="1800" spc="-10" dirty="0">
                <a:latin typeface="Liberation Sans"/>
                <a:cs typeface="Liberation Sans"/>
              </a:rPr>
              <a:t>p.haul	docker</a:t>
            </a:r>
            <a:r>
              <a:rPr sz="1800" spc="-65" dirty="0">
                <a:latin typeface="Liberation Sans"/>
                <a:cs typeface="Liberation Sans"/>
              </a:rPr>
              <a:t> </a:t>
            </a:r>
            <a:r>
              <a:rPr sz="1800" dirty="0">
                <a:latin typeface="Liberation Sans"/>
                <a:cs typeface="Liberation Sans"/>
              </a:rPr>
              <a:t>-d</a:t>
            </a:r>
            <a:endParaRPr sz="1800">
              <a:latin typeface="Liberation Sans"/>
              <a:cs typeface="Liberation Sans"/>
            </a:endParaRPr>
          </a:p>
          <a:p>
            <a:pPr marR="234315" algn="ctr">
              <a:lnSpc>
                <a:spcPct val="100000"/>
              </a:lnSpc>
              <a:spcBef>
                <a:spcPts val="560"/>
              </a:spcBef>
            </a:pPr>
            <a:r>
              <a:rPr sz="1800" dirty="0">
                <a:latin typeface="Liberation Sans"/>
                <a:cs typeface="Liberation Sans"/>
              </a:rPr>
              <a:t>src</a:t>
            </a:r>
            <a:endParaRPr sz="1800">
              <a:latin typeface="Liberation Sans"/>
              <a:cs typeface="Liberation Sans"/>
            </a:endParaRPr>
          </a:p>
        </p:txBody>
      </p:sp>
      <p:sp>
        <p:nvSpPr>
          <p:cNvPr id="22" name="object 22"/>
          <p:cNvSpPr txBox="1"/>
          <p:nvPr/>
        </p:nvSpPr>
        <p:spPr>
          <a:xfrm>
            <a:off x="6837680" y="1644650"/>
            <a:ext cx="3308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Liberation Sans"/>
                <a:cs typeface="Liberation Sans"/>
              </a:rPr>
              <a:t>dst</a:t>
            </a:r>
            <a:endParaRPr sz="1800">
              <a:latin typeface="Liberation Sans"/>
              <a:cs typeface="Liberation Sans"/>
            </a:endParaRPr>
          </a:p>
        </p:txBody>
      </p:sp>
      <p:sp>
        <p:nvSpPr>
          <p:cNvPr id="23" name="object 23"/>
          <p:cNvSpPr/>
          <p:nvPr/>
        </p:nvSpPr>
        <p:spPr>
          <a:xfrm>
            <a:off x="1969770" y="2392679"/>
            <a:ext cx="5464810" cy="0"/>
          </a:xfrm>
          <a:custGeom>
            <a:avLst/>
            <a:gdLst/>
            <a:ahLst/>
            <a:cxnLst/>
            <a:rect l="l" t="t" r="r" b="b"/>
            <a:pathLst>
              <a:path w="5464809">
                <a:moveTo>
                  <a:pt x="0" y="0"/>
                </a:moveTo>
                <a:lnTo>
                  <a:pt x="5464809" y="0"/>
                </a:lnTo>
              </a:path>
            </a:pathLst>
          </a:custGeom>
          <a:ln w="3175">
            <a:solidFill>
              <a:srgbClr val="000000"/>
            </a:solidFill>
          </a:ln>
        </p:spPr>
        <p:txBody>
          <a:bodyPr wrap="square" lIns="0" tIns="0" rIns="0" bIns="0" rtlCol="0"/>
          <a:lstStyle/>
          <a:p>
            <a:endParaRPr/>
          </a:p>
        </p:txBody>
      </p:sp>
      <p:sp>
        <p:nvSpPr>
          <p:cNvPr id="24" name="object 24"/>
          <p:cNvSpPr/>
          <p:nvPr/>
        </p:nvSpPr>
        <p:spPr>
          <a:xfrm>
            <a:off x="7426959" y="2338070"/>
            <a:ext cx="161290" cy="107950"/>
          </a:xfrm>
          <a:custGeom>
            <a:avLst/>
            <a:gdLst/>
            <a:ahLst/>
            <a:cxnLst/>
            <a:rect l="l" t="t" r="r" b="b"/>
            <a:pathLst>
              <a:path w="161290" h="107950">
                <a:moveTo>
                  <a:pt x="0" y="0"/>
                </a:moveTo>
                <a:lnTo>
                  <a:pt x="0" y="107950"/>
                </a:lnTo>
                <a:lnTo>
                  <a:pt x="161290" y="54609"/>
                </a:lnTo>
                <a:lnTo>
                  <a:pt x="0" y="0"/>
                </a:lnTo>
                <a:close/>
              </a:path>
            </a:pathLst>
          </a:custGeom>
          <a:solidFill>
            <a:srgbClr val="000000"/>
          </a:solidFill>
        </p:spPr>
        <p:txBody>
          <a:bodyPr wrap="square" lIns="0" tIns="0" rIns="0" bIns="0" rtlCol="0"/>
          <a:lstStyle/>
          <a:p>
            <a:endParaRPr/>
          </a:p>
        </p:txBody>
      </p:sp>
      <p:sp>
        <p:nvSpPr>
          <p:cNvPr id="25" name="object 25"/>
          <p:cNvSpPr txBox="1"/>
          <p:nvPr/>
        </p:nvSpPr>
        <p:spPr>
          <a:xfrm>
            <a:off x="3775709" y="2103120"/>
            <a:ext cx="211836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Liberation Sans"/>
                <a:cs typeface="Liberation Sans"/>
              </a:rPr>
              <a:t>check </a:t>
            </a:r>
            <a:r>
              <a:rPr sz="1600" spc="-5" dirty="0">
                <a:latin typeface="Liberation Sans"/>
                <a:cs typeface="Liberation Sans"/>
              </a:rPr>
              <a:t>(CPUs,</a:t>
            </a:r>
            <a:r>
              <a:rPr sz="1600" spc="-60" dirty="0">
                <a:latin typeface="Liberation Sans"/>
                <a:cs typeface="Liberation Sans"/>
              </a:rPr>
              <a:t> </a:t>
            </a:r>
            <a:r>
              <a:rPr sz="1600" spc="-5" dirty="0">
                <a:latin typeface="Liberation Sans"/>
                <a:cs typeface="Liberation Sans"/>
              </a:rPr>
              <a:t>kernels)</a:t>
            </a:r>
            <a:endParaRPr sz="1600">
              <a:latin typeface="Liberation Sans"/>
              <a:cs typeface="Liberation Sans"/>
            </a:endParaRPr>
          </a:p>
        </p:txBody>
      </p:sp>
      <p:sp>
        <p:nvSpPr>
          <p:cNvPr id="26" name="object 26"/>
          <p:cNvSpPr/>
          <p:nvPr/>
        </p:nvSpPr>
        <p:spPr>
          <a:xfrm>
            <a:off x="975360" y="3040379"/>
            <a:ext cx="889000" cy="0"/>
          </a:xfrm>
          <a:custGeom>
            <a:avLst/>
            <a:gdLst/>
            <a:ahLst/>
            <a:cxnLst/>
            <a:rect l="l" t="t" r="r" b="b"/>
            <a:pathLst>
              <a:path w="889000">
                <a:moveTo>
                  <a:pt x="889000" y="0"/>
                </a:moveTo>
                <a:lnTo>
                  <a:pt x="0" y="0"/>
                </a:lnTo>
              </a:path>
            </a:pathLst>
          </a:custGeom>
          <a:ln w="3175">
            <a:solidFill>
              <a:srgbClr val="000000"/>
            </a:solidFill>
          </a:ln>
        </p:spPr>
        <p:txBody>
          <a:bodyPr wrap="square" lIns="0" tIns="0" rIns="0" bIns="0" rtlCol="0"/>
          <a:lstStyle/>
          <a:p>
            <a:endParaRPr/>
          </a:p>
        </p:txBody>
      </p:sp>
      <p:sp>
        <p:nvSpPr>
          <p:cNvPr id="27" name="object 27"/>
          <p:cNvSpPr/>
          <p:nvPr/>
        </p:nvSpPr>
        <p:spPr>
          <a:xfrm>
            <a:off x="820419" y="2985770"/>
            <a:ext cx="162560" cy="107950"/>
          </a:xfrm>
          <a:custGeom>
            <a:avLst/>
            <a:gdLst/>
            <a:ahLst/>
            <a:cxnLst/>
            <a:rect l="l" t="t" r="r" b="b"/>
            <a:pathLst>
              <a:path w="162559" h="107950">
                <a:moveTo>
                  <a:pt x="162560" y="0"/>
                </a:moveTo>
                <a:lnTo>
                  <a:pt x="0" y="54609"/>
                </a:lnTo>
                <a:lnTo>
                  <a:pt x="162560" y="107950"/>
                </a:lnTo>
                <a:lnTo>
                  <a:pt x="162560" y="0"/>
                </a:lnTo>
                <a:close/>
              </a:path>
            </a:pathLst>
          </a:custGeom>
          <a:solidFill>
            <a:srgbClr val="000000"/>
          </a:solidFill>
        </p:spPr>
        <p:txBody>
          <a:bodyPr wrap="square" lIns="0" tIns="0" rIns="0" bIns="0" rtlCol="0"/>
          <a:lstStyle/>
          <a:p>
            <a:endParaRPr/>
          </a:p>
        </p:txBody>
      </p:sp>
      <p:sp>
        <p:nvSpPr>
          <p:cNvPr id="28" name="object 28"/>
          <p:cNvSpPr txBox="1"/>
          <p:nvPr/>
        </p:nvSpPr>
        <p:spPr>
          <a:xfrm>
            <a:off x="858519" y="2669540"/>
            <a:ext cx="894080" cy="269240"/>
          </a:xfrm>
          <a:prstGeom prst="rect">
            <a:avLst/>
          </a:prstGeom>
        </p:spPr>
        <p:txBody>
          <a:bodyPr vert="horz" wrap="square" lIns="0" tIns="12700" rIns="0" bIns="0" rtlCol="0">
            <a:spAutoFit/>
          </a:bodyPr>
          <a:lstStyle/>
          <a:p>
            <a:pPr marL="12700">
              <a:lnSpc>
                <a:spcPct val="100000"/>
              </a:lnSpc>
              <a:spcBef>
                <a:spcPts val="100"/>
              </a:spcBef>
            </a:pPr>
            <a:r>
              <a:rPr sz="1600" spc="-10" dirty="0">
                <a:latin typeface="Liberation Sans"/>
                <a:cs typeface="Liberation Sans"/>
              </a:rPr>
              <a:t>p</a:t>
            </a:r>
            <a:r>
              <a:rPr sz="1600" spc="-5" dirty="0">
                <a:latin typeface="Liberation Sans"/>
                <a:cs typeface="Liberation Sans"/>
              </a:rPr>
              <a:t>re-du</a:t>
            </a:r>
            <a:r>
              <a:rPr sz="1600" spc="5" dirty="0">
                <a:latin typeface="Liberation Sans"/>
                <a:cs typeface="Liberation Sans"/>
              </a:rPr>
              <a:t>m</a:t>
            </a:r>
            <a:r>
              <a:rPr sz="1600" dirty="0">
                <a:latin typeface="Liberation Sans"/>
                <a:cs typeface="Liberation Sans"/>
              </a:rPr>
              <a:t>p</a:t>
            </a:r>
            <a:endParaRPr sz="1600">
              <a:latin typeface="Liberation Sans"/>
              <a:cs typeface="Liberation Sans"/>
            </a:endParaRPr>
          </a:p>
        </p:txBody>
      </p:sp>
      <p:sp>
        <p:nvSpPr>
          <p:cNvPr id="29" name="object 29"/>
          <p:cNvSpPr/>
          <p:nvPr/>
        </p:nvSpPr>
        <p:spPr>
          <a:xfrm>
            <a:off x="784859" y="3220720"/>
            <a:ext cx="7729220" cy="0"/>
          </a:xfrm>
          <a:custGeom>
            <a:avLst/>
            <a:gdLst/>
            <a:ahLst/>
            <a:cxnLst/>
            <a:rect l="l" t="t" r="r" b="b"/>
            <a:pathLst>
              <a:path w="7729220">
                <a:moveTo>
                  <a:pt x="0" y="0"/>
                </a:moveTo>
                <a:lnTo>
                  <a:pt x="7729220" y="0"/>
                </a:lnTo>
              </a:path>
            </a:pathLst>
          </a:custGeom>
          <a:ln w="3175">
            <a:solidFill>
              <a:srgbClr val="000000"/>
            </a:solidFill>
          </a:ln>
        </p:spPr>
        <p:txBody>
          <a:bodyPr wrap="square" lIns="0" tIns="0" rIns="0" bIns="0" rtlCol="0"/>
          <a:lstStyle/>
          <a:p>
            <a:endParaRPr/>
          </a:p>
        </p:txBody>
      </p:sp>
      <p:sp>
        <p:nvSpPr>
          <p:cNvPr id="30" name="object 30"/>
          <p:cNvSpPr/>
          <p:nvPr/>
        </p:nvSpPr>
        <p:spPr>
          <a:xfrm>
            <a:off x="8506459" y="3166110"/>
            <a:ext cx="162560" cy="107950"/>
          </a:xfrm>
          <a:custGeom>
            <a:avLst/>
            <a:gdLst/>
            <a:ahLst/>
            <a:cxnLst/>
            <a:rect l="l" t="t" r="r" b="b"/>
            <a:pathLst>
              <a:path w="162559" h="107950">
                <a:moveTo>
                  <a:pt x="0" y="0"/>
                </a:moveTo>
                <a:lnTo>
                  <a:pt x="0" y="107950"/>
                </a:lnTo>
                <a:lnTo>
                  <a:pt x="162560" y="54610"/>
                </a:lnTo>
                <a:lnTo>
                  <a:pt x="0" y="0"/>
                </a:lnTo>
                <a:close/>
              </a:path>
            </a:pathLst>
          </a:custGeom>
          <a:solidFill>
            <a:srgbClr val="000000"/>
          </a:solidFill>
        </p:spPr>
        <p:txBody>
          <a:bodyPr wrap="square" lIns="0" tIns="0" rIns="0" bIns="0" rtlCol="0"/>
          <a:lstStyle/>
          <a:p>
            <a:endParaRPr/>
          </a:p>
        </p:txBody>
      </p:sp>
      <p:sp>
        <p:nvSpPr>
          <p:cNvPr id="31" name="object 31"/>
          <p:cNvSpPr/>
          <p:nvPr/>
        </p:nvSpPr>
        <p:spPr>
          <a:xfrm>
            <a:off x="1901189" y="4156709"/>
            <a:ext cx="924560" cy="0"/>
          </a:xfrm>
          <a:custGeom>
            <a:avLst/>
            <a:gdLst/>
            <a:ahLst/>
            <a:cxnLst/>
            <a:rect l="l" t="t" r="r" b="b"/>
            <a:pathLst>
              <a:path w="924560">
                <a:moveTo>
                  <a:pt x="0" y="0"/>
                </a:moveTo>
                <a:lnTo>
                  <a:pt x="924560" y="0"/>
                </a:lnTo>
              </a:path>
            </a:pathLst>
          </a:custGeom>
          <a:ln w="3175">
            <a:solidFill>
              <a:srgbClr val="000000"/>
            </a:solidFill>
          </a:ln>
        </p:spPr>
        <p:txBody>
          <a:bodyPr wrap="square" lIns="0" tIns="0" rIns="0" bIns="0" rtlCol="0"/>
          <a:lstStyle/>
          <a:p>
            <a:endParaRPr/>
          </a:p>
        </p:txBody>
      </p:sp>
      <p:sp>
        <p:nvSpPr>
          <p:cNvPr id="32" name="object 32"/>
          <p:cNvSpPr/>
          <p:nvPr/>
        </p:nvSpPr>
        <p:spPr>
          <a:xfrm>
            <a:off x="2819400" y="4102100"/>
            <a:ext cx="161290" cy="107950"/>
          </a:xfrm>
          <a:custGeom>
            <a:avLst/>
            <a:gdLst/>
            <a:ahLst/>
            <a:cxnLst/>
            <a:rect l="l" t="t" r="r" b="b"/>
            <a:pathLst>
              <a:path w="161289" h="107950">
                <a:moveTo>
                  <a:pt x="0" y="0"/>
                </a:moveTo>
                <a:lnTo>
                  <a:pt x="0" y="107950"/>
                </a:lnTo>
                <a:lnTo>
                  <a:pt x="161289" y="54610"/>
                </a:lnTo>
                <a:lnTo>
                  <a:pt x="0" y="0"/>
                </a:lnTo>
                <a:close/>
              </a:path>
            </a:pathLst>
          </a:custGeom>
          <a:solidFill>
            <a:srgbClr val="000000"/>
          </a:solidFill>
        </p:spPr>
        <p:txBody>
          <a:bodyPr wrap="square" lIns="0" tIns="0" rIns="0" bIns="0" rtlCol="0"/>
          <a:lstStyle/>
          <a:p>
            <a:endParaRPr/>
          </a:p>
        </p:txBody>
      </p:sp>
      <p:sp>
        <p:nvSpPr>
          <p:cNvPr id="33" name="object 33"/>
          <p:cNvSpPr/>
          <p:nvPr/>
        </p:nvSpPr>
        <p:spPr>
          <a:xfrm>
            <a:off x="784859" y="4480559"/>
            <a:ext cx="7729220" cy="0"/>
          </a:xfrm>
          <a:custGeom>
            <a:avLst/>
            <a:gdLst/>
            <a:ahLst/>
            <a:cxnLst/>
            <a:rect l="l" t="t" r="r" b="b"/>
            <a:pathLst>
              <a:path w="7729220">
                <a:moveTo>
                  <a:pt x="0" y="0"/>
                </a:moveTo>
                <a:lnTo>
                  <a:pt x="7729220" y="0"/>
                </a:lnTo>
              </a:path>
            </a:pathLst>
          </a:custGeom>
          <a:ln w="3175">
            <a:solidFill>
              <a:srgbClr val="000000"/>
            </a:solidFill>
          </a:ln>
        </p:spPr>
        <p:txBody>
          <a:bodyPr wrap="square" lIns="0" tIns="0" rIns="0" bIns="0" rtlCol="0"/>
          <a:lstStyle/>
          <a:p>
            <a:endParaRPr/>
          </a:p>
        </p:txBody>
      </p:sp>
      <p:sp>
        <p:nvSpPr>
          <p:cNvPr id="34" name="object 34"/>
          <p:cNvSpPr/>
          <p:nvPr/>
        </p:nvSpPr>
        <p:spPr>
          <a:xfrm>
            <a:off x="8506459" y="4425950"/>
            <a:ext cx="162560" cy="109220"/>
          </a:xfrm>
          <a:custGeom>
            <a:avLst/>
            <a:gdLst/>
            <a:ahLst/>
            <a:cxnLst/>
            <a:rect l="l" t="t" r="r" b="b"/>
            <a:pathLst>
              <a:path w="162559" h="109220">
                <a:moveTo>
                  <a:pt x="0" y="0"/>
                </a:moveTo>
                <a:lnTo>
                  <a:pt x="0" y="109219"/>
                </a:lnTo>
                <a:lnTo>
                  <a:pt x="162560" y="54610"/>
                </a:lnTo>
                <a:lnTo>
                  <a:pt x="0" y="0"/>
                </a:lnTo>
                <a:close/>
              </a:path>
            </a:pathLst>
          </a:custGeom>
          <a:solidFill>
            <a:srgbClr val="000000"/>
          </a:solidFill>
        </p:spPr>
        <p:txBody>
          <a:bodyPr wrap="square" lIns="0" tIns="0" rIns="0" bIns="0" rtlCol="0"/>
          <a:lstStyle/>
          <a:p>
            <a:endParaRPr/>
          </a:p>
        </p:txBody>
      </p:sp>
      <p:sp>
        <p:nvSpPr>
          <p:cNvPr id="35" name="object 35"/>
          <p:cNvSpPr/>
          <p:nvPr/>
        </p:nvSpPr>
        <p:spPr>
          <a:xfrm>
            <a:off x="6663690" y="5163820"/>
            <a:ext cx="924560" cy="0"/>
          </a:xfrm>
          <a:custGeom>
            <a:avLst/>
            <a:gdLst/>
            <a:ahLst/>
            <a:cxnLst/>
            <a:rect l="l" t="t" r="r" b="b"/>
            <a:pathLst>
              <a:path w="924559">
                <a:moveTo>
                  <a:pt x="924559" y="0"/>
                </a:moveTo>
                <a:lnTo>
                  <a:pt x="0" y="0"/>
                </a:lnTo>
              </a:path>
            </a:pathLst>
          </a:custGeom>
          <a:ln w="3175">
            <a:solidFill>
              <a:srgbClr val="000000"/>
            </a:solidFill>
          </a:ln>
        </p:spPr>
        <p:txBody>
          <a:bodyPr wrap="square" lIns="0" tIns="0" rIns="0" bIns="0" rtlCol="0"/>
          <a:lstStyle/>
          <a:p>
            <a:endParaRPr/>
          </a:p>
        </p:txBody>
      </p:sp>
      <p:sp>
        <p:nvSpPr>
          <p:cNvPr id="36" name="object 36"/>
          <p:cNvSpPr/>
          <p:nvPr/>
        </p:nvSpPr>
        <p:spPr>
          <a:xfrm>
            <a:off x="6508750" y="5109209"/>
            <a:ext cx="162560" cy="109220"/>
          </a:xfrm>
          <a:custGeom>
            <a:avLst/>
            <a:gdLst/>
            <a:ahLst/>
            <a:cxnLst/>
            <a:rect l="l" t="t" r="r" b="b"/>
            <a:pathLst>
              <a:path w="162559" h="109220">
                <a:moveTo>
                  <a:pt x="162559" y="0"/>
                </a:moveTo>
                <a:lnTo>
                  <a:pt x="0" y="54609"/>
                </a:lnTo>
                <a:lnTo>
                  <a:pt x="162559" y="109219"/>
                </a:lnTo>
                <a:lnTo>
                  <a:pt x="162559" y="0"/>
                </a:lnTo>
                <a:close/>
              </a:path>
            </a:pathLst>
          </a:custGeom>
          <a:solidFill>
            <a:srgbClr val="000000"/>
          </a:solidFill>
        </p:spPr>
        <p:txBody>
          <a:bodyPr wrap="square" lIns="0" tIns="0" rIns="0" bIns="0" rtlCol="0"/>
          <a:lstStyle/>
          <a:p>
            <a:endParaRPr/>
          </a:p>
        </p:txBody>
      </p:sp>
      <p:sp>
        <p:nvSpPr>
          <p:cNvPr id="37" name="object 37"/>
          <p:cNvSpPr/>
          <p:nvPr/>
        </p:nvSpPr>
        <p:spPr>
          <a:xfrm>
            <a:off x="6508750" y="5307329"/>
            <a:ext cx="2005330" cy="0"/>
          </a:xfrm>
          <a:custGeom>
            <a:avLst/>
            <a:gdLst/>
            <a:ahLst/>
            <a:cxnLst/>
            <a:rect l="l" t="t" r="r" b="b"/>
            <a:pathLst>
              <a:path w="2005329">
                <a:moveTo>
                  <a:pt x="0" y="0"/>
                </a:moveTo>
                <a:lnTo>
                  <a:pt x="2005329" y="0"/>
                </a:lnTo>
              </a:path>
            </a:pathLst>
          </a:custGeom>
          <a:ln w="3175">
            <a:solidFill>
              <a:srgbClr val="000000"/>
            </a:solidFill>
          </a:ln>
        </p:spPr>
        <p:txBody>
          <a:bodyPr wrap="square" lIns="0" tIns="0" rIns="0" bIns="0" rtlCol="0"/>
          <a:lstStyle/>
          <a:p>
            <a:endParaRPr/>
          </a:p>
        </p:txBody>
      </p:sp>
      <p:sp>
        <p:nvSpPr>
          <p:cNvPr id="38" name="object 38"/>
          <p:cNvSpPr/>
          <p:nvPr/>
        </p:nvSpPr>
        <p:spPr>
          <a:xfrm>
            <a:off x="8506459" y="5253990"/>
            <a:ext cx="162560" cy="107950"/>
          </a:xfrm>
          <a:custGeom>
            <a:avLst/>
            <a:gdLst/>
            <a:ahLst/>
            <a:cxnLst/>
            <a:rect l="l" t="t" r="r" b="b"/>
            <a:pathLst>
              <a:path w="162559" h="107950">
                <a:moveTo>
                  <a:pt x="0" y="0"/>
                </a:moveTo>
                <a:lnTo>
                  <a:pt x="0" y="107950"/>
                </a:lnTo>
                <a:lnTo>
                  <a:pt x="162560" y="53340"/>
                </a:lnTo>
                <a:lnTo>
                  <a:pt x="0" y="0"/>
                </a:lnTo>
                <a:close/>
              </a:path>
            </a:pathLst>
          </a:custGeom>
          <a:solidFill>
            <a:srgbClr val="000000"/>
          </a:solidFill>
        </p:spPr>
        <p:txBody>
          <a:bodyPr wrap="square" lIns="0" tIns="0" rIns="0" bIns="0" rtlCol="0"/>
          <a:lstStyle/>
          <a:p>
            <a:endParaRPr/>
          </a:p>
        </p:txBody>
      </p:sp>
      <p:sp>
        <p:nvSpPr>
          <p:cNvPr id="39" name="object 39"/>
          <p:cNvSpPr/>
          <p:nvPr/>
        </p:nvSpPr>
        <p:spPr>
          <a:xfrm>
            <a:off x="939800" y="4300220"/>
            <a:ext cx="2040889" cy="0"/>
          </a:xfrm>
          <a:custGeom>
            <a:avLst/>
            <a:gdLst/>
            <a:ahLst/>
            <a:cxnLst/>
            <a:rect l="l" t="t" r="r" b="b"/>
            <a:pathLst>
              <a:path w="2040889">
                <a:moveTo>
                  <a:pt x="2040889" y="0"/>
                </a:moveTo>
                <a:lnTo>
                  <a:pt x="0" y="0"/>
                </a:lnTo>
              </a:path>
            </a:pathLst>
          </a:custGeom>
          <a:ln w="3175">
            <a:solidFill>
              <a:srgbClr val="000000"/>
            </a:solidFill>
          </a:ln>
        </p:spPr>
        <p:txBody>
          <a:bodyPr wrap="square" lIns="0" tIns="0" rIns="0" bIns="0" rtlCol="0"/>
          <a:lstStyle/>
          <a:p>
            <a:endParaRPr/>
          </a:p>
        </p:txBody>
      </p:sp>
      <p:sp>
        <p:nvSpPr>
          <p:cNvPr id="40" name="object 40"/>
          <p:cNvSpPr/>
          <p:nvPr/>
        </p:nvSpPr>
        <p:spPr>
          <a:xfrm>
            <a:off x="784859" y="4245609"/>
            <a:ext cx="162560" cy="109220"/>
          </a:xfrm>
          <a:custGeom>
            <a:avLst/>
            <a:gdLst/>
            <a:ahLst/>
            <a:cxnLst/>
            <a:rect l="l" t="t" r="r" b="b"/>
            <a:pathLst>
              <a:path w="162559" h="109220">
                <a:moveTo>
                  <a:pt x="162559" y="0"/>
                </a:moveTo>
                <a:lnTo>
                  <a:pt x="0" y="54609"/>
                </a:lnTo>
                <a:lnTo>
                  <a:pt x="162559" y="109219"/>
                </a:lnTo>
                <a:lnTo>
                  <a:pt x="162559" y="0"/>
                </a:lnTo>
                <a:close/>
              </a:path>
            </a:pathLst>
          </a:custGeom>
          <a:solidFill>
            <a:srgbClr val="000000"/>
          </a:solidFill>
        </p:spPr>
        <p:txBody>
          <a:bodyPr wrap="square" lIns="0" tIns="0" rIns="0" bIns="0" rtlCol="0"/>
          <a:lstStyle/>
          <a:p>
            <a:endParaRPr/>
          </a:p>
        </p:txBody>
      </p:sp>
      <p:sp>
        <p:nvSpPr>
          <p:cNvPr id="41" name="object 41"/>
          <p:cNvSpPr txBox="1"/>
          <p:nvPr/>
        </p:nvSpPr>
        <p:spPr>
          <a:xfrm>
            <a:off x="5648959" y="5241290"/>
            <a:ext cx="7372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Liberation Sans"/>
                <a:cs typeface="Liberation Sans"/>
              </a:rPr>
              <a:t>restore</a:t>
            </a:r>
            <a:endParaRPr sz="1800">
              <a:latin typeface="Liberation Sans"/>
              <a:cs typeface="Liberation Sans"/>
            </a:endParaRPr>
          </a:p>
        </p:txBody>
      </p:sp>
      <p:sp>
        <p:nvSpPr>
          <p:cNvPr id="42" name="object 42"/>
          <p:cNvSpPr/>
          <p:nvPr/>
        </p:nvSpPr>
        <p:spPr>
          <a:xfrm>
            <a:off x="7562850" y="5482590"/>
            <a:ext cx="29209" cy="0"/>
          </a:xfrm>
          <a:custGeom>
            <a:avLst/>
            <a:gdLst/>
            <a:ahLst/>
            <a:cxnLst/>
            <a:rect l="l" t="t" r="r" b="b"/>
            <a:pathLst>
              <a:path w="29209">
                <a:moveTo>
                  <a:pt x="29209" y="0"/>
                </a:moveTo>
                <a:lnTo>
                  <a:pt x="17779" y="0"/>
                </a:lnTo>
                <a:lnTo>
                  <a:pt x="0" y="0"/>
                </a:lnTo>
              </a:path>
            </a:pathLst>
          </a:custGeom>
          <a:ln w="18329">
            <a:solidFill>
              <a:srgbClr val="00007F"/>
            </a:solidFill>
          </a:ln>
        </p:spPr>
        <p:txBody>
          <a:bodyPr wrap="square" lIns="0" tIns="0" rIns="0" bIns="0" rtlCol="0"/>
          <a:lstStyle/>
          <a:p>
            <a:endParaRPr/>
          </a:p>
        </p:txBody>
      </p:sp>
      <p:sp>
        <p:nvSpPr>
          <p:cNvPr id="43" name="object 43"/>
          <p:cNvSpPr/>
          <p:nvPr/>
        </p:nvSpPr>
        <p:spPr>
          <a:xfrm>
            <a:off x="752601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4" name="object 44"/>
          <p:cNvSpPr/>
          <p:nvPr/>
        </p:nvSpPr>
        <p:spPr>
          <a:xfrm>
            <a:off x="748919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 name="object 45"/>
          <p:cNvSpPr/>
          <p:nvPr/>
        </p:nvSpPr>
        <p:spPr>
          <a:xfrm>
            <a:off x="745235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6" name="object 46"/>
          <p:cNvSpPr/>
          <p:nvPr/>
        </p:nvSpPr>
        <p:spPr>
          <a:xfrm>
            <a:off x="741553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7" name="object 47"/>
          <p:cNvSpPr/>
          <p:nvPr/>
        </p:nvSpPr>
        <p:spPr>
          <a:xfrm>
            <a:off x="737870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8" name="object 48"/>
          <p:cNvSpPr/>
          <p:nvPr/>
        </p:nvSpPr>
        <p:spPr>
          <a:xfrm>
            <a:off x="734314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9" name="object 49"/>
          <p:cNvSpPr/>
          <p:nvPr/>
        </p:nvSpPr>
        <p:spPr>
          <a:xfrm>
            <a:off x="7306309" y="548259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50" name="object 50"/>
          <p:cNvSpPr/>
          <p:nvPr/>
        </p:nvSpPr>
        <p:spPr>
          <a:xfrm>
            <a:off x="726948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1" name="object 51"/>
          <p:cNvSpPr/>
          <p:nvPr/>
        </p:nvSpPr>
        <p:spPr>
          <a:xfrm>
            <a:off x="723265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2" name="object 52"/>
          <p:cNvSpPr/>
          <p:nvPr/>
        </p:nvSpPr>
        <p:spPr>
          <a:xfrm>
            <a:off x="7195819"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3" name="object 53"/>
          <p:cNvSpPr/>
          <p:nvPr/>
        </p:nvSpPr>
        <p:spPr>
          <a:xfrm>
            <a:off x="715899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4" name="object 54"/>
          <p:cNvSpPr/>
          <p:nvPr/>
        </p:nvSpPr>
        <p:spPr>
          <a:xfrm>
            <a:off x="712215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5" name="object 55"/>
          <p:cNvSpPr/>
          <p:nvPr/>
        </p:nvSpPr>
        <p:spPr>
          <a:xfrm>
            <a:off x="708533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6" name="object 56"/>
          <p:cNvSpPr/>
          <p:nvPr/>
        </p:nvSpPr>
        <p:spPr>
          <a:xfrm>
            <a:off x="704850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7" name="object 57"/>
          <p:cNvSpPr/>
          <p:nvPr/>
        </p:nvSpPr>
        <p:spPr>
          <a:xfrm>
            <a:off x="701166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8" name="object 58"/>
          <p:cNvSpPr/>
          <p:nvPr/>
        </p:nvSpPr>
        <p:spPr>
          <a:xfrm>
            <a:off x="697484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9" name="object 59"/>
          <p:cNvSpPr/>
          <p:nvPr/>
        </p:nvSpPr>
        <p:spPr>
          <a:xfrm>
            <a:off x="693800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60" name="object 60"/>
          <p:cNvSpPr/>
          <p:nvPr/>
        </p:nvSpPr>
        <p:spPr>
          <a:xfrm>
            <a:off x="690245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61" name="object 61"/>
          <p:cNvSpPr/>
          <p:nvPr/>
        </p:nvSpPr>
        <p:spPr>
          <a:xfrm>
            <a:off x="6865619"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62" name="object 62"/>
          <p:cNvSpPr/>
          <p:nvPr/>
        </p:nvSpPr>
        <p:spPr>
          <a:xfrm>
            <a:off x="682879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63" name="object 63"/>
          <p:cNvSpPr/>
          <p:nvPr/>
        </p:nvSpPr>
        <p:spPr>
          <a:xfrm>
            <a:off x="6791959" y="548259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64" name="object 64"/>
          <p:cNvSpPr/>
          <p:nvPr/>
        </p:nvSpPr>
        <p:spPr>
          <a:xfrm>
            <a:off x="675513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65" name="object 65"/>
          <p:cNvSpPr/>
          <p:nvPr/>
        </p:nvSpPr>
        <p:spPr>
          <a:xfrm>
            <a:off x="671830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66" name="object 66"/>
          <p:cNvSpPr/>
          <p:nvPr/>
        </p:nvSpPr>
        <p:spPr>
          <a:xfrm>
            <a:off x="668146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67" name="object 67"/>
          <p:cNvSpPr/>
          <p:nvPr/>
        </p:nvSpPr>
        <p:spPr>
          <a:xfrm>
            <a:off x="664464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68" name="object 68"/>
          <p:cNvSpPr/>
          <p:nvPr/>
        </p:nvSpPr>
        <p:spPr>
          <a:xfrm>
            <a:off x="660780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69" name="object 69"/>
          <p:cNvSpPr/>
          <p:nvPr/>
        </p:nvSpPr>
        <p:spPr>
          <a:xfrm>
            <a:off x="657098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70" name="object 70"/>
          <p:cNvSpPr/>
          <p:nvPr/>
        </p:nvSpPr>
        <p:spPr>
          <a:xfrm>
            <a:off x="653415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71" name="object 71"/>
          <p:cNvSpPr/>
          <p:nvPr/>
        </p:nvSpPr>
        <p:spPr>
          <a:xfrm>
            <a:off x="6498590" y="548259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72" name="object 72"/>
          <p:cNvSpPr/>
          <p:nvPr/>
        </p:nvSpPr>
        <p:spPr>
          <a:xfrm>
            <a:off x="6461759"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73" name="object 73"/>
          <p:cNvSpPr/>
          <p:nvPr/>
        </p:nvSpPr>
        <p:spPr>
          <a:xfrm>
            <a:off x="6424929" y="548259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74" name="object 74"/>
          <p:cNvSpPr/>
          <p:nvPr/>
        </p:nvSpPr>
        <p:spPr>
          <a:xfrm>
            <a:off x="6390640" y="5480050"/>
            <a:ext cx="15240" cy="2540"/>
          </a:xfrm>
          <a:custGeom>
            <a:avLst/>
            <a:gdLst/>
            <a:ahLst/>
            <a:cxnLst/>
            <a:rect l="l" t="t" r="r" b="b"/>
            <a:pathLst>
              <a:path w="15239" h="2539">
                <a:moveTo>
                  <a:pt x="15239" y="2540"/>
                </a:moveTo>
                <a:lnTo>
                  <a:pt x="0" y="2540"/>
                </a:lnTo>
                <a:lnTo>
                  <a:pt x="0" y="0"/>
                </a:lnTo>
              </a:path>
            </a:pathLst>
          </a:custGeom>
          <a:ln w="18329">
            <a:solidFill>
              <a:srgbClr val="00007F"/>
            </a:solidFill>
          </a:ln>
        </p:spPr>
        <p:txBody>
          <a:bodyPr wrap="square" lIns="0" tIns="0" rIns="0" bIns="0" rtlCol="0"/>
          <a:lstStyle/>
          <a:p>
            <a:endParaRPr/>
          </a:p>
        </p:txBody>
      </p:sp>
      <p:sp>
        <p:nvSpPr>
          <p:cNvPr id="75" name="object 75"/>
          <p:cNvSpPr/>
          <p:nvPr/>
        </p:nvSpPr>
        <p:spPr>
          <a:xfrm>
            <a:off x="6390640" y="544322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76" name="object 76"/>
          <p:cNvSpPr/>
          <p:nvPr/>
        </p:nvSpPr>
        <p:spPr>
          <a:xfrm>
            <a:off x="6390640" y="54063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7" name="object 77"/>
          <p:cNvSpPr/>
          <p:nvPr/>
        </p:nvSpPr>
        <p:spPr>
          <a:xfrm>
            <a:off x="6390640" y="5369559"/>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78" name="object 78"/>
          <p:cNvSpPr/>
          <p:nvPr/>
        </p:nvSpPr>
        <p:spPr>
          <a:xfrm>
            <a:off x="6390640" y="533272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 name="object 79"/>
          <p:cNvSpPr/>
          <p:nvPr/>
        </p:nvSpPr>
        <p:spPr>
          <a:xfrm>
            <a:off x="6390640" y="529590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80" name="object 80"/>
          <p:cNvSpPr/>
          <p:nvPr/>
        </p:nvSpPr>
        <p:spPr>
          <a:xfrm>
            <a:off x="6390640" y="525907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81" name="object 81"/>
          <p:cNvSpPr/>
          <p:nvPr/>
        </p:nvSpPr>
        <p:spPr>
          <a:xfrm>
            <a:off x="6390640" y="522350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82" name="object 82"/>
          <p:cNvSpPr/>
          <p:nvPr/>
        </p:nvSpPr>
        <p:spPr>
          <a:xfrm>
            <a:off x="6390640" y="518667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83" name="object 83"/>
          <p:cNvSpPr/>
          <p:nvPr/>
        </p:nvSpPr>
        <p:spPr>
          <a:xfrm>
            <a:off x="6390640" y="514985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84" name="object 84"/>
          <p:cNvSpPr/>
          <p:nvPr/>
        </p:nvSpPr>
        <p:spPr>
          <a:xfrm>
            <a:off x="6390640" y="511302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85" name="object 85"/>
          <p:cNvSpPr/>
          <p:nvPr/>
        </p:nvSpPr>
        <p:spPr>
          <a:xfrm>
            <a:off x="6390640" y="507619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86" name="object 86"/>
          <p:cNvSpPr/>
          <p:nvPr/>
        </p:nvSpPr>
        <p:spPr>
          <a:xfrm>
            <a:off x="6390640" y="503935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87" name="object 87"/>
          <p:cNvSpPr/>
          <p:nvPr/>
        </p:nvSpPr>
        <p:spPr>
          <a:xfrm>
            <a:off x="6390640" y="500252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88" name="object 88"/>
          <p:cNvSpPr/>
          <p:nvPr/>
        </p:nvSpPr>
        <p:spPr>
          <a:xfrm>
            <a:off x="6390640" y="496570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89" name="object 89"/>
          <p:cNvSpPr/>
          <p:nvPr/>
        </p:nvSpPr>
        <p:spPr>
          <a:xfrm>
            <a:off x="6390640" y="492887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90" name="object 90"/>
          <p:cNvSpPr/>
          <p:nvPr/>
        </p:nvSpPr>
        <p:spPr>
          <a:xfrm>
            <a:off x="640080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91" name="object 91"/>
          <p:cNvSpPr/>
          <p:nvPr/>
        </p:nvSpPr>
        <p:spPr>
          <a:xfrm>
            <a:off x="6437629" y="491997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92" name="object 92"/>
          <p:cNvSpPr/>
          <p:nvPr/>
        </p:nvSpPr>
        <p:spPr>
          <a:xfrm>
            <a:off x="647445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93" name="object 93"/>
          <p:cNvSpPr/>
          <p:nvPr/>
        </p:nvSpPr>
        <p:spPr>
          <a:xfrm>
            <a:off x="651129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94" name="object 94"/>
          <p:cNvSpPr/>
          <p:nvPr/>
        </p:nvSpPr>
        <p:spPr>
          <a:xfrm>
            <a:off x="654811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95" name="object 95"/>
          <p:cNvSpPr/>
          <p:nvPr/>
        </p:nvSpPr>
        <p:spPr>
          <a:xfrm>
            <a:off x="658495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96" name="object 96"/>
          <p:cNvSpPr/>
          <p:nvPr/>
        </p:nvSpPr>
        <p:spPr>
          <a:xfrm>
            <a:off x="662050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97" name="object 97"/>
          <p:cNvSpPr/>
          <p:nvPr/>
        </p:nvSpPr>
        <p:spPr>
          <a:xfrm>
            <a:off x="665734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98" name="object 98"/>
          <p:cNvSpPr/>
          <p:nvPr/>
        </p:nvSpPr>
        <p:spPr>
          <a:xfrm>
            <a:off x="669416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99" name="object 99"/>
          <p:cNvSpPr/>
          <p:nvPr/>
        </p:nvSpPr>
        <p:spPr>
          <a:xfrm>
            <a:off x="673100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0" name="object 100"/>
          <p:cNvSpPr/>
          <p:nvPr/>
        </p:nvSpPr>
        <p:spPr>
          <a:xfrm>
            <a:off x="676783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1" name="object 101"/>
          <p:cNvSpPr/>
          <p:nvPr/>
        </p:nvSpPr>
        <p:spPr>
          <a:xfrm>
            <a:off x="680465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2" name="object 102"/>
          <p:cNvSpPr/>
          <p:nvPr/>
        </p:nvSpPr>
        <p:spPr>
          <a:xfrm>
            <a:off x="684149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3" name="object 103"/>
          <p:cNvSpPr/>
          <p:nvPr/>
        </p:nvSpPr>
        <p:spPr>
          <a:xfrm>
            <a:off x="687831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4" name="object 104"/>
          <p:cNvSpPr/>
          <p:nvPr/>
        </p:nvSpPr>
        <p:spPr>
          <a:xfrm>
            <a:off x="691515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5" name="object 105"/>
          <p:cNvSpPr/>
          <p:nvPr/>
        </p:nvSpPr>
        <p:spPr>
          <a:xfrm>
            <a:off x="695198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6" name="object 106"/>
          <p:cNvSpPr/>
          <p:nvPr/>
        </p:nvSpPr>
        <p:spPr>
          <a:xfrm>
            <a:off x="6988809" y="491997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07" name="object 107"/>
          <p:cNvSpPr/>
          <p:nvPr/>
        </p:nvSpPr>
        <p:spPr>
          <a:xfrm>
            <a:off x="702564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8" name="object 108"/>
          <p:cNvSpPr/>
          <p:nvPr/>
        </p:nvSpPr>
        <p:spPr>
          <a:xfrm>
            <a:off x="706120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9" name="object 109"/>
          <p:cNvSpPr/>
          <p:nvPr/>
        </p:nvSpPr>
        <p:spPr>
          <a:xfrm>
            <a:off x="709803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0" name="object 110"/>
          <p:cNvSpPr/>
          <p:nvPr/>
        </p:nvSpPr>
        <p:spPr>
          <a:xfrm>
            <a:off x="713485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1" name="object 111"/>
          <p:cNvSpPr/>
          <p:nvPr/>
        </p:nvSpPr>
        <p:spPr>
          <a:xfrm>
            <a:off x="717169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 name="object 112"/>
          <p:cNvSpPr/>
          <p:nvPr/>
        </p:nvSpPr>
        <p:spPr>
          <a:xfrm>
            <a:off x="720851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3" name="object 113"/>
          <p:cNvSpPr/>
          <p:nvPr/>
        </p:nvSpPr>
        <p:spPr>
          <a:xfrm>
            <a:off x="724535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4" name="object 114"/>
          <p:cNvSpPr/>
          <p:nvPr/>
        </p:nvSpPr>
        <p:spPr>
          <a:xfrm>
            <a:off x="728218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5" name="object 115"/>
          <p:cNvSpPr/>
          <p:nvPr/>
        </p:nvSpPr>
        <p:spPr>
          <a:xfrm>
            <a:off x="7319009" y="491997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6" name="object 116"/>
          <p:cNvSpPr/>
          <p:nvPr/>
        </p:nvSpPr>
        <p:spPr>
          <a:xfrm>
            <a:off x="735584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7" name="object 117"/>
          <p:cNvSpPr/>
          <p:nvPr/>
        </p:nvSpPr>
        <p:spPr>
          <a:xfrm>
            <a:off x="739266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8" name="object 118"/>
          <p:cNvSpPr/>
          <p:nvPr/>
        </p:nvSpPr>
        <p:spPr>
          <a:xfrm>
            <a:off x="742950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9" name="object 119"/>
          <p:cNvSpPr/>
          <p:nvPr/>
        </p:nvSpPr>
        <p:spPr>
          <a:xfrm>
            <a:off x="746505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0" name="object 120"/>
          <p:cNvSpPr/>
          <p:nvPr/>
        </p:nvSpPr>
        <p:spPr>
          <a:xfrm>
            <a:off x="750189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1" name="object 121"/>
          <p:cNvSpPr/>
          <p:nvPr/>
        </p:nvSpPr>
        <p:spPr>
          <a:xfrm>
            <a:off x="753871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 name="object 122"/>
          <p:cNvSpPr/>
          <p:nvPr/>
        </p:nvSpPr>
        <p:spPr>
          <a:xfrm>
            <a:off x="757555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3" name="object 123"/>
          <p:cNvSpPr/>
          <p:nvPr/>
        </p:nvSpPr>
        <p:spPr>
          <a:xfrm>
            <a:off x="761238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4" name="object 124"/>
          <p:cNvSpPr/>
          <p:nvPr/>
        </p:nvSpPr>
        <p:spPr>
          <a:xfrm>
            <a:off x="764920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5" name="object 125"/>
          <p:cNvSpPr/>
          <p:nvPr/>
        </p:nvSpPr>
        <p:spPr>
          <a:xfrm>
            <a:off x="768604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6" name="object 126"/>
          <p:cNvSpPr/>
          <p:nvPr/>
        </p:nvSpPr>
        <p:spPr>
          <a:xfrm>
            <a:off x="772286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7" name="object 127"/>
          <p:cNvSpPr/>
          <p:nvPr/>
        </p:nvSpPr>
        <p:spPr>
          <a:xfrm>
            <a:off x="775970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8" name="object 128"/>
          <p:cNvSpPr/>
          <p:nvPr/>
        </p:nvSpPr>
        <p:spPr>
          <a:xfrm>
            <a:off x="779653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9" name="object 129"/>
          <p:cNvSpPr/>
          <p:nvPr/>
        </p:nvSpPr>
        <p:spPr>
          <a:xfrm>
            <a:off x="7833359" y="491997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30" name="object 130"/>
          <p:cNvSpPr/>
          <p:nvPr/>
        </p:nvSpPr>
        <p:spPr>
          <a:xfrm>
            <a:off x="787019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31" name="object 131"/>
          <p:cNvSpPr/>
          <p:nvPr/>
        </p:nvSpPr>
        <p:spPr>
          <a:xfrm>
            <a:off x="790575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32" name="object 132"/>
          <p:cNvSpPr/>
          <p:nvPr/>
        </p:nvSpPr>
        <p:spPr>
          <a:xfrm>
            <a:off x="794258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33" name="object 133"/>
          <p:cNvSpPr/>
          <p:nvPr/>
        </p:nvSpPr>
        <p:spPr>
          <a:xfrm>
            <a:off x="797940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34" name="object 134"/>
          <p:cNvSpPr/>
          <p:nvPr/>
        </p:nvSpPr>
        <p:spPr>
          <a:xfrm>
            <a:off x="801624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35" name="object 135"/>
          <p:cNvSpPr/>
          <p:nvPr/>
        </p:nvSpPr>
        <p:spPr>
          <a:xfrm>
            <a:off x="805306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36" name="object 136"/>
          <p:cNvSpPr/>
          <p:nvPr/>
        </p:nvSpPr>
        <p:spPr>
          <a:xfrm>
            <a:off x="808990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37" name="object 137"/>
          <p:cNvSpPr/>
          <p:nvPr/>
        </p:nvSpPr>
        <p:spPr>
          <a:xfrm>
            <a:off x="812673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38" name="object 138"/>
          <p:cNvSpPr/>
          <p:nvPr/>
        </p:nvSpPr>
        <p:spPr>
          <a:xfrm>
            <a:off x="8163559" y="491997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39" name="object 139"/>
          <p:cNvSpPr/>
          <p:nvPr/>
        </p:nvSpPr>
        <p:spPr>
          <a:xfrm>
            <a:off x="820039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40" name="object 140"/>
          <p:cNvSpPr/>
          <p:nvPr/>
        </p:nvSpPr>
        <p:spPr>
          <a:xfrm>
            <a:off x="823721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41" name="object 141"/>
          <p:cNvSpPr/>
          <p:nvPr/>
        </p:nvSpPr>
        <p:spPr>
          <a:xfrm>
            <a:off x="827405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42" name="object 142"/>
          <p:cNvSpPr/>
          <p:nvPr/>
        </p:nvSpPr>
        <p:spPr>
          <a:xfrm>
            <a:off x="830960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43" name="object 143"/>
          <p:cNvSpPr/>
          <p:nvPr/>
        </p:nvSpPr>
        <p:spPr>
          <a:xfrm>
            <a:off x="834644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44" name="object 144"/>
          <p:cNvSpPr/>
          <p:nvPr/>
        </p:nvSpPr>
        <p:spPr>
          <a:xfrm>
            <a:off x="838326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45" name="object 145"/>
          <p:cNvSpPr/>
          <p:nvPr/>
        </p:nvSpPr>
        <p:spPr>
          <a:xfrm>
            <a:off x="842010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46" name="object 146"/>
          <p:cNvSpPr/>
          <p:nvPr/>
        </p:nvSpPr>
        <p:spPr>
          <a:xfrm>
            <a:off x="845693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47" name="object 147"/>
          <p:cNvSpPr/>
          <p:nvPr/>
        </p:nvSpPr>
        <p:spPr>
          <a:xfrm>
            <a:off x="8493759"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48" name="object 148"/>
          <p:cNvSpPr/>
          <p:nvPr/>
        </p:nvSpPr>
        <p:spPr>
          <a:xfrm>
            <a:off x="853059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49" name="object 149"/>
          <p:cNvSpPr/>
          <p:nvPr/>
        </p:nvSpPr>
        <p:spPr>
          <a:xfrm>
            <a:off x="8567419"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50" name="object 150"/>
          <p:cNvSpPr/>
          <p:nvPr/>
        </p:nvSpPr>
        <p:spPr>
          <a:xfrm>
            <a:off x="860425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51" name="object 151"/>
          <p:cNvSpPr/>
          <p:nvPr/>
        </p:nvSpPr>
        <p:spPr>
          <a:xfrm>
            <a:off x="864108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52" name="object 152"/>
          <p:cNvSpPr/>
          <p:nvPr/>
        </p:nvSpPr>
        <p:spPr>
          <a:xfrm>
            <a:off x="8677909" y="491997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53" name="object 153"/>
          <p:cNvSpPr/>
          <p:nvPr/>
        </p:nvSpPr>
        <p:spPr>
          <a:xfrm>
            <a:off x="8714740" y="491997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54" name="object 154"/>
          <p:cNvSpPr/>
          <p:nvPr/>
        </p:nvSpPr>
        <p:spPr>
          <a:xfrm>
            <a:off x="8750300" y="491997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55" name="object 155"/>
          <p:cNvSpPr/>
          <p:nvPr/>
        </p:nvSpPr>
        <p:spPr>
          <a:xfrm>
            <a:off x="8771890" y="49364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56" name="object 156"/>
          <p:cNvSpPr/>
          <p:nvPr/>
        </p:nvSpPr>
        <p:spPr>
          <a:xfrm>
            <a:off x="8771890" y="497332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57" name="object 157"/>
          <p:cNvSpPr/>
          <p:nvPr/>
        </p:nvSpPr>
        <p:spPr>
          <a:xfrm>
            <a:off x="8771890" y="501015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58" name="object 158"/>
          <p:cNvSpPr/>
          <p:nvPr/>
        </p:nvSpPr>
        <p:spPr>
          <a:xfrm>
            <a:off x="8771890" y="504697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159" name="object 159"/>
          <p:cNvSpPr/>
          <p:nvPr/>
        </p:nvSpPr>
        <p:spPr>
          <a:xfrm>
            <a:off x="8771890" y="508380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160" name="object 160"/>
          <p:cNvSpPr/>
          <p:nvPr/>
        </p:nvSpPr>
        <p:spPr>
          <a:xfrm>
            <a:off x="8771890" y="512064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61" name="object 161"/>
          <p:cNvSpPr/>
          <p:nvPr/>
        </p:nvSpPr>
        <p:spPr>
          <a:xfrm>
            <a:off x="8771890" y="515747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62" name="object 162"/>
          <p:cNvSpPr/>
          <p:nvPr/>
        </p:nvSpPr>
        <p:spPr>
          <a:xfrm>
            <a:off x="8771890" y="519430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63" name="object 163"/>
          <p:cNvSpPr/>
          <p:nvPr/>
        </p:nvSpPr>
        <p:spPr>
          <a:xfrm>
            <a:off x="8771890" y="5229859"/>
            <a:ext cx="0" cy="19050"/>
          </a:xfrm>
          <a:custGeom>
            <a:avLst/>
            <a:gdLst/>
            <a:ahLst/>
            <a:cxnLst/>
            <a:rect l="l" t="t" r="r" b="b"/>
            <a:pathLst>
              <a:path h="19050">
                <a:moveTo>
                  <a:pt x="-9164" y="9525"/>
                </a:moveTo>
                <a:lnTo>
                  <a:pt x="9164" y="9525"/>
                </a:lnTo>
              </a:path>
            </a:pathLst>
          </a:custGeom>
          <a:ln w="19049">
            <a:solidFill>
              <a:srgbClr val="00007F"/>
            </a:solidFill>
          </a:ln>
        </p:spPr>
        <p:txBody>
          <a:bodyPr wrap="square" lIns="0" tIns="0" rIns="0" bIns="0" rtlCol="0"/>
          <a:lstStyle/>
          <a:p>
            <a:endParaRPr/>
          </a:p>
        </p:txBody>
      </p:sp>
      <p:sp>
        <p:nvSpPr>
          <p:cNvPr id="164" name="object 164"/>
          <p:cNvSpPr/>
          <p:nvPr/>
        </p:nvSpPr>
        <p:spPr>
          <a:xfrm>
            <a:off x="8771890" y="52666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65" name="object 165"/>
          <p:cNvSpPr/>
          <p:nvPr/>
        </p:nvSpPr>
        <p:spPr>
          <a:xfrm>
            <a:off x="8771890" y="530352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66" name="object 166"/>
          <p:cNvSpPr/>
          <p:nvPr/>
        </p:nvSpPr>
        <p:spPr>
          <a:xfrm>
            <a:off x="8771890" y="53403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67" name="object 167"/>
          <p:cNvSpPr/>
          <p:nvPr/>
        </p:nvSpPr>
        <p:spPr>
          <a:xfrm>
            <a:off x="8771890" y="53771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68" name="object 168"/>
          <p:cNvSpPr/>
          <p:nvPr/>
        </p:nvSpPr>
        <p:spPr>
          <a:xfrm>
            <a:off x="8771890" y="5414009"/>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69" name="object 169"/>
          <p:cNvSpPr/>
          <p:nvPr/>
        </p:nvSpPr>
        <p:spPr>
          <a:xfrm>
            <a:off x="8771890" y="5450840"/>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70" name="object 170"/>
          <p:cNvSpPr/>
          <p:nvPr/>
        </p:nvSpPr>
        <p:spPr>
          <a:xfrm>
            <a:off x="874903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71" name="object 171"/>
          <p:cNvSpPr/>
          <p:nvPr/>
        </p:nvSpPr>
        <p:spPr>
          <a:xfrm>
            <a:off x="871220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72" name="object 172"/>
          <p:cNvSpPr/>
          <p:nvPr/>
        </p:nvSpPr>
        <p:spPr>
          <a:xfrm>
            <a:off x="8675369"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73" name="object 173"/>
          <p:cNvSpPr/>
          <p:nvPr/>
        </p:nvSpPr>
        <p:spPr>
          <a:xfrm>
            <a:off x="863854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74" name="object 174"/>
          <p:cNvSpPr/>
          <p:nvPr/>
        </p:nvSpPr>
        <p:spPr>
          <a:xfrm>
            <a:off x="860170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75" name="object 175"/>
          <p:cNvSpPr/>
          <p:nvPr/>
        </p:nvSpPr>
        <p:spPr>
          <a:xfrm>
            <a:off x="856488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76" name="object 176"/>
          <p:cNvSpPr/>
          <p:nvPr/>
        </p:nvSpPr>
        <p:spPr>
          <a:xfrm>
            <a:off x="852805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77" name="object 177"/>
          <p:cNvSpPr/>
          <p:nvPr/>
        </p:nvSpPr>
        <p:spPr>
          <a:xfrm>
            <a:off x="849121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78" name="object 178"/>
          <p:cNvSpPr/>
          <p:nvPr/>
        </p:nvSpPr>
        <p:spPr>
          <a:xfrm>
            <a:off x="845439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79" name="object 179"/>
          <p:cNvSpPr/>
          <p:nvPr/>
        </p:nvSpPr>
        <p:spPr>
          <a:xfrm>
            <a:off x="841883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80" name="object 180"/>
          <p:cNvSpPr/>
          <p:nvPr/>
        </p:nvSpPr>
        <p:spPr>
          <a:xfrm>
            <a:off x="838200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81" name="object 181"/>
          <p:cNvSpPr/>
          <p:nvPr/>
        </p:nvSpPr>
        <p:spPr>
          <a:xfrm>
            <a:off x="8345169"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82" name="object 182"/>
          <p:cNvSpPr/>
          <p:nvPr/>
        </p:nvSpPr>
        <p:spPr>
          <a:xfrm>
            <a:off x="830834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83" name="object 183"/>
          <p:cNvSpPr/>
          <p:nvPr/>
        </p:nvSpPr>
        <p:spPr>
          <a:xfrm>
            <a:off x="8271509" y="548259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84" name="object 184"/>
          <p:cNvSpPr/>
          <p:nvPr/>
        </p:nvSpPr>
        <p:spPr>
          <a:xfrm>
            <a:off x="823468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85" name="object 185"/>
          <p:cNvSpPr/>
          <p:nvPr/>
        </p:nvSpPr>
        <p:spPr>
          <a:xfrm>
            <a:off x="819785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86" name="object 186"/>
          <p:cNvSpPr/>
          <p:nvPr/>
        </p:nvSpPr>
        <p:spPr>
          <a:xfrm>
            <a:off x="816101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87" name="object 187"/>
          <p:cNvSpPr/>
          <p:nvPr/>
        </p:nvSpPr>
        <p:spPr>
          <a:xfrm>
            <a:off x="812419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88" name="object 188"/>
          <p:cNvSpPr/>
          <p:nvPr/>
        </p:nvSpPr>
        <p:spPr>
          <a:xfrm>
            <a:off x="808735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89" name="object 189"/>
          <p:cNvSpPr/>
          <p:nvPr/>
        </p:nvSpPr>
        <p:spPr>
          <a:xfrm>
            <a:off x="805053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90" name="object 190"/>
          <p:cNvSpPr/>
          <p:nvPr/>
        </p:nvSpPr>
        <p:spPr>
          <a:xfrm>
            <a:off x="801370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91" name="object 191"/>
          <p:cNvSpPr/>
          <p:nvPr/>
        </p:nvSpPr>
        <p:spPr>
          <a:xfrm>
            <a:off x="797814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92" name="object 192"/>
          <p:cNvSpPr/>
          <p:nvPr/>
        </p:nvSpPr>
        <p:spPr>
          <a:xfrm>
            <a:off x="7941309" y="548259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93" name="object 193"/>
          <p:cNvSpPr/>
          <p:nvPr/>
        </p:nvSpPr>
        <p:spPr>
          <a:xfrm>
            <a:off x="790448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94" name="object 194"/>
          <p:cNvSpPr/>
          <p:nvPr/>
        </p:nvSpPr>
        <p:spPr>
          <a:xfrm>
            <a:off x="786765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95" name="object 195"/>
          <p:cNvSpPr/>
          <p:nvPr/>
        </p:nvSpPr>
        <p:spPr>
          <a:xfrm>
            <a:off x="7830819"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96" name="object 196"/>
          <p:cNvSpPr/>
          <p:nvPr/>
        </p:nvSpPr>
        <p:spPr>
          <a:xfrm>
            <a:off x="7793990" y="548259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97" name="object 197"/>
          <p:cNvSpPr/>
          <p:nvPr/>
        </p:nvSpPr>
        <p:spPr>
          <a:xfrm>
            <a:off x="775715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98" name="object 198"/>
          <p:cNvSpPr/>
          <p:nvPr/>
        </p:nvSpPr>
        <p:spPr>
          <a:xfrm>
            <a:off x="772033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99" name="object 199"/>
          <p:cNvSpPr/>
          <p:nvPr/>
        </p:nvSpPr>
        <p:spPr>
          <a:xfrm>
            <a:off x="768350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0" name="object 200"/>
          <p:cNvSpPr/>
          <p:nvPr/>
        </p:nvSpPr>
        <p:spPr>
          <a:xfrm>
            <a:off x="7646669"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1" name="object 201"/>
          <p:cNvSpPr/>
          <p:nvPr/>
        </p:nvSpPr>
        <p:spPr>
          <a:xfrm>
            <a:off x="7609840" y="548259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2" name="object 202"/>
          <p:cNvSpPr/>
          <p:nvPr/>
        </p:nvSpPr>
        <p:spPr>
          <a:xfrm>
            <a:off x="186562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3" name="object 203"/>
          <p:cNvSpPr/>
          <p:nvPr/>
        </p:nvSpPr>
        <p:spPr>
          <a:xfrm>
            <a:off x="182880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4" name="object 204"/>
          <p:cNvSpPr/>
          <p:nvPr/>
        </p:nvSpPr>
        <p:spPr>
          <a:xfrm>
            <a:off x="179197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5" name="object 205"/>
          <p:cNvSpPr/>
          <p:nvPr/>
        </p:nvSpPr>
        <p:spPr>
          <a:xfrm>
            <a:off x="175513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06" name="object 206"/>
          <p:cNvSpPr/>
          <p:nvPr/>
        </p:nvSpPr>
        <p:spPr>
          <a:xfrm>
            <a:off x="171957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07" name="object 207"/>
          <p:cNvSpPr/>
          <p:nvPr/>
        </p:nvSpPr>
        <p:spPr>
          <a:xfrm>
            <a:off x="168275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08" name="object 208"/>
          <p:cNvSpPr/>
          <p:nvPr/>
        </p:nvSpPr>
        <p:spPr>
          <a:xfrm>
            <a:off x="164592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09" name="object 209"/>
          <p:cNvSpPr/>
          <p:nvPr/>
        </p:nvSpPr>
        <p:spPr>
          <a:xfrm>
            <a:off x="1609089"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10" name="object 210"/>
          <p:cNvSpPr/>
          <p:nvPr/>
        </p:nvSpPr>
        <p:spPr>
          <a:xfrm>
            <a:off x="157226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11" name="object 211"/>
          <p:cNvSpPr/>
          <p:nvPr/>
        </p:nvSpPr>
        <p:spPr>
          <a:xfrm>
            <a:off x="1535430"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12" name="object 212"/>
          <p:cNvSpPr/>
          <p:nvPr/>
        </p:nvSpPr>
        <p:spPr>
          <a:xfrm>
            <a:off x="149860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13" name="object 213"/>
          <p:cNvSpPr/>
          <p:nvPr/>
        </p:nvSpPr>
        <p:spPr>
          <a:xfrm>
            <a:off x="146176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14" name="object 214"/>
          <p:cNvSpPr/>
          <p:nvPr/>
        </p:nvSpPr>
        <p:spPr>
          <a:xfrm>
            <a:off x="142493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15" name="object 215"/>
          <p:cNvSpPr/>
          <p:nvPr/>
        </p:nvSpPr>
        <p:spPr>
          <a:xfrm>
            <a:off x="138811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16" name="object 216"/>
          <p:cNvSpPr/>
          <p:nvPr/>
        </p:nvSpPr>
        <p:spPr>
          <a:xfrm>
            <a:off x="135128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17" name="object 217"/>
          <p:cNvSpPr/>
          <p:nvPr/>
        </p:nvSpPr>
        <p:spPr>
          <a:xfrm>
            <a:off x="131445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18" name="object 218"/>
          <p:cNvSpPr/>
          <p:nvPr/>
        </p:nvSpPr>
        <p:spPr>
          <a:xfrm>
            <a:off x="1278889"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19" name="object 219"/>
          <p:cNvSpPr/>
          <p:nvPr/>
        </p:nvSpPr>
        <p:spPr>
          <a:xfrm>
            <a:off x="124206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20" name="object 220"/>
          <p:cNvSpPr/>
          <p:nvPr/>
        </p:nvSpPr>
        <p:spPr>
          <a:xfrm>
            <a:off x="1205230"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21" name="object 221"/>
          <p:cNvSpPr/>
          <p:nvPr/>
        </p:nvSpPr>
        <p:spPr>
          <a:xfrm>
            <a:off x="116840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22" name="object 222"/>
          <p:cNvSpPr/>
          <p:nvPr/>
        </p:nvSpPr>
        <p:spPr>
          <a:xfrm>
            <a:off x="113156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23" name="object 223"/>
          <p:cNvSpPr/>
          <p:nvPr/>
        </p:nvSpPr>
        <p:spPr>
          <a:xfrm>
            <a:off x="1094739"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24" name="object 224"/>
          <p:cNvSpPr/>
          <p:nvPr/>
        </p:nvSpPr>
        <p:spPr>
          <a:xfrm>
            <a:off x="105791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25" name="object 225"/>
          <p:cNvSpPr/>
          <p:nvPr/>
        </p:nvSpPr>
        <p:spPr>
          <a:xfrm>
            <a:off x="102108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26" name="object 226"/>
          <p:cNvSpPr/>
          <p:nvPr/>
        </p:nvSpPr>
        <p:spPr>
          <a:xfrm>
            <a:off x="98425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27" name="object 227"/>
          <p:cNvSpPr/>
          <p:nvPr/>
        </p:nvSpPr>
        <p:spPr>
          <a:xfrm>
            <a:off x="94741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28" name="object 228"/>
          <p:cNvSpPr/>
          <p:nvPr/>
        </p:nvSpPr>
        <p:spPr>
          <a:xfrm>
            <a:off x="91058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29" name="object 229"/>
          <p:cNvSpPr/>
          <p:nvPr/>
        </p:nvSpPr>
        <p:spPr>
          <a:xfrm>
            <a:off x="875030"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30" name="object 230"/>
          <p:cNvSpPr/>
          <p:nvPr/>
        </p:nvSpPr>
        <p:spPr>
          <a:xfrm>
            <a:off x="83820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231" name="object 231"/>
          <p:cNvSpPr/>
          <p:nvPr/>
        </p:nvSpPr>
        <p:spPr>
          <a:xfrm>
            <a:off x="801369"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232" name="object 232"/>
          <p:cNvSpPr/>
          <p:nvPr/>
        </p:nvSpPr>
        <p:spPr>
          <a:xfrm>
            <a:off x="764540" y="4607559"/>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233" name="object 233"/>
          <p:cNvSpPr/>
          <p:nvPr/>
        </p:nvSpPr>
        <p:spPr>
          <a:xfrm>
            <a:off x="727709" y="4607559"/>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234" name="object 234"/>
          <p:cNvSpPr/>
          <p:nvPr/>
        </p:nvSpPr>
        <p:spPr>
          <a:xfrm>
            <a:off x="690880" y="4607559"/>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235" name="object 235"/>
          <p:cNvSpPr/>
          <p:nvPr/>
        </p:nvSpPr>
        <p:spPr>
          <a:xfrm>
            <a:off x="65405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36" name="object 236"/>
          <p:cNvSpPr/>
          <p:nvPr/>
        </p:nvSpPr>
        <p:spPr>
          <a:xfrm>
            <a:off x="61721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237" name="object 237"/>
          <p:cNvSpPr/>
          <p:nvPr/>
        </p:nvSpPr>
        <p:spPr>
          <a:xfrm>
            <a:off x="595630" y="4592320"/>
            <a:ext cx="3810" cy="15240"/>
          </a:xfrm>
          <a:custGeom>
            <a:avLst/>
            <a:gdLst/>
            <a:ahLst/>
            <a:cxnLst/>
            <a:rect l="l" t="t" r="r" b="b"/>
            <a:pathLst>
              <a:path w="3809" h="15239">
                <a:moveTo>
                  <a:pt x="3810" y="15239"/>
                </a:moveTo>
                <a:lnTo>
                  <a:pt x="0" y="15239"/>
                </a:lnTo>
                <a:lnTo>
                  <a:pt x="0" y="0"/>
                </a:lnTo>
              </a:path>
            </a:pathLst>
          </a:custGeom>
          <a:ln w="18329">
            <a:solidFill>
              <a:srgbClr val="00007F"/>
            </a:solidFill>
          </a:ln>
        </p:spPr>
        <p:txBody>
          <a:bodyPr wrap="square" lIns="0" tIns="0" rIns="0" bIns="0" rtlCol="0"/>
          <a:lstStyle/>
          <a:p>
            <a:endParaRPr/>
          </a:p>
        </p:txBody>
      </p:sp>
      <p:sp>
        <p:nvSpPr>
          <p:cNvPr id="238" name="object 238"/>
          <p:cNvSpPr/>
          <p:nvPr/>
        </p:nvSpPr>
        <p:spPr>
          <a:xfrm>
            <a:off x="595630" y="455675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239" name="object 239"/>
          <p:cNvSpPr/>
          <p:nvPr/>
        </p:nvSpPr>
        <p:spPr>
          <a:xfrm>
            <a:off x="595630" y="451992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240" name="object 240"/>
          <p:cNvSpPr/>
          <p:nvPr/>
        </p:nvSpPr>
        <p:spPr>
          <a:xfrm>
            <a:off x="595630" y="448310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241" name="object 241"/>
          <p:cNvSpPr/>
          <p:nvPr/>
        </p:nvSpPr>
        <p:spPr>
          <a:xfrm>
            <a:off x="595630" y="444627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242" name="object 242"/>
          <p:cNvSpPr/>
          <p:nvPr/>
        </p:nvSpPr>
        <p:spPr>
          <a:xfrm>
            <a:off x="595630" y="440944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243" name="object 243"/>
          <p:cNvSpPr/>
          <p:nvPr/>
        </p:nvSpPr>
        <p:spPr>
          <a:xfrm>
            <a:off x="595630" y="437260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244" name="object 244"/>
          <p:cNvSpPr/>
          <p:nvPr/>
        </p:nvSpPr>
        <p:spPr>
          <a:xfrm>
            <a:off x="595630" y="43357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245" name="object 245"/>
          <p:cNvSpPr/>
          <p:nvPr/>
        </p:nvSpPr>
        <p:spPr>
          <a:xfrm>
            <a:off x="595630" y="42989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246" name="object 246"/>
          <p:cNvSpPr/>
          <p:nvPr/>
        </p:nvSpPr>
        <p:spPr>
          <a:xfrm>
            <a:off x="595630" y="426212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247" name="object 247"/>
          <p:cNvSpPr/>
          <p:nvPr/>
        </p:nvSpPr>
        <p:spPr>
          <a:xfrm>
            <a:off x="595630" y="42252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248" name="object 248"/>
          <p:cNvSpPr/>
          <p:nvPr/>
        </p:nvSpPr>
        <p:spPr>
          <a:xfrm>
            <a:off x="595630" y="418845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249" name="object 249"/>
          <p:cNvSpPr/>
          <p:nvPr/>
        </p:nvSpPr>
        <p:spPr>
          <a:xfrm>
            <a:off x="595630" y="415162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250" name="object 250"/>
          <p:cNvSpPr/>
          <p:nvPr/>
        </p:nvSpPr>
        <p:spPr>
          <a:xfrm>
            <a:off x="595630" y="411607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251" name="object 251"/>
          <p:cNvSpPr/>
          <p:nvPr/>
        </p:nvSpPr>
        <p:spPr>
          <a:xfrm>
            <a:off x="595630" y="407924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252" name="object 252"/>
          <p:cNvSpPr/>
          <p:nvPr/>
        </p:nvSpPr>
        <p:spPr>
          <a:xfrm>
            <a:off x="595630" y="404240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253" name="object 253"/>
          <p:cNvSpPr/>
          <p:nvPr/>
        </p:nvSpPr>
        <p:spPr>
          <a:xfrm>
            <a:off x="595630" y="400557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254" name="object 254"/>
          <p:cNvSpPr/>
          <p:nvPr/>
        </p:nvSpPr>
        <p:spPr>
          <a:xfrm>
            <a:off x="605790" y="399795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255" name="object 255"/>
          <p:cNvSpPr/>
          <p:nvPr/>
        </p:nvSpPr>
        <p:spPr>
          <a:xfrm>
            <a:off x="642619" y="399795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256" name="object 256"/>
          <p:cNvSpPr/>
          <p:nvPr/>
        </p:nvSpPr>
        <p:spPr>
          <a:xfrm>
            <a:off x="679450" y="399795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257" name="object 257"/>
          <p:cNvSpPr/>
          <p:nvPr/>
        </p:nvSpPr>
        <p:spPr>
          <a:xfrm>
            <a:off x="716280" y="399795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258" name="object 258"/>
          <p:cNvSpPr/>
          <p:nvPr/>
        </p:nvSpPr>
        <p:spPr>
          <a:xfrm>
            <a:off x="75184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59" name="object 259"/>
          <p:cNvSpPr/>
          <p:nvPr/>
        </p:nvSpPr>
        <p:spPr>
          <a:xfrm>
            <a:off x="78866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60" name="object 260"/>
          <p:cNvSpPr/>
          <p:nvPr/>
        </p:nvSpPr>
        <p:spPr>
          <a:xfrm>
            <a:off x="82550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61" name="object 261"/>
          <p:cNvSpPr/>
          <p:nvPr/>
        </p:nvSpPr>
        <p:spPr>
          <a:xfrm>
            <a:off x="86233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62" name="object 262"/>
          <p:cNvSpPr/>
          <p:nvPr/>
        </p:nvSpPr>
        <p:spPr>
          <a:xfrm>
            <a:off x="89916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63" name="object 263"/>
          <p:cNvSpPr/>
          <p:nvPr/>
        </p:nvSpPr>
        <p:spPr>
          <a:xfrm>
            <a:off x="935989"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64" name="object 264"/>
          <p:cNvSpPr/>
          <p:nvPr/>
        </p:nvSpPr>
        <p:spPr>
          <a:xfrm>
            <a:off x="97281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65" name="object 265"/>
          <p:cNvSpPr/>
          <p:nvPr/>
        </p:nvSpPr>
        <p:spPr>
          <a:xfrm>
            <a:off x="100965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66" name="object 266"/>
          <p:cNvSpPr/>
          <p:nvPr/>
        </p:nvSpPr>
        <p:spPr>
          <a:xfrm>
            <a:off x="104648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67" name="object 267"/>
          <p:cNvSpPr/>
          <p:nvPr/>
        </p:nvSpPr>
        <p:spPr>
          <a:xfrm>
            <a:off x="108331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68" name="object 268"/>
          <p:cNvSpPr/>
          <p:nvPr/>
        </p:nvSpPr>
        <p:spPr>
          <a:xfrm>
            <a:off x="1120139"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69" name="object 269"/>
          <p:cNvSpPr/>
          <p:nvPr/>
        </p:nvSpPr>
        <p:spPr>
          <a:xfrm>
            <a:off x="115570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70" name="object 270"/>
          <p:cNvSpPr/>
          <p:nvPr/>
        </p:nvSpPr>
        <p:spPr>
          <a:xfrm>
            <a:off x="119253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71" name="object 271"/>
          <p:cNvSpPr/>
          <p:nvPr/>
        </p:nvSpPr>
        <p:spPr>
          <a:xfrm>
            <a:off x="122936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72" name="object 272"/>
          <p:cNvSpPr/>
          <p:nvPr/>
        </p:nvSpPr>
        <p:spPr>
          <a:xfrm>
            <a:off x="126618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73" name="object 273"/>
          <p:cNvSpPr/>
          <p:nvPr/>
        </p:nvSpPr>
        <p:spPr>
          <a:xfrm>
            <a:off x="130301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74" name="object 274"/>
          <p:cNvSpPr/>
          <p:nvPr/>
        </p:nvSpPr>
        <p:spPr>
          <a:xfrm>
            <a:off x="133985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75" name="object 275"/>
          <p:cNvSpPr/>
          <p:nvPr/>
        </p:nvSpPr>
        <p:spPr>
          <a:xfrm>
            <a:off x="137668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76" name="object 276"/>
          <p:cNvSpPr/>
          <p:nvPr/>
        </p:nvSpPr>
        <p:spPr>
          <a:xfrm>
            <a:off x="141351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77" name="object 277"/>
          <p:cNvSpPr/>
          <p:nvPr/>
        </p:nvSpPr>
        <p:spPr>
          <a:xfrm>
            <a:off x="1450339"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78" name="object 278"/>
          <p:cNvSpPr/>
          <p:nvPr/>
        </p:nvSpPr>
        <p:spPr>
          <a:xfrm>
            <a:off x="148716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79" name="object 279"/>
          <p:cNvSpPr/>
          <p:nvPr/>
        </p:nvSpPr>
        <p:spPr>
          <a:xfrm>
            <a:off x="152400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80" name="object 280"/>
          <p:cNvSpPr/>
          <p:nvPr/>
        </p:nvSpPr>
        <p:spPr>
          <a:xfrm>
            <a:off x="156083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81" name="object 281"/>
          <p:cNvSpPr/>
          <p:nvPr/>
        </p:nvSpPr>
        <p:spPr>
          <a:xfrm>
            <a:off x="159638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82" name="object 282"/>
          <p:cNvSpPr/>
          <p:nvPr/>
        </p:nvSpPr>
        <p:spPr>
          <a:xfrm>
            <a:off x="163322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83" name="object 283"/>
          <p:cNvSpPr/>
          <p:nvPr/>
        </p:nvSpPr>
        <p:spPr>
          <a:xfrm>
            <a:off x="167005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84" name="object 284"/>
          <p:cNvSpPr/>
          <p:nvPr/>
        </p:nvSpPr>
        <p:spPr>
          <a:xfrm>
            <a:off x="170687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85" name="object 285"/>
          <p:cNvSpPr/>
          <p:nvPr/>
        </p:nvSpPr>
        <p:spPr>
          <a:xfrm>
            <a:off x="174371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86" name="object 286"/>
          <p:cNvSpPr/>
          <p:nvPr/>
        </p:nvSpPr>
        <p:spPr>
          <a:xfrm>
            <a:off x="178053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87" name="object 287"/>
          <p:cNvSpPr/>
          <p:nvPr/>
        </p:nvSpPr>
        <p:spPr>
          <a:xfrm>
            <a:off x="181737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88" name="object 288"/>
          <p:cNvSpPr/>
          <p:nvPr/>
        </p:nvSpPr>
        <p:spPr>
          <a:xfrm>
            <a:off x="185420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89" name="object 289"/>
          <p:cNvSpPr/>
          <p:nvPr/>
        </p:nvSpPr>
        <p:spPr>
          <a:xfrm>
            <a:off x="189102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90" name="object 290"/>
          <p:cNvSpPr/>
          <p:nvPr/>
        </p:nvSpPr>
        <p:spPr>
          <a:xfrm>
            <a:off x="192786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291" name="object 291"/>
          <p:cNvSpPr/>
          <p:nvPr/>
        </p:nvSpPr>
        <p:spPr>
          <a:xfrm>
            <a:off x="196468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92" name="object 292"/>
          <p:cNvSpPr/>
          <p:nvPr/>
        </p:nvSpPr>
        <p:spPr>
          <a:xfrm>
            <a:off x="200025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93" name="object 293"/>
          <p:cNvSpPr/>
          <p:nvPr/>
        </p:nvSpPr>
        <p:spPr>
          <a:xfrm>
            <a:off x="203707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94" name="object 294"/>
          <p:cNvSpPr/>
          <p:nvPr/>
        </p:nvSpPr>
        <p:spPr>
          <a:xfrm>
            <a:off x="207391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95" name="object 295"/>
          <p:cNvSpPr/>
          <p:nvPr/>
        </p:nvSpPr>
        <p:spPr>
          <a:xfrm>
            <a:off x="211073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96" name="object 296"/>
          <p:cNvSpPr/>
          <p:nvPr/>
        </p:nvSpPr>
        <p:spPr>
          <a:xfrm>
            <a:off x="214757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97" name="object 297"/>
          <p:cNvSpPr/>
          <p:nvPr/>
        </p:nvSpPr>
        <p:spPr>
          <a:xfrm>
            <a:off x="218440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298" name="object 298"/>
          <p:cNvSpPr/>
          <p:nvPr/>
        </p:nvSpPr>
        <p:spPr>
          <a:xfrm>
            <a:off x="222122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299" name="object 299"/>
          <p:cNvSpPr/>
          <p:nvPr/>
        </p:nvSpPr>
        <p:spPr>
          <a:xfrm>
            <a:off x="225806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300" name="object 300"/>
          <p:cNvSpPr/>
          <p:nvPr/>
        </p:nvSpPr>
        <p:spPr>
          <a:xfrm>
            <a:off x="229488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01" name="object 301"/>
          <p:cNvSpPr/>
          <p:nvPr/>
        </p:nvSpPr>
        <p:spPr>
          <a:xfrm>
            <a:off x="233172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02" name="object 302"/>
          <p:cNvSpPr/>
          <p:nvPr/>
        </p:nvSpPr>
        <p:spPr>
          <a:xfrm>
            <a:off x="236855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03" name="object 303"/>
          <p:cNvSpPr/>
          <p:nvPr/>
        </p:nvSpPr>
        <p:spPr>
          <a:xfrm>
            <a:off x="240537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04" name="object 304"/>
          <p:cNvSpPr/>
          <p:nvPr/>
        </p:nvSpPr>
        <p:spPr>
          <a:xfrm>
            <a:off x="244093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05" name="object 305"/>
          <p:cNvSpPr/>
          <p:nvPr/>
        </p:nvSpPr>
        <p:spPr>
          <a:xfrm>
            <a:off x="247777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06" name="object 306"/>
          <p:cNvSpPr/>
          <p:nvPr/>
        </p:nvSpPr>
        <p:spPr>
          <a:xfrm>
            <a:off x="251460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07" name="object 307"/>
          <p:cNvSpPr/>
          <p:nvPr/>
        </p:nvSpPr>
        <p:spPr>
          <a:xfrm>
            <a:off x="255142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08" name="object 308"/>
          <p:cNvSpPr/>
          <p:nvPr/>
        </p:nvSpPr>
        <p:spPr>
          <a:xfrm>
            <a:off x="258826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09" name="object 309"/>
          <p:cNvSpPr/>
          <p:nvPr/>
        </p:nvSpPr>
        <p:spPr>
          <a:xfrm>
            <a:off x="262508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10" name="object 310"/>
          <p:cNvSpPr/>
          <p:nvPr/>
        </p:nvSpPr>
        <p:spPr>
          <a:xfrm>
            <a:off x="266192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11" name="object 311"/>
          <p:cNvSpPr/>
          <p:nvPr/>
        </p:nvSpPr>
        <p:spPr>
          <a:xfrm>
            <a:off x="269875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12" name="object 312"/>
          <p:cNvSpPr/>
          <p:nvPr/>
        </p:nvSpPr>
        <p:spPr>
          <a:xfrm>
            <a:off x="273557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13" name="object 313"/>
          <p:cNvSpPr/>
          <p:nvPr/>
        </p:nvSpPr>
        <p:spPr>
          <a:xfrm>
            <a:off x="277241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314" name="object 314"/>
          <p:cNvSpPr/>
          <p:nvPr/>
        </p:nvSpPr>
        <p:spPr>
          <a:xfrm>
            <a:off x="280923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15" name="object 315"/>
          <p:cNvSpPr/>
          <p:nvPr/>
        </p:nvSpPr>
        <p:spPr>
          <a:xfrm>
            <a:off x="2846070"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16" name="object 316"/>
          <p:cNvSpPr/>
          <p:nvPr/>
        </p:nvSpPr>
        <p:spPr>
          <a:xfrm>
            <a:off x="288162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17" name="object 317"/>
          <p:cNvSpPr/>
          <p:nvPr/>
        </p:nvSpPr>
        <p:spPr>
          <a:xfrm>
            <a:off x="291846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18" name="object 318"/>
          <p:cNvSpPr/>
          <p:nvPr/>
        </p:nvSpPr>
        <p:spPr>
          <a:xfrm>
            <a:off x="2955289"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19" name="object 319"/>
          <p:cNvSpPr/>
          <p:nvPr/>
        </p:nvSpPr>
        <p:spPr>
          <a:xfrm>
            <a:off x="299212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20" name="object 320"/>
          <p:cNvSpPr/>
          <p:nvPr/>
        </p:nvSpPr>
        <p:spPr>
          <a:xfrm>
            <a:off x="3028950" y="399795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321" name="object 321"/>
          <p:cNvSpPr/>
          <p:nvPr/>
        </p:nvSpPr>
        <p:spPr>
          <a:xfrm>
            <a:off x="306577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22" name="object 322"/>
          <p:cNvSpPr/>
          <p:nvPr/>
        </p:nvSpPr>
        <p:spPr>
          <a:xfrm>
            <a:off x="3102610" y="399795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323" name="object 323"/>
          <p:cNvSpPr/>
          <p:nvPr/>
        </p:nvSpPr>
        <p:spPr>
          <a:xfrm>
            <a:off x="3139439" y="399795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324" name="object 324"/>
          <p:cNvSpPr/>
          <p:nvPr/>
        </p:nvSpPr>
        <p:spPr>
          <a:xfrm>
            <a:off x="3173729" y="400050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325" name="object 325"/>
          <p:cNvSpPr/>
          <p:nvPr/>
        </p:nvSpPr>
        <p:spPr>
          <a:xfrm>
            <a:off x="3173729" y="403605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26" name="object 326"/>
          <p:cNvSpPr/>
          <p:nvPr/>
        </p:nvSpPr>
        <p:spPr>
          <a:xfrm>
            <a:off x="3173729" y="40728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27" name="object 327"/>
          <p:cNvSpPr/>
          <p:nvPr/>
        </p:nvSpPr>
        <p:spPr>
          <a:xfrm>
            <a:off x="3173729" y="410972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328" name="object 328"/>
          <p:cNvSpPr/>
          <p:nvPr/>
        </p:nvSpPr>
        <p:spPr>
          <a:xfrm>
            <a:off x="3173729" y="41465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29" name="object 329"/>
          <p:cNvSpPr/>
          <p:nvPr/>
        </p:nvSpPr>
        <p:spPr>
          <a:xfrm>
            <a:off x="3173729" y="41833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30" name="object 330"/>
          <p:cNvSpPr/>
          <p:nvPr/>
        </p:nvSpPr>
        <p:spPr>
          <a:xfrm>
            <a:off x="3173729" y="422020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31" name="object 331"/>
          <p:cNvSpPr/>
          <p:nvPr/>
        </p:nvSpPr>
        <p:spPr>
          <a:xfrm>
            <a:off x="3173729" y="425704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332" name="object 332"/>
          <p:cNvSpPr/>
          <p:nvPr/>
        </p:nvSpPr>
        <p:spPr>
          <a:xfrm>
            <a:off x="3173729" y="429387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333" name="object 333"/>
          <p:cNvSpPr/>
          <p:nvPr/>
        </p:nvSpPr>
        <p:spPr>
          <a:xfrm>
            <a:off x="3173729" y="433070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334" name="object 334"/>
          <p:cNvSpPr/>
          <p:nvPr/>
        </p:nvSpPr>
        <p:spPr>
          <a:xfrm>
            <a:off x="3173729" y="436752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335" name="object 335"/>
          <p:cNvSpPr/>
          <p:nvPr/>
        </p:nvSpPr>
        <p:spPr>
          <a:xfrm>
            <a:off x="3173729" y="440435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336" name="object 336"/>
          <p:cNvSpPr/>
          <p:nvPr/>
        </p:nvSpPr>
        <p:spPr>
          <a:xfrm>
            <a:off x="3173729" y="444119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337" name="object 337"/>
          <p:cNvSpPr/>
          <p:nvPr/>
        </p:nvSpPr>
        <p:spPr>
          <a:xfrm>
            <a:off x="3173729" y="44767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38" name="object 338"/>
          <p:cNvSpPr/>
          <p:nvPr/>
        </p:nvSpPr>
        <p:spPr>
          <a:xfrm>
            <a:off x="3173729" y="45135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39" name="object 339"/>
          <p:cNvSpPr/>
          <p:nvPr/>
        </p:nvSpPr>
        <p:spPr>
          <a:xfrm>
            <a:off x="3173729" y="455040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40" name="object 340"/>
          <p:cNvSpPr/>
          <p:nvPr/>
        </p:nvSpPr>
        <p:spPr>
          <a:xfrm>
            <a:off x="3173729" y="458724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341" name="object 341"/>
          <p:cNvSpPr/>
          <p:nvPr/>
        </p:nvSpPr>
        <p:spPr>
          <a:xfrm>
            <a:off x="313817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42" name="object 342"/>
          <p:cNvSpPr/>
          <p:nvPr/>
        </p:nvSpPr>
        <p:spPr>
          <a:xfrm>
            <a:off x="310133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43" name="object 343"/>
          <p:cNvSpPr/>
          <p:nvPr/>
        </p:nvSpPr>
        <p:spPr>
          <a:xfrm>
            <a:off x="306451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44" name="object 344"/>
          <p:cNvSpPr/>
          <p:nvPr/>
        </p:nvSpPr>
        <p:spPr>
          <a:xfrm>
            <a:off x="302767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45" name="object 345"/>
          <p:cNvSpPr/>
          <p:nvPr/>
        </p:nvSpPr>
        <p:spPr>
          <a:xfrm>
            <a:off x="299085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46" name="object 346"/>
          <p:cNvSpPr/>
          <p:nvPr/>
        </p:nvSpPr>
        <p:spPr>
          <a:xfrm>
            <a:off x="295402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47" name="object 347"/>
          <p:cNvSpPr/>
          <p:nvPr/>
        </p:nvSpPr>
        <p:spPr>
          <a:xfrm>
            <a:off x="291718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48" name="object 348"/>
          <p:cNvSpPr/>
          <p:nvPr/>
        </p:nvSpPr>
        <p:spPr>
          <a:xfrm>
            <a:off x="288162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49" name="object 349"/>
          <p:cNvSpPr/>
          <p:nvPr/>
        </p:nvSpPr>
        <p:spPr>
          <a:xfrm>
            <a:off x="284480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50" name="object 350"/>
          <p:cNvSpPr/>
          <p:nvPr/>
        </p:nvSpPr>
        <p:spPr>
          <a:xfrm>
            <a:off x="280797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51" name="object 351"/>
          <p:cNvSpPr/>
          <p:nvPr/>
        </p:nvSpPr>
        <p:spPr>
          <a:xfrm>
            <a:off x="277113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52" name="object 352"/>
          <p:cNvSpPr/>
          <p:nvPr/>
        </p:nvSpPr>
        <p:spPr>
          <a:xfrm>
            <a:off x="2734310"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353" name="object 353"/>
          <p:cNvSpPr/>
          <p:nvPr/>
        </p:nvSpPr>
        <p:spPr>
          <a:xfrm>
            <a:off x="269747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54" name="object 354"/>
          <p:cNvSpPr/>
          <p:nvPr/>
        </p:nvSpPr>
        <p:spPr>
          <a:xfrm>
            <a:off x="266065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55" name="object 355"/>
          <p:cNvSpPr/>
          <p:nvPr/>
        </p:nvSpPr>
        <p:spPr>
          <a:xfrm>
            <a:off x="262382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56" name="object 356"/>
          <p:cNvSpPr/>
          <p:nvPr/>
        </p:nvSpPr>
        <p:spPr>
          <a:xfrm>
            <a:off x="258698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57" name="object 357"/>
          <p:cNvSpPr/>
          <p:nvPr/>
        </p:nvSpPr>
        <p:spPr>
          <a:xfrm>
            <a:off x="255016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58" name="object 358"/>
          <p:cNvSpPr/>
          <p:nvPr/>
        </p:nvSpPr>
        <p:spPr>
          <a:xfrm>
            <a:off x="251332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59" name="object 359"/>
          <p:cNvSpPr/>
          <p:nvPr/>
        </p:nvSpPr>
        <p:spPr>
          <a:xfrm>
            <a:off x="247777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60" name="object 360"/>
          <p:cNvSpPr/>
          <p:nvPr/>
        </p:nvSpPr>
        <p:spPr>
          <a:xfrm>
            <a:off x="244093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61" name="object 361"/>
          <p:cNvSpPr/>
          <p:nvPr/>
        </p:nvSpPr>
        <p:spPr>
          <a:xfrm>
            <a:off x="2404110"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362" name="object 362"/>
          <p:cNvSpPr/>
          <p:nvPr/>
        </p:nvSpPr>
        <p:spPr>
          <a:xfrm>
            <a:off x="236727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63" name="object 363"/>
          <p:cNvSpPr/>
          <p:nvPr/>
        </p:nvSpPr>
        <p:spPr>
          <a:xfrm>
            <a:off x="233045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64" name="object 364"/>
          <p:cNvSpPr/>
          <p:nvPr/>
        </p:nvSpPr>
        <p:spPr>
          <a:xfrm>
            <a:off x="229362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65" name="object 365"/>
          <p:cNvSpPr/>
          <p:nvPr/>
        </p:nvSpPr>
        <p:spPr>
          <a:xfrm>
            <a:off x="225678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66" name="object 366"/>
          <p:cNvSpPr/>
          <p:nvPr/>
        </p:nvSpPr>
        <p:spPr>
          <a:xfrm>
            <a:off x="221996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67" name="object 367"/>
          <p:cNvSpPr/>
          <p:nvPr/>
        </p:nvSpPr>
        <p:spPr>
          <a:xfrm>
            <a:off x="218312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68" name="object 368"/>
          <p:cNvSpPr/>
          <p:nvPr/>
        </p:nvSpPr>
        <p:spPr>
          <a:xfrm>
            <a:off x="214630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69" name="object 369"/>
          <p:cNvSpPr/>
          <p:nvPr/>
        </p:nvSpPr>
        <p:spPr>
          <a:xfrm>
            <a:off x="2109470"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70" name="object 370"/>
          <p:cNvSpPr/>
          <p:nvPr/>
        </p:nvSpPr>
        <p:spPr>
          <a:xfrm>
            <a:off x="2072639" y="4607559"/>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371" name="object 371"/>
          <p:cNvSpPr/>
          <p:nvPr/>
        </p:nvSpPr>
        <p:spPr>
          <a:xfrm>
            <a:off x="203707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72" name="object 372"/>
          <p:cNvSpPr/>
          <p:nvPr/>
        </p:nvSpPr>
        <p:spPr>
          <a:xfrm>
            <a:off x="200025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73" name="object 373"/>
          <p:cNvSpPr/>
          <p:nvPr/>
        </p:nvSpPr>
        <p:spPr>
          <a:xfrm>
            <a:off x="1963420"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74" name="object 374"/>
          <p:cNvSpPr/>
          <p:nvPr/>
        </p:nvSpPr>
        <p:spPr>
          <a:xfrm>
            <a:off x="1926589" y="4607559"/>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375" name="object 375"/>
          <p:cNvSpPr/>
          <p:nvPr/>
        </p:nvSpPr>
        <p:spPr>
          <a:xfrm>
            <a:off x="1889760" y="4607559"/>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376" name="object 376"/>
          <p:cNvSpPr/>
          <p:nvPr/>
        </p:nvSpPr>
        <p:spPr>
          <a:xfrm>
            <a:off x="784859" y="6352540"/>
            <a:ext cx="7729220" cy="0"/>
          </a:xfrm>
          <a:custGeom>
            <a:avLst/>
            <a:gdLst/>
            <a:ahLst/>
            <a:cxnLst/>
            <a:rect l="l" t="t" r="r" b="b"/>
            <a:pathLst>
              <a:path w="7729220">
                <a:moveTo>
                  <a:pt x="0" y="0"/>
                </a:moveTo>
                <a:lnTo>
                  <a:pt x="7729220" y="0"/>
                </a:lnTo>
              </a:path>
            </a:pathLst>
          </a:custGeom>
          <a:ln w="3175">
            <a:solidFill>
              <a:srgbClr val="000000"/>
            </a:solidFill>
          </a:ln>
        </p:spPr>
        <p:txBody>
          <a:bodyPr wrap="square" lIns="0" tIns="0" rIns="0" bIns="0" rtlCol="0"/>
          <a:lstStyle/>
          <a:p>
            <a:endParaRPr/>
          </a:p>
        </p:txBody>
      </p:sp>
      <p:sp>
        <p:nvSpPr>
          <p:cNvPr id="377" name="object 377"/>
          <p:cNvSpPr/>
          <p:nvPr/>
        </p:nvSpPr>
        <p:spPr>
          <a:xfrm>
            <a:off x="8506459" y="6297929"/>
            <a:ext cx="162560" cy="107950"/>
          </a:xfrm>
          <a:custGeom>
            <a:avLst/>
            <a:gdLst/>
            <a:ahLst/>
            <a:cxnLst/>
            <a:rect l="l" t="t" r="r" b="b"/>
            <a:pathLst>
              <a:path w="162559" h="107950">
                <a:moveTo>
                  <a:pt x="0" y="0"/>
                </a:moveTo>
                <a:lnTo>
                  <a:pt x="0" y="107950"/>
                </a:lnTo>
                <a:lnTo>
                  <a:pt x="162560" y="54610"/>
                </a:lnTo>
                <a:lnTo>
                  <a:pt x="0" y="0"/>
                </a:lnTo>
                <a:close/>
              </a:path>
            </a:pathLst>
          </a:custGeom>
          <a:solidFill>
            <a:srgbClr val="000000"/>
          </a:solidFill>
        </p:spPr>
        <p:txBody>
          <a:bodyPr wrap="square" lIns="0" tIns="0" rIns="0" bIns="0" rtlCol="0"/>
          <a:lstStyle/>
          <a:p>
            <a:endParaRPr/>
          </a:p>
        </p:txBody>
      </p:sp>
      <p:sp>
        <p:nvSpPr>
          <p:cNvPr id="378" name="object 378"/>
          <p:cNvSpPr txBox="1"/>
          <p:nvPr/>
        </p:nvSpPr>
        <p:spPr>
          <a:xfrm>
            <a:off x="4420870" y="6064250"/>
            <a:ext cx="755650" cy="269240"/>
          </a:xfrm>
          <a:prstGeom prst="rect">
            <a:avLst/>
          </a:prstGeom>
        </p:spPr>
        <p:txBody>
          <a:bodyPr vert="horz" wrap="square" lIns="0" tIns="12700" rIns="0" bIns="0" rtlCol="0">
            <a:spAutoFit/>
          </a:bodyPr>
          <a:lstStyle/>
          <a:p>
            <a:pPr marL="12700">
              <a:lnSpc>
                <a:spcPct val="100000"/>
              </a:lnSpc>
              <a:spcBef>
                <a:spcPts val="100"/>
              </a:spcBef>
            </a:pPr>
            <a:r>
              <a:rPr sz="1600" i="1" spc="-15" dirty="0">
                <a:latin typeface="Liberation Sans"/>
                <a:cs typeface="Liberation Sans"/>
              </a:rPr>
              <a:t>m</a:t>
            </a:r>
            <a:r>
              <a:rPr sz="1600" i="1" spc="-5" dirty="0">
                <a:latin typeface="Liberation Sans"/>
                <a:cs typeface="Liberation Sans"/>
              </a:rPr>
              <a:t>e</a:t>
            </a:r>
            <a:r>
              <a:rPr sz="1600" i="1" spc="-15" dirty="0">
                <a:latin typeface="Liberation Sans"/>
                <a:cs typeface="Liberation Sans"/>
              </a:rPr>
              <a:t>m</a:t>
            </a:r>
            <a:r>
              <a:rPr sz="1600" i="1" spc="-5" dirty="0">
                <a:latin typeface="Liberation Sans"/>
                <a:cs typeface="Liberation Sans"/>
              </a:rPr>
              <a:t>or</a:t>
            </a:r>
            <a:r>
              <a:rPr sz="1600" i="1" dirty="0">
                <a:latin typeface="Liberation Sans"/>
                <a:cs typeface="Liberation Sans"/>
              </a:rPr>
              <a:t>y</a:t>
            </a:r>
            <a:endParaRPr sz="1600">
              <a:latin typeface="Liberation Sans"/>
              <a:cs typeface="Liberation Sans"/>
            </a:endParaRPr>
          </a:p>
        </p:txBody>
      </p:sp>
      <p:sp>
        <p:nvSpPr>
          <p:cNvPr id="379" name="object 379"/>
          <p:cNvSpPr/>
          <p:nvPr/>
        </p:nvSpPr>
        <p:spPr>
          <a:xfrm>
            <a:off x="7588250" y="6207759"/>
            <a:ext cx="925830" cy="0"/>
          </a:xfrm>
          <a:custGeom>
            <a:avLst/>
            <a:gdLst/>
            <a:ahLst/>
            <a:cxnLst/>
            <a:rect l="l" t="t" r="r" b="b"/>
            <a:pathLst>
              <a:path w="925829">
                <a:moveTo>
                  <a:pt x="0" y="0"/>
                </a:moveTo>
                <a:lnTo>
                  <a:pt x="925829" y="0"/>
                </a:lnTo>
              </a:path>
            </a:pathLst>
          </a:custGeom>
          <a:ln w="3175">
            <a:solidFill>
              <a:srgbClr val="000000"/>
            </a:solidFill>
          </a:ln>
        </p:spPr>
        <p:txBody>
          <a:bodyPr wrap="square" lIns="0" tIns="0" rIns="0" bIns="0" rtlCol="0"/>
          <a:lstStyle/>
          <a:p>
            <a:endParaRPr/>
          </a:p>
        </p:txBody>
      </p:sp>
      <p:sp>
        <p:nvSpPr>
          <p:cNvPr id="380" name="object 380"/>
          <p:cNvSpPr/>
          <p:nvPr/>
        </p:nvSpPr>
        <p:spPr>
          <a:xfrm>
            <a:off x="8506459" y="6154420"/>
            <a:ext cx="162560" cy="107950"/>
          </a:xfrm>
          <a:custGeom>
            <a:avLst/>
            <a:gdLst/>
            <a:ahLst/>
            <a:cxnLst/>
            <a:rect l="l" t="t" r="r" b="b"/>
            <a:pathLst>
              <a:path w="162559" h="107950">
                <a:moveTo>
                  <a:pt x="0" y="0"/>
                </a:moveTo>
                <a:lnTo>
                  <a:pt x="0" y="107949"/>
                </a:lnTo>
                <a:lnTo>
                  <a:pt x="162560" y="53339"/>
                </a:lnTo>
                <a:lnTo>
                  <a:pt x="0" y="0"/>
                </a:lnTo>
                <a:close/>
              </a:path>
            </a:pathLst>
          </a:custGeom>
          <a:solidFill>
            <a:srgbClr val="000000"/>
          </a:solidFill>
        </p:spPr>
        <p:txBody>
          <a:bodyPr wrap="square" lIns="0" tIns="0" rIns="0" bIns="0" rtlCol="0"/>
          <a:lstStyle/>
          <a:p>
            <a:endParaRPr/>
          </a:p>
        </p:txBody>
      </p:sp>
      <p:sp>
        <p:nvSpPr>
          <p:cNvPr id="381" name="object 381"/>
          <p:cNvSpPr txBox="1"/>
          <p:nvPr/>
        </p:nvSpPr>
        <p:spPr>
          <a:xfrm>
            <a:off x="7631430" y="5909309"/>
            <a:ext cx="89408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Liberation Sans"/>
                <a:cs typeface="Liberation Sans"/>
              </a:rPr>
              <a:t>lazy</a:t>
            </a:r>
            <a:r>
              <a:rPr sz="1600" spc="-85" dirty="0">
                <a:latin typeface="Liberation Sans"/>
                <a:cs typeface="Liberation Sans"/>
              </a:rPr>
              <a:t> </a:t>
            </a:r>
            <a:r>
              <a:rPr sz="1600" spc="-5" dirty="0">
                <a:latin typeface="Liberation Sans"/>
                <a:cs typeface="Liberation Sans"/>
              </a:rPr>
              <a:t>mem</a:t>
            </a:r>
            <a:endParaRPr sz="1600">
              <a:latin typeface="Liberation Sans"/>
              <a:cs typeface="Liberation Sans"/>
            </a:endParaRPr>
          </a:p>
        </p:txBody>
      </p:sp>
      <p:sp>
        <p:nvSpPr>
          <p:cNvPr id="382" name="object 382"/>
          <p:cNvSpPr/>
          <p:nvPr/>
        </p:nvSpPr>
        <p:spPr>
          <a:xfrm>
            <a:off x="1901189" y="3507740"/>
            <a:ext cx="182880" cy="0"/>
          </a:xfrm>
          <a:custGeom>
            <a:avLst/>
            <a:gdLst/>
            <a:ahLst/>
            <a:cxnLst/>
            <a:rect l="l" t="t" r="r" b="b"/>
            <a:pathLst>
              <a:path w="182880">
                <a:moveTo>
                  <a:pt x="0" y="0"/>
                </a:moveTo>
                <a:lnTo>
                  <a:pt x="182880" y="0"/>
                </a:lnTo>
              </a:path>
            </a:pathLst>
          </a:custGeom>
          <a:ln w="3175">
            <a:solidFill>
              <a:srgbClr val="000000"/>
            </a:solidFill>
          </a:ln>
        </p:spPr>
        <p:txBody>
          <a:bodyPr wrap="square" lIns="0" tIns="0" rIns="0" bIns="0" rtlCol="0"/>
          <a:lstStyle/>
          <a:p>
            <a:endParaRPr/>
          </a:p>
        </p:txBody>
      </p:sp>
      <p:sp>
        <p:nvSpPr>
          <p:cNvPr id="383" name="object 383"/>
          <p:cNvSpPr/>
          <p:nvPr/>
        </p:nvSpPr>
        <p:spPr>
          <a:xfrm>
            <a:off x="2266950" y="3507740"/>
            <a:ext cx="182880" cy="0"/>
          </a:xfrm>
          <a:custGeom>
            <a:avLst/>
            <a:gdLst/>
            <a:ahLst/>
            <a:cxnLst/>
            <a:rect l="l" t="t" r="r" b="b"/>
            <a:pathLst>
              <a:path w="182880">
                <a:moveTo>
                  <a:pt x="0" y="0"/>
                </a:moveTo>
                <a:lnTo>
                  <a:pt x="182880" y="0"/>
                </a:lnTo>
              </a:path>
            </a:pathLst>
          </a:custGeom>
          <a:ln w="3175">
            <a:solidFill>
              <a:srgbClr val="000000"/>
            </a:solidFill>
          </a:ln>
        </p:spPr>
        <p:txBody>
          <a:bodyPr wrap="square" lIns="0" tIns="0" rIns="0" bIns="0" rtlCol="0"/>
          <a:lstStyle/>
          <a:p>
            <a:endParaRPr/>
          </a:p>
        </p:txBody>
      </p:sp>
      <p:sp>
        <p:nvSpPr>
          <p:cNvPr id="384" name="object 384"/>
          <p:cNvSpPr/>
          <p:nvPr/>
        </p:nvSpPr>
        <p:spPr>
          <a:xfrm>
            <a:off x="2632710" y="3507740"/>
            <a:ext cx="182880" cy="0"/>
          </a:xfrm>
          <a:custGeom>
            <a:avLst/>
            <a:gdLst/>
            <a:ahLst/>
            <a:cxnLst/>
            <a:rect l="l" t="t" r="r" b="b"/>
            <a:pathLst>
              <a:path w="182880">
                <a:moveTo>
                  <a:pt x="0" y="0"/>
                </a:moveTo>
                <a:lnTo>
                  <a:pt x="182879" y="0"/>
                </a:lnTo>
              </a:path>
            </a:pathLst>
          </a:custGeom>
          <a:ln w="3175">
            <a:solidFill>
              <a:srgbClr val="000000"/>
            </a:solidFill>
          </a:ln>
        </p:spPr>
        <p:txBody>
          <a:bodyPr wrap="square" lIns="0" tIns="0" rIns="0" bIns="0" rtlCol="0"/>
          <a:lstStyle/>
          <a:p>
            <a:endParaRPr/>
          </a:p>
        </p:txBody>
      </p:sp>
      <p:sp>
        <p:nvSpPr>
          <p:cNvPr id="385" name="object 385"/>
          <p:cNvSpPr/>
          <p:nvPr/>
        </p:nvSpPr>
        <p:spPr>
          <a:xfrm>
            <a:off x="2998470" y="3507740"/>
            <a:ext cx="182880" cy="0"/>
          </a:xfrm>
          <a:custGeom>
            <a:avLst/>
            <a:gdLst/>
            <a:ahLst/>
            <a:cxnLst/>
            <a:rect l="l" t="t" r="r" b="b"/>
            <a:pathLst>
              <a:path w="182880">
                <a:moveTo>
                  <a:pt x="0" y="0"/>
                </a:moveTo>
                <a:lnTo>
                  <a:pt x="182880" y="0"/>
                </a:lnTo>
              </a:path>
            </a:pathLst>
          </a:custGeom>
          <a:ln w="3175">
            <a:solidFill>
              <a:srgbClr val="000000"/>
            </a:solidFill>
          </a:ln>
        </p:spPr>
        <p:txBody>
          <a:bodyPr wrap="square" lIns="0" tIns="0" rIns="0" bIns="0" rtlCol="0"/>
          <a:lstStyle/>
          <a:p>
            <a:endParaRPr/>
          </a:p>
        </p:txBody>
      </p:sp>
      <p:sp>
        <p:nvSpPr>
          <p:cNvPr id="386" name="object 386"/>
          <p:cNvSpPr/>
          <p:nvPr/>
        </p:nvSpPr>
        <p:spPr>
          <a:xfrm>
            <a:off x="3364229" y="3507740"/>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387" name="object 387"/>
          <p:cNvSpPr/>
          <p:nvPr/>
        </p:nvSpPr>
        <p:spPr>
          <a:xfrm>
            <a:off x="3729990" y="3507740"/>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388" name="object 388"/>
          <p:cNvSpPr/>
          <p:nvPr/>
        </p:nvSpPr>
        <p:spPr>
          <a:xfrm>
            <a:off x="4095750"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89" name="object 389"/>
          <p:cNvSpPr/>
          <p:nvPr/>
        </p:nvSpPr>
        <p:spPr>
          <a:xfrm>
            <a:off x="4461509"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90" name="object 390"/>
          <p:cNvSpPr/>
          <p:nvPr/>
        </p:nvSpPr>
        <p:spPr>
          <a:xfrm>
            <a:off x="4827270"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91" name="object 391"/>
          <p:cNvSpPr/>
          <p:nvPr/>
        </p:nvSpPr>
        <p:spPr>
          <a:xfrm>
            <a:off x="5193029" y="3507740"/>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392" name="object 392"/>
          <p:cNvSpPr/>
          <p:nvPr/>
        </p:nvSpPr>
        <p:spPr>
          <a:xfrm>
            <a:off x="5558790" y="3507740"/>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393" name="object 393"/>
          <p:cNvSpPr/>
          <p:nvPr/>
        </p:nvSpPr>
        <p:spPr>
          <a:xfrm>
            <a:off x="5924550"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94" name="object 394"/>
          <p:cNvSpPr/>
          <p:nvPr/>
        </p:nvSpPr>
        <p:spPr>
          <a:xfrm>
            <a:off x="6290309"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95" name="object 395"/>
          <p:cNvSpPr/>
          <p:nvPr/>
        </p:nvSpPr>
        <p:spPr>
          <a:xfrm>
            <a:off x="6656069"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96" name="object 396"/>
          <p:cNvSpPr/>
          <p:nvPr/>
        </p:nvSpPr>
        <p:spPr>
          <a:xfrm>
            <a:off x="7021830" y="3507740"/>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397" name="object 397"/>
          <p:cNvSpPr/>
          <p:nvPr/>
        </p:nvSpPr>
        <p:spPr>
          <a:xfrm>
            <a:off x="7387590" y="3507740"/>
            <a:ext cx="46990" cy="0"/>
          </a:xfrm>
          <a:custGeom>
            <a:avLst/>
            <a:gdLst/>
            <a:ahLst/>
            <a:cxnLst/>
            <a:rect l="l" t="t" r="r" b="b"/>
            <a:pathLst>
              <a:path w="46990">
                <a:moveTo>
                  <a:pt x="0" y="0"/>
                </a:moveTo>
                <a:lnTo>
                  <a:pt x="46989" y="0"/>
                </a:lnTo>
              </a:path>
            </a:pathLst>
          </a:custGeom>
          <a:ln w="3175">
            <a:solidFill>
              <a:srgbClr val="000000"/>
            </a:solidFill>
          </a:ln>
        </p:spPr>
        <p:txBody>
          <a:bodyPr wrap="square" lIns="0" tIns="0" rIns="0" bIns="0" rtlCol="0"/>
          <a:lstStyle/>
          <a:p>
            <a:endParaRPr/>
          </a:p>
        </p:txBody>
      </p:sp>
      <p:sp>
        <p:nvSpPr>
          <p:cNvPr id="398" name="object 398"/>
          <p:cNvSpPr/>
          <p:nvPr/>
        </p:nvSpPr>
        <p:spPr>
          <a:xfrm>
            <a:off x="7426959" y="3454400"/>
            <a:ext cx="161290" cy="107950"/>
          </a:xfrm>
          <a:custGeom>
            <a:avLst/>
            <a:gdLst/>
            <a:ahLst/>
            <a:cxnLst/>
            <a:rect l="l" t="t" r="r" b="b"/>
            <a:pathLst>
              <a:path w="161290" h="107950">
                <a:moveTo>
                  <a:pt x="0" y="0"/>
                </a:moveTo>
                <a:lnTo>
                  <a:pt x="0" y="107950"/>
                </a:lnTo>
                <a:lnTo>
                  <a:pt x="161290" y="53339"/>
                </a:lnTo>
                <a:lnTo>
                  <a:pt x="0" y="0"/>
                </a:lnTo>
                <a:close/>
              </a:path>
            </a:pathLst>
          </a:custGeom>
          <a:solidFill>
            <a:srgbClr val="000000"/>
          </a:solidFill>
        </p:spPr>
        <p:txBody>
          <a:bodyPr wrap="square" lIns="0" tIns="0" rIns="0" bIns="0" rtlCol="0"/>
          <a:lstStyle/>
          <a:p>
            <a:endParaRPr/>
          </a:p>
        </p:txBody>
      </p:sp>
      <p:sp>
        <p:nvSpPr>
          <p:cNvPr id="399" name="object 399"/>
          <p:cNvSpPr/>
          <p:nvPr/>
        </p:nvSpPr>
        <p:spPr>
          <a:xfrm>
            <a:off x="1901189" y="4767579"/>
            <a:ext cx="182880" cy="0"/>
          </a:xfrm>
          <a:custGeom>
            <a:avLst/>
            <a:gdLst/>
            <a:ahLst/>
            <a:cxnLst/>
            <a:rect l="l" t="t" r="r" b="b"/>
            <a:pathLst>
              <a:path w="182880">
                <a:moveTo>
                  <a:pt x="0" y="0"/>
                </a:moveTo>
                <a:lnTo>
                  <a:pt x="182880" y="0"/>
                </a:lnTo>
              </a:path>
            </a:pathLst>
          </a:custGeom>
          <a:ln w="3175">
            <a:solidFill>
              <a:srgbClr val="000000"/>
            </a:solidFill>
          </a:ln>
        </p:spPr>
        <p:txBody>
          <a:bodyPr wrap="square" lIns="0" tIns="0" rIns="0" bIns="0" rtlCol="0"/>
          <a:lstStyle/>
          <a:p>
            <a:endParaRPr/>
          </a:p>
        </p:txBody>
      </p:sp>
      <p:sp>
        <p:nvSpPr>
          <p:cNvPr id="400" name="object 400"/>
          <p:cNvSpPr/>
          <p:nvPr/>
        </p:nvSpPr>
        <p:spPr>
          <a:xfrm>
            <a:off x="2266950" y="4767579"/>
            <a:ext cx="182880" cy="0"/>
          </a:xfrm>
          <a:custGeom>
            <a:avLst/>
            <a:gdLst/>
            <a:ahLst/>
            <a:cxnLst/>
            <a:rect l="l" t="t" r="r" b="b"/>
            <a:pathLst>
              <a:path w="182880">
                <a:moveTo>
                  <a:pt x="0" y="0"/>
                </a:moveTo>
                <a:lnTo>
                  <a:pt x="182880" y="0"/>
                </a:lnTo>
              </a:path>
            </a:pathLst>
          </a:custGeom>
          <a:ln w="3175">
            <a:solidFill>
              <a:srgbClr val="000000"/>
            </a:solidFill>
          </a:ln>
        </p:spPr>
        <p:txBody>
          <a:bodyPr wrap="square" lIns="0" tIns="0" rIns="0" bIns="0" rtlCol="0"/>
          <a:lstStyle/>
          <a:p>
            <a:endParaRPr/>
          </a:p>
        </p:txBody>
      </p:sp>
      <p:sp>
        <p:nvSpPr>
          <p:cNvPr id="401" name="object 401"/>
          <p:cNvSpPr/>
          <p:nvPr/>
        </p:nvSpPr>
        <p:spPr>
          <a:xfrm>
            <a:off x="2632710" y="4767579"/>
            <a:ext cx="182880" cy="0"/>
          </a:xfrm>
          <a:custGeom>
            <a:avLst/>
            <a:gdLst/>
            <a:ahLst/>
            <a:cxnLst/>
            <a:rect l="l" t="t" r="r" b="b"/>
            <a:pathLst>
              <a:path w="182880">
                <a:moveTo>
                  <a:pt x="0" y="0"/>
                </a:moveTo>
                <a:lnTo>
                  <a:pt x="182879" y="0"/>
                </a:lnTo>
              </a:path>
            </a:pathLst>
          </a:custGeom>
          <a:ln w="3175">
            <a:solidFill>
              <a:srgbClr val="000000"/>
            </a:solidFill>
          </a:ln>
        </p:spPr>
        <p:txBody>
          <a:bodyPr wrap="square" lIns="0" tIns="0" rIns="0" bIns="0" rtlCol="0"/>
          <a:lstStyle/>
          <a:p>
            <a:endParaRPr/>
          </a:p>
        </p:txBody>
      </p:sp>
      <p:sp>
        <p:nvSpPr>
          <p:cNvPr id="402" name="object 402"/>
          <p:cNvSpPr/>
          <p:nvPr/>
        </p:nvSpPr>
        <p:spPr>
          <a:xfrm>
            <a:off x="2998470" y="4767579"/>
            <a:ext cx="182880" cy="0"/>
          </a:xfrm>
          <a:custGeom>
            <a:avLst/>
            <a:gdLst/>
            <a:ahLst/>
            <a:cxnLst/>
            <a:rect l="l" t="t" r="r" b="b"/>
            <a:pathLst>
              <a:path w="182880">
                <a:moveTo>
                  <a:pt x="0" y="0"/>
                </a:moveTo>
                <a:lnTo>
                  <a:pt x="182880" y="0"/>
                </a:lnTo>
              </a:path>
            </a:pathLst>
          </a:custGeom>
          <a:ln w="3175">
            <a:solidFill>
              <a:srgbClr val="000000"/>
            </a:solidFill>
          </a:ln>
        </p:spPr>
        <p:txBody>
          <a:bodyPr wrap="square" lIns="0" tIns="0" rIns="0" bIns="0" rtlCol="0"/>
          <a:lstStyle/>
          <a:p>
            <a:endParaRPr/>
          </a:p>
        </p:txBody>
      </p:sp>
      <p:sp>
        <p:nvSpPr>
          <p:cNvPr id="403" name="object 403"/>
          <p:cNvSpPr/>
          <p:nvPr/>
        </p:nvSpPr>
        <p:spPr>
          <a:xfrm>
            <a:off x="3364229" y="4767579"/>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404" name="object 404"/>
          <p:cNvSpPr/>
          <p:nvPr/>
        </p:nvSpPr>
        <p:spPr>
          <a:xfrm>
            <a:off x="3729990" y="4767579"/>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405" name="object 405"/>
          <p:cNvSpPr/>
          <p:nvPr/>
        </p:nvSpPr>
        <p:spPr>
          <a:xfrm>
            <a:off x="4095750"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06" name="object 406"/>
          <p:cNvSpPr/>
          <p:nvPr/>
        </p:nvSpPr>
        <p:spPr>
          <a:xfrm>
            <a:off x="4461509"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07" name="object 407"/>
          <p:cNvSpPr/>
          <p:nvPr/>
        </p:nvSpPr>
        <p:spPr>
          <a:xfrm>
            <a:off x="4827270"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08" name="object 408"/>
          <p:cNvSpPr/>
          <p:nvPr/>
        </p:nvSpPr>
        <p:spPr>
          <a:xfrm>
            <a:off x="5193029" y="4767579"/>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409" name="object 409"/>
          <p:cNvSpPr/>
          <p:nvPr/>
        </p:nvSpPr>
        <p:spPr>
          <a:xfrm>
            <a:off x="5558790" y="4767579"/>
            <a:ext cx="182880" cy="0"/>
          </a:xfrm>
          <a:custGeom>
            <a:avLst/>
            <a:gdLst/>
            <a:ahLst/>
            <a:cxnLst/>
            <a:rect l="l" t="t" r="r" b="b"/>
            <a:pathLst>
              <a:path w="182879">
                <a:moveTo>
                  <a:pt x="0" y="0"/>
                </a:moveTo>
                <a:lnTo>
                  <a:pt x="182880" y="0"/>
                </a:lnTo>
              </a:path>
            </a:pathLst>
          </a:custGeom>
          <a:ln w="3175">
            <a:solidFill>
              <a:srgbClr val="000000"/>
            </a:solidFill>
          </a:ln>
        </p:spPr>
        <p:txBody>
          <a:bodyPr wrap="square" lIns="0" tIns="0" rIns="0" bIns="0" rtlCol="0"/>
          <a:lstStyle/>
          <a:p>
            <a:endParaRPr/>
          </a:p>
        </p:txBody>
      </p:sp>
      <p:sp>
        <p:nvSpPr>
          <p:cNvPr id="410" name="object 410"/>
          <p:cNvSpPr/>
          <p:nvPr/>
        </p:nvSpPr>
        <p:spPr>
          <a:xfrm>
            <a:off x="5924550"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11" name="object 411"/>
          <p:cNvSpPr/>
          <p:nvPr/>
        </p:nvSpPr>
        <p:spPr>
          <a:xfrm>
            <a:off x="6290309"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12" name="object 412"/>
          <p:cNvSpPr/>
          <p:nvPr/>
        </p:nvSpPr>
        <p:spPr>
          <a:xfrm>
            <a:off x="6656069"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13" name="object 413"/>
          <p:cNvSpPr/>
          <p:nvPr/>
        </p:nvSpPr>
        <p:spPr>
          <a:xfrm>
            <a:off x="7021830" y="4767579"/>
            <a:ext cx="182880" cy="0"/>
          </a:xfrm>
          <a:custGeom>
            <a:avLst/>
            <a:gdLst/>
            <a:ahLst/>
            <a:cxnLst/>
            <a:rect l="l" t="t" r="r" b="b"/>
            <a:pathLst>
              <a:path w="182879">
                <a:moveTo>
                  <a:pt x="0" y="0"/>
                </a:moveTo>
                <a:lnTo>
                  <a:pt x="182879" y="0"/>
                </a:lnTo>
              </a:path>
            </a:pathLst>
          </a:custGeom>
          <a:ln w="3175">
            <a:solidFill>
              <a:srgbClr val="000000"/>
            </a:solidFill>
          </a:ln>
        </p:spPr>
        <p:txBody>
          <a:bodyPr wrap="square" lIns="0" tIns="0" rIns="0" bIns="0" rtlCol="0"/>
          <a:lstStyle/>
          <a:p>
            <a:endParaRPr/>
          </a:p>
        </p:txBody>
      </p:sp>
      <p:sp>
        <p:nvSpPr>
          <p:cNvPr id="414" name="object 414"/>
          <p:cNvSpPr/>
          <p:nvPr/>
        </p:nvSpPr>
        <p:spPr>
          <a:xfrm>
            <a:off x="7387590" y="4767579"/>
            <a:ext cx="46990" cy="0"/>
          </a:xfrm>
          <a:custGeom>
            <a:avLst/>
            <a:gdLst/>
            <a:ahLst/>
            <a:cxnLst/>
            <a:rect l="l" t="t" r="r" b="b"/>
            <a:pathLst>
              <a:path w="46990">
                <a:moveTo>
                  <a:pt x="0" y="0"/>
                </a:moveTo>
                <a:lnTo>
                  <a:pt x="46989" y="0"/>
                </a:lnTo>
              </a:path>
            </a:pathLst>
          </a:custGeom>
          <a:ln w="3175">
            <a:solidFill>
              <a:srgbClr val="000000"/>
            </a:solidFill>
          </a:ln>
        </p:spPr>
        <p:txBody>
          <a:bodyPr wrap="square" lIns="0" tIns="0" rIns="0" bIns="0" rtlCol="0"/>
          <a:lstStyle/>
          <a:p>
            <a:endParaRPr/>
          </a:p>
        </p:txBody>
      </p:sp>
      <p:sp>
        <p:nvSpPr>
          <p:cNvPr id="415" name="object 415"/>
          <p:cNvSpPr/>
          <p:nvPr/>
        </p:nvSpPr>
        <p:spPr>
          <a:xfrm>
            <a:off x="7426959" y="4714240"/>
            <a:ext cx="161290" cy="107950"/>
          </a:xfrm>
          <a:custGeom>
            <a:avLst/>
            <a:gdLst/>
            <a:ahLst/>
            <a:cxnLst/>
            <a:rect l="l" t="t" r="r" b="b"/>
            <a:pathLst>
              <a:path w="161290" h="107950">
                <a:moveTo>
                  <a:pt x="0" y="0"/>
                </a:moveTo>
                <a:lnTo>
                  <a:pt x="0" y="107950"/>
                </a:lnTo>
                <a:lnTo>
                  <a:pt x="161290" y="53340"/>
                </a:lnTo>
                <a:lnTo>
                  <a:pt x="0" y="0"/>
                </a:lnTo>
                <a:close/>
              </a:path>
            </a:pathLst>
          </a:custGeom>
          <a:solidFill>
            <a:srgbClr val="000000"/>
          </a:solidFill>
        </p:spPr>
        <p:txBody>
          <a:bodyPr wrap="square" lIns="0" tIns="0" rIns="0" bIns="0" rtlCol="0"/>
          <a:lstStyle/>
          <a:p>
            <a:endParaRPr/>
          </a:p>
        </p:txBody>
      </p:sp>
      <p:sp>
        <p:nvSpPr>
          <p:cNvPr id="416" name="object 416"/>
          <p:cNvSpPr txBox="1"/>
          <p:nvPr/>
        </p:nvSpPr>
        <p:spPr>
          <a:xfrm>
            <a:off x="3089910" y="2887979"/>
            <a:ext cx="2343150" cy="1861820"/>
          </a:xfrm>
          <a:prstGeom prst="rect">
            <a:avLst/>
          </a:prstGeom>
        </p:spPr>
        <p:txBody>
          <a:bodyPr vert="horz" wrap="square" lIns="0" tIns="12700" rIns="0" bIns="0" rtlCol="0">
            <a:spAutoFit/>
          </a:bodyPr>
          <a:lstStyle/>
          <a:p>
            <a:pPr marL="1316355" marR="287655" algn="ctr">
              <a:lnSpc>
                <a:spcPct val="118200"/>
              </a:lnSpc>
              <a:spcBef>
                <a:spcPts val="100"/>
              </a:spcBef>
            </a:pPr>
            <a:r>
              <a:rPr sz="1600" i="1" spc="-5" dirty="0">
                <a:latin typeface="Liberation Sans"/>
                <a:cs typeface="Liberation Sans"/>
              </a:rPr>
              <a:t>m</a:t>
            </a:r>
            <a:r>
              <a:rPr sz="1600" i="1" spc="-10" dirty="0">
                <a:latin typeface="Liberation Sans"/>
                <a:cs typeface="Liberation Sans"/>
              </a:rPr>
              <a:t>e</a:t>
            </a:r>
            <a:r>
              <a:rPr sz="1600" i="1" spc="-15" dirty="0">
                <a:latin typeface="Liberation Sans"/>
                <a:cs typeface="Liberation Sans"/>
              </a:rPr>
              <a:t>m</a:t>
            </a:r>
            <a:r>
              <a:rPr sz="1600" i="1" spc="-5" dirty="0">
                <a:latin typeface="Liberation Sans"/>
                <a:cs typeface="Liberation Sans"/>
              </a:rPr>
              <a:t>or</a:t>
            </a:r>
            <a:r>
              <a:rPr sz="1600" i="1" dirty="0">
                <a:latin typeface="Liberation Sans"/>
                <a:cs typeface="Liberation Sans"/>
              </a:rPr>
              <a:t>y  </a:t>
            </a:r>
            <a:r>
              <a:rPr sz="1600" i="1" spc="-5" dirty="0">
                <a:latin typeface="Liberation Sans"/>
                <a:cs typeface="Liberation Sans"/>
              </a:rPr>
              <a:t>FS</a:t>
            </a:r>
            <a:endParaRPr sz="1600">
              <a:latin typeface="Liberation Sans"/>
              <a:cs typeface="Liberation Sans"/>
            </a:endParaRPr>
          </a:p>
          <a:p>
            <a:pPr>
              <a:lnSpc>
                <a:spcPct val="100000"/>
              </a:lnSpc>
              <a:spcBef>
                <a:spcPts val="5"/>
              </a:spcBef>
            </a:pPr>
            <a:endParaRPr sz="1700">
              <a:latin typeface="Times New Roman"/>
              <a:cs typeface="Times New Roman"/>
            </a:endParaRPr>
          </a:p>
          <a:p>
            <a:pPr marL="12700">
              <a:lnSpc>
                <a:spcPct val="100000"/>
              </a:lnSpc>
            </a:pPr>
            <a:r>
              <a:rPr sz="1800" spc="-5" dirty="0">
                <a:latin typeface="Liberation Sans"/>
                <a:cs typeface="Liberation Sans"/>
              </a:rPr>
              <a:t>dump</a:t>
            </a:r>
            <a:endParaRPr sz="1800">
              <a:latin typeface="Liberation Sans"/>
              <a:cs typeface="Liberation Sans"/>
            </a:endParaRPr>
          </a:p>
          <a:p>
            <a:pPr marL="1158875" marR="5080" algn="ctr">
              <a:lnSpc>
                <a:spcPct val="117700"/>
              </a:lnSpc>
              <a:spcBef>
                <a:spcPts val="1280"/>
              </a:spcBef>
            </a:pPr>
            <a:r>
              <a:rPr sz="1600" i="1" spc="-5" dirty="0">
                <a:latin typeface="Liberation Sans"/>
                <a:cs typeface="Liberation Sans"/>
              </a:rPr>
              <a:t>other</a:t>
            </a:r>
            <a:r>
              <a:rPr sz="1600" i="1" spc="-80" dirty="0">
                <a:latin typeface="Liberation Sans"/>
                <a:cs typeface="Liberation Sans"/>
              </a:rPr>
              <a:t> </a:t>
            </a:r>
            <a:r>
              <a:rPr sz="1600" i="1" spc="-10" dirty="0">
                <a:latin typeface="Liberation Sans"/>
                <a:cs typeface="Liberation Sans"/>
              </a:rPr>
              <a:t>images  </a:t>
            </a:r>
            <a:r>
              <a:rPr sz="1600" i="1" spc="-5" dirty="0">
                <a:latin typeface="Liberation Sans"/>
                <a:cs typeface="Liberation Sans"/>
              </a:rPr>
              <a:t>FS</a:t>
            </a:r>
            <a:r>
              <a:rPr sz="1600" i="1" spc="-25" dirty="0">
                <a:latin typeface="Liberation Sans"/>
                <a:cs typeface="Liberation Sans"/>
              </a:rPr>
              <a:t> </a:t>
            </a:r>
            <a:r>
              <a:rPr sz="1600" i="1" spc="-5" dirty="0">
                <a:latin typeface="Liberation Sans"/>
                <a:cs typeface="Liberation Sans"/>
              </a:rPr>
              <a:t>copy</a:t>
            </a:r>
            <a:endParaRPr sz="1600">
              <a:latin typeface="Liberation Sans"/>
              <a:cs typeface="Liberation Sans"/>
            </a:endParaRPr>
          </a:p>
        </p:txBody>
      </p:sp>
      <p:sp>
        <p:nvSpPr>
          <p:cNvPr id="417" name="object 417"/>
          <p:cNvSpPr/>
          <p:nvPr/>
        </p:nvSpPr>
        <p:spPr>
          <a:xfrm>
            <a:off x="2056129" y="5703570"/>
            <a:ext cx="5532120" cy="0"/>
          </a:xfrm>
          <a:custGeom>
            <a:avLst/>
            <a:gdLst/>
            <a:ahLst/>
            <a:cxnLst/>
            <a:rect l="l" t="t" r="r" b="b"/>
            <a:pathLst>
              <a:path w="5532120">
                <a:moveTo>
                  <a:pt x="5532120" y="0"/>
                </a:moveTo>
                <a:lnTo>
                  <a:pt x="0" y="0"/>
                </a:lnTo>
              </a:path>
            </a:pathLst>
          </a:custGeom>
          <a:ln w="3175">
            <a:solidFill>
              <a:srgbClr val="000000"/>
            </a:solidFill>
          </a:ln>
        </p:spPr>
        <p:txBody>
          <a:bodyPr wrap="square" lIns="0" tIns="0" rIns="0" bIns="0" rtlCol="0"/>
          <a:lstStyle/>
          <a:p>
            <a:endParaRPr/>
          </a:p>
        </p:txBody>
      </p:sp>
      <p:sp>
        <p:nvSpPr>
          <p:cNvPr id="418" name="object 418"/>
          <p:cNvSpPr/>
          <p:nvPr/>
        </p:nvSpPr>
        <p:spPr>
          <a:xfrm>
            <a:off x="1901189" y="5650229"/>
            <a:ext cx="161290" cy="107950"/>
          </a:xfrm>
          <a:custGeom>
            <a:avLst/>
            <a:gdLst/>
            <a:ahLst/>
            <a:cxnLst/>
            <a:rect l="l" t="t" r="r" b="b"/>
            <a:pathLst>
              <a:path w="161289" h="107950">
                <a:moveTo>
                  <a:pt x="161290" y="0"/>
                </a:moveTo>
                <a:lnTo>
                  <a:pt x="0" y="53340"/>
                </a:lnTo>
                <a:lnTo>
                  <a:pt x="161290" y="107950"/>
                </a:lnTo>
                <a:lnTo>
                  <a:pt x="161290" y="0"/>
                </a:lnTo>
                <a:close/>
              </a:path>
            </a:pathLst>
          </a:custGeom>
          <a:solidFill>
            <a:srgbClr val="000000"/>
          </a:solidFill>
        </p:spPr>
        <p:txBody>
          <a:bodyPr wrap="square" lIns="0" tIns="0" rIns="0" bIns="0" rtlCol="0"/>
          <a:lstStyle/>
          <a:p>
            <a:endParaRPr/>
          </a:p>
        </p:txBody>
      </p:sp>
      <p:sp>
        <p:nvSpPr>
          <p:cNvPr id="419" name="object 419"/>
          <p:cNvSpPr txBox="1"/>
          <p:nvPr/>
        </p:nvSpPr>
        <p:spPr>
          <a:xfrm>
            <a:off x="4550409" y="5445759"/>
            <a:ext cx="532765"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Liberation Sans"/>
                <a:cs typeface="Liberation Sans"/>
              </a:rPr>
              <a:t>d</a:t>
            </a:r>
            <a:r>
              <a:rPr sz="1800" spc="-5" dirty="0">
                <a:latin typeface="Liberation Sans"/>
                <a:cs typeface="Liberation Sans"/>
              </a:rPr>
              <a:t>one</a:t>
            </a:r>
            <a:endParaRPr sz="1800">
              <a:latin typeface="Liberation Sans"/>
              <a:cs typeface="Liberation Sans"/>
            </a:endParaRPr>
          </a:p>
        </p:txBody>
      </p:sp>
      <p:sp>
        <p:nvSpPr>
          <p:cNvPr id="420" name="object 420"/>
          <p:cNvSpPr/>
          <p:nvPr/>
        </p:nvSpPr>
        <p:spPr>
          <a:xfrm>
            <a:off x="47053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21" name="object 421"/>
          <p:cNvSpPr/>
          <p:nvPr/>
        </p:nvSpPr>
        <p:spPr>
          <a:xfrm>
            <a:off x="466979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22" name="object 422"/>
          <p:cNvSpPr/>
          <p:nvPr/>
        </p:nvSpPr>
        <p:spPr>
          <a:xfrm>
            <a:off x="463295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23" name="object 423"/>
          <p:cNvSpPr/>
          <p:nvPr/>
        </p:nvSpPr>
        <p:spPr>
          <a:xfrm>
            <a:off x="459612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24" name="object 424"/>
          <p:cNvSpPr/>
          <p:nvPr/>
        </p:nvSpPr>
        <p:spPr>
          <a:xfrm>
            <a:off x="45593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25" name="object 425"/>
          <p:cNvSpPr/>
          <p:nvPr/>
        </p:nvSpPr>
        <p:spPr>
          <a:xfrm>
            <a:off x="452247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26" name="object 426"/>
          <p:cNvSpPr/>
          <p:nvPr/>
        </p:nvSpPr>
        <p:spPr>
          <a:xfrm>
            <a:off x="448564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27" name="object 427"/>
          <p:cNvSpPr/>
          <p:nvPr/>
        </p:nvSpPr>
        <p:spPr>
          <a:xfrm>
            <a:off x="44488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28" name="object 428"/>
          <p:cNvSpPr/>
          <p:nvPr/>
        </p:nvSpPr>
        <p:spPr>
          <a:xfrm>
            <a:off x="441197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29" name="object 429"/>
          <p:cNvSpPr/>
          <p:nvPr/>
        </p:nvSpPr>
        <p:spPr>
          <a:xfrm>
            <a:off x="43751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30" name="object 430"/>
          <p:cNvSpPr/>
          <p:nvPr/>
        </p:nvSpPr>
        <p:spPr>
          <a:xfrm>
            <a:off x="433832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31" name="object 431"/>
          <p:cNvSpPr/>
          <p:nvPr/>
        </p:nvSpPr>
        <p:spPr>
          <a:xfrm>
            <a:off x="43014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32" name="object 432"/>
          <p:cNvSpPr/>
          <p:nvPr/>
        </p:nvSpPr>
        <p:spPr>
          <a:xfrm>
            <a:off x="42646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33" name="object 433"/>
          <p:cNvSpPr/>
          <p:nvPr/>
        </p:nvSpPr>
        <p:spPr>
          <a:xfrm>
            <a:off x="42291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34" name="object 434"/>
          <p:cNvSpPr/>
          <p:nvPr/>
        </p:nvSpPr>
        <p:spPr>
          <a:xfrm>
            <a:off x="419227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35" name="object 435"/>
          <p:cNvSpPr/>
          <p:nvPr/>
        </p:nvSpPr>
        <p:spPr>
          <a:xfrm>
            <a:off x="415544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36" name="object 436"/>
          <p:cNvSpPr/>
          <p:nvPr/>
        </p:nvSpPr>
        <p:spPr>
          <a:xfrm>
            <a:off x="411860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37" name="object 437"/>
          <p:cNvSpPr/>
          <p:nvPr/>
        </p:nvSpPr>
        <p:spPr>
          <a:xfrm>
            <a:off x="408177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38" name="object 438"/>
          <p:cNvSpPr/>
          <p:nvPr/>
        </p:nvSpPr>
        <p:spPr>
          <a:xfrm>
            <a:off x="40449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39" name="object 439"/>
          <p:cNvSpPr/>
          <p:nvPr/>
        </p:nvSpPr>
        <p:spPr>
          <a:xfrm>
            <a:off x="400812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40" name="object 440"/>
          <p:cNvSpPr/>
          <p:nvPr/>
        </p:nvSpPr>
        <p:spPr>
          <a:xfrm>
            <a:off x="39712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41" name="object 441"/>
          <p:cNvSpPr/>
          <p:nvPr/>
        </p:nvSpPr>
        <p:spPr>
          <a:xfrm>
            <a:off x="39344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42" name="object 442"/>
          <p:cNvSpPr/>
          <p:nvPr/>
        </p:nvSpPr>
        <p:spPr>
          <a:xfrm>
            <a:off x="389762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43" name="object 443"/>
          <p:cNvSpPr/>
          <p:nvPr/>
        </p:nvSpPr>
        <p:spPr>
          <a:xfrm>
            <a:off x="38608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44" name="object 444"/>
          <p:cNvSpPr/>
          <p:nvPr/>
        </p:nvSpPr>
        <p:spPr>
          <a:xfrm>
            <a:off x="382524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45" name="object 445"/>
          <p:cNvSpPr/>
          <p:nvPr/>
        </p:nvSpPr>
        <p:spPr>
          <a:xfrm>
            <a:off x="378840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46" name="object 446"/>
          <p:cNvSpPr/>
          <p:nvPr/>
        </p:nvSpPr>
        <p:spPr>
          <a:xfrm>
            <a:off x="375157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47" name="object 447"/>
          <p:cNvSpPr/>
          <p:nvPr/>
        </p:nvSpPr>
        <p:spPr>
          <a:xfrm>
            <a:off x="37147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48" name="object 448"/>
          <p:cNvSpPr/>
          <p:nvPr/>
        </p:nvSpPr>
        <p:spPr>
          <a:xfrm>
            <a:off x="367792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49" name="object 449"/>
          <p:cNvSpPr/>
          <p:nvPr/>
        </p:nvSpPr>
        <p:spPr>
          <a:xfrm>
            <a:off x="364109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50" name="object 450"/>
          <p:cNvSpPr/>
          <p:nvPr/>
        </p:nvSpPr>
        <p:spPr>
          <a:xfrm>
            <a:off x="36042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1" name="object 451"/>
          <p:cNvSpPr/>
          <p:nvPr/>
        </p:nvSpPr>
        <p:spPr>
          <a:xfrm>
            <a:off x="356742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2" name="object 452"/>
          <p:cNvSpPr/>
          <p:nvPr/>
        </p:nvSpPr>
        <p:spPr>
          <a:xfrm>
            <a:off x="35306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3" name="object 453"/>
          <p:cNvSpPr/>
          <p:nvPr/>
        </p:nvSpPr>
        <p:spPr>
          <a:xfrm>
            <a:off x="349377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4" name="object 454"/>
          <p:cNvSpPr/>
          <p:nvPr/>
        </p:nvSpPr>
        <p:spPr>
          <a:xfrm>
            <a:off x="34569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5" name="object 455"/>
          <p:cNvSpPr/>
          <p:nvPr/>
        </p:nvSpPr>
        <p:spPr>
          <a:xfrm>
            <a:off x="34201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56" name="object 456"/>
          <p:cNvSpPr/>
          <p:nvPr/>
        </p:nvSpPr>
        <p:spPr>
          <a:xfrm>
            <a:off x="33845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57" name="object 457"/>
          <p:cNvSpPr/>
          <p:nvPr/>
        </p:nvSpPr>
        <p:spPr>
          <a:xfrm>
            <a:off x="334772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58" name="object 458"/>
          <p:cNvSpPr/>
          <p:nvPr/>
        </p:nvSpPr>
        <p:spPr>
          <a:xfrm>
            <a:off x="331089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59" name="object 459"/>
          <p:cNvSpPr/>
          <p:nvPr/>
        </p:nvSpPr>
        <p:spPr>
          <a:xfrm>
            <a:off x="327405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460" name="object 460"/>
          <p:cNvSpPr/>
          <p:nvPr/>
        </p:nvSpPr>
        <p:spPr>
          <a:xfrm>
            <a:off x="323722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461" name="object 461"/>
          <p:cNvSpPr/>
          <p:nvPr/>
        </p:nvSpPr>
        <p:spPr>
          <a:xfrm>
            <a:off x="320040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62" name="object 462"/>
          <p:cNvSpPr/>
          <p:nvPr/>
        </p:nvSpPr>
        <p:spPr>
          <a:xfrm>
            <a:off x="316357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63" name="object 463"/>
          <p:cNvSpPr/>
          <p:nvPr/>
        </p:nvSpPr>
        <p:spPr>
          <a:xfrm>
            <a:off x="312673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64" name="object 464"/>
          <p:cNvSpPr/>
          <p:nvPr/>
        </p:nvSpPr>
        <p:spPr>
          <a:xfrm>
            <a:off x="308991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65" name="object 465"/>
          <p:cNvSpPr/>
          <p:nvPr/>
        </p:nvSpPr>
        <p:spPr>
          <a:xfrm>
            <a:off x="305307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66" name="object 466"/>
          <p:cNvSpPr/>
          <p:nvPr/>
        </p:nvSpPr>
        <p:spPr>
          <a:xfrm>
            <a:off x="30162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67" name="object 467"/>
          <p:cNvSpPr/>
          <p:nvPr/>
        </p:nvSpPr>
        <p:spPr>
          <a:xfrm>
            <a:off x="298068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68" name="object 468"/>
          <p:cNvSpPr/>
          <p:nvPr/>
        </p:nvSpPr>
        <p:spPr>
          <a:xfrm>
            <a:off x="294386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469" name="object 469"/>
          <p:cNvSpPr/>
          <p:nvPr/>
        </p:nvSpPr>
        <p:spPr>
          <a:xfrm>
            <a:off x="290702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70" name="object 470"/>
          <p:cNvSpPr/>
          <p:nvPr/>
        </p:nvSpPr>
        <p:spPr>
          <a:xfrm>
            <a:off x="287020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71" name="object 471"/>
          <p:cNvSpPr/>
          <p:nvPr/>
        </p:nvSpPr>
        <p:spPr>
          <a:xfrm>
            <a:off x="283337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72" name="object 472"/>
          <p:cNvSpPr/>
          <p:nvPr/>
        </p:nvSpPr>
        <p:spPr>
          <a:xfrm>
            <a:off x="279653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73" name="object 473"/>
          <p:cNvSpPr/>
          <p:nvPr/>
        </p:nvSpPr>
        <p:spPr>
          <a:xfrm>
            <a:off x="275971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474" name="object 474"/>
          <p:cNvSpPr/>
          <p:nvPr/>
        </p:nvSpPr>
        <p:spPr>
          <a:xfrm>
            <a:off x="272287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75" name="object 475"/>
          <p:cNvSpPr/>
          <p:nvPr/>
        </p:nvSpPr>
        <p:spPr>
          <a:xfrm>
            <a:off x="26860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76" name="object 476"/>
          <p:cNvSpPr/>
          <p:nvPr/>
        </p:nvSpPr>
        <p:spPr>
          <a:xfrm>
            <a:off x="264922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77" name="object 477"/>
          <p:cNvSpPr/>
          <p:nvPr/>
        </p:nvSpPr>
        <p:spPr>
          <a:xfrm>
            <a:off x="261238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78" name="object 478"/>
          <p:cNvSpPr/>
          <p:nvPr/>
        </p:nvSpPr>
        <p:spPr>
          <a:xfrm>
            <a:off x="257556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79" name="object 479"/>
          <p:cNvSpPr/>
          <p:nvPr/>
        </p:nvSpPr>
        <p:spPr>
          <a:xfrm>
            <a:off x="254000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80" name="object 480"/>
          <p:cNvSpPr/>
          <p:nvPr/>
        </p:nvSpPr>
        <p:spPr>
          <a:xfrm>
            <a:off x="250317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81" name="object 481"/>
          <p:cNvSpPr/>
          <p:nvPr/>
        </p:nvSpPr>
        <p:spPr>
          <a:xfrm>
            <a:off x="246633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82" name="object 482"/>
          <p:cNvSpPr/>
          <p:nvPr/>
        </p:nvSpPr>
        <p:spPr>
          <a:xfrm>
            <a:off x="242951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483" name="object 483"/>
          <p:cNvSpPr/>
          <p:nvPr/>
        </p:nvSpPr>
        <p:spPr>
          <a:xfrm>
            <a:off x="239267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84" name="object 484"/>
          <p:cNvSpPr/>
          <p:nvPr/>
        </p:nvSpPr>
        <p:spPr>
          <a:xfrm>
            <a:off x="235585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85" name="object 485"/>
          <p:cNvSpPr/>
          <p:nvPr/>
        </p:nvSpPr>
        <p:spPr>
          <a:xfrm>
            <a:off x="231902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86" name="object 486"/>
          <p:cNvSpPr/>
          <p:nvPr/>
        </p:nvSpPr>
        <p:spPr>
          <a:xfrm>
            <a:off x="228218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87" name="object 487"/>
          <p:cNvSpPr/>
          <p:nvPr/>
        </p:nvSpPr>
        <p:spPr>
          <a:xfrm>
            <a:off x="224536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88" name="object 488"/>
          <p:cNvSpPr/>
          <p:nvPr/>
        </p:nvSpPr>
        <p:spPr>
          <a:xfrm>
            <a:off x="220852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89" name="object 489"/>
          <p:cNvSpPr/>
          <p:nvPr/>
        </p:nvSpPr>
        <p:spPr>
          <a:xfrm>
            <a:off x="21717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90" name="object 490"/>
          <p:cNvSpPr/>
          <p:nvPr/>
        </p:nvSpPr>
        <p:spPr>
          <a:xfrm>
            <a:off x="213613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91" name="object 491"/>
          <p:cNvSpPr/>
          <p:nvPr/>
        </p:nvSpPr>
        <p:spPr>
          <a:xfrm>
            <a:off x="209931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492" name="object 492"/>
          <p:cNvSpPr/>
          <p:nvPr/>
        </p:nvSpPr>
        <p:spPr>
          <a:xfrm>
            <a:off x="206247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93" name="object 493"/>
          <p:cNvSpPr/>
          <p:nvPr/>
        </p:nvSpPr>
        <p:spPr>
          <a:xfrm>
            <a:off x="202437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94" name="object 494"/>
          <p:cNvSpPr/>
          <p:nvPr/>
        </p:nvSpPr>
        <p:spPr>
          <a:xfrm>
            <a:off x="198882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95" name="object 495"/>
          <p:cNvSpPr/>
          <p:nvPr/>
        </p:nvSpPr>
        <p:spPr>
          <a:xfrm>
            <a:off x="195198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496" name="object 496"/>
          <p:cNvSpPr/>
          <p:nvPr/>
        </p:nvSpPr>
        <p:spPr>
          <a:xfrm>
            <a:off x="191516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497" name="object 497"/>
          <p:cNvSpPr/>
          <p:nvPr/>
        </p:nvSpPr>
        <p:spPr>
          <a:xfrm>
            <a:off x="187832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98" name="object 498"/>
          <p:cNvSpPr/>
          <p:nvPr/>
        </p:nvSpPr>
        <p:spPr>
          <a:xfrm>
            <a:off x="18415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499" name="object 499"/>
          <p:cNvSpPr/>
          <p:nvPr/>
        </p:nvSpPr>
        <p:spPr>
          <a:xfrm>
            <a:off x="180467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00" name="object 500"/>
          <p:cNvSpPr/>
          <p:nvPr/>
        </p:nvSpPr>
        <p:spPr>
          <a:xfrm>
            <a:off x="176783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01" name="object 501"/>
          <p:cNvSpPr/>
          <p:nvPr/>
        </p:nvSpPr>
        <p:spPr>
          <a:xfrm>
            <a:off x="173101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02" name="object 502"/>
          <p:cNvSpPr/>
          <p:nvPr/>
        </p:nvSpPr>
        <p:spPr>
          <a:xfrm>
            <a:off x="169545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03" name="object 503"/>
          <p:cNvSpPr/>
          <p:nvPr/>
        </p:nvSpPr>
        <p:spPr>
          <a:xfrm>
            <a:off x="165862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04" name="object 504"/>
          <p:cNvSpPr/>
          <p:nvPr/>
        </p:nvSpPr>
        <p:spPr>
          <a:xfrm>
            <a:off x="1621789"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505" name="object 505"/>
          <p:cNvSpPr/>
          <p:nvPr/>
        </p:nvSpPr>
        <p:spPr>
          <a:xfrm>
            <a:off x="158496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06" name="object 506"/>
          <p:cNvSpPr/>
          <p:nvPr/>
        </p:nvSpPr>
        <p:spPr>
          <a:xfrm>
            <a:off x="154813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507" name="object 507"/>
          <p:cNvSpPr/>
          <p:nvPr/>
        </p:nvSpPr>
        <p:spPr>
          <a:xfrm>
            <a:off x="151130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08" name="object 508"/>
          <p:cNvSpPr/>
          <p:nvPr/>
        </p:nvSpPr>
        <p:spPr>
          <a:xfrm>
            <a:off x="147446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09" name="object 509"/>
          <p:cNvSpPr/>
          <p:nvPr/>
        </p:nvSpPr>
        <p:spPr>
          <a:xfrm>
            <a:off x="143763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10" name="object 510"/>
          <p:cNvSpPr/>
          <p:nvPr/>
        </p:nvSpPr>
        <p:spPr>
          <a:xfrm>
            <a:off x="140081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11" name="object 511"/>
          <p:cNvSpPr/>
          <p:nvPr/>
        </p:nvSpPr>
        <p:spPr>
          <a:xfrm>
            <a:off x="136398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12" name="object 512"/>
          <p:cNvSpPr/>
          <p:nvPr/>
        </p:nvSpPr>
        <p:spPr>
          <a:xfrm>
            <a:off x="13271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13" name="object 513"/>
          <p:cNvSpPr/>
          <p:nvPr/>
        </p:nvSpPr>
        <p:spPr>
          <a:xfrm>
            <a:off x="1291589"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514" name="object 514"/>
          <p:cNvSpPr/>
          <p:nvPr/>
        </p:nvSpPr>
        <p:spPr>
          <a:xfrm>
            <a:off x="125476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15" name="object 515"/>
          <p:cNvSpPr/>
          <p:nvPr/>
        </p:nvSpPr>
        <p:spPr>
          <a:xfrm>
            <a:off x="1217930"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516" name="object 516"/>
          <p:cNvSpPr/>
          <p:nvPr/>
        </p:nvSpPr>
        <p:spPr>
          <a:xfrm>
            <a:off x="118110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17" name="object 517"/>
          <p:cNvSpPr/>
          <p:nvPr/>
        </p:nvSpPr>
        <p:spPr>
          <a:xfrm>
            <a:off x="114426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18" name="object 518"/>
          <p:cNvSpPr/>
          <p:nvPr/>
        </p:nvSpPr>
        <p:spPr>
          <a:xfrm>
            <a:off x="1107439" y="356235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519" name="object 519"/>
          <p:cNvSpPr/>
          <p:nvPr/>
        </p:nvSpPr>
        <p:spPr>
          <a:xfrm>
            <a:off x="107061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20" name="object 520"/>
          <p:cNvSpPr/>
          <p:nvPr/>
        </p:nvSpPr>
        <p:spPr>
          <a:xfrm>
            <a:off x="103378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21" name="object 521"/>
          <p:cNvSpPr/>
          <p:nvPr/>
        </p:nvSpPr>
        <p:spPr>
          <a:xfrm>
            <a:off x="9969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22" name="object 522"/>
          <p:cNvSpPr/>
          <p:nvPr/>
        </p:nvSpPr>
        <p:spPr>
          <a:xfrm>
            <a:off x="96011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23" name="object 523"/>
          <p:cNvSpPr/>
          <p:nvPr/>
        </p:nvSpPr>
        <p:spPr>
          <a:xfrm>
            <a:off x="92328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24" name="object 524"/>
          <p:cNvSpPr/>
          <p:nvPr/>
        </p:nvSpPr>
        <p:spPr>
          <a:xfrm>
            <a:off x="88646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525" name="object 525"/>
          <p:cNvSpPr/>
          <p:nvPr/>
        </p:nvSpPr>
        <p:spPr>
          <a:xfrm>
            <a:off x="850900"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26" name="object 526"/>
          <p:cNvSpPr/>
          <p:nvPr/>
        </p:nvSpPr>
        <p:spPr>
          <a:xfrm>
            <a:off x="814069" y="356235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527" name="object 527"/>
          <p:cNvSpPr/>
          <p:nvPr/>
        </p:nvSpPr>
        <p:spPr>
          <a:xfrm>
            <a:off x="77724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28" name="object 528"/>
          <p:cNvSpPr/>
          <p:nvPr/>
        </p:nvSpPr>
        <p:spPr>
          <a:xfrm>
            <a:off x="74040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529" name="object 529"/>
          <p:cNvSpPr/>
          <p:nvPr/>
        </p:nvSpPr>
        <p:spPr>
          <a:xfrm>
            <a:off x="70358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30" name="object 530"/>
          <p:cNvSpPr/>
          <p:nvPr/>
        </p:nvSpPr>
        <p:spPr>
          <a:xfrm>
            <a:off x="6667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531" name="object 531"/>
          <p:cNvSpPr/>
          <p:nvPr/>
        </p:nvSpPr>
        <p:spPr>
          <a:xfrm>
            <a:off x="631190" y="3562350"/>
            <a:ext cx="17780" cy="0"/>
          </a:xfrm>
          <a:custGeom>
            <a:avLst/>
            <a:gdLst/>
            <a:ahLst/>
            <a:cxnLst/>
            <a:rect l="l" t="t" r="r" b="b"/>
            <a:pathLst>
              <a:path w="17779">
                <a:moveTo>
                  <a:pt x="17779" y="0"/>
                </a:moveTo>
                <a:lnTo>
                  <a:pt x="0" y="0"/>
                </a:lnTo>
                <a:lnTo>
                  <a:pt x="0" y="0"/>
                </a:lnTo>
              </a:path>
            </a:pathLst>
          </a:custGeom>
          <a:ln w="18329">
            <a:solidFill>
              <a:srgbClr val="00007F"/>
            </a:solidFill>
          </a:ln>
        </p:spPr>
        <p:txBody>
          <a:bodyPr wrap="square" lIns="0" tIns="0" rIns="0" bIns="0" rtlCol="0"/>
          <a:lstStyle/>
          <a:p>
            <a:endParaRPr/>
          </a:p>
        </p:txBody>
      </p:sp>
      <p:sp>
        <p:nvSpPr>
          <p:cNvPr id="532" name="object 532"/>
          <p:cNvSpPr/>
          <p:nvPr/>
        </p:nvSpPr>
        <p:spPr>
          <a:xfrm>
            <a:off x="631190" y="352552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533" name="object 533"/>
          <p:cNvSpPr/>
          <p:nvPr/>
        </p:nvSpPr>
        <p:spPr>
          <a:xfrm>
            <a:off x="631190" y="348869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534" name="object 534"/>
          <p:cNvSpPr/>
          <p:nvPr/>
        </p:nvSpPr>
        <p:spPr>
          <a:xfrm>
            <a:off x="631190" y="345185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535" name="object 535"/>
          <p:cNvSpPr/>
          <p:nvPr/>
        </p:nvSpPr>
        <p:spPr>
          <a:xfrm>
            <a:off x="631190" y="341502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536" name="object 536"/>
          <p:cNvSpPr/>
          <p:nvPr/>
        </p:nvSpPr>
        <p:spPr>
          <a:xfrm>
            <a:off x="631190" y="337820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537" name="object 537"/>
          <p:cNvSpPr/>
          <p:nvPr/>
        </p:nvSpPr>
        <p:spPr>
          <a:xfrm>
            <a:off x="631190" y="334137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38" name="object 538"/>
          <p:cNvSpPr/>
          <p:nvPr/>
        </p:nvSpPr>
        <p:spPr>
          <a:xfrm>
            <a:off x="631190" y="330454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39" name="object 539"/>
          <p:cNvSpPr/>
          <p:nvPr/>
        </p:nvSpPr>
        <p:spPr>
          <a:xfrm>
            <a:off x="631190" y="326770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40" name="object 540"/>
          <p:cNvSpPr/>
          <p:nvPr/>
        </p:nvSpPr>
        <p:spPr>
          <a:xfrm>
            <a:off x="631190" y="32308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41" name="object 541"/>
          <p:cNvSpPr/>
          <p:nvPr/>
        </p:nvSpPr>
        <p:spPr>
          <a:xfrm>
            <a:off x="631190" y="31940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42" name="object 542"/>
          <p:cNvSpPr/>
          <p:nvPr/>
        </p:nvSpPr>
        <p:spPr>
          <a:xfrm>
            <a:off x="631190" y="3158489"/>
            <a:ext cx="0" cy="17780"/>
          </a:xfrm>
          <a:custGeom>
            <a:avLst/>
            <a:gdLst/>
            <a:ahLst/>
            <a:cxnLst/>
            <a:rect l="l" t="t" r="r" b="b"/>
            <a:pathLst>
              <a:path h="17780">
                <a:moveTo>
                  <a:pt x="-9164" y="8889"/>
                </a:moveTo>
                <a:lnTo>
                  <a:pt x="9164" y="8889"/>
                </a:lnTo>
              </a:path>
            </a:pathLst>
          </a:custGeom>
          <a:ln w="17780">
            <a:solidFill>
              <a:srgbClr val="00007F"/>
            </a:solidFill>
          </a:ln>
        </p:spPr>
        <p:txBody>
          <a:bodyPr wrap="square" lIns="0" tIns="0" rIns="0" bIns="0" rtlCol="0"/>
          <a:lstStyle/>
          <a:p>
            <a:endParaRPr/>
          </a:p>
        </p:txBody>
      </p:sp>
      <p:sp>
        <p:nvSpPr>
          <p:cNvPr id="543" name="object 543"/>
          <p:cNvSpPr/>
          <p:nvPr/>
        </p:nvSpPr>
        <p:spPr>
          <a:xfrm>
            <a:off x="631190" y="312166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544" name="object 544"/>
          <p:cNvSpPr/>
          <p:nvPr/>
        </p:nvSpPr>
        <p:spPr>
          <a:xfrm>
            <a:off x="631190" y="3084829"/>
            <a:ext cx="0" cy="17780"/>
          </a:xfrm>
          <a:custGeom>
            <a:avLst/>
            <a:gdLst/>
            <a:ahLst/>
            <a:cxnLst/>
            <a:rect l="l" t="t" r="r" b="b"/>
            <a:pathLst>
              <a:path h="17780">
                <a:moveTo>
                  <a:pt x="-9164" y="8890"/>
                </a:moveTo>
                <a:lnTo>
                  <a:pt x="9164" y="8890"/>
                </a:lnTo>
              </a:path>
            </a:pathLst>
          </a:custGeom>
          <a:ln w="17780">
            <a:solidFill>
              <a:srgbClr val="00007F"/>
            </a:solidFill>
          </a:ln>
        </p:spPr>
        <p:txBody>
          <a:bodyPr wrap="square" lIns="0" tIns="0" rIns="0" bIns="0" rtlCol="0"/>
          <a:lstStyle/>
          <a:p>
            <a:endParaRPr/>
          </a:p>
        </p:txBody>
      </p:sp>
      <p:sp>
        <p:nvSpPr>
          <p:cNvPr id="545" name="object 545"/>
          <p:cNvSpPr/>
          <p:nvPr/>
        </p:nvSpPr>
        <p:spPr>
          <a:xfrm>
            <a:off x="631190" y="304800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546" name="object 546"/>
          <p:cNvSpPr/>
          <p:nvPr/>
        </p:nvSpPr>
        <p:spPr>
          <a:xfrm>
            <a:off x="631190" y="301117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547" name="object 547"/>
          <p:cNvSpPr/>
          <p:nvPr/>
        </p:nvSpPr>
        <p:spPr>
          <a:xfrm>
            <a:off x="631190" y="2974339"/>
            <a:ext cx="0" cy="17780"/>
          </a:xfrm>
          <a:custGeom>
            <a:avLst/>
            <a:gdLst/>
            <a:ahLst/>
            <a:cxnLst/>
            <a:rect l="l" t="t" r="r" b="b"/>
            <a:pathLst>
              <a:path h="17780">
                <a:moveTo>
                  <a:pt x="-9164" y="8889"/>
                </a:moveTo>
                <a:lnTo>
                  <a:pt x="9164" y="8889"/>
                </a:lnTo>
              </a:path>
            </a:pathLst>
          </a:custGeom>
          <a:ln w="17780">
            <a:solidFill>
              <a:srgbClr val="00007F"/>
            </a:solidFill>
          </a:ln>
        </p:spPr>
        <p:txBody>
          <a:bodyPr wrap="square" lIns="0" tIns="0" rIns="0" bIns="0" rtlCol="0"/>
          <a:lstStyle/>
          <a:p>
            <a:endParaRPr/>
          </a:p>
        </p:txBody>
      </p:sp>
      <p:sp>
        <p:nvSpPr>
          <p:cNvPr id="548" name="object 548"/>
          <p:cNvSpPr/>
          <p:nvPr/>
        </p:nvSpPr>
        <p:spPr>
          <a:xfrm>
            <a:off x="631190" y="293751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49" name="object 549"/>
          <p:cNvSpPr/>
          <p:nvPr/>
        </p:nvSpPr>
        <p:spPr>
          <a:xfrm>
            <a:off x="631190" y="29006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50" name="object 550"/>
          <p:cNvSpPr/>
          <p:nvPr/>
        </p:nvSpPr>
        <p:spPr>
          <a:xfrm>
            <a:off x="631190" y="28638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51" name="object 551"/>
          <p:cNvSpPr/>
          <p:nvPr/>
        </p:nvSpPr>
        <p:spPr>
          <a:xfrm>
            <a:off x="631190" y="282702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52" name="object 552"/>
          <p:cNvSpPr/>
          <p:nvPr/>
        </p:nvSpPr>
        <p:spPr>
          <a:xfrm>
            <a:off x="631190" y="279018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553" name="object 553"/>
          <p:cNvSpPr/>
          <p:nvPr/>
        </p:nvSpPr>
        <p:spPr>
          <a:xfrm>
            <a:off x="631190" y="2754629"/>
            <a:ext cx="0" cy="17780"/>
          </a:xfrm>
          <a:custGeom>
            <a:avLst/>
            <a:gdLst/>
            <a:ahLst/>
            <a:cxnLst/>
            <a:rect l="l" t="t" r="r" b="b"/>
            <a:pathLst>
              <a:path h="17780">
                <a:moveTo>
                  <a:pt x="-9164" y="8890"/>
                </a:moveTo>
                <a:lnTo>
                  <a:pt x="9164" y="8890"/>
                </a:lnTo>
              </a:path>
            </a:pathLst>
          </a:custGeom>
          <a:ln w="17780">
            <a:solidFill>
              <a:srgbClr val="00007F"/>
            </a:solidFill>
          </a:ln>
        </p:spPr>
        <p:txBody>
          <a:bodyPr wrap="square" lIns="0" tIns="0" rIns="0" bIns="0" rtlCol="0"/>
          <a:lstStyle/>
          <a:p>
            <a:endParaRPr/>
          </a:p>
        </p:txBody>
      </p:sp>
      <p:sp>
        <p:nvSpPr>
          <p:cNvPr id="554" name="object 554"/>
          <p:cNvSpPr/>
          <p:nvPr/>
        </p:nvSpPr>
        <p:spPr>
          <a:xfrm>
            <a:off x="631190" y="271780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555" name="object 555"/>
          <p:cNvSpPr/>
          <p:nvPr/>
        </p:nvSpPr>
        <p:spPr>
          <a:xfrm>
            <a:off x="631190" y="268097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556" name="object 556"/>
          <p:cNvSpPr/>
          <p:nvPr/>
        </p:nvSpPr>
        <p:spPr>
          <a:xfrm>
            <a:off x="631190" y="2645410"/>
            <a:ext cx="1270" cy="16510"/>
          </a:xfrm>
          <a:custGeom>
            <a:avLst/>
            <a:gdLst/>
            <a:ahLst/>
            <a:cxnLst/>
            <a:rect l="l" t="t" r="r" b="b"/>
            <a:pathLst>
              <a:path w="1270" h="16510">
                <a:moveTo>
                  <a:pt x="0" y="16510"/>
                </a:moveTo>
                <a:lnTo>
                  <a:pt x="0" y="0"/>
                </a:lnTo>
                <a:lnTo>
                  <a:pt x="1269" y="0"/>
                </a:lnTo>
              </a:path>
            </a:pathLst>
          </a:custGeom>
          <a:ln w="18329">
            <a:solidFill>
              <a:srgbClr val="00007F"/>
            </a:solidFill>
          </a:ln>
        </p:spPr>
        <p:txBody>
          <a:bodyPr wrap="square" lIns="0" tIns="0" rIns="0" bIns="0" rtlCol="0"/>
          <a:lstStyle/>
          <a:p>
            <a:endParaRPr/>
          </a:p>
        </p:txBody>
      </p:sp>
      <p:sp>
        <p:nvSpPr>
          <p:cNvPr id="557" name="object 557"/>
          <p:cNvSpPr/>
          <p:nvPr/>
        </p:nvSpPr>
        <p:spPr>
          <a:xfrm>
            <a:off x="6502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58" name="object 558"/>
          <p:cNvSpPr/>
          <p:nvPr/>
        </p:nvSpPr>
        <p:spPr>
          <a:xfrm>
            <a:off x="68706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59" name="object 559"/>
          <p:cNvSpPr/>
          <p:nvPr/>
        </p:nvSpPr>
        <p:spPr>
          <a:xfrm>
            <a:off x="7239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60" name="object 560"/>
          <p:cNvSpPr/>
          <p:nvPr/>
        </p:nvSpPr>
        <p:spPr>
          <a:xfrm>
            <a:off x="76073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561" name="object 561"/>
          <p:cNvSpPr/>
          <p:nvPr/>
        </p:nvSpPr>
        <p:spPr>
          <a:xfrm>
            <a:off x="79755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62" name="object 562"/>
          <p:cNvSpPr/>
          <p:nvPr/>
        </p:nvSpPr>
        <p:spPr>
          <a:xfrm>
            <a:off x="834389"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63" name="object 563"/>
          <p:cNvSpPr/>
          <p:nvPr/>
        </p:nvSpPr>
        <p:spPr>
          <a:xfrm>
            <a:off x="87121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64" name="object 564"/>
          <p:cNvSpPr/>
          <p:nvPr/>
        </p:nvSpPr>
        <p:spPr>
          <a:xfrm>
            <a:off x="90805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65" name="object 565"/>
          <p:cNvSpPr/>
          <p:nvPr/>
        </p:nvSpPr>
        <p:spPr>
          <a:xfrm>
            <a:off x="94488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66" name="object 566"/>
          <p:cNvSpPr/>
          <p:nvPr/>
        </p:nvSpPr>
        <p:spPr>
          <a:xfrm>
            <a:off x="98043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67" name="object 567"/>
          <p:cNvSpPr/>
          <p:nvPr/>
        </p:nvSpPr>
        <p:spPr>
          <a:xfrm>
            <a:off x="101726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68" name="object 568"/>
          <p:cNvSpPr/>
          <p:nvPr/>
        </p:nvSpPr>
        <p:spPr>
          <a:xfrm>
            <a:off x="10541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69" name="object 569"/>
          <p:cNvSpPr/>
          <p:nvPr/>
        </p:nvSpPr>
        <p:spPr>
          <a:xfrm>
            <a:off x="109093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70" name="object 570"/>
          <p:cNvSpPr/>
          <p:nvPr/>
        </p:nvSpPr>
        <p:spPr>
          <a:xfrm>
            <a:off x="112776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71" name="object 571"/>
          <p:cNvSpPr/>
          <p:nvPr/>
        </p:nvSpPr>
        <p:spPr>
          <a:xfrm>
            <a:off x="1164589"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72" name="object 572"/>
          <p:cNvSpPr/>
          <p:nvPr/>
        </p:nvSpPr>
        <p:spPr>
          <a:xfrm>
            <a:off x="120141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73" name="object 573"/>
          <p:cNvSpPr/>
          <p:nvPr/>
        </p:nvSpPr>
        <p:spPr>
          <a:xfrm>
            <a:off x="123825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74" name="object 574"/>
          <p:cNvSpPr/>
          <p:nvPr/>
        </p:nvSpPr>
        <p:spPr>
          <a:xfrm>
            <a:off x="127508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75" name="object 575"/>
          <p:cNvSpPr/>
          <p:nvPr/>
        </p:nvSpPr>
        <p:spPr>
          <a:xfrm>
            <a:off x="131191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76" name="object 576"/>
          <p:cNvSpPr/>
          <p:nvPr/>
        </p:nvSpPr>
        <p:spPr>
          <a:xfrm>
            <a:off x="1348739"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77" name="object 577"/>
          <p:cNvSpPr/>
          <p:nvPr/>
        </p:nvSpPr>
        <p:spPr>
          <a:xfrm>
            <a:off x="13843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78" name="object 578"/>
          <p:cNvSpPr/>
          <p:nvPr/>
        </p:nvSpPr>
        <p:spPr>
          <a:xfrm>
            <a:off x="142113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79" name="object 579"/>
          <p:cNvSpPr/>
          <p:nvPr/>
        </p:nvSpPr>
        <p:spPr>
          <a:xfrm>
            <a:off x="145796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80" name="object 580"/>
          <p:cNvSpPr/>
          <p:nvPr/>
        </p:nvSpPr>
        <p:spPr>
          <a:xfrm>
            <a:off x="149478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81" name="object 581"/>
          <p:cNvSpPr/>
          <p:nvPr/>
        </p:nvSpPr>
        <p:spPr>
          <a:xfrm>
            <a:off x="153161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82" name="object 582"/>
          <p:cNvSpPr/>
          <p:nvPr/>
        </p:nvSpPr>
        <p:spPr>
          <a:xfrm>
            <a:off x="15684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83" name="object 583"/>
          <p:cNvSpPr/>
          <p:nvPr/>
        </p:nvSpPr>
        <p:spPr>
          <a:xfrm>
            <a:off x="160528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84" name="object 584"/>
          <p:cNvSpPr/>
          <p:nvPr/>
        </p:nvSpPr>
        <p:spPr>
          <a:xfrm>
            <a:off x="164211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85" name="object 585"/>
          <p:cNvSpPr/>
          <p:nvPr/>
        </p:nvSpPr>
        <p:spPr>
          <a:xfrm>
            <a:off x="167893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86" name="object 586"/>
          <p:cNvSpPr/>
          <p:nvPr/>
        </p:nvSpPr>
        <p:spPr>
          <a:xfrm>
            <a:off x="171577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87" name="object 587"/>
          <p:cNvSpPr/>
          <p:nvPr/>
        </p:nvSpPr>
        <p:spPr>
          <a:xfrm>
            <a:off x="175260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88" name="object 588"/>
          <p:cNvSpPr/>
          <p:nvPr/>
        </p:nvSpPr>
        <p:spPr>
          <a:xfrm>
            <a:off x="178942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89" name="object 589"/>
          <p:cNvSpPr/>
          <p:nvPr/>
        </p:nvSpPr>
        <p:spPr>
          <a:xfrm>
            <a:off x="182498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90" name="object 590"/>
          <p:cNvSpPr/>
          <p:nvPr/>
        </p:nvSpPr>
        <p:spPr>
          <a:xfrm>
            <a:off x="186182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91" name="object 591"/>
          <p:cNvSpPr/>
          <p:nvPr/>
        </p:nvSpPr>
        <p:spPr>
          <a:xfrm>
            <a:off x="18986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92" name="object 592"/>
          <p:cNvSpPr/>
          <p:nvPr/>
        </p:nvSpPr>
        <p:spPr>
          <a:xfrm>
            <a:off x="193547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93" name="object 593"/>
          <p:cNvSpPr/>
          <p:nvPr/>
        </p:nvSpPr>
        <p:spPr>
          <a:xfrm>
            <a:off x="197231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594" name="object 594"/>
          <p:cNvSpPr/>
          <p:nvPr/>
        </p:nvSpPr>
        <p:spPr>
          <a:xfrm>
            <a:off x="200913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95" name="object 595"/>
          <p:cNvSpPr/>
          <p:nvPr/>
        </p:nvSpPr>
        <p:spPr>
          <a:xfrm>
            <a:off x="204597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96" name="object 596"/>
          <p:cNvSpPr/>
          <p:nvPr/>
        </p:nvSpPr>
        <p:spPr>
          <a:xfrm>
            <a:off x="208280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97" name="object 597"/>
          <p:cNvSpPr/>
          <p:nvPr/>
        </p:nvSpPr>
        <p:spPr>
          <a:xfrm>
            <a:off x="211962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598" name="object 598"/>
          <p:cNvSpPr/>
          <p:nvPr/>
        </p:nvSpPr>
        <p:spPr>
          <a:xfrm>
            <a:off x="215646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599" name="object 599"/>
          <p:cNvSpPr/>
          <p:nvPr/>
        </p:nvSpPr>
        <p:spPr>
          <a:xfrm>
            <a:off x="219328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00" name="object 600"/>
          <p:cNvSpPr/>
          <p:nvPr/>
        </p:nvSpPr>
        <p:spPr>
          <a:xfrm>
            <a:off x="22288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01" name="object 601"/>
          <p:cNvSpPr/>
          <p:nvPr/>
        </p:nvSpPr>
        <p:spPr>
          <a:xfrm>
            <a:off x="226567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02" name="object 602"/>
          <p:cNvSpPr/>
          <p:nvPr/>
        </p:nvSpPr>
        <p:spPr>
          <a:xfrm>
            <a:off x="230251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03" name="object 603"/>
          <p:cNvSpPr/>
          <p:nvPr/>
        </p:nvSpPr>
        <p:spPr>
          <a:xfrm>
            <a:off x="233933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04" name="object 604"/>
          <p:cNvSpPr/>
          <p:nvPr/>
        </p:nvSpPr>
        <p:spPr>
          <a:xfrm>
            <a:off x="237617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05" name="object 605"/>
          <p:cNvSpPr/>
          <p:nvPr/>
        </p:nvSpPr>
        <p:spPr>
          <a:xfrm>
            <a:off x="24130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06" name="object 606"/>
          <p:cNvSpPr/>
          <p:nvPr/>
        </p:nvSpPr>
        <p:spPr>
          <a:xfrm>
            <a:off x="244982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07" name="object 607"/>
          <p:cNvSpPr/>
          <p:nvPr/>
        </p:nvSpPr>
        <p:spPr>
          <a:xfrm>
            <a:off x="248666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608" name="object 608"/>
          <p:cNvSpPr/>
          <p:nvPr/>
        </p:nvSpPr>
        <p:spPr>
          <a:xfrm>
            <a:off x="252348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09" name="object 609"/>
          <p:cNvSpPr/>
          <p:nvPr/>
        </p:nvSpPr>
        <p:spPr>
          <a:xfrm>
            <a:off x="256032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10" name="object 610"/>
          <p:cNvSpPr/>
          <p:nvPr/>
        </p:nvSpPr>
        <p:spPr>
          <a:xfrm>
            <a:off x="259715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11" name="object 611"/>
          <p:cNvSpPr/>
          <p:nvPr/>
        </p:nvSpPr>
        <p:spPr>
          <a:xfrm>
            <a:off x="263397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12" name="object 612"/>
          <p:cNvSpPr/>
          <p:nvPr/>
        </p:nvSpPr>
        <p:spPr>
          <a:xfrm>
            <a:off x="266953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13" name="object 613"/>
          <p:cNvSpPr/>
          <p:nvPr/>
        </p:nvSpPr>
        <p:spPr>
          <a:xfrm>
            <a:off x="270637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14" name="object 614"/>
          <p:cNvSpPr/>
          <p:nvPr/>
        </p:nvSpPr>
        <p:spPr>
          <a:xfrm>
            <a:off x="27432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15" name="object 615"/>
          <p:cNvSpPr/>
          <p:nvPr/>
        </p:nvSpPr>
        <p:spPr>
          <a:xfrm>
            <a:off x="278002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16" name="object 616"/>
          <p:cNvSpPr/>
          <p:nvPr/>
        </p:nvSpPr>
        <p:spPr>
          <a:xfrm>
            <a:off x="281686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17" name="object 617"/>
          <p:cNvSpPr/>
          <p:nvPr/>
        </p:nvSpPr>
        <p:spPr>
          <a:xfrm>
            <a:off x="285368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18" name="object 618"/>
          <p:cNvSpPr/>
          <p:nvPr/>
        </p:nvSpPr>
        <p:spPr>
          <a:xfrm>
            <a:off x="289052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19" name="object 619"/>
          <p:cNvSpPr/>
          <p:nvPr/>
        </p:nvSpPr>
        <p:spPr>
          <a:xfrm>
            <a:off x="292735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20" name="object 620"/>
          <p:cNvSpPr/>
          <p:nvPr/>
        </p:nvSpPr>
        <p:spPr>
          <a:xfrm>
            <a:off x="296417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21" name="object 621"/>
          <p:cNvSpPr/>
          <p:nvPr/>
        </p:nvSpPr>
        <p:spPr>
          <a:xfrm>
            <a:off x="3001010" y="2645410"/>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622" name="object 622"/>
          <p:cNvSpPr/>
          <p:nvPr/>
        </p:nvSpPr>
        <p:spPr>
          <a:xfrm>
            <a:off x="3037839"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23" name="object 623"/>
          <p:cNvSpPr/>
          <p:nvPr/>
        </p:nvSpPr>
        <p:spPr>
          <a:xfrm>
            <a:off x="3074670" y="2645410"/>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624" name="object 624"/>
          <p:cNvSpPr/>
          <p:nvPr/>
        </p:nvSpPr>
        <p:spPr>
          <a:xfrm>
            <a:off x="311022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25" name="object 625"/>
          <p:cNvSpPr/>
          <p:nvPr/>
        </p:nvSpPr>
        <p:spPr>
          <a:xfrm>
            <a:off x="314706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26" name="object 626"/>
          <p:cNvSpPr/>
          <p:nvPr/>
        </p:nvSpPr>
        <p:spPr>
          <a:xfrm>
            <a:off x="318388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27" name="object 627"/>
          <p:cNvSpPr/>
          <p:nvPr/>
        </p:nvSpPr>
        <p:spPr>
          <a:xfrm>
            <a:off x="322072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28" name="object 628"/>
          <p:cNvSpPr/>
          <p:nvPr/>
        </p:nvSpPr>
        <p:spPr>
          <a:xfrm>
            <a:off x="32575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29" name="object 629"/>
          <p:cNvSpPr/>
          <p:nvPr/>
        </p:nvSpPr>
        <p:spPr>
          <a:xfrm>
            <a:off x="329437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30" name="object 630"/>
          <p:cNvSpPr/>
          <p:nvPr/>
        </p:nvSpPr>
        <p:spPr>
          <a:xfrm>
            <a:off x="333120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31" name="object 631"/>
          <p:cNvSpPr/>
          <p:nvPr/>
        </p:nvSpPr>
        <p:spPr>
          <a:xfrm>
            <a:off x="336804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32" name="object 632"/>
          <p:cNvSpPr/>
          <p:nvPr/>
        </p:nvSpPr>
        <p:spPr>
          <a:xfrm>
            <a:off x="34048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33" name="object 633"/>
          <p:cNvSpPr/>
          <p:nvPr/>
        </p:nvSpPr>
        <p:spPr>
          <a:xfrm>
            <a:off x="34417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34" name="object 634"/>
          <p:cNvSpPr/>
          <p:nvPr/>
        </p:nvSpPr>
        <p:spPr>
          <a:xfrm>
            <a:off x="347852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35" name="object 635"/>
          <p:cNvSpPr/>
          <p:nvPr/>
        </p:nvSpPr>
        <p:spPr>
          <a:xfrm>
            <a:off x="35140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36" name="object 636"/>
          <p:cNvSpPr/>
          <p:nvPr/>
        </p:nvSpPr>
        <p:spPr>
          <a:xfrm>
            <a:off x="355092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37" name="object 637"/>
          <p:cNvSpPr/>
          <p:nvPr/>
        </p:nvSpPr>
        <p:spPr>
          <a:xfrm>
            <a:off x="35877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38" name="object 638"/>
          <p:cNvSpPr/>
          <p:nvPr/>
        </p:nvSpPr>
        <p:spPr>
          <a:xfrm>
            <a:off x="362457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39" name="object 639"/>
          <p:cNvSpPr/>
          <p:nvPr/>
        </p:nvSpPr>
        <p:spPr>
          <a:xfrm>
            <a:off x="36614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40" name="object 640"/>
          <p:cNvSpPr/>
          <p:nvPr/>
        </p:nvSpPr>
        <p:spPr>
          <a:xfrm>
            <a:off x="369824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41" name="object 641"/>
          <p:cNvSpPr/>
          <p:nvPr/>
        </p:nvSpPr>
        <p:spPr>
          <a:xfrm>
            <a:off x="37350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42" name="object 642"/>
          <p:cNvSpPr/>
          <p:nvPr/>
        </p:nvSpPr>
        <p:spPr>
          <a:xfrm>
            <a:off x="37719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43" name="object 643"/>
          <p:cNvSpPr/>
          <p:nvPr/>
        </p:nvSpPr>
        <p:spPr>
          <a:xfrm>
            <a:off x="380872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44" name="object 644"/>
          <p:cNvSpPr/>
          <p:nvPr/>
        </p:nvSpPr>
        <p:spPr>
          <a:xfrm>
            <a:off x="384555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45" name="object 645"/>
          <p:cNvSpPr/>
          <p:nvPr/>
        </p:nvSpPr>
        <p:spPr>
          <a:xfrm>
            <a:off x="388239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46" name="object 646"/>
          <p:cNvSpPr/>
          <p:nvPr/>
        </p:nvSpPr>
        <p:spPr>
          <a:xfrm>
            <a:off x="39192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47" name="object 647"/>
          <p:cNvSpPr/>
          <p:nvPr/>
        </p:nvSpPr>
        <p:spPr>
          <a:xfrm>
            <a:off x="395477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48" name="object 648"/>
          <p:cNvSpPr/>
          <p:nvPr/>
        </p:nvSpPr>
        <p:spPr>
          <a:xfrm>
            <a:off x="39916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49" name="object 649"/>
          <p:cNvSpPr/>
          <p:nvPr/>
        </p:nvSpPr>
        <p:spPr>
          <a:xfrm>
            <a:off x="40284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50" name="object 650"/>
          <p:cNvSpPr/>
          <p:nvPr/>
        </p:nvSpPr>
        <p:spPr>
          <a:xfrm>
            <a:off x="406527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51" name="object 651"/>
          <p:cNvSpPr/>
          <p:nvPr/>
        </p:nvSpPr>
        <p:spPr>
          <a:xfrm>
            <a:off x="41021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52" name="object 652"/>
          <p:cNvSpPr/>
          <p:nvPr/>
        </p:nvSpPr>
        <p:spPr>
          <a:xfrm>
            <a:off x="413892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53" name="object 653"/>
          <p:cNvSpPr/>
          <p:nvPr/>
        </p:nvSpPr>
        <p:spPr>
          <a:xfrm>
            <a:off x="417575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54" name="object 654"/>
          <p:cNvSpPr/>
          <p:nvPr/>
        </p:nvSpPr>
        <p:spPr>
          <a:xfrm>
            <a:off x="421259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55" name="object 655"/>
          <p:cNvSpPr/>
          <p:nvPr/>
        </p:nvSpPr>
        <p:spPr>
          <a:xfrm>
            <a:off x="42494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56" name="object 656"/>
          <p:cNvSpPr/>
          <p:nvPr/>
        </p:nvSpPr>
        <p:spPr>
          <a:xfrm>
            <a:off x="428625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57" name="object 657"/>
          <p:cNvSpPr/>
          <p:nvPr/>
        </p:nvSpPr>
        <p:spPr>
          <a:xfrm>
            <a:off x="432307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58" name="object 658"/>
          <p:cNvSpPr/>
          <p:nvPr/>
        </p:nvSpPr>
        <p:spPr>
          <a:xfrm>
            <a:off x="43586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59" name="object 659"/>
          <p:cNvSpPr/>
          <p:nvPr/>
        </p:nvSpPr>
        <p:spPr>
          <a:xfrm>
            <a:off x="439547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60" name="object 660"/>
          <p:cNvSpPr/>
          <p:nvPr/>
        </p:nvSpPr>
        <p:spPr>
          <a:xfrm>
            <a:off x="44323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61" name="object 661"/>
          <p:cNvSpPr/>
          <p:nvPr/>
        </p:nvSpPr>
        <p:spPr>
          <a:xfrm>
            <a:off x="446912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62" name="object 662"/>
          <p:cNvSpPr/>
          <p:nvPr/>
        </p:nvSpPr>
        <p:spPr>
          <a:xfrm>
            <a:off x="450595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63" name="object 663"/>
          <p:cNvSpPr/>
          <p:nvPr/>
        </p:nvSpPr>
        <p:spPr>
          <a:xfrm>
            <a:off x="454279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64" name="object 664"/>
          <p:cNvSpPr/>
          <p:nvPr/>
        </p:nvSpPr>
        <p:spPr>
          <a:xfrm>
            <a:off x="45796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65" name="object 665"/>
          <p:cNvSpPr/>
          <p:nvPr/>
        </p:nvSpPr>
        <p:spPr>
          <a:xfrm>
            <a:off x="461645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66" name="object 666"/>
          <p:cNvSpPr/>
          <p:nvPr/>
        </p:nvSpPr>
        <p:spPr>
          <a:xfrm>
            <a:off x="465327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67" name="object 667"/>
          <p:cNvSpPr/>
          <p:nvPr/>
        </p:nvSpPr>
        <p:spPr>
          <a:xfrm>
            <a:off x="469010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68" name="object 668"/>
          <p:cNvSpPr/>
          <p:nvPr/>
        </p:nvSpPr>
        <p:spPr>
          <a:xfrm>
            <a:off x="472694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69" name="object 669"/>
          <p:cNvSpPr/>
          <p:nvPr/>
        </p:nvSpPr>
        <p:spPr>
          <a:xfrm>
            <a:off x="47637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70" name="object 670"/>
          <p:cNvSpPr/>
          <p:nvPr/>
        </p:nvSpPr>
        <p:spPr>
          <a:xfrm>
            <a:off x="479932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71" name="object 671"/>
          <p:cNvSpPr/>
          <p:nvPr/>
        </p:nvSpPr>
        <p:spPr>
          <a:xfrm>
            <a:off x="483615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72" name="object 672"/>
          <p:cNvSpPr/>
          <p:nvPr/>
        </p:nvSpPr>
        <p:spPr>
          <a:xfrm>
            <a:off x="48729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73" name="object 673"/>
          <p:cNvSpPr/>
          <p:nvPr/>
        </p:nvSpPr>
        <p:spPr>
          <a:xfrm>
            <a:off x="49098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74" name="object 674"/>
          <p:cNvSpPr/>
          <p:nvPr/>
        </p:nvSpPr>
        <p:spPr>
          <a:xfrm>
            <a:off x="49466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75" name="object 675"/>
          <p:cNvSpPr/>
          <p:nvPr/>
        </p:nvSpPr>
        <p:spPr>
          <a:xfrm>
            <a:off x="498347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76" name="object 676"/>
          <p:cNvSpPr/>
          <p:nvPr/>
        </p:nvSpPr>
        <p:spPr>
          <a:xfrm>
            <a:off x="502030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77" name="object 677"/>
          <p:cNvSpPr/>
          <p:nvPr/>
        </p:nvSpPr>
        <p:spPr>
          <a:xfrm>
            <a:off x="505714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78" name="object 678"/>
          <p:cNvSpPr/>
          <p:nvPr/>
        </p:nvSpPr>
        <p:spPr>
          <a:xfrm>
            <a:off x="50939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79" name="object 679"/>
          <p:cNvSpPr/>
          <p:nvPr/>
        </p:nvSpPr>
        <p:spPr>
          <a:xfrm>
            <a:off x="51308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80" name="object 680"/>
          <p:cNvSpPr/>
          <p:nvPr/>
        </p:nvSpPr>
        <p:spPr>
          <a:xfrm>
            <a:off x="516762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81" name="object 681"/>
          <p:cNvSpPr/>
          <p:nvPr/>
        </p:nvSpPr>
        <p:spPr>
          <a:xfrm>
            <a:off x="52031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82" name="object 682"/>
          <p:cNvSpPr/>
          <p:nvPr/>
        </p:nvSpPr>
        <p:spPr>
          <a:xfrm>
            <a:off x="524002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83" name="object 683"/>
          <p:cNvSpPr/>
          <p:nvPr/>
        </p:nvSpPr>
        <p:spPr>
          <a:xfrm>
            <a:off x="52768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84" name="object 684"/>
          <p:cNvSpPr/>
          <p:nvPr/>
        </p:nvSpPr>
        <p:spPr>
          <a:xfrm>
            <a:off x="531367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85" name="object 685"/>
          <p:cNvSpPr/>
          <p:nvPr/>
        </p:nvSpPr>
        <p:spPr>
          <a:xfrm>
            <a:off x="53505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86" name="object 686"/>
          <p:cNvSpPr/>
          <p:nvPr/>
        </p:nvSpPr>
        <p:spPr>
          <a:xfrm>
            <a:off x="53873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87" name="object 687"/>
          <p:cNvSpPr/>
          <p:nvPr/>
        </p:nvSpPr>
        <p:spPr>
          <a:xfrm>
            <a:off x="54241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88" name="object 688"/>
          <p:cNvSpPr/>
          <p:nvPr/>
        </p:nvSpPr>
        <p:spPr>
          <a:xfrm>
            <a:off x="54610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89" name="object 689"/>
          <p:cNvSpPr/>
          <p:nvPr/>
        </p:nvSpPr>
        <p:spPr>
          <a:xfrm>
            <a:off x="549782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90" name="object 690"/>
          <p:cNvSpPr/>
          <p:nvPr/>
        </p:nvSpPr>
        <p:spPr>
          <a:xfrm>
            <a:off x="55333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91" name="object 691"/>
          <p:cNvSpPr/>
          <p:nvPr/>
        </p:nvSpPr>
        <p:spPr>
          <a:xfrm>
            <a:off x="557149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92" name="object 692"/>
          <p:cNvSpPr/>
          <p:nvPr/>
        </p:nvSpPr>
        <p:spPr>
          <a:xfrm>
            <a:off x="56083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93" name="object 693"/>
          <p:cNvSpPr/>
          <p:nvPr/>
        </p:nvSpPr>
        <p:spPr>
          <a:xfrm>
            <a:off x="564387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94" name="object 694"/>
          <p:cNvSpPr/>
          <p:nvPr/>
        </p:nvSpPr>
        <p:spPr>
          <a:xfrm>
            <a:off x="56807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95" name="object 695"/>
          <p:cNvSpPr/>
          <p:nvPr/>
        </p:nvSpPr>
        <p:spPr>
          <a:xfrm>
            <a:off x="57175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96" name="object 696"/>
          <p:cNvSpPr/>
          <p:nvPr/>
        </p:nvSpPr>
        <p:spPr>
          <a:xfrm>
            <a:off x="57543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697" name="object 697"/>
          <p:cNvSpPr/>
          <p:nvPr/>
        </p:nvSpPr>
        <p:spPr>
          <a:xfrm>
            <a:off x="57912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698" name="object 698"/>
          <p:cNvSpPr/>
          <p:nvPr/>
        </p:nvSpPr>
        <p:spPr>
          <a:xfrm>
            <a:off x="582802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699" name="object 699"/>
          <p:cNvSpPr/>
          <p:nvPr/>
        </p:nvSpPr>
        <p:spPr>
          <a:xfrm>
            <a:off x="586485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00" name="object 700"/>
          <p:cNvSpPr/>
          <p:nvPr/>
        </p:nvSpPr>
        <p:spPr>
          <a:xfrm>
            <a:off x="590169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01" name="object 701"/>
          <p:cNvSpPr/>
          <p:nvPr/>
        </p:nvSpPr>
        <p:spPr>
          <a:xfrm>
            <a:off x="59385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02" name="object 702"/>
          <p:cNvSpPr/>
          <p:nvPr/>
        </p:nvSpPr>
        <p:spPr>
          <a:xfrm>
            <a:off x="597535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03" name="object 703"/>
          <p:cNvSpPr/>
          <p:nvPr/>
        </p:nvSpPr>
        <p:spPr>
          <a:xfrm>
            <a:off x="601217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04" name="object 704"/>
          <p:cNvSpPr/>
          <p:nvPr/>
        </p:nvSpPr>
        <p:spPr>
          <a:xfrm>
            <a:off x="60477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05" name="object 705"/>
          <p:cNvSpPr/>
          <p:nvPr/>
        </p:nvSpPr>
        <p:spPr>
          <a:xfrm>
            <a:off x="608457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06" name="object 706"/>
          <p:cNvSpPr/>
          <p:nvPr/>
        </p:nvSpPr>
        <p:spPr>
          <a:xfrm>
            <a:off x="61214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07" name="object 707"/>
          <p:cNvSpPr/>
          <p:nvPr/>
        </p:nvSpPr>
        <p:spPr>
          <a:xfrm>
            <a:off x="615822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08" name="object 708"/>
          <p:cNvSpPr/>
          <p:nvPr/>
        </p:nvSpPr>
        <p:spPr>
          <a:xfrm>
            <a:off x="619505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09" name="object 709"/>
          <p:cNvSpPr/>
          <p:nvPr/>
        </p:nvSpPr>
        <p:spPr>
          <a:xfrm>
            <a:off x="62318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10" name="object 710"/>
          <p:cNvSpPr/>
          <p:nvPr/>
        </p:nvSpPr>
        <p:spPr>
          <a:xfrm>
            <a:off x="626872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11" name="object 711"/>
          <p:cNvSpPr/>
          <p:nvPr/>
        </p:nvSpPr>
        <p:spPr>
          <a:xfrm>
            <a:off x="630555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12" name="object 712"/>
          <p:cNvSpPr/>
          <p:nvPr/>
        </p:nvSpPr>
        <p:spPr>
          <a:xfrm>
            <a:off x="634237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13" name="object 713"/>
          <p:cNvSpPr/>
          <p:nvPr/>
        </p:nvSpPr>
        <p:spPr>
          <a:xfrm>
            <a:off x="637920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14" name="object 714"/>
          <p:cNvSpPr/>
          <p:nvPr/>
        </p:nvSpPr>
        <p:spPr>
          <a:xfrm>
            <a:off x="6416040"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15" name="object 715"/>
          <p:cNvSpPr/>
          <p:nvPr/>
        </p:nvSpPr>
        <p:spPr>
          <a:xfrm>
            <a:off x="645287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16" name="object 716"/>
          <p:cNvSpPr/>
          <p:nvPr/>
        </p:nvSpPr>
        <p:spPr>
          <a:xfrm>
            <a:off x="648842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17" name="object 717"/>
          <p:cNvSpPr/>
          <p:nvPr/>
        </p:nvSpPr>
        <p:spPr>
          <a:xfrm>
            <a:off x="652525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18" name="object 718"/>
          <p:cNvSpPr/>
          <p:nvPr/>
        </p:nvSpPr>
        <p:spPr>
          <a:xfrm>
            <a:off x="65620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19" name="object 719"/>
          <p:cNvSpPr/>
          <p:nvPr/>
        </p:nvSpPr>
        <p:spPr>
          <a:xfrm>
            <a:off x="659891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20" name="object 720"/>
          <p:cNvSpPr/>
          <p:nvPr/>
        </p:nvSpPr>
        <p:spPr>
          <a:xfrm>
            <a:off x="66357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21" name="object 721"/>
          <p:cNvSpPr/>
          <p:nvPr/>
        </p:nvSpPr>
        <p:spPr>
          <a:xfrm>
            <a:off x="667258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22" name="object 722"/>
          <p:cNvSpPr/>
          <p:nvPr/>
        </p:nvSpPr>
        <p:spPr>
          <a:xfrm>
            <a:off x="670940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23" name="object 723"/>
          <p:cNvSpPr/>
          <p:nvPr/>
        </p:nvSpPr>
        <p:spPr>
          <a:xfrm>
            <a:off x="674624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24" name="object 724"/>
          <p:cNvSpPr/>
          <p:nvPr/>
        </p:nvSpPr>
        <p:spPr>
          <a:xfrm>
            <a:off x="678306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25" name="object 725"/>
          <p:cNvSpPr/>
          <p:nvPr/>
        </p:nvSpPr>
        <p:spPr>
          <a:xfrm>
            <a:off x="68199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26" name="object 726"/>
          <p:cNvSpPr/>
          <p:nvPr/>
        </p:nvSpPr>
        <p:spPr>
          <a:xfrm>
            <a:off x="685673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27" name="object 727"/>
          <p:cNvSpPr/>
          <p:nvPr/>
        </p:nvSpPr>
        <p:spPr>
          <a:xfrm>
            <a:off x="68922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28" name="object 728"/>
          <p:cNvSpPr/>
          <p:nvPr/>
        </p:nvSpPr>
        <p:spPr>
          <a:xfrm>
            <a:off x="692911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29" name="object 729"/>
          <p:cNvSpPr/>
          <p:nvPr/>
        </p:nvSpPr>
        <p:spPr>
          <a:xfrm>
            <a:off x="69659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30" name="object 730"/>
          <p:cNvSpPr/>
          <p:nvPr/>
        </p:nvSpPr>
        <p:spPr>
          <a:xfrm>
            <a:off x="700278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31" name="object 731"/>
          <p:cNvSpPr/>
          <p:nvPr/>
        </p:nvSpPr>
        <p:spPr>
          <a:xfrm>
            <a:off x="70396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32" name="object 732"/>
          <p:cNvSpPr/>
          <p:nvPr/>
        </p:nvSpPr>
        <p:spPr>
          <a:xfrm>
            <a:off x="70764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33" name="object 733"/>
          <p:cNvSpPr/>
          <p:nvPr/>
        </p:nvSpPr>
        <p:spPr>
          <a:xfrm>
            <a:off x="711326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34" name="object 734"/>
          <p:cNvSpPr/>
          <p:nvPr/>
        </p:nvSpPr>
        <p:spPr>
          <a:xfrm>
            <a:off x="71501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35" name="object 735"/>
          <p:cNvSpPr/>
          <p:nvPr/>
        </p:nvSpPr>
        <p:spPr>
          <a:xfrm>
            <a:off x="718693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36" name="object 736"/>
          <p:cNvSpPr/>
          <p:nvPr/>
        </p:nvSpPr>
        <p:spPr>
          <a:xfrm>
            <a:off x="722375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37" name="object 737"/>
          <p:cNvSpPr/>
          <p:nvPr/>
        </p:nvSpPr>
        <p:spPr>
          <a:xfrm>
            <a:off x="726059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38" name="object 738"/>
          <p:cNvSpPr/>
          <p:nvPr/>
        </p:nvSpPr>
        <p:spPr>
          <a:xfrm>
            <a:off x="729741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39" name="object 739"/>
          <p:cNvSpPr/>
          <p:nvPr/>
        </p:nvSpPr>
        <p:spPr>
          <a:xfrm>
            <a:off x="733298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40" name="object 740"/>
          <p:cNvSpPr/>
          <p:nvPr/>
        </p:nvSpPr>
        <p:spPr>
          <a:xfrm>
            <a:off x="73698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41" name="object 741"/>
          <p:cNvSpPr/>
          <p:nvPr/>
        </p:nvSpPr>
        <p:spPr>
          <a:xfrm>
            <a:off x="74066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42" name="object 742"/>
          <p:cNvSpPr/>
          <p:nvPr/>
        </p:nvSpPr>
        <p:spPr>
          <a:xfrm>
            <a:off x="744346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43" name="object 743"/>
          <p:cNvSpPr/>
          <p:nvPr/>
        </p:nvSpPr>
        <p:spPr>
          <a:xfrm>
            <a:off x="74803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44" name="object 744"/>
          <p:cNvSpPr/>
          <p:nvPr/>
        </p:nvSpPr>
        <p:spPr>
          <a:xfrm>
            <a:off x="751713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45" name="object 745"/>
          <p:cNvSpPr/>
          <p:nvPr/>
        </p:nvSpPr>
        <p:spPr>
          <a:xfrm>
            <a:off x="755395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46" name="object 746"/>
          <p:cNvSpPr/>
          <p:nvPr/>
        </p:nvSpPr>
        <p:spPr>
          <a:xfrm>
            <a:off x="759079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47" name="object 747"/>
          <p:cNvSpPr/>
          <p:nvPr/>
        </p:nvSpPr>
        <p:spPr>
          <a:xfrm>
            <a:off x="762761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48" name="object 748"/>
          <p:cNvSpPr/>
          <p:nvPr/>
        </p:nvSpPr>
        <p:spPr>
          <a:xfrm>
            <a:off x="766445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49" name="object 749"/>
          <p:cNvSpPr/>
          <p:nvPr/>
        </p:nvSpPr>
        <p:spPr>
          <a:xfrm>
            <a:off x="770128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50" name="object 750"/>
          <p:cNvSpPr/>
          <p:nvPr/>
        </p:nvSpPr>
        <p:spPr>
          <a:xfrm>
            <a:off x="773810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51" name="object 751"/>
          <p:cNvSpPr/>
          <p:nvPr/>
        </p:nvSpPr>
        <p:spPr>
          <a:xfrm>
            <a:off x="777366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52" name="object 752"/>
          <p:cNvSpPr/>
          <p:nvPr/>
        </p:nvSpPr>
        <p:spPr>
          <a:xfrm>
            <a:off x="781050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53" name="object 753"/>
          <p:cNvSpPr/>
          <p:nvPr/>
        </p:nvSpPr>
        <p:spPr>
          <a:xfrm>
            <a:off x="784733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54" name="object 754"/>
          <p:cNvSpPr/>
          <p:nvPr/>
        </p:nvSpPr>
        <p:spPr>
          <a:xfrm>
            <a:off x="788415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55" name="object 755"/>
          <p:cNvSpPr/>
          <p:nvPr/>
        </p:nvSpPr>
        <p:spPr>
          <a:xfrm>
            <a:off x="79209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56" name="object 756"/>
          <p:cNvSpPr/>
          <p:nvPr/>
        </p:nvSpPr>
        <p:spPr>
          <a:xfrm>
            <a:off x="795781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57" name="object 757"/>
          <p:cNvSpPr/>
          <p:nvPr/>
        </p:nvSpPr>
        <p:spPr>
          <a:xfrm>
            <a:off x="799465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58" name="object 758"/>
          <p:cNvSpPr/>
          <p:nvPr/>
        </p:nvSpPr>
        <p:spPr>
          <a:xfrm>
            <a:off x="803148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59" name="object 759"/>
          <p:cNvSpPr/>
          <p:nvPr/>
        </p:nvSpPr>
        <p:spPr>
          <a:xfrm>
            <a:off x="806830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60" name="object 760"/>
          <p:cNvSpPr/>
          <p:nvPr/>
        </p:nvSpPr>
        <p:spPr>
          <a:xfrm>
            <a:off x="810514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61" name="object 761"/>
          <p:cNvSpPr/>
          <p:nvPr/>
        </p:nvSpPr>
        <p:spPr>
          <a:xfrm>
            <a:off x="814196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62" name="object 762"/>
          <p:cNvSpPr/>
          <p:nvPr/>
        </p:nvSpPr>
        <p:spPr>
          <a:xfrm>
            <a:off x="817753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63" name="object 763"/>
          <p:cNvSpPr/>
          <p:nvPr/>
        </p:nvSpPr>
        <p:spPr>
          <a:xfrm>
            <a:off x="821435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64" name="object 764"/>
          <p:cNvSpPr/>
          <p:nvPr/>
        </p:nvSpPr>
        <p:spPr>
          <a:xfrm>
            <a:off x="825119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65" name="object 765"/>
          <p:cNvSpPr/>
          <p:nvPr/>
        </p:nvSpPr>
        <p:spPr>
          <a:xfrm>
            <a:off x="828801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66" name="object 766"/>
          <p:cNvSpPr/>
          <p:nvPr/>
        </p:nvSpPr>
        <p:spPr>
          <a:xfrm>
            <a:off x="83248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67" name="object 767"/>
          <p:cNvSpPr/>
          <p:nvPr/>
        </p:nvSpPr>
        <p:spPr>
          <a:xfrm>
            <a:off x="836168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68" name="object 768"/>
          <p:cNvSpPr/>
          <p:nvPr/>
        </p:nvSpPr>
        <p:spPr>
          <a:xfrm>
            <a:off x="839850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69" name="object 769"/>
          <p:cNvSpPr/>
          <p:nvPr/>
        </p:nvSpPr>
        <p:spPr>
          <a:xfrm>
            <a:off x="843534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70" name="object 770"/>
          <p:cNvSpPr/>
          <p:nvPr/>
        </p:nvSpPr>
        <p:spPr>
          <a:xfrm>
            <a:off x="8472169"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71" name="object 771"/>
          <p:cNvSpPr/>
          <p:nvPr/>
        </p:nvSpPr>
        <p:spPr>
          <a:xfrm>
            <a:off x="850900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72" name="object 772"/>
          <p:cNvSpPr/>
          <p:nvPr/>
        </p:nvSpPr>
        <p:spPr>
          <a:xfrm>
            <a:off x="8545830" y="2645410"/>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773" name="object 773"/>
          <p:cNvSpPr/>
          <p:nvPr/>
        </p:nvSpPr>
        <p:spPr>
          <a:xfrm>
            <a:off x="8582659" y="2645410"/>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774" name="object 774"/>
          <p:cNvSpPr/>
          <p:nvPr/>
        </p:nvSpPr>
        <p:spPr>
          <a:xfrm>
            <a:off x="861821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75" name="object 775"/>
          <p:cNvSpPr/>
          <p:nvPr/>
        </p:nvSpPr>
        <p:spPr>
          <a:xfrm>
            <a:off x="865505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76" name="object 776"/>
          <p:cNvSpPr/>
          <p:nvPr/>
        </p:nvSpPr>
        <p:spPr>
          <a:xfrm>
            <a:off x="869188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77" name="object 777"/>
          <p:cNvSpPr/>
          <p:nvPr/>
        </p:nvSpPr>
        <p:spPr>
          <a:xfrm>
            <a:off x="8728709"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78" name="object 778"/>
          <p:cNvSpPr/>
          <p:nvPr/>
        </p:nvSpPr>
        <p:spPr>
          <a:xfrm>
            <a:off x="8765540" y="2645410"/>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779" name="object 779"/>
          <p:cNvSpPr/>
          <p:nvPr/>
        </p:nvSpPr>
        <p:spPr>
          <a:xfrm>
            <a:off x="8802369" y="2645410"/>
            <a:ext cx="15240" cy="2540"/>
          </a:xfrm>
          <a:custGeom>
            <a:avLst/>
            <a:gdLst/>
            <a:ahLst/>
            <a:cxnLst/>
            <a:rect l="l" t="t" r="r" b="b"/>
            <a:pathLst>
              <a:path w="15240" h="2539">
                <a:moveTo>
                  <a:pt x="0" y="0"/>
                </a:moveTo>
                <a:lnTo>
                  <a:pt x="15239" y="0"/>
                </a:lnTo>
                <a:lnTo>
                  <a:pt x="15239" y="2539"/>
                </a:lnTo>
              </a:path>
            </a:pathLst>
          </a:custGeom>
          <a:ln w="18329">
            <a:solidFill>
              <a:srgbClr val="00007F"/>
            </a:solidFill>
          </a:ln>
        </p:spPr>
        <p:txBody>
          <a:bodyPr wrap="square" lIns="0" tIns="0" rIns="0" bIns="0" rtlCol="0"/>
          <a:lstStyle/>
          <a:p>
            <a:endParaRPr/>
          </a:p>
        </p:txBody>
      </p:sp>
      <p:sp>
        <p:nvSpPr>
          <p:cNvPr id="780" name="object 780"/>
          <p:cNvSpPr/>
          <p:nvPr/>
        </p:nvSpPr>
        <p:spPr>
          <a:xfrm>
            <a:off x="8817609" y="266700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781" name="object 781"/>
          <p:cNvSpPr/>
          <p:nvPr/>
        </p:nvSpPr>
        <p:spPr>
          <a:xfrm>
            <a:off x="8817609" y="2703829"/>
            <a:ext cx="0" cy="17780"/>
          </a:xfrm>
          <a:custGeom>
            <a:avLst/>
            <a:gdLst/>
            <a:ahLst/>
            <a:cxnLst/>
            <a:rect l="l" t="t" r="r" b="b"/>
            <a:pathLst>
              <a:path h="17780">
                <a:moveTo>
                  <a:pt x="-9164" y="8890"/>
                </a:moveTo>
                <a:lnTo>
                  <a:pt x="9164" y="8890"/>
                </a:lnTo>
              </a:path>
            </a:pathLst>
          </a:custGeom>
          <a:ln w="17780">
            <a:solidFill>
              <a:srgbClr val="00007F"/>
            </a:solidFill>
          </a:ln>
        </p:spPr>
        <p:txBody>
          <a:bodyPr wrap="square" lIns="0" tIns="0" rIns="0" bIns="0" rtlCol="0"/>
          <a:lstStyle/>
          <a:p>
            <a:endParaRPr/>
          </a:p>
        </p:txBody>
      </p:sp>
      <p:sp>
        <p:nvSpPr>
          <p:cNvPr id="782" name="object 782"/>
          <p:cNvSpPr/>
          <p:nvPr/>
        </p:nvSpPr>
        <p:spPr>
          <a:xfrm>
            <a:off x="8817609" y="273938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83" name="object 783"/>
          <p:cNvSpPr/>
          <p:nvPr/>
        </p:nvSpPr>
        <p:spPr>
          <a:xfrm>
            <a:off x="8817609" y="277622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84" name="object 784"/>
          <p:cNvSpPr/>
          <p:nvPr/>
        </p:nvSpPr>
        <p:spPr>
          <a:xfrm>
            <a:off x="8817609" y="28130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85" name="object 785"/>
          <p:cNvSpPr/>
          <p:nvPr/>
        </p:nvSpPr>
        <p:spPr>
          <a:xfrm>
            <a:off x="8817609" y="28498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86" name="object 786"/>
          <p:cNvSpPr/>
          <p:nvPr/>
        </p:nvSpPr>
        <p:spPr>
          <a:xfrm>
            <a:off x="8817609" y="288671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87" name="object 787"/>
          <p:cNvSpPr/>
          <p:nvPr/>
        </p:nvSpPr>
        <p:spPr>
          <a:xfrm>
            <a:off x="8817609" y="2923539"/>
            <a:ext cx="0" cy="17780"/>
          </a:xfrm>
          <a:custGeom>
            <a:avLst/>
            <a:gdLst/>
            <a:ahLst/>
            <a:cxnLst/>
            <a:rect l="l" t="t" r="r" b="b"/>
            <a:pathLst>
              <a:path h="17780">
                <a:moveTo>
                  <a:pt x="-9164" y="8889"/>
                </a:moveTo>
                <a:lnTo>
                  <a:pt x="9164" y="8889"/>
                </a:lnTo>
              </a:path>
            </a:pathLst>
          </a:custGeom>
          <a:ln w="17780">
            <a:solidFill>
              <a:srgbClr val="00007F"/>
            </a:solidFill>
          </a:ln>
        </p:spPr>
        <p:txBody>
          <a:bodyPr wrap="square" lIns="0" tIns="0" rIns="0" bIns="0" rtlCol="0"/>
          <a:lstStyle/>
          <a:p>
            <a:endParaRPr/>
          </a:p>
        </p:txBody>
      </p:sp>
      <p:sp>
        <p:nvSpPr>
          <p:cNvPr id="788" name="object 788"/>
          <p:cNvSpPr/>
          <p:nvPr/>
        </p:nvSpPr>
        <p:spPr>
          <a:xfrm>
            <a:off x="8817609" y="296037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789" name="object 789"/>
          <p:cNvSpPr/>
          <p:nvPr/>
        </p:nvSpPr>
        <p:spPr>
          <a:xfrm>
            <a:off x="8817609" y="299720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790" name="object 790"/>
          <p:cNvSpPr/>
          <p:nvPr/>
        </p:nvSpPr>
        <p:spPr>
          <a:xfrm>
            <a:off x="8817609" y="3034029"/>
            <a:ext cx="0" cy="17780"/>
          </a:xfrm>
          <a:custGeom>
            <a:avLst/>
            <a:gdLst/>
            <a:ahLst/>
            <a:cxnLst/>
            <a:rect l="l" t="t" r="r" b="b"/>
            <a:pathLst>
              <a:path h="17780">
                <a:moveTo>
                  <a:pt x="-9164" y="8890"/>
                </a:moveTo>
                <a:lnTo>
                  <a:pt x="9164" y="8890"/>
                </a:lnTo>
              </a:path>
            </a:pathLst>
          </a:custGeom>
          <a:ln w="17780">
            <a:solidFill>
              <a:srgbClr val="00007F"/>
            </a:solidFill>
          </a:ln>
        </p:spPr>
        <p:txBody>
          <a:bodyPr wrap="square" lIns="0" tIns="0" rIns="0" bIns="0" rtlCol="0"/>
          <a:lstStyle/>
          <a:p>
            <a:endParaRPr/>
          </a:p>
        </p:txBody>
      </p:sp>
      <p:sp>
        <p:nvSpPr>
          <p:cNvPr id="791" name="object 791"/>
          <p:cNvSpPr/>
          <p:nvPr/>
        </p:nvSpPr>
        <p:spPr>
          <a:xfrm>
            <a:off x="8817609" y="3070860"/>
            <a:ext cx="0" cy="17780"/>
          </a:xfrm>
          <a:custGeom>
            <a:avLst/>
            <a:gdLst/>
            <a:ahLst/>
            <a:cxnLst/>
            <a:rect l="l" t="t" r="r" b="b"/>
            <a:pathLst>
              <a:path h="17780">
                <a:moveTo>
                  <a:pt x="-9164" y="8889"/>
                </a:moveTo>
                <a:lnTo>
                  <a:pt x="9164" y="8889"/>
                </a:lnTo>
              </a:path>
            </a:pathLst>
          </a:custGeom>
          <a:ln w="17779">
            <a:solidFill>
              <a:srgbClr val="00007F"/>
            </a:solidFill>
          </a:ln>
        </p:spPr>
        <p:txBody>
          <a:bodyPr wrap="square" lIns="0" tIns="0" rIns="0" bIns="0" rtlCol="0"/>
          <a:lstStyle/>
          <a:p>
            <a:endParaRPr/>
          </a:p>
        </p:txBody>
      </p:sp>
      <p:sp>
        <p:nvSpPr>
          <p:cNvPr id="792" name="object 792"/>
          <p:cNvSpPr/>
          <p:nvPr/>
        </p:nvSpPr>
        <p:spPr>
          <a:xfrm>
            <a:off x="8817609" y="3107689"/>
            <a:ext cx="0" cy="17780"/>
          </a:xfrm>
          <a:custGeom>
            <a:avLst/>
            <a:gdLst/>
            <a:ahLst/>
            <a:cxnLst/>
            <a:rect l="l" t="t" r="r" b="b"/>
            <a:pathLst>
              <a:path h="17780">
                <a:moveTo>
                  <a:pt x="-9164" y="8889"/>
                </a:moveTo>
                <a:lnTo>
                  <a:pt x="9164" y="8889"/>
                </a:lnTo>
              </a:path>
            </a:pathLst>
          </a:custGeom>
          <a:ln w="17780">
            <a:solidFill>
              <a:srgbClr val="00007F"/>
            </a:solidFill>
          </a:ln>
        </p:spPr>
        <p:txBody>
          <a:bodyPr wrap="square" lIns="0" tIns="0" rIns="0" bIns="0" rtlCol="0"/>
          <a:lstStyle/>
          <a:p>
            <a:endParaRPr/>
          </a:p>
        </p:txBody>
      </p:sp>
      <p:sp>
        <p:nvSpPr>
          <p:cNvPr id="793" name="object 793"/>
          <p:cNvSpPr/>
          <p:nvPr/>
        </p:nvSpPr>
        <p:spPr>
          <a:xfrm>
            <a:off x="8817609" y="31432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4" name="object 794"/>
          <p:cNvSpPr/>
          <p:nvPr/>
        </p:nvSpPr>
        <p:spPr>
          <a:xfrm>
            <a:off x="8817609" y="31800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5" name="object 795"/>
          <p:cNvSpPr/>
          <p:nvPr/>
        </p:nvSpPr>
        <p:spPr>
          <a:xfrm>
            <a:off x="8817609" y="321691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6" name="object 796"/>
          <p:cNvSpPr/>
          <p:nvPr/>
        </p:nvSpPr>
        <p:spPr>
          <a:xfrm>
            <a:off x="8817609" y="325374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7" name="object 797"/>
          <p:cNvSpPr/>
          <p:nvPr/>
        </p:nvSpPr>
        <p:spPr>
          <a:xfrm>
            <a:off x="8817609" y="329057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8" name="object 798"/>
          <p:cNvSpPr/>
          <p:nvPr/>
        </p:nvSpPr>
        <p:spPr>
          <a:xfrm>
            <a:off x="8817609" y="332740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799" name="object 799"/>
          <p:cNvSpPr/>
          <p:nvPr/>
        </p:nvSpPr>
        <p:spPr>
          <a:xfrm>
            <a:off x="8817609" y="3364229"/>
            <a:ext cx="0" cy="17780"/>
          </a:xfrm>
          <a:custGeom>
            <a:avLst/>
            <a:gdLst/>
            <a:ahLst/>
            <a:cxnLst/>
            <a:rect l="l" t="t" r="r" b="b"/>
            <a:pathLst>
              <a:path h="17779">
                <a:moveTo>
                  <a:pt x="-9164" y="8890"/>
                </a:moveTo>
                <a:lnTo>
                  <a:pt x="9164" y="8890"/>
                </a:lnTo>
              </a:path>
            </a:pathLst>
          </a:custGeom>
          <a:ln w="17780">
            <a:solidFill>
              <a:srgbClr val="00007F"/>
            </a:solidFill>
          </a:ln>
        </p:spPr>
        <p:txBody>
          <a:bodyPr wrap="square" lIns="0" tIns="0" rIns="0" bIns="0" rtlCol="0"/>
          <a:lstStyle/>
          <a:p>
            <a:endParaRPr/>
          </a:p>
        </p:txBody>
      </p:sp>
      <p:sp>
        <p:nvSpPr>
          <p:cNvPr id="800" name="object 800"/>
          <p:cNvSpPr/>
          <p:nvPr/>
        </p:nvSpPr>
        <p:spPr>
          <a:xfrm>
            <a:off x="8817609" y="3401059"/>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801" name="object 801"/>
          <p:cNvSpPr/>
          <p:nvPr/>
        </p:nvSpPr>
        <p:spPr>
          <a:xfrm>
            <a:off x="8817609" y="3437890"/>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802" name="object 802"/>
          <p:cNvSpPr/>
          <p:nvPr/>
        </p:nvSpPr>
        <p:spPr>
          <a:xfrm>
            <a:off x="8817609" y="347472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803" name="object 803"/>
          <p:cNvSpPr/>
          <p:nvPr/>
        </p:nvSpPr>
        <p:spPr>
          <a:xfrm>
            <a:off x="8817609" y="351155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804" name="object 804"/>
          <p:cNvSpPr/>
          <p:nvPr/>
        </p:nvSpPr>
        <p:spPr>
          <a:xfrm>
            <a:off x="8813800" y="3548379"/>
            <a:ext cx="3810" cy="13970"/>
          </a:xfrm>
          <a:custGeom>
            <a:avLst/>
            <a:gdLst/>
            <a:ahLst/>
            <a:cxnLst/>
            <a:rect l="l" t="t" r="r" b="b"/>
            <a:pathLst>
              <a:path w="3809" h="13970">
                <a:moveTo>
                  <a:pt x="3809" y="0"/>
                </a:moveTo>
                <a:lnTo>
                  <a:pt x="3809" y="13970"/>
                </a:lnTo>
                <a:lnTo>
                  <a:pt x="0" y="13970"/>
                </a:lnTo>
              </a:path>
            </a:pathLst>
          </a:custGeom>
          <a:ln w="18329">
            <a:solidFill>
              <a:srgbClr val="00007F"/>
            </a:solidFill>
          </a:ln>
        </p:spPr>
        <p:txBody>
          <a:bodyPr wrap="square" lIns="0" tIns="0" rIns="0" bIns="0" rtlCol="0"/>
          <a:lstStyle/>
          <a:p>
            <a:endParaRPr/>
          </a:p>
        </p:txBody>
      </p:sp>
      <p:sp>
        <p:nvSpPr>
          <p:cNvPr id="805" name="object 805"/>
          <p:cNvSpPr/>
          <p:nvPr/>
        </p:nvSpPr>
        <p:spPr>
          <a:xfrm>
            <a:off x="877696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06" name="object 806"/>
          <p:cNvSpPr/>
          <p:nvPr/>
        </p:nvSpPr>
        <p:spPr>
          <a:xfrm>
            <a:off x="874140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07" name="object 807"/>
          <p:cNvSpPr/>
          <p:nvPr/>
        </p:nvSpPr>
        <p:spPr>
          <a:xfrm>
            <a:off x="870458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08" name="object 808"/>
          <p:cNvSpPr/>
          <p:nvPr/>
        </p:nvSpPr>
        <p:spPr>
          <a:xfrm>
            <a:off x="86677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09" name="object 809"/>
          <p:cNvSpPr/>
          <p:nvPr/>
        </p:nvSpPr>
        <p:spPr>
          <a:xfrm>
            <a:off x="863091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10" name="object 810"/>
          <p:cNvSpPr/>
          <p:nvPr/>
        </p:nvSpPr>
        <p:spPr>
          <a:xfrm>
            <a:off x="859409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11" name="object 811"/>
          <p:cNvSpPr/>
          <p:nvPr/>
        </p:nvSpPr>
        <p:spPr>
          <a:xfrm>
            <a:off x="855725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12" name="object 812"/>
          <p:cNvSpPr/>
          <p:nvPr/>
        </p:nvSpPr>
        <p:spPr>
          <a:xfrm>
            <a:off x="852043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13" name="object 813"/>
          <p:cNvSpPr/>
          <p:nvPr/>
        </p:nvSpPr>
        <p:spPr>
          <a:xfrm>
            <a:off x="84836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14" name="object 814"/>
          <p:cNvSpPr/>
          <p:nvPr/>
        </p:nvSpPr>
        <p:spPr>
          <a:xfrm>
            <a:off x="844676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15" name="object 815"/>
          <p:cNvSpPr/>
          <p:nvPr/>
        </p:nvSpPr>
        <p:spPr>
          <a:xfrm>
            <a:off x="84099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16" name="object 816"/>
          <p:cNvSpPr/>
          <p:nvPr/>
        </p:nvSpPr>
        <p:spPr>
          <a:xfrm>
            <a:off x="83731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17" name="object 817"/>
          <p:cNvSpPr/>
          <p:nvPr/>
        </p:nvSpPr>
        <p:spPr>
          <a:xfrm>
            <a:off x="833628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18" name="object 818"/>
          <p:cNvSpPr/>
          <p:nvPr/>
        </p:nvSpPr>
        <p:spPr>
          <a:xfrm>
            <a:off x="830071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19" name="object 819"/>
          <p:cNvSpPr/>
          <p:nvPr/>
        </p:nvSpPr>
        <p:spPr>
          <a:xfrm>
            <a:off x="826389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20" name="object 820"/>
          <p:cNvSpPr/>
          <p:nvPr/>
        </p:nvSpPr>
        <p:spPr>
          <a:xfrm>
            <a:off x="822705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21" name="object 821"/>
          <p:cNvSpPr/>
          <p:nvPr/>
        </p:nvSpPr>
        <p:spPr>
          <a:xfrm>
            <a:off x="819023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22" name="object 822"/>
          <p:cNvSpPr/>
          <p:nvPr/>
        </p:nvSpPr>
        <p:spPr>
          <a:xfrm>
            <a:off x="81534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23" name="object 823"/>
          <p:cNvSpPr/>
          <p:nvPr/>
        </p:nvSpPr>
        <p:spPr>
          <a:xfrm>
            <a:off x="811656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24" name="object 824"/>
          <p:cNvSpPr/>
          <p:nvPr/>
        </p:nvSpPr>
        <p:spPr>
          <a:xfrm>
            <a:off x="80797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25" name="object 825"/>
          <p:cNvSpPr/>
          <p:nvPr/>
        </p:nvSpPr>
        <p:spPr>
          <a:xfrm>
            <a:off x="80429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26" name="object 826"/>
          <p:cNvSpPr/>
          <p:nvPr/>
        </p:nvSpPr>
        <p:spPr>
          <a:xfrm>
            <a:off x="800608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27" name="object 827"/>
          <p:cNvSpPr/>
          <p:nvPr/>
        </p:nvSpPr>
        <p:spPr>
          <a:xfrm>
            <a:off x="79692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28" name="object 828"/>
          <p:cNvSpPr/>
          <p:nvPr/>
        </p:nvSpPr>
        <p:spPr>
          <a:xfrm>
            <a:off x="793241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29" name="object 829"/>
          <p:cNvSpPr/>
          <p:nvPr/>
        </p:nvSpPr>
        <p:spPr>
          <a:xfrm>
            <a:off x="789685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30" name="object 830"/>
          <p:cNvSpPr/>
          <p:nvPr/>
        </p:nvSpPr>
        <p:spPr>
          <a:xfrm>
            <a:off x="786003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31" name="object 831"/>
          <p:cNvSpPr/>
          <p:nvPr/>
        </p:nvSpPr>
        <p:spPr>
          <a:xfrm>
            <a:off x="78232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32" name="object 832"/>
          <p:cNvSpPr/>
          <p:nvPr/>
        </p:nvSpPr>
        <p:spPr>
          <a:xfrm>
            <a:off x="778636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33" name="object 833"/>
          <p:cNvSpPr/>
          <p:nvPr/>
        </p:nvSpPr>
        <p:spPr>
          <a:xfrm>
            <a:off x="774954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34" name="object 834"/>
          <p:cNvSpPr/>
          <p:nvPr/>
        </p:nvSpPr>
        <p:spPr>
          <a:xfrm>
            <a:off x="771270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35" name="object 835"/>
          <p:cNvSpPr/>
          <p:nvPr/>
        </p:nvSpPr>
        <p:spPr>
          <a:xfrm>
            <a:off x="767588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36" name="object 836"/>
          <p:cNvSpPr/>
          <p:nvPr/>
        </p:nvSpPr>
        <p:spPr>
          <a:xfrm>
            <a:off x="76390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37" name="object 837"/>
          <p:cNvSpPr/>
          <p:nvPr/>
        </p:nvSpPr>
        <p:spPr>
          <a:xfrm>
            <a:off x="760221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38" name="object 838"/>
          <p:cNvSpPr/>
          <p:nvPr/>
        </p:nvSpPr>
        <p:spPr>
          <a:xfrm>
            <a:off x="75653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39" name="object 839"/>
          <p:cNvSpPr/>
          <p:nvPr/>
        </p:nvSpPr>
        <p:spPr>
          <a:xfrm>
            <a:off x="75285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40" name="object 840"/>
          <p:cNvSpPr/>
          <p:nvPr/>
        </p:nvSpPr>
        <p:spPr>
          <a:xfrm>
            <a:off x="749173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41" name="object 841"/>
          <p:cNvSpPr/>
          <p:nvPr/>
        </p:nvSpPr>
        <p:spPr>
          <a:xfrm>
            <a:off x="745616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42" name="object 842"/>
          <p:cNvSpPr/>
          <p:nvPr/>
        </p:nvSpPr>
        <p:spPr>
          <a:xfrm>
            <a:off x="741934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43" name="object 843"/>
          <p:cNvSpPr/>
          <p:nvPr/>
        </p:nvSpPr>
        <p:spPr>
          <a:xfrm>
            <a:off x="738250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44" name="object 844"/>
          <p:cNvSpPr/>
          <p:nvPr/>
        </p:nvSpPr>
        <p:spPr>
          <a:xfrm>
            <a:off x="734568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45" name="object 845"/>
          <p:cNvSpPr/>
          <p:nvPr/>
        </p:nvSpPr>
        <p:spPr>
          <a:xfrm>
            <a:off x="73088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46" name="object 846"/>
          <p:cNvSpPr/>
          <p:nvPr/>
        </p:nvSpPr>
        <p:spPr>
          <a:xfrm>
            <a:off x="727201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47" name="object 847"/>
          <p:cNvSpPr/>
          <p:nvPr/>
        </p:nvSpPr>
        <p:spPr>
          <a:xfrm>
            <a:off x="72351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48" name="object 848"/>
          <p:cNvSpPr/>
          <p:nvPr/>
        </p:nvSpPr>
        <p:spPr>
          <a:xfrm>
            <a:off x="71983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49" name="object 849"/>
          <p:cNvSpPr/>
          <p:nvPr/>
        </p:nvSpPr>
        <p:spPr>
          <a:xfrm>
            <a:off x="716153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50" name="object 850"/>
          <p:cNvSpPr/>
          <p:nvPr/>
        </p:nvSpPr>
        <p:spPr>
          <a:xfrm>
            <a:off x="71247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51" name="object 851"/>
          <p:cNvSpPr/>
          <p:nvPr/>
        </p:nvSpPr>
        <p:spPr>
          <a:xfrm>
            <a:off x="708786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52" name="object 852"/>
          <p:cNvSpPr/>
          <p:nvPr/>
        </p:nvSpPr>
        <p:spPr>
          <a:xfrm>
            <a:off x="705230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53" name="object 853"/>
          <p:cNvSpPr/>
          <p:nvPr/>
        </p:nvSpPr>
        <p:spPr>
          <a:xfrm>
            <a:off x="701548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54" name="object 854"/>
          <p:cNvSpPr/>
          <p:nvPr/>
        </p:nvSpPr>
        <p:spPr>
          <a:xfrm>
            <a:off x="69786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55" name="object 855"/>
          <p:cNvSpPr/>
          <p:nvPr/>
        </p:nvSpPr>
        <p:spPr>
          <a:xfrm>
            <a:off x="694181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56" name="object 856"/>
          <p:cNvSpPr/>
          <p:nvPr/>
        </p:nvSpPr>
        <p:spPr>
          <a:xfrm>
            <a:off x="690499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57" name="object 857"/>
          <p:cNvSpPr/>
          <p:nvPr/>
        </p:nvSpPr>
        <p:spPr>
          <a:xfrm>
            <a:off x="686815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58" name="object 858"/>
          <p:cNvSpPr/>
          <p:nvPr/>
        </p:nvSpPr>
        <p:spPr>
          <a:xfrm>
            <a:off x="683133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59" name="object 859"/>
          <p:cNvSpPr/>
          <p:nvPr/>
        </p:nvSpPr>
        <p:spPr>
          <a:xfrm>
            <a:off x="67945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60" name="object 860"/>
          <p:cNvSpPr/>
          <p:nvPr/>
        </p:nvSpPr>
        <p:spPr>
          <a:xfrm>
            <a:off x="675766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61" name="object 861"/>
          <p:cNvSpPr/>
          <p:nvPr/>
        </p:nvSpPr>
        <p:spPr>
          <a:xfrm>
            <a:off x="67208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62" name="object 862"/>
          <p:cNvSpPr/>
          <p:nvPr/>
        </p:nvSpPr>
        <p:spPr>
          <a:xfrm>
            <a:off x="66840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63" name="object 863"/>
          <p:cNvSpPr/>
          <p:nvPr/>
        </p:nvSpPr>
        <p:spPr>
          <a:xfrm>
            <a:off x="664718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64" name="object 864"/>
          <p:cNvSpPr/>
          <p:nvPr/>
        </p:nvSpPr>
        <p:spPr>
          <a:xfrm>
            <a:off x="661161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65" name="object 865"/>
          <p:cNvSpPr/>
          <p:nvPr/>
        </p:nvSpPr>
        <p:spPr>
          <a:xfrm>
            <a:off x="657479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66" name="object 866"/>
          <p:cNvSpPr/>
          <p:nvPr/>
        </p:nvSpPr>
        <p:spPr>
          <a:xfrm>
            <a:off x="653795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67" name="object 867"/>
          <p:cNvSpPr/>
          <p:nvPr/>
        </p:nvSpPr>
        <p:spPr>
          <a:xfrm>
            <a:off x="650112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68" name="object 868"/>
          <p:cNvSpPr/>
          <p:nvPr/>
        </p:nvSpPr>
        <p:spPr>
          <a:xfrm>
            <a:off x="64643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69" name="object 869"/>
          <p:cNvSpPr/>
          <p:nvPr/>
        </p:nvSpPr>
        <p:spPr>
          <a:xfrm>
            <a:off x="642747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70" name="object 870"/>
          <p:cNvSpPr/>
          <p:nvPr/>
        </p:nvSpPr>
        <p:spPr>
          <a:xfrm>
            <a:off x="63906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71" name="object 871"/>
          <p:cNvSpPr/>
          <p:nvPr/>
        </p:nvSpPr>
        <p:spPr>
          <a:xfrm>
            <a:off x="63538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72" name="object 872"/>
          <p:cNvSpPr/>
          <p:nvPr/>
        </p:nvSpPr>
        <p:spPr>
          <a:xfrm>
            <a:off x="631697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73" name="object 873"/>
          <p:cNvSpPr/>
          <p:nvPr/>
        </p:nvSpPr>
        <p:spPr>
          <a:xfrm>
            <a:off x="62801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74" name="object 874"/>
          <p:cNvSpPr/>
          <p:nvPr/>
        </p:nvSpPr>
        <p:spPr>
          <a:xfrm>
            <a:off x="624332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75" name="object 875"/>
          <p:cNvSpPr/>
          <p:nvPr/>
        </p:nvSpPr>
        <p:spPr>
          <a:xfrm>
            <a:off x="62064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76" name="object 876"/>
          <p:cNvSpPr/>
          <p:nvPr/>
        </p:nvSpPr>
        <p:spPr>
          <a:xfrm>
            <a:off x="617092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77" name="object 877"/>
          <p:cNvSpPr/>
          <p:nvPr/>
        </p:nvSpPr>
        <p:spPr>
          <a:xfrm>
            <a:off x="61341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78" name="object 878"/>
          <p:cNvSpPr/>
          <p:nvPr/>
        </p:nvSpPr>
        <p:spPr>
          <a:xfrm>
            <a:off x="609727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79" name="object 879"/>
          <p:cNvSpPr/>
          <p:nvPr/>
        </p:nvSpPr>
        <p:spPr>
          <a:xfrm>
            <a:off x="606044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80" name="object 880"/>
          <p:cNvSpPr/>
          <p:nvPr/>
        </p:nvSpPr>
        <p:spPr>
          <a:xfrm>
            <a:off x="602360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81" name="object 881"/>
          <p:cNvSpPr/>
          <p:nvPr/>
        </p:nvSpPr>
        <p:spPr>
          <a:xfrm>
            <a:off x="598677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82" name="object 882"/>
          <p:cNvSpPr/>
          <p:nvPr/>
        </p:nvSpPr>
        <p:spPr>
          <a:xfrm>
            <a:off x="594995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83" name="object 883"/>
          <p:cNvSpPr/>
          <p:nvPr/>
        </p:nvSpPr>
        <p:spPr>
          <a:xfrm>
            <a:off x="591312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84" name="object 884"/>
          <p:cNvSpPr/>
          <p:nvPr/>
        </p:nvSpPr>
        <p:spPr>
          <a:xfrm>
            <a:off x="58762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85" name="object 885"/>
          <p:cNvSpPr/>
          <p:nvPr/>
        </p:nvSpPr>
        <p:spPr>
          <a:xfrm>
            <a:off x="58394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86" name="object 886"/>
          <p:cNvSpPr/>
          <p:nvPr/>
        </p:nvSpPr>
        <p:spPr>
          <a:xfrm>
            <a:off x="580262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87" name="object 887"/>
          <p:cNvSpPr/>
          <p:nvPr/>
        </p:nvSpPr>
        <p:spPr>
          <a:xfrm>
            <a:off x="576707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88" name="object 888"/>
          <p:cNvSpPr/>
          <p:nvPr/>
        </p:nvSpPr>
        <p:spPr>
          <a:xfrm>
            <a:off x="573024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89" name="object 889"/>
          <p:cNvSpPr/>
          <p:nvPr/>
        </p:nvSpPr>
        <p:spPr>
          <a:xfrm>
            <a:off x="569340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90" name="object 890"/>
          <p:cNvSpPr/>
          <p:nvPr/>
        </p:nvSpPr>
        <p:spPr>
          <a:xfrm>
            <a:off x="565657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891" name="object 891"/>
          <p:cNvSpPr/>
          <p:nvPr/>
        </p:nvSpPr>
        <p:spPr>
          <a:xfrm>
            <a:off x="56197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92" name="object 892"/>
          <p:cNvSpPr/>
          <p:nvPr/>
        </p:nvSpPr>
        <p:spPr>
          <a:xfrm>
            <a:off x="558292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893" name="object 893"/>
          <p:cNvSpPr/>
          <p:nvPr/>
        </p:nvSpPr>
        <p:spPr>
          <a:xfrm>
            <a:off x="554609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94" name="object 894"/>
          <p:cNvSpPr/>
          <p:nvPr/>
        </p:nvSpPr>
        <p:spPr>
          <a:xfrm>
            <a:off x="550925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95" name="object 895"/>
          <p:cNvSpPr/>
          <p:nvPr/>
        </p:nvSpPr>
        <p:spPr>
          <a:xfrm>
            <a:off x="547242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96" name="object 896"/>
          <p:cNvSpPr/>
          <p:nvPr/>
        </p:nvSpPr>
        <p:spPr>
          <a:xfrm>
            <a:off x="54356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97" name="object 897"/>
          <p:cNvSpPr/>
          <p:nvPr/>
        </p:nvSpPr>
        <p:spPr>
          <a:xfrm>
            <a:off x="539877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98" name="object 898"/>
          <p:cNvSpPr/>
          <p:nvPr/>
        </p:nvSpPr>
        <p:spPr>
          <a:xfrm>
            <a:off x="53619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899" name="object 899"/>
          <p:cNvSpPr/>
          <p:nvPr/>
        </p:nvSpPr>
        <p:spPr>
          <a:xfrm>
            <a:off x="532637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00" name="object 900"/>
          <p:cNvSpPr/>
          <p:nvPr/>
        </p:nvSpPr>
        <p:spPr>
          <a:xfrm>
            <a:off x="528955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01" name="object 901"/>
          <p:cNvSpPr/>
          <p:nvPr/>
        </p:nvSpPr>
        <p:spPr>
          <a:xfrm>
            <a:off x="525272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02" name="object 902"/>
          <p:cNvSpPr/>
          <p:nvPr/>
        </p:nvSpPr>
        <p:spPr>
          <a:xfrm>
            <a:off x="521589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03" name="object 903"/>
          <p:cNvSpPr/>
          <p:nvPr/>
        </p:nvSpPr>
        <p:spPr>
          <a:xfrm>
            <a:off x="517905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04" name="object 904"/>
          <p:cNvSpPr/>
          <p:nvPr/>
        </p:nvSpPr>
        <p:spPr>
          <a:xfrm>
            <a:off x="514222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05" name="object 905"/>
          <p:cNvSpPr/>
          <p:nvPr/>
        </p:nvSpPr>
        <p:spPr>
          <a:xfrm>
            <a:off x="510540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06" name="object 906"/>
          <p:cNvSpPr/>
          <p:nvPr/>
        </p:nvSpPr>
        <p:spPr>
          <a:xfrm>
            <a:off x="506857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07" name="object 907"/>
          <p:cNvSpPr/>
          <p:nvPr/>
        </p:nvSpPr>
        <p:spPr>
          <a:xfrm>
            <a:off x="5031740"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08" name="object 908"/>
          <p:cNvSpPr/>
          <p:nvPr/>
        </p:nvSpPr>
        <p:spPr>
          <a:xfrm>
            <a:off x="499490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09" name="object 909"/>
          <p:cNvSpPr/>
          <p:nvPr/>
        </p:nvSpPr>
        <p:spPr>
          <a:xfrm>
            <a:off x="4958079" y="356235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10" name="object 910"/>
          <p:cNvSpPr/>
          <p:nvPr/>
        </p:nvSpPr>
        <p:spPr>
          <a:xfrm>
            <a:off x="492252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11" name="object 911"/>
          <p:cNvSpPr/>
          <p:nvPr/>
        </p:nvSpPr>
        <p:spPr>
          <a:xfrm>
            <a:off x="4885690"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12" name="object 912"/>
          <p:cNvSpPr/>
          <p:nvPr/>
        </p:nvSpPr>
        <p:spPr>
          <a:xfrm>
            <a:off x="4848859"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13" name="object 913"/>
          <p:cNvSpPr/>
          <p:nvPr/>
        </p:nvSpPr>
        <p:spPr>
          <a:xfrm>
            <a:off x="4812029" y="356235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14" name="object 914"/>
          <p:cNvSpPr/>
          <p:nvPr/>
        </p:nvSpPr>
        <p:spPr>
          <a:xfrm>
            <a:off x="477520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15" name="object 915"/>
          <p:cNvSpPr/>
          <p:nvPr/>
        </p:nvSpPr>
        <p:spPr>
          <a:xfrm>
            <a:off x="4738370" y="356235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16" name="object 916"/>
          <p:cNvSpPr txBox="1"/>
          <p:nvPr/>
        </p:nvSpPr>
        <p:spPr>
          <a:xfrm>
            <a:off x="8844096" y="2670449"/>
            <a:ext cx="282575" cy="912494"/>
          </a:xfrm>
          <a:prstGeom prst="rect">
            <a:avLst/>
          </a:prstGeom>
        </p:spPr>
        <p:txBody>
          <a:bodyPr vert="vert" wrap="square" lIns="0" tIns="0" rIns="0" bIns="0" rtlCol="0">
            <a:spAutoFit/>
          </a:bodyPr>
          <a:lstStyle/>
          <a:p>
            <a:pPr marL="12700">
              <a:lnSpc>
                <a:spcPts val="2100"/>
              </a:lnSpc>
            </a:pPr>
            <a:r>
              <a:rPr sz="1800" spc="-10" dirty="0">
                <a:latin typeface="Liberation Sans"/>
                <a:cs typeface="Liberation Sans"/>
              </a:rPr>
              <a:t>pre-copy</a:t>
            </a:r>
            <a:endParaRPr sz="1800">
              <a:latin typeface="Liberation Sans"/>
              <a:cs typeface="Liberation Sans"/>
            </a:endParaRPr>
          </a:p>
        </p:txBody>
      </p:sp>
      <p:sp>
        <p:nvSpPr>
          <p:cNvPr id="917" name="object 917"/>
          <p:cNvSpPr/>
          <p:nvPr/>
        </p:nvSpPr>
        <p:spPr>
          <a:xfrm>
            <a:off x="467614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18" name="object 918"/>
          <p:cNvSpPr/>
          <p:nvPr/>
        </p:nvSpPr>
        <p:spPr>
          <a:xfrm>
            <a:off x="463930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19" name="object 919"/>
          <p:cNvSpPr/>
          <p:nvPr/>
        </p:nvSpPr>
        <p:spPr>
          <a:xfrm>
            <a:off x="460247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20" name="object 920"/>
          <p:cNvSpPr/>
          <p:nvPr/>
        </p:nvSpPr>
        <p:spPr>
          <a:xfrm>
            <a:off x="45656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21" name="object 921"/>
          <p:cNvSpPr/>
          <p:nvPr/>
        </p:nvSpPr>
        <p:spPr>
          <a:xfrm>
            <a:off x="452882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22" name="object 922"/>
          <p:cNvSpPr/>
          <p:nvPr/>
        </p:nvSpPr>
        <p:spPr>
          <a:xfrm>
            <a:off x="44919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23" name="object 923"/>
          <p:cNvSpPr/>
          <p:nvPr/>
        </p:nvSpPr>
        <p:spPr>
          <a:xfrm>
            <a:off x="44551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24" name="object 924"/>
          <p:cNvSpPr/>
          <p:nvPr/>
        </p:nvSpPr>
        <p:spPr>
          <a:xfrm>
            <a:off x="441960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25" name="object 925"/>
          <p:cNvSpPr/>
          <p:nvPr/>
        </p:nvSpPr>
        <p:spPr>
          <a:xfrm>
            <a:off x="438277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26" name="object 926"/>
          <p:cNvSpPr/>
          <p:nvPr/>
        </p:nvSpPr>
        <p:spPr>
          <a:xfrm>
            <a:off x="434594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27" name="object 927"/>
          <p:cNvSpPr/>
          <p:nvPr/>
        </p:nvSpPr>
        <p:spPr>
          <a:xfrm>
            <a:off x="430910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28" name="object 928"/>
          <p:cNvSpPr/>
          <p:nvPr/>
        </p:nvSpPr>
        <p:spPr>
          <a:xfrm>
            <a:off x="427227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29" name="object 929"/>
          <p:cNvSpPr/>
          <p:nvPr/>
        </p:nvSpPr>
        <p:spPr>
          <a:xfrm>
            <a:off x="42354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30" name="object 930"/>
          <p:cNvSpPr/>
          <p:nvPr/>
        </p:nvSpPr>
        <p:spPr>
          <a:xfrm>
            <a:off x="419862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31" name="object 931"/>
          <p:cNvSpPr/>
          <p:nvPr/>
        </p:nvSpPr>
        <p:spPr>
          <a:xfrm>
            <a:off x="41617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32" name="object 932"/>
          <p:cNvSpPr/>
          <p:nvPr/>
        </p:nvSpPr>
        <p:spPr>
          <a:xfrm>
            <a:off x="41249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33" name="object 933"/>
          <p:cNvSpPr/>
          <p:nvPr/>
        </p:nvSpPr>
        <p:spPr>
          <a:xfrm>
            <a:off x="408812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34" name="object 934"/>
          <p:cNvSpPr/>
          <p:nvPr/>
        </p:nvSpPr>
        <p:spPr>
          <a:xfrm>
            <a:off x="40513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35" name="object 935"/>
          <p:cNvSpPr/>
          <p:nvPr/>
        </p:nvSpPr>
        <p:spPr>
          <a:xfrm>
            <a:off x="40144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36" name="object 936"/>
          <p:cNvSpPr/>
          <p:nvPr/>
        </p:nvSpPr>
        <p:spPr>
          <a:xfrm>
            <a:off x="397890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37" name="object 937"/>
          <p:cNvSpPr/>
          <p:nvPr/>
        </p:nvSpPr>
        <p:spPr>
          <a:xfrm>
            <a:off x="394207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38" name="object 938"/>
          <p:cNvSpPr/>
          <p:nvPr/>
        </p:nvSpPr>
        <p:spPr>
          <a:xfrm>
            <a:off x="39052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39" name="object 939"/>
          <p:cNvSpPr/>
          <p:nvPr/>
        </p:nvSpPr>
        <p:spPr>
          <a:xfrm>
            <a:off x="386842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40" name="object 940"/>
          <p:cNvSpPr/>
          <p:nvPr/>
        </p:nvSpPr>
        <p:spPr>
          <a:xfrm>
            <a:off x="383159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41" name="object 941"/>
          <p:cNvSpPr/>
          <p:nvPr/>
        </p:nvSpPr>
        <p:spPr>
          <a:xfrm>
            <a:off x="379475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42" name="object 942"/>
          <p:cNvSpPr/>
          <p:nvPr/>
        </p:nvSpPr>
        <p:spPr>
          <a:xfrm>
            <a:off x="375792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43" name="object 943"/>
          <p:cNvSpPr/>
          <p:nvPr/>
        </p:nvSpPr>
        <p:spPr>
          <a:xfrm>
            <a:off x="37211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44" name="object 944"/>
          <p:cNvSpPr/>
          <p:nvPr/>
        </p:nvSpPr>
        <p:spPr>
          <a:xfrm>
            <a:off x="36842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45" name="object 945"/>
          <p:cNvSpPr/>
          <p:nvPr/>
        </p:nvSpPr>
        <p:spPr>
          <a:xfrm>
            <a:off x="364744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46" name="object 946"/>
          <p:cNvSpPr/>
          <p:nvPr/>
        </p:nvSpPr>
        <p:spPr>
          <a:xfrm>
            <a:off x="361060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47" name="object 947"/>
          <p:cNvSpPr/>
          <p:nvPr/>
        </p:nvSpPr>
        <p:spPr>
          <a:xfrm>
            <a:off x="35750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48" name="object 948"/>
          <p:cNvSpPr/>
          <p:nvPr/>
        </p:nvSpPr>
        <p:spPr>
          <a:xfrm>
            <a:off x="353822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49" name="object 949"/>
          <p:cNvSpPr/>
          <p:nvPr/>
        </p:nvSpPr>
        <p:spPr>
          <a:xfrm>
            <a:off x="350139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50" name="object 950"/>
          <p:cNvSpPr/>
          <p:nvPr/>
        </p:nvSpPr>
        <p:spPr>
          <a:xfrm>
            <a:off x="346455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51" name="object 951"/>
          <p:cNvSpPr/>
          <p:nvPr/>
        </p:nvSpPr>
        <p:spPr>
          <a:xfrm>
            <a:off x="342772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952" name="object 952"/>
          <p:cNvSpPr/>
          <p:nvPr/>
        </p:nvSpPr>
        <p:spPr>
          <a:xfrm>
            <a:off x="339090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53" name="object 953"/>
          <p:cNvSpPr/>
          <p:nvPr/>
        </p:nvSpPr>
        <p:spPr>
          <a:xfrm>
            <a:off x="335407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954" name="object 954"/>
          <p:cNvSpPr/>
          <p:nvPr/>
        </p:nvSpPr>
        <p:spPr>
          <a:xfrm>
            <a:off x="331724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55" name="object 955"/>
          <p:cNvSpPr/>
          <p:nvPr/>
        </p:nvSpPr>
        <p:spPr>
          <a:xfrm>
            <a:off x="328040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56" name="object 956"/>
          <p:cNvSpPr/>
          <p:nvPr/>
        </p:nvSpPr>
        <p:spPr>
          <a:xfrm>
            <a:off x="3243579" y="6530340"/>
            <a:ext cx="19050" cy="0"/>
          </a:xfrm>
          <a:custGeom>
            <a:avLst/>
            <a:gdLst/>
            <a:ahLst/>
            <a:cxnLst/>
            <a:rect l="l" t="t" r="r" b="b"/>
            <a:pathLst>
              <a:path w="19050">
                <a:moveTo>
                  <a:pt x="19049" y="0"/>
                </a:moveTo>
                <a:lnTo>
                  <a:pt x="0" y="0"/>
                </a:lnTo>
              </a:path>
            </a:pathLst>
          </a:custGeom>
          <a:ln w="18329">
            <a:solidFill>
              <a:srgbClr val="00007F"/>
            </a:solidFill>
          </a:ln>
        </p:spPr>
        <p:txBody>
          <a:bodyPr wrap="square" lIns="0" tIns="0" rIns="0" bIns="0" rtlCol="0"/>
          <a:lstStyle/>
          <a:p>
            <a:endParaRPr/>
          </a:p>
        </p:txBody>
      </p:sp>
      <p:sp>
        <p:nvSpPr>
          <p:cNvPr id="957" name="object 957"/>
          <p:cNvSpPr/>
          <p:nvPr/>
        </p:nvSpPr>
        <p:spPr>
          <a:xfrm>
            <a:off x="32067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58" name="object 958"/>
          <p:cNvSpPr/>
          <p:nvPr/>
        </p:nvSpPr>
        <p:spPr>
          <a:xfrm>
            <a:off x="316992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59" name="object 959"/>
          <p:cNvSpPr/>
          <p:nvPr/>
        </p:nvSpPr>
        <p:spPr>
          <a:xfrm>
            <a:off x="313436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960" name="object 960"/>
          <p:cNvSpPr/>
          <p:nvPr/>
        </p:nvSpPr>
        <p:spPr>
          <a:xfrm>
            <a:off x="309752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61" name="object 961"/>
          <p:cNvSpPr/>
          <p:nvPr/>
        </p:nvSpPr>
        <p:spPr>
          <a:xfrm>
            <a:off x="306070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62" name="object 962"/>
          <p:cNvSpPr/>
          <p:nvPr/>
        </p:nvSpPr>
        <p:spPr>
          <a:xfrm>
            <a:off x="302387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63" name="object 963"/>
          <p:cNvSpPr/>
          <p:nvPr/>
        </p:nvSpPr>
        <p:spPr>
          <a:xfrm>
            <a:off x="298703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64" name="object 964"/>
          <p:cNvSpPr/>
          <p:nvPr/>
        </p:nvSpPr>
        <p:spPr>
          <a:xfrm>
            <a:off x="295021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965" name="object 965"/>
          <p:cNvSpPr/>
          <p:nvPr/>
        </p:nvSpPr>
        <p:spPr>
          <a:xfrm>
            <a:off x="291337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66" name="object 966"/>
          <p:cNvSpPr/>
          <p:nvPr/>
        </p:nvSpPr>
        <p:spPr>
          <a:xfrm>
            <a:off x="28765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67" name="object 967"/>
          <p:cNvSpPr/>
          <p:nvPr/>
        </p:nvSpPr>
        <p:spPr>
          <a:xfrm>
            <a:off x="283972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68" name="object 968"/>
          <p:cNvSpPr/>
          <p:nvPr/>
        </p:nvSpPr>
        <p:spPr>
          <a:xfrm>
            <a:off x="280288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69" name="object 969"/>
          <p:cNvSpPr/>
          <p:nvPr/>
        </p:nvSpPr>
        <p:spPr>
          <a:xfrm>
            <a:off x="276606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70" name="object 970"/>
          <p:cNvSpPr/>
          <p:nvPr/>
        </p:nvSpPr>
        <p:spPr>
          <a:xfrm>
            <a:off x="273050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71" name="object 971"/>
          <p:cNvSpPr/>
          <p:nvPr/>
        </p:nvSpPr>
        <p:spPr>
          <a:xfrm>
            <a:off x="269367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72" name="object 972"/>
          <p:cNvSpPr/>
          <p:nvPr/>
        </p:nvSpPr>
        <p:spPr>
          <a:xfrm>
            <a:off x="265683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73" name="object 973"/>
          <p:cNvSpPr/>
          <p:nvPr/>
        </p:nvSpPr>
        <p:spPr>
          <a:xfrm>
            <a:off x="262001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974" name="object 974"/>
          <p:cNvSpPr/>
          <p:nvPr/>
        </p:nvSpPr>
        <p:spPr>
          <a:xfrm>
            <a:off x="258317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75" name="object 975"/>
          <p:cNvSpPr/>
          <p:nvPr/>
        </p:nvSpPr>
        <p:spPr>
          <a:xfrm>
            <a:off x="254635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76" name="object 976"/>
          <p:cNvSpPr/>
          <p:nvPr/>
        </p:nvSpPr>
        <p:spPr>
          <a:xfrm>
            <a:off x="250952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77" name="object 977"/>
          <p:cNvSpPr/>
          <p:nvPr/>
        </p:nvSpPr>
        <p:spPr>
          <a:xfrm>
            <a:off x="247268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78" name="object 978"/>
          <p:cNvSpPr/>
          <p:nvPr/>
        </p:nvSpPr>
        <p:spPr>
          <a:xfrm>
            <a:off x="243586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79" name="object 979"/>
          <p:cNvSpPr/>
          <p:nvPr/>
        </p:nvSpPr>
        <p:spPr>
          <a:xfrm>
            <a:off x="239902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80" name="object 980"/>
          <p:cNvSpPr/>
          <p:nvPr/>
        </p:nvSpPr>
        <p:spPr>
          <a:xfrm>
            <a:off x="23622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81" name="object 981"/>
          <p:cNvSpPr/>
          <p:nvPr/>
        </p:nvSpPr>
        <p:spPr>
          <a:xfrm>
            <a:off x="23253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82" name="object 982"/>
          <p:cNvSpPr/>
          <p:nvPr/>
        </p:nvSpPr>
        <p:spPr>
          <a:xfrm>
            <a:off x="228981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983" name="object 983"/>
          <p:cNvSpPr/>
          <p:nvPr/>
        </p:nvSpPr>
        <p:spPr>
          <a:xfrm>
            <a:off x="225297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84" name="object 984"/>
          <p:cNvSpPr/>
          <p:nvPr/>
        </p:nvSpPr>
        <p:spPr>
          <a:xfrm>
            <a:off x="221615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85" name="object 985"/>
          <p:cNvSpPr/>
          <p:nvPr/>
        </p:nvSpPr>
        <p:spPr>
          <a:xfrm>
            <a:off x="217932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86" name="object 986"/>
          <p:cNvSpPr/>
          <p:nvPr/>
        </p:nvSpPr>
        <p:spPr>
          <a:xfrm>
            <a:off x="214248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87" name="object 987"/>
          <p:cNvSpPr/>
          <p:nvPr/>
        </p:nvSpPr>
        <p:spPr>
          <a:xfrm>
            <a:off x="210566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988" name="object 988"/>
          <p:cNvSpPr/>
          <p:nvPr/>
        </p:nvSpPr>
        <p:spPr>
          <a:xfrm>
            <a:off x="206882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89" name="object 989"/>
          <p:cNvSpPr/>
          <p:nvPr/>
        </p:nvSpPr>
        <p:spPr>
          <a:xfrm>
            <a:off x="20320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90" name="object 990"/>
          <p:cNvSpPr/>
          <p:nvPr/>
        </p:nvSpPr>
        <p:spPr>
          <a:xfrm>
            <a:off x="19951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91" name="object 991"/>
          <p:cNvSpPr/>
          <p:nvPr/>
        </p:nvSpPr>
        <p:spPr>
          <a:xfrm>
            <a:off x="195833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92" name="object 992"/>
          <p:cNvSpPr/>
          <p:nvPr/>
        </p:nvSpPr>
        <p:spPr>
          <a:xfrm>
            <a:off x="192151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993" name="object 993"/>
          <p:cNvSpPr/>
          <p:nvPr/>
        </p:nvSpPr>
        <p:spPr>
          <a:xfrm>
            <a:off x="188595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94" name="object 994"/>
          <p:cNvSpPr/>
          <p:nvPr/>
        </p:nvSpPr>
        <p:spPr>
          <a:xfrm>
            <a:off x="184912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95" name="object 995"/>
          <p:cNvSpPr/>
          <p:nvPr/>
        </p:nvSpPr>
        <p:spPr>
          <a:xfrm>
            <a:off x="181228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96" name="object 996"/>
          <p:cNvSpPr/>
          <p:nvPr/>
        </p:nvSpPr>
        <p:spPr>
          <a:xfrm>
            <a:off x="177546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997" name="object 997"/>
          <p:cNvSpPr/>
          <p:nvPr/>
        </p:nvSpPr>
        <p:spPr>
          <a:xfrm>
            <a:off x="173862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98" name="object 998"/>
          <p:cNvSpPr/>
          <p:nvPr/>
        </p:nvSpPr>
        <p:spPr>
          <a:xfrm>
            <a:off x="170180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999" name="object 999"/>
          <p:cNvSpPr/>
          <p:nvPr/>
        </p:nvSpPr>
        <p:spPr>
          <a:xfrm>
            <a:off x="166497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00" name="object 1000"/>
          <p:cNvSpPr/>
          <p:nvPr/>
        </p:nvSpPr>
        <p:spPr>
          <a:xfrm>
            <a:off x="162813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01" name="object 1001"/>
          <p:cNvSpPr/>
          <p:nvPr/>
        </p:nvSpPr>
        <p:spPr>
          <a:xfrm>
            <a:off x="159131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02" name="object 1002"/>
          <p:cNvSpPr/>
          <p:nvPr/>
        </p:nvSpPr>
        <p:spPr>
          <a:xfrm>
            <a:off x="155448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03" name="object 1003"/>
          <p:cNvSpPr/>
          <p:nvPr/>
        </p:nvSpPr>
        <p:spPr>
          <a:xfrm>
            <a:off x="15176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04" name="object 1004"/>
          <p:cNvSpPr/>
          <p:nvPr/>
        </p:nvSpPr>
        <p:spPr>
          <a:xfrm>
            <a:off x="148081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05" name="object 1005"/>
          <p:cNvSpPr/>
          <p:nvPr/>
        </p:nvSpPr>
        <p:spPr>
          <a:xfrm>
            <a:off x="144526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06" name="object 1006"/>
          <p:cNvSpPr/>
          <p:nvPr/>
        </p:nvSpPr>
        <p:spPr>
          <a:xfrm>
            <a:off x="140843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1007" name="object 1007"/>
          <p:cNvSpPr/>
          <p:nvPr/>
        </p:nvSpPr>
        <p:spPr>
          <a:xfrm>
            <a:off x="137160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08" name="object 1008"/>
          <p:cNvSpPr/>
          <p:nvPr/>
        </p:nvSpPr>
        <p:spPr>
          <a:xfrm>
            <a:off x="133476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09" name="object 1009"/>
          <p:cNvSpPr/>
          <p:nvPr/>
        </p:nvSpPr>
        <p:spPr>
          <a:xfrm>
            <a:off x="1297939"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1010" name="object 1010"/>
          <p:cNvSpPr/>
          <p:nvPr/>
        </p:nvSpPr>
        <p:spPr>
          <a:xfrm>
            <a:off x="126111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11" name="object 1011"/>
          <p:cNvSpPr/>
          <p:nvPr/>
        </p:nvSpPr>
        <p:spPr>
          <a:xfrm>
            <a:off x="122428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12" name="object 1012"/>
          <p:cNvSpPr/>
          <p:nvPr/>
        </p:nvSpPr>
        <p:spPr>
          <a:xfrm>
            <a:off x="11874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13" name="object 1013"/>
          <p:cNvSpPr/>
          <p:nvPr/>
        </p:nvSpPr>
        <p:spPr>
          <a:xfrm>
            <a:off x="115061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14" name="object 1014"/>
          <p:cNvSpPr/>
          <p:nvPr/>
        </p:nvSpPr>
        <p:spPr>
          <a:xfrm>
            <a:off x="111378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15" name="object 1015"/>
          <p:cNvSpPr/>
          <p:nvPr/>
        </p:nvSpPr>
        <p:spPr>
          <a:xfrm>
            <a:off x="107696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16" name="object 1016"/>
          <p:cNvSpPr/>
          <p:nvPr/>
        </p:nvSpPr>
        <p:spPr>
          <a:xfrm>
            <a:off x="104013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17" name="object 1017"/>
          <p:cNvSpPr/>
          <p:nvPr/>
        </p:nvSpPr>
        <p:spPr>
          <a:xfrm>
            <a:off x="100456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18" name="object 1018"/>
          <p:cNvSpPr/>
          <p:nvPr/>
        </p:nvSpPr>
        <p:spPr>
          <a:xfrm>
            <a:off x="967739"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1019" name="object 1019"/>
          <p:cNvSpPr/>
          <p:nvPr/>
        </p:nvSpPr>
        <p:spPr>
          <a:xfrm>
            <a:off x="93091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20" name="object 1020"/>
          <p:cNvSpPr/>
          <p:nvPr/>
        </p:nvSpPr>
        <p:spPr>
          <a:xfrm>
            <a:off x="894080" y="6530340"/>
            <a:ext cx="17780" cy="0"/>
          </a:xfrm>
          <a:custGeom>
            <a:avLst/>
            <a:gdLst/>
            <a:ahLst/>
            <a:cxnLst/>
            <a:rect l="l" t="t" r="r" b="b"/>
            <a:pathLst>
              <a:path w="17780">
                <a:moveTo>
                  <a:pt x="17779" y="0"/>
                </a:moveTo>
                <a:lnTo>
                  <a:pt x="0" y="0"/>
                </a:lnTo>
              </a:path>
            </a:pathLst>
          </a:custGeom>
          <a:ln w="18329">
            <a:solidFill>
              <a:srgbClr val="00007F"/>
            </a:solidFill>
          </a:ln>
        </p:spPr>
        <p:txBody>
          <a:bodyPr wrap="square" lIns="0" tIns="0" rIns="0" bIns="0" rtlCol="0"/>
          <a:lstStyle/>
          <a:p>
            <a:endParaRPr/>
          </a:p>
        </p:txBody>
      </p:sp>
      <p:sp>
        <p:nvSpPr>
          <p:cNvPr id="1021" name="object 1021"/>
          <p:cNvSpPr/>
          <p:nvPr/>
        </p:nvSpPr>
        <p:spPr>
          <a:xfrm>
            <a:off x="857250"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22" name="object 1022"/>
          <p:cNvSpPr/>
          <p:nvPr/>
        </p:nvSpPr>
        <p:spPr>
          <a:xfrm>
            <a:off x="820419" y="6530340"/>
            <a:ext cx="17780" cy="0"/>
          </a:xfrm>
          <a:custGeom>
            <a:avLst/>
            <a:gdLst/>
            <a:ahLst/>
            <a:cxnLst/>
            <a:rect l="l" t="t" r="r" b="b"/>
            <a:pathLst>
              <a:path w="17780">
                <a:moveTo>
                  <a:pt x="17780" y="0"/>
                </a:moveTo>
                <a:lnTo>
                  <a:pt x="0" y="0"/>
                </a:lnTo>
              </a:path>
            </a:pathLst>
          </a:custGeom>
          <a:ln w="18329">
            <a:solidFill>
              <a:srgbClr val="00007F"/>
            </a:solidFill>
          </a:ln>
        </p:spPr>
        <p:txBody>
          <a:bodyPr wrap="square" lIns="0" tIns="0" rIns="0" bIns="0" rtlCol="0"/>
          <a:lstStyle/>
          <a:p>
            <a:endParaRPr/>
          </a:p>
        </p:txBody>
      </p:sp>
      <p:sp>
        <p:nvSpPr>
          <p:cNvPr id="1023" name="object 1023"/>
          <p:cNvSpPr/>
          <p:nvPr/>
        </p:nvSpPr>
        <p:spPr>
          <a:xfrm>
            <a:off x="7835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24" name="object 1024"/>
          <p:cNvSpPr/>
          <p:nvPr/>
        </p:nvSpPr>
        <p:spPr>
          <a:xfrm>
            <a:off x="7467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25" name="object 1025"/>
          <p:cNvSpPr/>
          <p:nvPr/>
        </p:nvSpPr>
        <p:spPr>
          <a:xfrm>
            <a:off x="70993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26" name="object 1026"/>
          <p:cNvSpPr/>
          <p:nvPr/>
        </p:nvSpPr>
        <p:spPr>
          <a:xfrm>
            <a:off x="6731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27" name="object 1027"/>
          <p:cNvSpPr/>
          <p:nvPr/>
        </p:nvSpPr>
        <p:spPr>
          <a:xfrm>
            <a:off x="63626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028" name="object 1028"/>
          <p:cNvSpPr/>
          <p:nvPr/>
        </p:nvSpPr>
        <p:spPr>
          <a:xfrm>
            <a:off x="60070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029" name="object 1029"/>
          <p:cNvSpPr/>
          <p:nvPr/>
        </p:nvSpPr>
        <p:spPr>
          <a:xfrm>
            <a:off x="595630" y="64985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030" name="object 1030"/>
          <p:cNvSpPr/>
          <p:nvPr/>
        </p:nvSpPr>
        <p:spPr>
          <a:xfrm>
            <a:off x="595630" y="6461759"/>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031" name="object 1031"/>
          <p:cNvSpPr/>
          <p:nvPr/>
        </p:nvSpPr>
        <p:spPr>
          <a:xfrm>
            <a:off x="595630" y="642492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032" name="object 1032"/>
          <p:cNvSpPr/>
          <p:nvPr/>
        </p:nvSpPr>
        <p:spPr>
          <a:xfrm>
            <a:off x="595630" y="638810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033" name="object 1033"/>
          <p:cNvSpPr/>
          <p:nvPr/>
        </p:nvSpPr>
        <p:spPr>
          <a:xfrm>
            <a:off x="595630" y="635127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034" name="object 1034"/>
          <p:cNvSpPr/>
          <p:nvPr/>
        </p:nvSpPr>
        <p:spPr>
          <a:xfrm>
            <a:off x="595630" y="6315709"/>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035" name="object 1035"/>
          <p:cNvSpPr/>
          <p:nvPr/>
        </p:nvSpPr>
        <p:spPr>
          <a:xfrm>
            <a:off x="595630" y="6278879"/>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036" name="object 1036"/>
          <p:cNvSpPr/>
          <p:nvPr/>
        </p:nvSpPr>
        <p:spPr>
          <a:xfrm>
            <a:off x="595630" y="6242050"/>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037" name="object 1037"/>
          <p:cNvSpPr/>
          <p:nvPr/>
        </p:nvSpPr>
        <p:spPr>
          <a:xfrm>
            <a:off x="595630" y="620522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1038" name="object 1038"/>
          <p:cNvSpPr/>
          <p:nvPr/>
        </p:nvSpPr>
        <p:spPr>
          <a:xfrm>
            <a:off x="595630" y="6168390"/>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039" name="object 1039"/>
          <p:cNvSpPr/>
          <p:nvPr/>
        </p:nvSpPr>
        <p:spPr>
          <a:xfrm>
            <a:off x="595630" y="6131559"/>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040" name="object 1040"/>
          <p:cNvSpPr/>
          <p:nvPr/>
        </p:nvSpPr>
        <p:spPr>
          <a:xfrm>
            <a:off x="595630" y="609472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041" name="object 1041"/>
          <p:cNvSpPr/>
          <p:nvPr/>
        </p:nvSpPr>
        <p:spPr>
          <a:xfrm>
            <a:off x="595630" y="605790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042" name="object 1042"/>
          <p:cNvSpPr/>
          <p:nvPr/>
        </p:nvSpPr>
        <p:spPr>
          <a:xfrm>
            <a:off x="595630" y="602107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043" name="object 1043"/>
          <p:cNvSpPr/>
          <p:nvPr/>
        </p:nvSpPr>
        <p:spPr>
          <a:xfrm>
            <a:off x="595630" y="598424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044" name="object 1044"/>
          <p:cNvSpPr/>
          <p:nvPr/>
        </p:nvSpPr>
        <p:spPr>
          <a:xfrm>
            <a:off x="595630" y="5947409"/>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045" name="object 1045"/>
          <p:cNvSpPr/>
          <p:nvPr/>
        </p:nvSpPr>
        <p:spPr>
          <a:xfrm>
            <a:off x="595630" y="5922009"/>
            <a:ext cx="10160" cy="7620"/>
          </a:xfrm>
          <a:custGeom>
            <a:avLst/>
            <a:gdLst/>
            <a:ahLst/>
            <a:cxnLst/>
            <a:rect l="l" t="t" r="r" b="b"/>
            <a:pathLst>
              <a:path w="10159" h="7620">
                <a:moveTo>
                  <a:pt x="0" y="7619"/>
                </a:moveTo>
                <a:lnTo>
                  <a:pt x="0" y="0"/>
                </a:lnTo>
                <a:lnTo>
                  <a:pt x="10160" y="0"/>
                </a:lnTo>
              </a:path>
            </a:pathLst>
          </a:custGeom>
          <a:ln w="18329">
            <a:solidFill>
              <a:srgbClr val="00007F"/>
            </a:solidFill>
          </a:ln>
        </p:spPr>
        <p:txBody>
          <a:bodyPr wrap="square" lIns="0" tIns="0" rIns="0" bIns="0" rtlCol="0"/>
          <a:lstStyle/>
          <a:p>
            <a:endParaRPr/>
          </a:p>
        </p:txBody>
      </p:sp>
      <p:sp>
        <p:nvSpPr>
          <p:cNvPr id="1046" name="object 1046"/>
          <p:cNvSpPr/>
          <p:nvPr/>
        </p:nvSpPr>
        <p:spPr>
          <a:xfrm>
            <a:off x="62484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47" name="object 1047"/>
          <p:cNvSpPr/>
          <p:nvPr/>
        </p:nvSpPr>
        <p:spPr>
          <a:xfrm>
            <a:off x="66166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48" name="object 1048"/>
          <p:cNvSpPr/>
          <p:nvPr/>
        </p:nvSpPr>
        <p:spPr>
          <a:xfrm>
            <a:off x="6985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49" name="object 1049"/>
          <p:cNvSpPr/>
          <p:nvPr/>
        </p:nvSpPr>
        <p:spPr>
          <a:xfrm>
            <a:off x="73533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050" name="object 1050"/>
          <p:cNvSpPr/>
          <p:nvPr/>
        </p:nvSpPr>
        <p:spPr>
          <a:xfrm>
            <a:off x="7708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51" name="object 1051"/>
          <p:cNvSpPr/>
          <p:nvPr/>
        </p:nvSpPr>
        <p:spPr>
          <a:xfrm>
            <a:off x="807719" y="5922009"/>
            <a:ext cx="19050" cy="0"/>
          </a:xfrm>
          <a:custGeom>
            <a:avLst/>
            <a:gdLst/>
            <a:ahLst/>
            <a:cxnLst/>
            <a:rect l="l" t="t" r="r" b="b"/>
            <a:pathLst>
              <a:path w="19050">
                <a:moveTo>
                  <a:pt x="0" y="0"/>
                </a:moveTo>
                <a:lnTo>
                  <a:pt x="19049" y="0"/>
                </a:lnTo>
              </a:path>
            </a:pathLst>
          </a:custGeom>
          <a:ln w="18329">
            <a:solidFill>
              <a:srgbClr val="00007F"/>
            </a:solidFill>
          </a:ln>
        </p:spPr>
        <p:txBody>
          <a:bodyPr wrap="square" lIns="0" tIns="0" rIns="0" bIns="0" rtlCol="0"/>
          <a:lstStyle/>
          <a:p>
            <a:endParaRPr/>
          </a:p>
        </p:txBody>
      </p:sp>
      <p:sp>
        <p:nvSpPr>
          <p:cNvPr id="1052" name="object 1052"/>
          <p:cNvSpPr/>
          <p:nvPr/>
        </p:nvSpPr>
        <p:spPr>
          <a:xfrm>
            <a:off x="8445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53" name="object 1053"/>
          <p:cNvSpPr/>
          <p:nvPr/>
        </p:nvSpPr>
        <p:spPr>
          <a:xfrm>
            <a:off x="88138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54" name="object 1054"/>
          <p:cNvSpPr/>
          <p:nvPr/>
        </p:nvSpPr>
        <p:spPr>
          <a:xfrm>
            <a:off x="91821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55" name="object 1055"/>
          <p:cNvSpPr/>
          <p:nvPr/>
        </p:nvSpPr>
        <p:spPr>
          <a:xfrm>
            <a:off x="955039"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56" name="object 1056"/>
          <p:cNvSpPr/>
          <p:nvPr/>
        </p:nvSpPr>
        <p:spPr>
          <a:xfrm>
            <a:off x="99186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57" name="object 1057"/>
          <p:cNvSpPr/>
          <p:nvPr/>
        </p:nvSpPr>
        <p:spPr>
          <a:xfrm>
            <a:off x="102870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58" name="object 1058"/>
          <p:cNvSpPr/>
          <p:nvPr/>
        </p:nvSpPr>
        <p:spPr>
          <a:xfrm>
            <a:off x="106553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59" name="object 1059"/>
          <p:cNvSpPr/>
          <p:nvPr/>
        </p:nvSpPr>
        <p:spPr>
          <a:xfrm>
            <a:off x="110236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60" name="object 1060"/>
          <p:cNvSpPr/>
          <p:nvPr/>
        </p:nvSpPr>
        <p:spPr>
          <a:xfrm>
            <a:off x="1139189"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61" name="object 1061"/>
          <p:cNvSpPr/>
          <p:nvPr/>
        </p:nvSpPr>
        <p:spPr>
          <a:xfrm>
            <a:off x="117601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62" name="object 1062"/>
          <p:cNvSpPr/>
          <p:nvPr/>
        </p:nvSpPr>
        <p:spPr>
          <a:xfrm>
            <a:off x="121158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63" name="object 1063"/>
          <p:cNvSpPr/>
          <p:nvPr/>
        </p:nvSpPr>
        <p:spPr>
          <a:xfrm>
            <a:off x="124841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64" name="object 1064"/>
          <p:cNvSpPr/>
          <p:nvPr/>
        </p:nvSpPr>
        <p:spPr>
          <a:xfrm>
            <a:off x="128523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65" name="object 1065"/>
          <p:cNvSpPr/>
          <p:nvPr/>
        </p:nvSpPr>
        <p:spPr>
          <a:xfrm>
            <a:off x="132206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66" name="object 1066"/>
          <p:cNvSpPr/>
          <p:nvPr/>
        </p:nvSpPr>
        <p:spPr>
          <a:xfrm>
            <a:off x="13589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67" name="object 1067"/>
          <p:cNvSpPr/>
          <p:nvPr/>
        </p:nvSpPr>
        <p:spPr>
          <a:xfrm>
            <a:off x="139573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68" name="object 1068"/>
          <p:cNvSpPr/>
          <p:nvPr/>
        </p:nvSpPr>
        <p:spPr>
          <a:xfrm>
            <a:off x="143256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69" name="object 1069"/>
          <p:cNvSpPr/>
          <p:nvPr/>
        </p:nvSpPr>
        <p:spPr>
          <a:xfrm>
            <a:off x="1469389"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70" name="object 1070"/>
          <p:cNvSpPr/>
          <p:nvPr/>
        </p:nvSpPr>
        <p:spPr>
          <a:xfrm>
            <a:off x="150621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71" name="object 1071"/>
          <p:cNvSpPr/>
          <p:nvPr/>
        </p:nvSpPr>
        <p:spPr>
          <a:xfrm>
            <a:off x="154305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72" name="object 1072"/>
          <p:cNvSpPr/>
          <p:nvPr/>
        </p:nvSpPr>
        <p:spPr>
          <a:xfrm>
            <a:off x="157988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73" name="object 1073"/>
          <p:cNvSpPr/>
          <p:nvPr/>
        </p:nvSpPr>
        <p:spPr>
          <a:xfrm>
            <a:off x="1615439" y="5922009"/>
            <a:ext cx="19050" cy="0"/>
          </a:xfrm>
          <a:custGeom>
            <a:avLst/>
            <a:gdLst/>
            <a:ahLst/>
            <a:cxnLst/>
            <a:rect l="l" t="t" r="r" b="b"/>
            <a:pathLst>
              <a:path w="19050">
                <a:moveTo>
                  <a:pt x="0" y="0"/>
                </a:moveTo>
                <a:lnTo>
                  <a:pt x="19049" y="0"/>
                </a:lnTo>
              </a:path>
            </a:pathLst>
          </a:custGeom>
          <a:ln w="18329">
            <a:solidFill>
              <a:srgbClr val="00007F"/>
            </a:solidFill>
          </a:ln>
        </p:spPr>
        <p:txBody>
          <a:bodyPr wrap="square" lIns="0" tIns="0" rIns="0" bIns="0" rtlCol="0"/>
          <a:lstStyle/>
          <a:p>
            <a:endParaRPr/>
          </a:p>
        </p:txBody>
      </p:sp>
      <p:sp>
        <p:nvSpPr>
          <p:cNvPr id="1074" name="object 1074"/>
          <p:cNvSpPr/>
          <p:nvPr/>
        </p:nvSpPr>
        <p:spPr>
          <a:xfrm>
            <a:off x="165227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75" name="object 1075"/>
          <p:cNvSpPr/>
          <p:nvPr/>
        </p:nvSpPr>
        <p:spPr>
          <a:xfrm>
            <a:off x="16891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76" name="object 1076"/>
          <p:cNvSpPr/>
          <p:nvPr/>
        </p:nvSpPr>
        <p:spPr>
          <a:xfrm>
            <a:off x="172592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77" name="object 1077"/>
          <p:cNvSpPr/>
          <p:nvPr/>
        </p:nvSpPr>
        <p:spPr>
          <a:xfrm>
            <a:off x="176276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78" name="object 1078"/>
          <p:cNvSpPr/>
          <p:nvPr/>
        </p:nvSpPr>
        <p:spPr>
          <a:xfrm>
            <a:off x="179958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79" name="object 1079"/>
          <p:cNvSpPr/>
          <p:nvPr/>
        </p:nvSpPr>
        <p:spPr>
          <a:xfrm>
            <a:off x="183642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80" name="object 1080"/>
          <p:cNvSpPr/>
          <p:nvPr/>
        </p:nvSpPr>
        <p:spPr>
          <a:xfrm>
            <a:off x="187325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81" name="object 1081"/>
          <p:cNvSpPr/>
          <p:nvPr/>
        </p:nvSpPr>
        <p:spPr>
          <a:xfrm>
            <a:off x="191007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82" name="object 1082"/>
          <p:cNvSpPr/>
          <p:nvPr/>
        </p:nvSpPr>
        <p:spPr>
          <a:xfrm>
            <a:off x="194691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83" name="object 1083"/>
          <p:cNvSpPr/>
          <p:nvPr/>
        </p:nvSpPr>
        <p:spPr>
          <a:xfrm>
            <a:off x="198373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84" name="object 1084"/>
          <p:cNvSpPr/>
          <p:nvPr/>
        </p:nvSpPr>
        <p:spPr>
          <a:xfrm>
            <a:off x="202057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85" name="object 1085"/>
          <p:cNvSpPr/>
          <p:nvPr/>
        </p:nvSpPr>
        <p:spPr>
          <a:xfrm>
            <a:off x="205612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86" name="object 1086"/>
          <p:cNvSpPr/>
          <p:nvPr/>
        </p:nvSpPr>
        <p:spPr>
          <a:xfrm>
            <a:off x="209296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87" name="object 1087"/>
          <p:cNvSpPr/>
          <p:nvPr/>
        </p:nvSpPr>
        <p:spPr>
          <a:xfrm>
            <a:off x="212978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88" name="object 1088"/>
          <p:cNvSpPr/>
          <p:nvPr/>
        </p:nvSpPr>
        <p:spPr>
          <a:xfrm>
            <a:off x="216662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89" name="object 1089"/>
          <p:cNvSpPr/>
          <p:nvPr/>
        </p:nvSpPr>
        <p:spPr>
          <a:xfrm>
            <a:off x="22034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90" name="object 1090"/>
          <p:cNvSpPr/>
          <p:nvPr/>
        </p:nvSpPr>
        <p:spPr>
          <a:xfrm>
            <a:off x="224027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91" name="object 1091"/>
          <p:cNvSpPr/>
          <p:nvPr/>
        </p:nvSpPr>
        <p:spPr>
          <a:xfrm>
            <a:off x="227711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092" name="object 1092"/>
          <p:cNvSpPr/>
          <p:nvPr/>
        </p:nvSpPr>
        <p:spPr>
          <a:xfrm>
            <a:off x="231393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93" name="object 1093"/>
          <p:cNvSpPr/>
          <p:nvPr/>
        </p:nvSpPr>
        <p:spPr>
          <a:xfrm>
            <a:off x="235077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94" name="object 1094"/>
          <p:cNvSpPr/>
          <p:nvPr/>
        </p:nvSpPr>
        <p:spPr>
          <a:xfrm>
            <a:off x="238760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95" name="object 1095"/>
          <p:cNvSpPr/>
          <p:nvPr/>
        </p:nvSpPr>
        <p:spPr>
          <a:xfrm>
            <a:off x="242442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096" name="object 1096"/>
          <p:cNvSpPr/>
          <p:nvPr/>
        </p:nvSpPr>
        <p:spPr>
          <a:xfrm>
            <a:off x="245998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97" name="object 1097"/>
          <p:cNvSpPr/>
          <p:nvPr/>
        </p:nvSpPr>
        <p:spPr>
          <a:xfrm>
            <a:off x="249682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98" name="object 1098"/>
          <p:cNvSpPr/>
          <p:nvPr/>
        </p:nvSpPr>
        <p:spPr>
          <a:xfrm>
            <a:off x="25336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099" name="object 1099"/>
          <p:cNvSpPr/>
          <p:nvPr/>
        </p:nvSpPr>
        <p:spPr>
          <a:xfrm>
            <a:off x="257047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00" name="object 1100"/>
          <p:cNvSpPr/>
          <p:nvPr/>
        </p:nvSpPr>
        <p:spPr>
          <a:xfrm>
            <a:off x="260731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01" name="object 1101"/>
          <p:cNvSpPr/>
          <p:nvPr/>
        </p:nvSpPr>
        <p:spPr>
          <a:xfrm>
            <a:off x="264413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02" name="object 1102"/>
          <p:cNvSpPr/>
          <p:nvPr/>
        </p:nvSpPr>
        <p:spPr>
          <a:xfrm>
            <a:off x="268097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03" name="object 1103"/>
          <p:cNvSpPr/>
          <p:nvPr/>
        </p:nvSpPr>
        <p:spPr>
          <a:xfrm>
            <a:off x="271780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04" name="object 1104"/>
          <p:cNvSpPr/>
          <p:nvPr/>
        </p:nvSpPr>
        <p:spPr>
          <a:xfrm>
            <a:off x="275462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05" name="object 1105"/>
          <p:cNvSpPr/>
          <p:nvPr/>
        </p:nvSpPr>
        <p:spPr>
          <a:xfrm>
            <a:off x="279146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106" name="object 1106"/>
          <p:cNvSpPr/>
          <p:nvPr/>
        </p:nvSpPr>
        <p:spPr>
          <a:xfrm>
            <a:off x="282828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07" name="object 1107"/>
          <p:cNvSpPr/>
          <p:nvPr/>
        </p:nvSpPr>
        <p:spPr>
          <a:xfrm>
            <a:off x="286512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08" name="object 1108"/>
          <p:cNvSpPr/>
          <p:nvPr/>
        </p:nvSpPr>
        <p:spPr>
          <a:xfrm>
            <a:off x="290067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09" name="object 1109"/>
          <p:cNvSpPr/>
          <p:nvPr/>
        </p:nvSpPr>
        <p:spPr>
          <a:xfrm>
            <a:off x="293751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10" name="object 1110"/>
          <p:cNvSpPr/>
          <p:nvPr/>
        </p:nvSpPr>
        <p:spPr>
          <a:xfrm>
            <a:off x="297433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11" name="object 1111"/>
          <p:cNvSpPr/>
          <p:nvPr/>
        </p:nvSpPr>
        <p:spPr>
          <a:xfrm>
            <a:off x="301117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12" name="object 1112"/>
          <p:cNvSpPr/>
          <p:nvPr/>
        </p:nvSpPr>
        <p:spPr>
          <a:xfrm>
            <a:off x="30480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13" name="object 1113"/>
          <p:cNvSpPr/>
          <p:nvPr/>
        </p:nvSpPr>
        <p:spPr>
          <a:xfrm>
            <a:off x="308482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14" name="object 1114"/>
          <p:cNvSpPr/>
          <p:nvPr/>
        </p:nvSpPr>
        <p:spPr>
          <a:xfrm>
            <a:off x="3121660" y="5922009"/>
            <a:ext cx="17780" cy="0"/>
          </a:xfrm>
          <a:custGeom>
            <a:avLst/>
            <a:gdLst/>
            <a:ahLst/>
            <a:cxnLst/>
            <a:rect l="l" t="t" r="r" b="b"/>
            <a:pathLst>
              <a:path w="17780">
                <a:moveTo>
                  <a:pt x="0" y="0"/>
                </a:moveTo>
                <a:lnTo>
                  <a:pt x="17779" y="0"/>
                </a:lnTo>
              </a:path>
            </a:pathLst>
          </a:custGeom>
          <a:ln w="18329">
            <a:solidFill>
              <a:srgbClr val="00007F"/>
            </a:solidFill>
          </a:ln>
        </p:spPr>
        <p:txBody>
          <a:bodyPr wrap="square" lIns="0" tIns="0" rIns="0" bIns="0" rtlCol="0"/>
          <a:lstStyle/>
          <a:p>
            <a:endParaRPr/>
          </a:p>
        </p:txBody>
      </p:sp>
      <p:sp>
        <p:nvSpPr>
          <p:cNvPr id="1115" name="object 1115"/>
          <p:cNvSpPr/>
          <p:nvPr/>
        </p:nvSpPr>
        <p:spPr>
          <a:xfrm>
            <a:off x="3158489"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16" name="object 1116"/>
          <p:cNvSpPr/>
          <p:nvPr/>
        </p:nvSpPr>
        <p:spPr>
          <a:xfrm>
            <a:off x="319532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17" name="object 1117"/>
          <p:cNvSpPr/>
          <p:nvPr/>
        </p:nvSpPr>
        <p:spPr>
          <a:xfrm>
            <a:off x="3232150" y="5922009"/>
            <a:ext cx="17780" cy="0"/>
          </a:xfrm>
          <a:custGeom>
            <a:avLst/>
            <a:gdLst/>
            <a:ahLst/>
            <a:cxnLst/>
            <a:rect l="l" t="t" r="r" b="b"/>
            <a:pathLst>
              <a:path w="17780">
                <a:moveTo>
                  <a:pt x="0" y="0"/>
                </a:moveTo>
                <a:lnTo>
                  <a:pt x="17780" y="0"/>
                </a:lnTo>
              </a:path>
            </a:pathLst>
          </a:custGeom>
          <a:ln w="18329">
            <a:solidFill>
              <a:srgbClr val="00007F"/>
            </a:solidFill>
          </a:ln>
        </p:spPr>
        <p:txBody>
          <a:bodyPr wrap="square" lIns="0" tIns="0" rIns="0" bIns="0" rtlCol="0"/>
          <a:lstStyle/>
          <a:p>
            <a:endParaRPr/>
          </a:p>
        </p:txBody>
      </p:sp>
      <p:sp>
        <p:nvSpPr>
          <p:cNvPr id="1118" name="object 1118"/>
          <p:cNvSpPr/>
          <p:nvPr/>
        </p:nvSpPr>
        <p:spPr>
          <a:xfrm>
            <a:off x="326897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19" name="object 1119"/>
          <p:cNvSpPr/>
          <p:nvPr/>
        </p:nvSpPr>
        <p:spPr>
          <a:xfrm>
            <a:off x="33045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0" name="object 1120"/>
          <p:cNvSpPr/>
          <p:nvPr/>
        </p:nvSpPr>
        <p:spPr>
          <a:xfrm>
            <a:off x="334137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1" name="object 1121"/>
          <p:cNvSpPr/>
          <p:nvPr/>
        </p:nvSpPr>
        <p:spPr>
          <a:xfrm>
            <a:off x="33782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2" name="object 1122"/>
          <p:cNvSpPr/>
          <p:nvPr/>
        </p:nvSpPr>
        <p:spPr>
          <a:xfrm>
            <a:off x="341502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3" name="object 1123"/>
          <p:cNvSpPr/>
          <p:nvPr/>
        </p:nvSpPr>
        <p:spPr>
          <a:xfrm>
            <a:off x="34518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4" name="object 1124"/>
          <p:cNvSpPr/>
          <p:nvPr/>
        </p:nvSpPr>
        <p:spPr>
          <a:xfrm>
            <a:off x="34886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25" name="object 1125"/>
          <p:cNvSpPr/>
          <p:nvPr/>
        </p:nvSpPr>
        <p:spPr>
          <a:xfrm>
            <a:off x="352552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26" name="object 1126"/>
          <p:cNvSpPr/>
          <p:nvPr/>
        </p:nvSpPr>
        <p:spPr>
          <a:xfrm>
            <a:off x="35623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27" name="object 1127"/>
          <p:cNvSpPr/>
          <p:nvPr/>
        </p:nvSpPr>
        <p:spPr>
          <a:xfrm>
            <a:off x="359917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28" name="object 1128"/>
          <p:cNvSpPr/>
          <p:nvPr/>
        </p:nvSpPr>
        <p:spPr>
          <a:xfrm>
            <a:off x="363600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29" name="object 1129"/>
          <p:cNvSpPr/>
          <p:nvPr/>
        </p:nvSpPr>
        <p:spPr>
          <a:xfrm>
            <a:off x="367284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30" name="object 1130"/>
          <p:cNvSpPr/>
          <p:nvPr/>
        </p:nvSpPr>
        <p:spPr>
          <a:xfrm>
            <a:off x="370967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31" name="object 1131"/>
          <p:cNvSpPr/>
          <p:nvPr/>
        </p:nvSpPr>
        <p:spPr>
          <a:xfrm>
            <a:off x="374522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32" name="object 1132"/>
          <p:cNvSpPr/>
          <p:nvPr/>
        </p:nvSpPr>
        <p:spPr>
          <a:xfrm>
            <a:off x="37820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33" name="object 1133"/>
          <p:cNvSpPr/>
          <p:nvPr/>
        </p:nvSpPr>
        <p:spPr>
          <a:xfrm>
            <a:off x="38188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34" name="object 1134"/>
          <p:cNvSpPr/>
          <p:nvPr/>
        </p:nvSpPr>
        <p:spPr>
          <a:xfrm>
            <a:off x="385572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35" name="object 1135"/>
          <p:cNvSpPr/>
          <p:nvPr/>
        </p:nvSpPr>
        <p:spPr>
          <a:xfrm>
            <a:off x="38925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36" name="object 1136"/>
          <p:cNvSpPr/>
          <p:nvPr/>
        </p:nvSpPr>
        <p:spPr>
          <a:xfrm>
            <a:off x="392937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37" name="object 1137"/>
          <p:cNvSpPr/>
          <p:nvPr/>
        </p:nvSpPr>
        <p:spPr>
          <a:xfrm>
            <a:off x="396620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38" name="object 1138"/>
          <p:cNvSpPr/>
          <p:nvPr/>
        </p:nvSpPr>
        <p:spPr>
          <a:xfrm>
            <a:off x="400304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39" name="object 1139"/>
          <p:cNvSpPr/>
          <p:nvPr/>
        </p:nvSpPr>
        <p:spPr>
          <a:xfrm>
            <a:off x="403987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40" name="object 1140"/>
          <p:cNvSpPr/>
          <p:nvPr/>
        </p:nvSpPr>
        <p:spPr>
          <a:xfrm>
            <a:off x="40767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41" name="object 1141"/>
          <p:cNvSpPr/>
          <p:nvPr/>
        </p:nvSpPr>
        <p:spPr>
          <a:xfrm>
            <a:off x="411352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42" name="object 1142"/>
          <p:cNvSpPr/>
          <p:nvPr/>
        </p:nvSpPr>
        <p:spPr>
          <a:xfrm>
            <a:off x="41490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43" name="object 1143"/>
          <p:cNvSpPr/>
          <p:nvPr/>
        </p:nvSpPr>
        <p:spPr>
          <a:xfrm>
            <a:off x="418592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44" name="object 1144"/>
          <p:cNvSpPr/>
          <p:nvPr/>
        </p:nvSpPr>
        <p:spPr>
          <a:xfrm>
            <a:off x="42227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45" name="object 1145"/>
          <p:cNvSpPr/>
          <p:nvPr/>
        </p:nvSpPr>
        <p:spPr>
          <a:xfrm>
            <a:off x="425957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46" name="object 1146"/>
          <p:cNvSpPr/>
          <p:nvPr/>
        </p:nvSpPr>
        <p:spPr>
          <a:xfrm>
            <a:off x="429640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47" name="object 1147"/>
          <p:cNvSpPr/>
          <p:nvPr/>
        </p:nvSpPr>
        <p:spPr>
          <a:xfrm>
            <a:off x="43332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48" name="object 1148"/>
          <p:cNvSpPr/>
          <p:nvPr/>
        </p:nvSpPr>
        <p:spPr>
          <a:xfrm>
            <a:off x="437007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49" name="object 1149"/>
          <p:cNvSpPr/>
          <p:nvPr/>
        </p:nvSpPr>
        <p:spPr>
          <a:xfrm>
            <a:off x="44069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50" name="object 1150"/>
          <p:cNvSpPr/>
          <p:nvPr/>
        </p:nvSpPr>
        <p:spPr>
          <a:xfrm>
            <a:off x="444372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51" name="object 1151"/>
          <p:cNvSpPr/>
          <p:nvPr/>
        </p:nvSpPr>
        <p:spPr>
          <a:xfrm>
            <a:off x="448055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52" name="object 1152"/>
          <p:cNvSpPr/>
          <p:nvPr/>
        </p:nvSpPr>
        <p:spPr>
          <a:xfrm>
            <a:off x="451739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53" name="object 1153"/>
          <p:cNvSpPr/>
          <p:nvPr/>
        </p:nvSpPr>
        <p:spPr>
          <a:xfrm>
            <a:off x="455422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54" name="object 1154"/>
          <p:cNvSpPr/>
          <p:nvPr/>
        </p:nvSpPr>
        <p:spPr>
          <a:xfrm>
            <a:off x="458977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55" name="object 1155"/>
          <p:cNvSpPr/>
          <p:nvPr/>
        </p:nvSpPr>
        <p:spPr>
          <a:xfrm>
            <a:off x="462660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56" name="object 1156"/>
          <p:cNvSpPr/>
          <p:nvPr/>
        </p:nvSpPr>
        <p:spPr>
          <a:xfrm>
            <a:off x="46634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57" name="object 1157"/>
          <p:cNvSpPr/>
          <p:nvPr/>
        </p:nvSpPr>
        <p:spPr>
          <a:xfrm>
            <a:off x="470027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58" name="object 1158"/>
          <p:cNvSpPr/>
          <p:nvPr/>
        </p:nvSpPr>
        <p:spPr>
          <a:xfrm>
            <a:off x="47371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59" name="object 1159"/>
          <p:cNvSpPr/>
          <p:nvPr/>
        </p:nvSpPr>
        <p:spPr>
          <a:xfrm>
            <a:off x="477392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60" name="object 1160"/>
          <p:cNvSpPr/>
          <p:nvPr/>
        </p:nvSpPr>
        <p:spPr>
          <a:xfrm>
            <a:off x="481075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61" name="object 1161"/>
          <p:cNvSpPr/>
          <p:nvPr/>
        </p:nvSpPr>
        <p:spPr>
          <a:xfrm>
            <a:off x="484759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62" name="object 1162"/>
          <p:cNvSpPr/>
          <p:nvPr/>
        </p:nvSpPr>
        <p:spPr>
          <a:xfrm>
            <a:off x="488442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63" name="object 1163"/>
          <p:cNvSpPr/>
          <p:nvPr/>
        </p:nvSpPr>
        <p:spPr>
          <a:xfrm>
            <a:off x="49212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64" name="object 1164"/>
          <p:cNvSpPr/>
          <p:nvPr/>
        </p:nvSpPr>
        <p:spPr>
          <a:xfrm>
            <a:off x="495807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65" name="object 1165"/>
          <p:cNvSpPr/>
          <p:nvPr/>
        </p:nvSpPr>
        <p:spPr>
          <a:xfrm>
            <a:off x="499490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66" name="object 1166"/>
          <p:cNvSpPr/>
          <p:nvPr/>
        </p:nvSpPr>
        <p:spPr>
          <a:xfrm>
            <a:off x="503047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67" name="object 1167"/>
          <p:cNvSpPr/>
          <p:nvPr/>
        </p:nvSpPr>
        <p:spPr>
          <a:xfrm>
            <a:off x="50673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68" name="object 1168"/>
          <p:cNvSpPr/>
          <p:nvPr/>
        </p:nvSpPr>
        <p:spPr>
          <a:xfrm>
            <a:off x="510412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69" name="object 1169"/>
          <p:cNvSpPr/>
          <p:nvPr/>
        </p:nvSpPr>
        <p:spPr>
          <a:xfrm>
            <a:off x="51409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70" name="object 1170"/>
          <p:cNvSpPr/>
          <p:nvPr/>
        </p:nvSpPr>
        <p:spPr>
          <a:xfrm>
            <a:off x="51777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71" name="object 1171"/>
          <p:cNvSpPr/>
          <p:nvPr/>
        </p:nvSpPr>
        <p:spPr>
          <a:xfrm>
            <a:off x="521462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72" name="object 1172"/>
          <p:cNvSpPr/>
          <p:nvPr/>
        </p:nvSpPr>
        <p:spPr>
          <a:xfrm>
            <a:off x="52514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73" name="object 1173"/>
          <p:cNvSpPr/>
          <p:nvPr/>
        </p:nvSpPr>
        <p:spPr>
          <a:xfrm>
            <a:off x="528827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74" name="object 1174"/>
          <p:cNvSpPr/>
          <p:nvPr/>
        </p:nvSpPr>
        <p:spPr>
          <a:xfrm>
            <a:off x="532510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75" name="object 1175"/>
          <p:cNvSpPr/>
          <p:nvPr/>
        </p:nvSpPr>
        <p:spPr>
          <a:xfrm>
            <a:off x="536194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76" name="object 1176"/>
          <p:cNvSpPr/>
          <p:nvPr/>
        </p:nvSpPr>
        <p:spPr>
          <a:xfrm>
            <a:off x="539877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77" name="object 1177"/>
          <p:cNvSpPr/>
          <p:nvPr/>
        </p:nvSpPr>
        <p:spPr>
          <a:xfrm>
            <a:off x="543432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78" name="object 1178"/>
          <p:cNvSpPr/>
          <p:nvPr/>
        </p:nvSpPr>
        <p:spPr>
          <a:xfrm>
            <a:off x="54711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79" name="object 1179"/>
          <p:cNvSpPr/>
          <p:nvPr/>
        </p:nvSpPr>
        <p:spPr>
          <a:xfrm>
            <a:off x="55079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80" name="object 1180"/>
          <p:cNvSpPr/>
          <p:nvPr/>
        </p:nvSpPr>
        <p:spPr>
          <a:xfrm>
            <a:off x="554482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81" name="object 1181"/>
          <p:cNvSpPr/>
          <p:nvPr/>
        </p:nvSpPr>
        <p:spPr>
          <a:xfrm>
            <a:off x="55816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82" name="object 1182"/>
          <p:cNvSpPr/>
          <p:nvPr/>
        </p:nvSpPr>
        <p:spPr>
          <a:xfrm>
            <a:off x="561847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83" name="object 1183"/>
          <p:cNvSpPr/>
          <p:nvPr/>
        </p:nvSpPr>
        <p:spPr>
          <a:xfrm>
            <a:off x="565530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84" name="object 1184"/>
          <p:cNvSpPr/>
          <p:nvPr/>
        </p:nvSpPr>
        <p:spPr>
          <a:xfrm>
            <a:off x="569214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85" name="object 1185"/>
          <p:cNvSpPr/>
          <p:nvPr/>
        </p:nvSpPr>
        <p:spPr>
          <a:xfrm>
            <a:off x="572897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86" name="object 1186"/>
          <p:cNvSpPr/>
          <p:nvPr/>
        </p:nvSpPr>
        <p:spPr>
          <a:xfrm>
            <a:off x="57658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87" name="object 1187"/>
          <p:cNvSpPr/>
          <p:nvPr/>
        </p:nvSpPr>
        <p:spPr>
          <a:xfrm>
            <a:off x="580262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88" name="object 1188"/>
          <p:cNvSpPr/>
          <p:nvPr/>
        </p:nvSpPr>
        <p:spPr>
          <a:xfrm>
            <a:off x="583945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89" name="object 1189"/>
          <p:cNvSpPr/>
          <p:nvPr/>
        </p:nvSpPr>
        <p:spPr>
          <a:xfrm>
            <a:off x="587502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90" name="object 1190"/>
          <p:cNvSpPr/>
          <p:nvPr/>
        </p:nvSpPr>
        <p:spPr>
          <a:xfrm>
            <a:off x="59118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91" name="object 1191"/>
          <p:cNvSpPr/>
          <p:nvPr/>
        </p:nvSpPr>
        <p:spPr>
          <a:xfrm>
            <a:off x="594867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92" name="object 1192"/>
          <p:cNvSpPr/>
          <p:nvPr/>
        </p:nvSpPr>
        <p:spPr>
          <a:xfrm>
            <a:off x="598550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93" name="object 1193"/>
          <p:cNvSpPr/>
          <p:nvPr/>
        </p:nvSpPr>
        <p:spPr>
          <a:xfrm>
            <a:off x="60223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194" name="object 1194"/>
          <p:cNvSpPr/>
          <p:nvPr/>
        </p:nvSpPr>
        <p:spPr>
          <a:xfrm>
            <a:off x="605917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95" name="object 1195"/>
          <p:cNvSpPr/>
          <p:nvPr/>
        </p:nvSpPr>
        <p:spPr>
          <a:xfrm>
            <a:off x="60960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96" name="object 1196"/>
          <p:cNvSpPr/>
          <p:nvPr/>
        </p:nvSpPr>
        <p:spPr>
          <a:xfrm>
            <a:off x="613282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97" name="object 1197"/>
          <p:cNvSpPr/>
          <p:nvPr/>
        </p:nvSpPr>
        <p:spPr>
          <a:xfrm>
            <a:off x="616965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198" name="object 1198"/>
          <p:cNvSpPr/>
          <p:nvPr/>
        </p:nvSpPr>
        <p:spPr>
          <a:xfrm>
            <a:off x="6206490"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199" name="object 1199"/>
          <p:cNvSpPr/>
          <p:nvPr/>
        </p:nvSpPr>
        <p:spPr>
          <a:xfrm>
            <a:off x="624332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00" name="object 1200"/>
          <p:cNvSpPr/>
          <p:nvPr/>
        </p:nvSpPr>
        <p:spPr>
          <a:xfrm>
            <a:off x="627887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01" name="object 1201"/>
          <p:cNvSpPr/>
          <p:nvPr/>
        </p:nvSpPr>
        <p:spPr>
          <a:xfrm>
            <a:off x="631570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02" name="object 1202"/>
          <p:cNvSpPr/>
          <p:nvPr/>
        </p:nvSpPr>
        <p:spPr>
          <a:xfrm>
            <a:off x="63525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03" name="object 1203"/>
          <p:cNvSpPr/>
          <p:nvPr/>
        </p:nvSpPr>
        <p:spPr>
          <a:xfrm>
            <a:off x="638937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04" name="object 1204"/>
          <p:cNvSpPr/>
          <p:nvPr/>
        </p:nvSpPr>
        <p:spPr>
          <a:xfrm>
            <a:off x="64262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05" name="object 1205"/>
          <p:cNvSpPr/>
          <p:nvPr/>
        </p:nvSpPr>
        <p:spPr>
          <a:xfrm>
            <a:off x="646302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06" name="object 1206"/>
          <p:cNvSpPr/>
          <p:nvPr/>
        </p:nvSpPr>
        <p:spPr>
          <a:xfrm>
            <a:off x="649985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07" name="object 1207"/>
          <p:cNvSpPr/>
          <p:nvPr/>
        </p:nvSpPr>
        <p:spPr>
          <a:xfrm>
            <a:off x="653669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08" name="object 1208"/>
          <p:cNvSpPr/>
          <p:nvPr/>
        </p:nvSpPr>
        <p:spPr>
          <a:xfrm>
            <a:off x="657351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09" name="object 1209"/>
          <p:cNvSpPr/>
          <p:nvPr/>
        </p:nvSpPr>
        <p:spPr>
          <a:xfrm>
            <a:off x="66103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10" name="object 1210"/>
          <p:cNvSpPr/>
          <p:nvPr/>
        </p:nvSpPr>
        <p:spPr>
          <a:xfrm>
            <a:off x="664718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11" name="object 1211"/>
          <p:cNvSpPr/>
          <p:nvPr/>
        </p:nvSpPr>
        <p:spPr>
          <a:xfrm>
            <a:off x="668400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12" name="object 1212"/>
          <p:cNvSpPr/>
          <p:nvPr/>
        </p:nvSpPr>
        <p:spPr>
          <a:xfrm>
            <a:off x="671956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13" name="object 1213"/>
          <p:cNvSpPr/>
          <p:nvPr/>
        </p:nvSpPr>
        <p:spPr>
          <a:xfrm>
            <a:off x="67564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14" name="object 1214"/>
          <p:cNvSpPr/>
          <p:nvPr/>
        </p:nvSpPr>
        <p:spPr>
          <a:xfrm>
            <a:off x="679323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15" name="object 1215"/>
          <p:cNvSpPr/>
          <p:nvPr/>
        </p:nvSpPr>
        <p:spPr>
          <a:xfrm>
            <a:off x="68300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16" name="object 1216"/>
          <p:cNvSpPr/>
          <p:nvPr/>
        </p:nvSpPr>
        <p:spPr>
          <a:xfrm>
            <a:off x="68668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17" name="object 1217"/>
          <p:cNvSpPr/>
          <p:nvPr/>
        </p:nvSpPr>
        <p:spPr>
          <a:xfrm>
            <a:off x="690371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18" name="object 1218"/>
          <p:cNvSpPr/>
          <p:nvPr/>
        </p:nvSpPr>
        <p:spPr>
          <a:xfrm>
            <a:off x="69405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19" name="object 1219"/>
          <p:cNvSpPr/>
          <p:nvPr/>
        </p:nvSpPr>
        <p:spPr>
          <a:xfrm>
            <a:off x="697738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20" name="object 1220"/>
          <p:cNvSpPr/>
          <p:nvPr/>
        </p:nvSpPr>
        <p:spPr>
          <a:xfrm>
            <a:off x="701420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21" name="object 1221"/>
          <p:cNvSpPr/>
          <p:nvPr/>
        </p:nvSpPr>
        <p:spPr>
          <a:xfrm>
            <a:off x="705104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22" name="object 1222"/>
          <p:cNvSpPr/>
          <p:nvPr/>
        </p:nvSpPr>
        <p:spPr>
          <a:xfrm>
            <a:off x="708786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23" name="object 1223"/>
          <p:cNvSpPr/>
          <p:nvPr/>
        </p:nvSpPr>
        <p:spPr>
          <a:xfrm>
            <a:off x="712343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4" name="object 1224"/>
          <p:cNvSpPr/>
          <p:nvPr/>
        </p:nvSpPr>
        <p:spPr>
          <a:xfrm>
            <a:off x="71602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5" name="object 1225"/>
          <p:cNvSpPr/>
          <p:nvPr/>
        </p:nvSpPr>
        <p:spPr>
          <a:xfrm>
            <a:off x="71970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6" name="object 1226"/>
          <p:cNvSpPr/>
          <p:nvPr/>
        </p:nvSpPr>
        <p:spPr>
          <a:xfrm>
            <a:off x="723391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7" name="object 1227"/>
          <p:cNvSpPr/>
          <p:nvPr/>
        </p:nvSpPr>
        <p:spPr>
          <a:xfrm>
            <a:off x="72707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8" name="object 1228"/>
          <p:cNvSpPr/>
          <p:nvPr/>
        </p:nvSpPr>
        <p:spPr>
          <a:xfrm>
            <a:off x="730758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29" name="object 1229"/>
          <p:cNvSpPr/>
          <p:nvPr/>
        </p:nvSpPr>
        <p:spPr>
          <a:xfrm>
            <a:off x="734440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30" name="object 1230"/>
          <p:cNvSpPr/>
          <p:nvPr/>
        </p:nvSpPr>
        <p:spPr>
          <a:xfrm>
            <a:off x="738124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31" name="object 1231"/>
          <p:cNvSpPr/>
          <p:nvPr/>
        </p:nvSpPr>
        <p:spPr>
          <a:xfrm>
            <a:off x="741806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32" name="object 1232"/>
          <p:cNvSpPr/>
          <p:nvPr/>
        </p:nvSpPr>
        <p:spPr>
          <a:xfrm>
            <a:off x="74549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33" name="object 1233"/>
          <p:cNvSpPr/>
          <p:nvPr/>
        </p:nvSpPr>
        <p:spPr>
          <a:xfrm>
            <a:off x="749173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34" name="object 1234"/>
          <p:cNvSpPr/>
          <p:nvPr/>
        </p:nvSpPr>
        <p:spPr>
          <a:xfrm>
            <a:off x="752855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35" name="object 1235"/>
          <p:cNvSpPr/>
          <p:nvPr/>
        </p:nvSpPr>
        <p:spPr>
          <a:xfrm>
            <a:off x="756411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36" name="object 1236"/>
          <p:cNvSpPr/>
          <p:nvPr/>
        </p:nvSpPr>
        <p:spPr>
          <a:xfrm>
            <a:off x="760095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37" name="object 1237"/>
          <p:cNvSpPr/>
          <p:nvPr/>
        </p:nvSpPr>
        <p:spPr>
          <a:xfrm>
            <a:off x="763778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38" name="object 1238"/>
          <p:cNvSpPr/>
          <p:nvPr/>
        </p:nvSpPr>
        <p:spPr>
          <a:xfrm>
            <a:off x="767460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39" name="object 1239"/>
          <p:cNvSpPr/>
          <p:nvPr/>
        </p:nvSpPr>
        <p:spPr>
          <a:xfrm>
            <a:off x="77114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40" name="object 1240"/>
          <p:cNvSpPr/>
          <p:nvPr/>
        </p:nvSpPr>
        <p:spPr>
          <a:xfrm>
            <a:off x="774826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41" name="object 1241"/>
          <p:cNvSpPr/>
          <p:nvPr/>
        </p:nvSpPr>
        <p:spPr>
          <a:xfrm>
            <a:off x="778510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42" name="object 1242"/>
          <p:cNvSpPr/>
          <p:nvPr/>
        </p:nvSpPr>
        <p:spPr>
          <a:xfrm>
            <a:off x="782193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43" name="object 1243"/>
          <p:cNvSpPr/>
          <p:nvPr/>
        </p:nvSpPr>
        <p:spPr>
          <a:xfrm>
            <a:off x="785875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44" name="object 1244"/>
          <p:cNvSpPr/>
          <p:nvPr/>
        </p:nvSpPr>
        <p:spPr>
          <a:xfrm>
            <a:off x="789559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45" name="object 1245"/>
          <p:cNvSpPr/>
          <p:nvPr/>
        </p:nvSpPr>
        <p:spPr>
          <a:xfrm>
            <a:off x="793241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46" name="object 1246"/>
          <p:cNvSpPr/>
          <p:nvPr/>
        </p:nvSpPr>
        <p:spPr>
          <a:xfrm>
            <a:off x="796798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47" name="object 1247"/>
          <p:cNvSpPr/>
          <p:nvPr/>
        </p:nvSpPr>
        <p:spPr>
          <a:xfrm>
            <a:off x="800480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48" name="object 1248"/>
          <p:cNvSpPr/>
          <p:nvPr/>
        </p:nvSpPr>
        <p:spPr>
          <a:xfrm>
            <a:off x="804164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49" name="object 1249"/>
          <p:cNvSpPr/>
          <p:nvPr/>
        </p:nvSpPr>
        <p:spPr>
          <a:xfrm>
            <a:off x="807846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50" name="object 1250"/>
          <p:cNvSpPr/>
          <p:nvPr/>
        </p:nvSpPr>
        <p:spPr>
          <a:xfrm>
            <a:off x="81153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51" name="object 1251"/>
          <p:cNvSpPr/>
          <p:nvPr/>
        </p:nvSpPr>
        <p:spPr>
          <a:xfrm>
            <a:off x="815213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52" name="object 1252"/>
          <p:cNvSpPr/>
          <p:nvPr/>
        </p:nvSpPr>
        <p:spPr>
          <a:xfrm>
            <a:off x="818895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53" name="object 1253"/>
          <p:cNvSpPr/>
          <p:nvPr/>
        </p:nvSpPr>
        <p:spPr>
          <a:xfrm>
            <a:off x="822579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54" name="object 1254"/>
          <p:cNvSpPr/>
          <p:nvPr/>
        </p:nvSpPr>
        <p:spPr>
          <a:xfrm>
            <a:off x="826261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55" name="object 1255"/>
          <p:cNvSpPr/>
          <p:nvPr/>
        </p:nvSpPr>
        <p:spPr>
          <a:xfrm>
            <a:off x="82994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56" name="object 1256"/>
          <p:cNvSpPr/>
          <p:nvPr/>
        </p:nvSpPr>
        <p:spPr>
          <a:xfrm>
            <a:off x="833628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57" name="object 1257"/>
          <p:cNvSpPr/>
          <p:nvPr/>
        </p:nvSpPr>
        <p:spPr>
          <a:xfrm>
            <a:off x="837310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58" name="object 1258"/>
          <p:cNvSpPr/>
          <p:nvPr/>
        </p:nvSpPr>
        <p:spPr>
          <a:xfrm>
            <a:off x="840866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59" name="object 1259"/>
          <p:cNvSpPr/>
          <p:nvPr/>
        </p:nvSpPr>
        <p:spPr>
          <a:xfrm>
            <a:off x="844550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60" name="object 1260"/>
          <p:cNvSpPr/>
          <p:nvPr/>
        </p:nvSpPr>
        <p:spPr>
          <a:xfrm>
            <a:off x="848233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61" name="object 1261"/>
          <p:cNvSpPr/>
          <p:nvPr/>
        </p:nvSpPr>
        <p:spPr>
          <a:xfrm>
            <a:off x="8519159"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62" name="object 1262"/>
          <p:cNvSpPr/>
          <p:nvPr/>
        </p:nvSpPr>
        <p:spPr>
          <a:xfrm>
            <a:off x="8555990" y="5922009"/>
            <a:ext cx="19050" cy="0"/>
          </a:xfrm>
          <a:custGeom>
            <a:avLst/>
            <a:gdLst/>
            <a:ahLst/>
            <a:cxnLst/>
            <a:rect l="l" t="t" r="r" b="b"/>
            <a:pathLst>
              <a:path w="19050">
                <a:moveTo>
                  <a:pt x="0" y="0"/>
                </a:moveTo>
                <a:lnTo>
                  <a:pt x="19050" y="0"/>
                </a:lnTo>
              </a:path>
            </a:pathLst>
          </a:custGeom>
          <a:ln w="18329">
            <a:solidFill>
              <a:srgbClr val="00007F"/>
            </a:solidFill>
          </a:ln>
        </p:spPr>
        <p:txBody>
          <a:bodyPr wrap="square" lIns="0" tIns="0" rIns="0" bIns="0" rtlCol="0"/>
          <a:lstStyle/>
          <a:p>
            <a:endParaRPr/>
          </a:p>
        </p:txBody>
      </p:sp>
      <p:sp>
        <p:nvSpPr>
          <p:cNvPr id="1263" name="object 1263"/>
          <p:cNvSpPr/>
          <p:nvPr/>
        </p:nvSpPr>
        <p:spPr>
          <a:xfrm>
            <a:off x="8592819"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64" name="object 1264"/>
          <p:cNvSpPr/>
          <p:nvPr/>
        </p:nvSpPr>
        <p:spPr>
          <a:xfrm>
            <a:off x="862965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65" name="object 1265"/>
          <p:cNvSpPr/>
          <p:nvPr/>
        </p:nvSpPr>
        <p:spPr>
          <a:xfrm>
            <a:off x="866648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66" name="object 1266"/>
          <p:cNvSpPr/>
          <p:nvPr/>
        </p:nvSpPr>
        <p:spPr>
          <a:xfrm>
            <a:off x="8703309" y="5922009"/>
            <a:ext cx="17780" cy="0"/>
          </a:xfrm>
          <a:custGeom>
            <a:avLst/>
            <a:gdLst/>
            <a:ahLst/>
            <a:cxnLst/>
            <a:rect l="l" t="t" r="r" b="b"/>
            <a:pathLst>
              <a:path w="17779">
                <a:moveTo>
                  <a:pt x="0" y="0"/>
                </a:moveTo>
                <a:lnTo>
                  <a:pt x="17780" y="0"/>
                </a:lnTo>
              </a:path>
            </a:pathLst>
          </a:custGeom>
          <a:ln w="18329">
            <a:solidFill>
              <a:srgbClr val="00007F"/>
            </a:solidFill>
          </a:ln>
        </p:spPr>
        <p:txBody>
          <a:bodyPr wrap="square" lIns="0" tIns="0" rIns="0" bIns="0" rtlCol="0"/>
          <a:lstStyle/>
          <a:p>
            <a:endParaRPr/>
          </a:p>
        </p:txBody>
      </p:sp>
      <p:sp>
        <p:nvSpPr>
          <p:cNvPr id="1267" name="object 1267"/>
          <p:cNvSpPr/>
          <p:nvPr/>
        </p:nvSpPr>
        <p:spPr>
          <a:xfrm>
            <a:off x="8740140" y="5922009"/>
            <a:ext cx="17780" cy="0"/>
          </a:xfrm>
          <a:custGeom>
            <a:avLst/>
            <a:gdLst/>
            <a:ahLst/>
            <a:cxnLst/>
            <a:rect l="l" t="t" r="r" b="b"/>
            <a:pathLst>
              <a:path w="17779">
                <a:moveTo>
                  <a:pt x="0" y="0"/>
                </a:moveTo>
                <a:lnTo>
                  <a:pt x="17779" y="0"/>
                </a:lnTo>
              </a:path>
            </a:pathLst>
          </a:custGeom>
          <a:ln w="18329">
            <a:solidFill>
              <a:srgbClr val="00007F"/>
            </a:solidFill>
          </a:ln>
        </p:spPr>
        <p:txBody>
          <a:bodyPr wrap="square" lIns="0" tIns="0" rIns="0" bIns="0" rtlCol="0"/>
          <a:lstStyle/>
          <a:p>
            <a:endParaRPr/>
          </a:p>
        </p:txBody>
      </p:sp>
      <p:sp>
        <p:nvSpPr>
          <p:cNvPr id="1268" name="object 1268"/>
          <p:cNvSpPr/>
          <p:nvPr/>
        </p:nvSpPr>
        <p:spPr>
          <a:xfrm>
            <a:off x="8776969" y="5922009"/>
            <a:ext cx="16510" cy="1270"/>
          </a:xfrm>
          <a:custGeom>
            <a:avLst/>
            <a:gdLst/>
            <a:ahLst/>
            <a:cxnLst/>
            <a:rect l="l" t="t" r="r" b="b"/>
            <a:pathLst>
              <a:path w="16509" h="1270">
                <a:moveTo>
                  <a:pt x="0" y="0"/>
                </a:moveTo>
                <a:lnTo>
                  <a:pt x="16509" y="0"/>
                </a:lnTo>
                <a:lnTo>
                  <a:pt x="16509" y="1269"/>
                </a:lnTo>
              </a:path>
            </a:pathLst>
          </a:custGeom>
          <a:ln w="18329">
            <a:solidFill>
              <a:srgbClr val="00007F"/>
            </a:solidFill>
          </a:ln>
        </p:spPr>
        <p:txBody>
          <a:bodyPr wrap="square" lIns="0" tIns="0" rIns="0" bIns="0" rtlCol="0"/>
          <a:lstStyle/>
          <a:p>
            <a:endParaRPr/>
          </a:p>
        </p:txBody>
      </p:sp>
      <p:sp>
        <p:nvSpPr>
          <p:cNvPr id="1269" name="object 1269"/>
          <p:cNvSpPr/>
          <p:nvPr/>
        </p:nvSpPr>
        <p:spPr>
          <a:xfrm>
            <a:off x="8793480" y="5942329"/>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270" name="object 1270"/>
          <p:cNvSpPr/>
          <p:nvPr/>
        </p:nvSpPr>
        <p:spPr>
          <a:xfrm>
            <a:off x="8793480" y="597789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271" name="object 1271"/>
          <p:cNvSpPr/>
          <p:nvPr/>
        </p:nvSpPr>
        <p:spPr>
          <a:xfrm>
            <a:off x="8793480" y="6014720"/>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272" name="object 1272"/>
          <p:cNvSpPr/>
          <p:nvPr/>
        </p:nvSpPr>
        <p:spPr>
          <a:xfrm>
            <a:off x="8793480" y="605155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273" name="object 1273"/>
          <p:cNvSpPr/>
          <p:nvPr/>
        </p:nvSpPr>
        <p:spPr>
          <a:xfrm>
            <a:off x="8793480" y="60883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274" name="object 1274"/>
          <p:cNvSpPr/>
          <p:nvPr/>
        </p:nvSpPr>
        <p:spPr>
          <a:xfrm>
            <a:off x="8793480" y="6125209"/>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275" name="object 1275"/>
          <p:cNvSpPr/>
          <p:nvPr/>
        </p:nvSpPr>
        <p:spPr>
          <a:xfrm>
            <a:off x="8793480" y="616204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276" name="object 1276"/>
          <p:cNvSpPr/>
          <p:nvPr/>
        </p:nvSpPr>
        <p:spPr>
          <a:xfrm>
            <a:off x="8793480" y="619887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1277" name="object 1277"/>
          <p:cNvSpPr/>
          <p:nvPr/>
        </p:nvSpPr>
        <p:spPr>
          <a:xfrm>
            <a:off x="8793480" y="6235700"/>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278" name="object 1278"/>
          <p:cNvSpPr/>
          <p:nvPr/>
        </p:nvSpPr>
        <p:spPr>
          <a:xfrm>
            <a:off x="8793480" y="6272529"/>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279" name="object 1279"/>
          <p:cNvSpPr/>
          <p:nvPr/>
        </p:nvSpPr>
        <p:spPr>
          <a:xfrm>
            <a:off x="8793480" y="6309359"/>
            <a:ext cx="0" cy="17780"/>
          </a:xfrm>
          <a:custGeom>
            <a:avLst/>
            <a:gdLst/>
            <a:ahLst/>
            <a:cxnLst/>
            <a:rect l="l" t="t" r="r" b="b"/>
            <a:pathLst>
              <a:path h="17779">
                <a:moveTo>
                  <a:pt x="-9164" y="8889"/>
                </a:moveTo>
                <a:lnTo>
                  <a:pt x="9164" y="8889"/>
                </a:lnTo>
              </a:path>
            </a:pathLst>
          </a:custGeom>
          <a:ln w="17780">
            <a:solidFill>
              <a:srgbClr val="00007F"/>
            </a:solidFill>
          </a:ln>
        </p:spPr>
        <p:txBody>
          <a:bodyPr wrap="square" lIns="0" tIns="0" rIns="0" bIns="0" rtlCol="0"/>
          <a:lstStyle/>
          <a:p>
            <a:endParaRPr/>
          </a:p>
        </p:txBody>
      </p:sp>
      <p:sp>
        <p:nvSpPr>
          <p:cNvPr id="1280" name="object 1280"/>
          <p:cNvSpPr/>
          <p:nvPr/>
        </p:nvSpPr>
        <p:spPr>
          <a:xfrm>
            <a:off x="8793480" y="6346190"/>
            <a:ext cx="0" cy="17780"/>
          </a:xfrm>
          <a:custGeom>
            <a:avLst/>
            <a:gdLst/>
            <a:ahLst/>
            <a:cxnLst/>
            <a:rect l="l" t="t" r="r" b="b"/>
            <a:pathLst>
              <a:path h="17779">
                <a:moveTo>
                  <a:pt x="-9164" y="8890"/>
                </a:moveTo>
                <a:lnTo>
                  <a:pt x="9164" y="8890"/>
                </a:lnTo>
              </a:path>
            </a:pathLst>
          </a:custGeom>
          <a:ln w="17779">
            <a:solidFill>
              <a:srgbClr val="00007F"/>
            </a:solidFill>
          </a:ln>
        </p:spPr>
        <p:txBody>
          <a:bodyPr wrap="square" lIns="0" tIns="0" rIns="0" bIns="0" rtlCol="0"/>
          <a:lstStyle/>
          <a:p>
            <a:endParaRPr/>
          </a:p>
        </p:txBody>
      </p:sp>
      <p:sp>
        <p:nvSpPr>
          <p:cNvPr id="1281" name="object 1281"/>
          <p:cNvSpPr/>
          <p:nvPr/>
        </p:nvSpPr>
        <p:spPr>
          <a:xfrm>
            <a:off x="8793480" y="6383020"/>
            <a:ext cx="0" cy="17780"/>
          </a:xfrm>
          <a:custGeom>
            <a:avLst/>
            <a:gdLst/>
            <a:ahLst/>
            <a:cxnLst/>
            <a:rect l="l" t="t" r="r" b="b"/>
            <a:pathLst>
              <a:path h="17779">
                <a:moveTo>
                  <a:pt x="-9164" y="8889"/>
                </a:moveTo>
                <a:lnTo>
                  <a:pt x="9164" y="8889"/>
                </a:lnTo>
              </a:path>
            </a:pathLst>
          </a:custGeom>
          <a:ln w="17779">
            <a:solidFill>
              <a:srgbClr val="00007F"/>
            </a:solidFill>
          </a:ln>
        </p:spPr>
        <p:txBody>
          <a:bodyPr wrap="square" lIns="0" tIns="0" rIns="0" bIns="0" rtlCol="0"/>
          <a:lstStyle/>
          <a:p>
            <a:endParaRPr/>
          </a:p>
        </p:txBody>
      </p:sp>
      <p:sp>
        <p:nvSpPr>
          <p:cNvPr id="1282" name="object 1282"/>
          <p:cNvSpPr/>
          <p:nvPr/>
        </p:nvSpPr>
        <p:spPr>
          <a:xfrm>
            <a:off x="8793480" y="6418579"/>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283" name="object 1283"/>
          <p:cNvSpPr/>
          <p:nvPr/>
        </p:nvSpPr>
        <p:spPr>
          <a:xfrm>
            <a:off x="8793480" y="6455409"/>
            <a:ext cx="0" cy="19050"/>
          </a:xfrm>
          <a:custGeom>
            <a:avLst/>
            <a:gdLst/>
            <a:ahLst/>
            <a:cxnLst/>
            <a:rect l="l" t="t" r="r" b="b"/>
            <a:pathLst>
              <a:path h="19050">
                <a:moveTo>
                  <a:pt x="-9164" y="9524"/>
                </a:moveTo>
                <a:lnTo>
                  <a:pt x="9164" y="9524"/>
                </a:lnTo>
              </a:path>
            </a:pathLst>
          </a:custGeom>
          <a:ln w="19050">
            <a:solidFill>
              <a:srgbClr val="00007F"/>
            </a:solidFill>
          </a:ln>
        </p:spPr>
        <p:txBody>
          <a:bodyPr wrap="square" lIns="0" tIns="0" rIns="0" bIns="0" rtlCol="0"/>
          <a:lstStyle/>
          <a:p>
            <a:endParaRPr/>
          </a:p>
        </p:txBody>
      </p:sp>
      <p:sp>
        <p:nvSpPr>
          <p:cNvPr id="1284" name="object 1284"/>
          <p:cNvSpPr/>
          <p:nvPr/>
        </p:nvSpPr>
        <p:spPr>
          <a:xfrm>
            <a:off x="8793480" y="6492240"/>
            <a:ext cx="0" cy="19050"/>
          </a:xfrm>
          <a:custGeom>
            <a:avLst/>
            <a:gdLst/>
            <a:ahLst/>
            <a:cxnLst/>
            <a:rect l="l" t="t" r="r" b="b"/>
            <a:pathLst>
              <a:path h="19050">
                <a:moveTo>
                  <a:pt x="-9164" y="9525"/>
                </a:moveTo>
                <a:lnTo>
                  <a:pt x="9164" y="9525"/>
                </a:lnTo>
              </a:path>
            </a:pathLst>
          </a:custGeom>
          <a:ln w="19050">
            <a:solidFill>
              <a:srgbClr val="00007F"/>
            </a:solidFill>
          </a:ln>
        </p:spPr>
        <p:txBody>
          <a:bodyPr wrap="square" lIns="0" tIns="0" rIns="0" bIns="0" rtlCol="0"/>
          <a:lstStyle/>
          <a:p>
            <a:endParaRPr/>
          </a:p>
        </p:txBody>
      </p:sp>
      <p:sp>
        <p:nvSpPr>
          <p:cNvPr id="1285" name="object 1285"/>
          <p:cNvSpPr/>
          <p:nvPr/>
        </p:nvSpPr>
        <p:spPr>
          <a:xfrm>
            <a:off x="8776969" y="6529069"/>
            <a:ext cx="16510" cy="1270"/>
          </a:xfrm>
          <a:custGeom>
            <a:avLst/>
            <a:gdLst/>
            <a:ahLst/>
            <a:cxnLst/>
            <a:rect l="l" t="t" r="r" b="b"/>
            <a:pathLst>
              <a:path w="16509" h="1270">
                <a:moveTo>
                  <a:pt x="16509" y="0"/>
                </a:moveTo>
                <a:lnTo>
                  <a:pt x="16509" y="1269"/>
                </a:lnTo>
                <a:lnTo>
                  <a:pt x="0" y="1269"/>
                </a:lnTo>
              </a:path>
            </a:pathLst>
          </a:custGeom>
          <a:ln w="18329">
            <a:solidFill>
              <a:srgbClr val="00007F"/>
            </a:solidFill>
          </a:ln>
        </p:spPr>
        <p:txBody>
          <a:bodyPr wrap="square" lIns="0" tIns="0" rIns="0" bIns="0" rtlCol="0"/>
          <a:lstStyle/>
          <a:p>
            <a:endParaRPr/>
          </a:p>
        </p:txBody>
      </p:sp>
      <p:sp>
        <p:nvSpPr>
          <p:cNvPr id="1286" name="object 1286"/>
          <p:cNvSpPr/>
          <p:nvPr/>
        </p:nvSpPr>
        <p:spPr>
          <a:xfrm>
            <a:off x="874014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287" name="object 1287"/>
          <p:cNvSpPr/>
          <p:nvPr/>
        </p:nvSpPr>
        <p:spPr>
          <a:xfrm>
            <a:off x="870330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288" name="object 1288"/>
          <p:cNvSpPr/>
          <p:nvPr/>
        </p:nvSpPr>
        <p:spPr>
          <a:xfrm>
            <a:off x="866648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289" name="object 1289"/>
          <p:cNvSpPr/>
          <p:nvPr/>
        </p:nvSpPr>
        <p:spPr>
          <a:xfrm>
            <a:off x="86296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290" name="object 1290"/>
          <p:cNvSpPr/>
          <p:nvPr/>
        </p:nvSpPr>
        <p:spPr>
          <a:xfrm>
            <a:off x="859281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291" name="object 1291"/>
          <p:cNvSpPr/>
          <p:nvPr/>
        </p:nvSpPr>
        <p:spPr>
          <a:xfrm>
            <a:off x="85559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292" name="object 1292"/>
          <p:cNvSpPr/>
          <p:nvPr/>
        </p:nvSpPr>
        <p:spPr>
          <a:xfrm>
            <a:off x="85191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293" name="object 1293"/>
          <p:cNvSpPr/>
          <p:nvPr/>
        </p:nvSpPr>
        <p:spPr>
          <a:xfrm>
            <a:off x="848233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294" name="object 1294"/>
          <p:cNvSpPr/>
          <p:nvPr/>
        </p:nvSpPr>
        <p:spPr>
          <a:xfrm>
            <a:off x="84455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295" name="object 1295"/>
          <p:cNvSpPr/>
          <p:nvPr/>
        </p:nvSpPr>
        <p:spPr>
          <a:xfrm>
            <a:off x="840866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296" name="object 1296"/>
          <p:cNvSpPr/>
          <p:nvPr/>
        </p:nvSpPr>
        <p:spPr>
          <a:xfrm>
            <a:off x="837310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297" name="object 1297"/>
          <p:cNvSpPr/>
          <p:nvPr/>
        </p:nvSpPr>
        <p:spPr>
          <a:xfrm>
            <a:off x="833628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298" name="object 1298"/>
          <p:cNvSpPr/>
          <p:nvPr/>
        </p:nvSpPr>
        <p:spPr>
          <a:xfrm>
            <a:off x="82994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299" name="object 1299"/>
          <p:cNvSpPr/>
          <p:nvPr/>
        </p:nvSpPr>
        <p:spPr>
          <a:xfrm>
            <a:off x="826261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00" name="object 1300"/>
          <p:cNvSpPr/>
          <p:nvPr/>
        </p:nvSpPr>
        <p:spPr>
          <a:xfrm>
            <a:off x="822579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01" name="object 1301"/>
          <p:cNvSpPr/>
          <p:nvPr/>
        </p:nvSpPr>
        <p:spPr>
          <a:xfrm>
            <a:off x="818895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02" name="object 1302"/>
          <p:cNvSpPr/>
          <p:nvPr/>
        </p:nvSpPr>
        <p:spPr>
          <a:xfrm>
            <a:off x="815213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03" name="object 1303"/>
          <p:cNvSpPr/>
          <p:nvPr/>
        </p:nvSpPr>
        <p:spPr>
          <a:xfrm>
            <a:off x="81153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04" name="object 1304"/>
          <p:cNvSpPr/>
          <p:nvPr/>
        </p:nvSpPr>
        <p:spPr>
          <a:xfrm>
            <a:off x="807846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05" name="object 1305"/>
          <p:cNvSpPr/>
          <p:nvPr/>
        </p:nvSpPr>
        <p:spPr>
          <a:xfrm>
            <a:off x="804164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06" name="object 1306"/>
          <p:cNvSpPr/>
          <p:nvPr/>
        </p:nvSpPr>
        <p:spPr>
          <a:xfrm>
            <a:off x="800480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07" name="object 1307"/>
          <p:cNvSpPr/>
          <p:nvPr/>
        </p:nvSpPr>
        <p:spPr>
          <a:xfrm>
            <a:off x="796798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08" name="object 1308"/>
          <p:cNvSpPr/>
          <p:nvPr/>
        </p:nvSpPr>
        <p:spPr>
          <a:xfrm>
            <a:off x="793241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09" name="object 1309"/>
          <p:cNvSpPr/>
          <p:nvPr/>
        </p:nvSpPr>
        <p:spPr>
          <a:xfrm>
            <a:off x="789559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10" name="object 1310"/>
          <p:cNvSpPr/>
          <p:nvPr/>
        </p:nvSpPr>
        <p:spPr>
          <a:xfrm>
            <a:off x="785875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11" name="object 1311"/>
          <p:cNvSpPr/>
          <p:nvPr/>
        </p:nvSpPr>
        <p:spPr>
          <a:xfrm>
            <a:off x="782193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12" name="object 1312"/>
          <p:cNvSpPr/>
          <p:nvPr/>
        </p:nvSpPr>
        <p:spPr>
          <a:xfrm>
            <a:off x="778510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13" name="object 1313"/>
          <p:cNvSpPr/>
          <p:nvPr/>
        </p:nvSpPr>
        <p:spPr>
          <a:xfrm>
            <a:off x="774826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14" name="object 1314"/>
          <p:cNvSpPr/>
          <p:nvPr/>
        </p:nvSpPr>
        <p:spPr>
          <a:xfrm>
            <a:off x="771144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15" name="object 1315"/>
          <p:cNvSpPr/>
          <p:nvPr/>
        </p:nvSpPr>
        <p:spPr>
          <a:xfrm>
            <a:off x="767460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16" name="object 1316"/>
          <p:cNvSpPr/>
          <p:nvPr/>
        </p:nvSpPr>
        <p:spPr>
          <a:xfrm>
            <a:off x="763778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17" name="object 1317"/>
          <p:cNvSpPr/>
          <p:nvPr/>
        </p:nvSpPr>
        <p:spPr>
          <a:xfrm>
            <a:off x="76009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18" name="object 1318"/>
          <p:cNvSpPr/>
          <p:nvPr/>
        </p:nvSpPr>
        <p:spPr>
          <a:xfrm>
            <a:off x="756411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19" name="object 1319"/>
          <p:cNvSpPr/>
          <p:nvPr/>
        </p:nvSpPr>
        <p:spPr>
          <a:xfrm>
            <a:off x="752855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20" name="object 1320"/>
          <p:cNvSpPr/>
          <p:nvPr/>
        </p:nvSpPr>
        <p:spPr>
          <a:xfrm>
            <a:off x="749173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21" name="object 1321"/>
          <p:cNvSpPr/>
          <p:nvPr/>
        </p:nvSpPr>
        <p:spPr>
          <a:xfrm>
            <a:off x="745490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22" name="object 1322"/>
          <p:cNvSpPr/>
          <p:nvPr/>
        </p:nvSpPr>
        <p:spPr>
          <a:xfrm>
            <a:off x="741806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23" name="object 1323"/>
          <p:cNvSpPr/>
          <p:nvPr/>
        </p:nvSpPr>
        <p:spPr>
          <a:xfrm>
            <a:off x="738124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24" name="object 1324"/>
          <p:cNvSpPr/>
          <p:nvPr/>
        </p:nvSpPr>
        <p:spPr>
          <a:xfrm>
            <a:off x="734440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25" name="object 1325"/>
          <p:cNvSpPr/>
          <p:nvPr/>
        </p:nvSpPr>
        <p:spPr>
          <a:xfrm>
            <a:off x="730758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26" name="object 1326"/>
          <p:cNvSpPr/>
          <p:nvPr/>
        </p:nvSpPr>
        <p:spPr>
          <a:xfrm>
            <a:off x="72707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27" name="object 1327"/>
          <p:cNvSpPr/>
          <p:nvPr/>
        </p:nvSpPr>
        <p:spPr>
          <a:xfrm>
            <a:off x="723391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28" name="object 1328"/>
          <p:cNvSpPr/>
          <p:nvPr/>
        </p:nvSpPr>
        <p:spPr>
          <a:xfrm>
            <a:off x="71970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29" name="object 1329"/>
          <p:cNvSpPr/>
          <p:nvPr/>
        </p:nvSpPr>
        <p:spPr>
          <a:xfrm>
            <a:off x="71602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30" name="object 1330"/>
          <p:cNvSpPr/>
          <p:nvPr/>
        </p:nvSpPr>
        <p:spPr>
          <a:xfrm>
            <a:off x="712343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31" name="object 1331"/>
          <p:cNvSpPr/>
          <p:nvPr/>
        </p:nvSpPr>
        <p:spPr>
          <a:xfrm>
            <a:off x="708786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32" name="object 1332"/>
          <p:cNvSpPr/>
          <p:nvPr/>
        </p:nvSpPr>
        <p:spPr>
          <a:xfrm>
            <a:off x="705104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33" name="object 1333"/>
          <p:cNvSpPr/>
          <p:nvPr/>
        </p:nvSpPr>
        <p:spPr>
          <a:xfrm>
            <a:off x="701420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34" name="object 1334"/>
          <p:cNvSpPr/>
          <p:nvPr/>
        </p:nvSpPr>
        <p:spPr>
          <a:xfrm>
            <a:off x="697738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35" name="object 1335"/>
          <p:cNvSpPr/>
          <p:nvPr/>
        </p:nvSpPr>
        <p:spPr>
          <a:xfrm>
            <a:off x="69405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36" name="object 1336"/>
          <p:cNvSpPr/>
          <p:nvPr/>
        </p:nvSpPr>
        <p:spPr>
          <a:xfrm>
            <a:off x="690371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37" name="object 1337"/>
          <p:cNvSpPr/>
          <p:nvPr/>
        </p:nvSpPr>
        <p:spPr>
          <a:xfrm>
            <a:off x="68668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38" name="object 1338"/>
          <p:cNvSpPr/>
          <p:nvPr/>
        </p:nvSpPr>
        <p:spPr>
          <a:xfrm>
            <a:off x="68300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39" name="object 1339"/>
          <p:cNvSpPr/>
          <p:nvPr/>
        </p:nvSpPr>
        <p:spPr>
          <a:xfrm>
            <a:off x="679323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40" name="object 1340"/>
          <p:cNvSpPr/>
          <p:nvPr/>
        </p:nvSpPr>
        <p:spPr>
          <a:xfrm>
            <a:off x="67564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41" name="object 1341"/>
          <p:cNvSpPr/>
          <p:nvPr/>
        </p:nvSpPr>
        <p:spPr>
          <a:xfrm>
            <a:off x="671956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42" name="object 1342"/>
          <p:cNvSpPr/>
          <p:nvPr/>
        </p:nvSpPr>
        <p:spPr>
          <a:xfrm>
            <a:off x="668400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43" name="object 1343"/>
          <p:cNvSpPr/>
          <p:nvPr/>
        </p:nvSpPr>
        <p:spPr>
          <a:xfrm>
            <a:off x="664718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44" name="object 1344"/>
          <p:cNvSpPr/>
          <p:nvPr/>
        </p:nvSpPr>
        <p:spPr>
          <a:xfrm>
            <a:off x="66103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45" name="object 1345"/>
          <p:cNvSpPr/>
          <p:nvPr/>
        </p:nvSpPr>
        <p:spPr>
          <a:xfrm>
            <a:off x="657351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46" name="object 1346"/>
          <p:cNvSpPr/>
          <p:nvPr/>
        </p:nvSpPr>
        <p:spPr>
          <a:xfrm>
            <a:off x="653669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47" name="object 1347"/>
          <p:cNvSpPr/>
          <p:nvPr/>
        </p:nvSpPr>
        <p:spPr>
          <a:xfrm>
            <a:off x="649985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48" name="object 1348"/>
          <p:cNvSpPr/>
          <p:nvPr/>
        </p:nvSpPr>
        <p:spPr>
          <a:xfrm>
            <a:off x="646302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49" name="object 1349"/>
          <p:cNvSpPr/>
          <p:nvPr/>
        </p:nvSpPr>
        <p:spPr>
          <a:xfrm>
            <a:off x="64262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50" name="object 1350"/>
          <p:cNvSpPr/>
          <p:nvPr/>
        </p:nvSpPr>
        <p:spPr>
          <a:xfrm>
            <a:off x="63893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51" name="object 1351"/>
          <p:cNvSpPr/>
          <p:nvPr/>
        </p:nvSpPr>
        <p:spPr>
          <a:xfrm>
            <a:off x="635254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52" name="object 1352"/>
          <p:cNvSpPr/>
          <p:nvPr/>
        </p:nvSpPr>
        <p:spPr>
          <a:xfrm>
            <a:off x="631570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53" name="object 1353"/>
          <p:cNvSpPr/>
          <p:nvPr/>
        </p:nvSpPr>
        <p:spPr>
          <a:xfrm>
            <a:off x="627887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54" name="object 1354"/>
          <p:cNvSpPr/>
          <p:nvPr/>
        </p:nvSpPr>
        <p:spPr>
          <a:xfrm>
            <a:off x="624332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55" name="object 1355"/>
          <p:cNvSpPr/>
          <p:nvPr/>
        </p:nvSpPr>
        <p:spPr>
          <a:xfrm>
            <a:off x="620649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56" name="object 1356"/>
          <p:cNvSpPr/>
          <p:nvPr/>
        </p:nvSpPr>
        <p:spPr>
          <a:xfrm>
            <a:off x="616965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57" name="object 1357"/>
          <p:cNvSpPr/>
          <p:nvPr/>
        </p:nvSpPr>
        <p:spPr>
          <a:xfrm>
            <a:off x="613282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58" name="object 1358"/>
          <p:cNvSpPr/>
          <p:nvPr/>
        </p:nvSpPr>
        <p:spPr>
          <a:xfrm>
            <a:off x="609600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59" name="object 1359"/>
          <p:cNvSpPr/>
          <p:nvPr/>
        </p:nvSpPr>
        <p:spPr>
          <a:xfrm>
            <a:off x="605917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60" name="object 1360"/>
          <p:cNvSpPr/>
          <p:nvPr/>
        </p:nvSpPr>
        <p:spPr>
          <a:xfrm>
            <a:off x="602234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61" name="object 1361"/>
          <p:cNvSpPr/>
          <p:nvPr/>
        </p:nvSpPr>
        <p:spPr>
          <a:xfrm>
            <a:off x="598550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62" name="object 1362"/>
          <p:cNvSpPr/>
          <p:nvPr/>
        </p:nvSpPr>
        <p:spPr>
          <a:xfrm>
            <a:off x="594867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63" name="object 1363"/>
          <p:cNvSpPr/>
          <p:nvPr/>
        </p:nvSpPr>
        <p:spPr>
          <a:xfrm>
            <a:off x="59118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64" name="object 1364"/>
          <p:cNvSpPr/>
          <p:nvPr/>
        </p:nvSpPr>
        <p:spPr>
          <a:xfrm>
            <a:off x="587502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65" name="object 1365"/>
          <p:cNvSpPr/>
          <p:nvPr/>
        </p:nvSpPr>
        <p:spPr>
          <a:xfrm>
            <a:off x="583945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66" name="object 1366"/>
          <p:cNvSpPr/>
          <p:nvPr/>
        </p:nvSpPr>
        <p:spPr>
          <a:xfrm>
            <a:off x="580262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67" name="object 1367"/>
          <p:cNvSpPr/>
          <p:nvPr/>
        </p:nvSpPr>
        <p:spPr>
          <a:xfrm>
            <a:off x="576580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68" name="object 1368"/>
          <p:cNvSpPr/>
          <p:nvPr/>
        </p:nvSpPr>
        <p:spPr>
          <a:xfrm>
            <a:off x="572897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69" name="object 1369"/>
          <p:cNvSpPr/>
          <p:nvPr/>
        </p:nvSpPr>
        <p:spPr>
          <a:xfrm>
            <a:off x="569214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70" name="object 1370"/>
          <p:cNvSpPr/>
          <p:nvPr/>
        </p:nvSpPr>
        <p:spPr>
          <a:xfrm>
            <a:off x="565530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71" name="object 1371"/>
          <p:cNvSpPr/>
          <p:nvPr/>
        </p:nvSpPr>
        <p:spPr>
          <a:xfrm>
            <a:off x="561847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72" name="object 1372"/>
          <p:cNvSpPr/>
          <p:nvPr/>
        </p:nvSpPr>
        <p:spPr>
          <a:xfrm>
            <a:off x="558165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73" name="object 1373"/>
          <p:cNvSpPr/>
          <p:nvPr/>
        </p:nvSpPr>
        <p:spPr>
          <a:xfrm>
            <a:off x="554482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74" name="object 1374"/>
          <p:cNvSpPr/>
          <p:nvPr/>
        </p:nvSpPr>
        <p:spPr>
          <a:xfrm>
            <a:off x="55079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75" name="object 1375"/>
          <p:cNvSpPr/>
          <p:nvPr/>
        </p:nvSpPr>
        <p:spPr>
          <a:xfrm>
            <a:off x="54711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76" name="object 1376"/>
          <p:cNvSpPr/>
          <p:nvPr/>
        </p:nvSpPr>
        <p:spPr>
          <a:xfrm>
            <a:off x="543432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77" name="object 1377"/>
          <p:cNvSpPr/>
          <p:nvPr/>
        </p:nvSpPr>
        <p:spPr>
          <a:xfrm>
            <a:off x="539877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78" name="object 1378"/>
          <p:cNvSpPr/>
          <p:nvPr/>
        </p:nvSpPr>
        <p:spPr>
          <a:xfrm>
            <a:off x="536194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79" name="object 1379"/>
          <p:cNvSpPr/>
          <p:nvPr/>
        </p:nvSpPr>
        <p:spPr>
          <a:xfrm>
            <a:off x="532510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80" name="object 1380"/>
          <p:cNvSpPr/>
          <p:nvPr/>
        </p:nvSpPr>
        <p:spPr>
          <a:xfrm>
            <a:off x="528827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81" name="object 1381"/>
          <p:cNvSpPr/>
          <p:nvPr/>
        </p:nvSpPr>
        <p:spPr>
          <a:xfrm>
            <a:off x="52514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82" name="object 1382"/>
          <p:cNvSpPr/>
          <p:nvPr/>
        </p:nvSpPr>
        <p:spPr>
          <a:xfrm>
            <a:off x="521462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83" name="object 1383"/>
          <p:cNvSpPr/>
          <p:nvPr/>
        </p:nvSpPr>
        <p:spPr>
          <a:xfrm>
            <a:off x="517779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84" name="object 1384"/>
          <p:cNvSpPr/>
          <p:nvPr/>
        </p:nvSpPr>
        <p:spPr>
          <a:xfrm>
            <a:off x="514095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85" name="object 1385"/>
          <p:cNvSpPr/>
          <p:nvPr/>
        </p:nvSpPr>
        <p:spPr>
          <a:xfrm>
            <a:off x="5104129"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86" name="object 1386"/>
          <p:cNvSpPr/>
          <p:nvPr/>
        </p:nvSpPr>
        <p:spPr>
          <a:xfrm>
            <a:off x="50673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87" name="object 1387"/>
          <p:cNvSpPr/>
          <p:nvPr/>
        </p:nvSpPr>
        <p:spPr>
          <a:xfrm>
            <a:off x="50304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88" name="object 1388"/>
          <p:cNvSpPr/>
          <p:nvPr/>
        </p:nvSpPr>
        <p:spPr>
          <a:xfrm>
            <a:off x="499490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89" name="object 1389"/>
          <p:cNvSpPr/>
          <p:nvPr/>
        </p:nvSpPr>
        <p:spPr>
          <a:xfrm>
            <a:off x="495807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90" name="object 1390"/>
          <p:cNvSpPr/>
          <p:nvPr/>
        </p:nvSpPr>
        <p:spPr>
          <a:xfrm>
            <a:off x="492125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91" name="object 1391"/>
          <p:cNvSpPr/>
          <p:nvPr/>
        </p:nvSpPr>
        <p:spPr>
          <a:xfrm>
            <a:off x="4884420"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92" name="object 1392"/>
          <p:cNvSpPr/>
          <p:nvPr/>
        </p:nvSpPr>
        <p:spPr>
          <a:xfrm>
            <a:off x="4847590"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93" name="object 1393"/>
          <p:cNvSpPr/>
          <p:nvPr/>
        </p:nvSpPr>
        <p:spPr>
          <a:xfrm>
            <a:off x="4810759" y="6530340"/>
            <a:ext cx="17780" cy="0"/>
          </a:xfrm>
          <a:custGeom>
            <a:avLst/>
            <a:gdLst/>
            <a:ahLst/>
            <a:cxnLst/>
            <a:rect l="l" t="t" r="r" b="b"/>
            <a:pathLst>
              <a:path w="17779">
                <a:moveTo>
                  <a:pt x="17779" y="0"/>
                </a:moveTo>
                <a:lnTo>
                  <a:pt x="0" y="0"/>
                </a:lnTo>
              </a:path>
            </a:pathLst>
          </a:custGeom>
          <a:ln w="18329">
            <a:solidFill>
              <a:srgbClr val="00007F"/>
            </a:solidFill>
          </a:ln>
        </p:spPr>
        <p:txBody>
          <a:bodyPr wrap="square" lIns="0" tIns="0" rIns="0" bIns="0" rtlCol="0"/>
          <a:lstStyle/>
          <a:p>
            <a:endParaRPr/>
          </a:p>
        </p:txBody>
      </p:sp>
      <p:sp>
        <p:nvSpPr>
          <p:cNvPr id="1394" name="object 1394"/>
          <p:cNvSpPr/>
          <p:nvPr/>
        </p:nvSpPr>
        <p:spPr>
          <a:xfrm>
            <a:off x="4773929" y="6530340"/>
            <a:ext cx="17780" cy="0"/>
          </a:xfrm>
          <a:custGeom>
            <a:avLst/>
            <a:gdLst/>
            <a:ahLst/>
            <a:cxnLst/>
            <a:rect l="l" t="t" r="r" b="b"/>
            <a:pathLst>
              <a:path w="17779">
                <a:moveTo>
                  <a:pt x="17780" y="0"/>
                </a:moveTo>
                <a:lnTo>
                  <a:pt x="0" y="0"/>
                </a:lnTo>
              </a:path>
            </a:pathLst>
          </a:custGeom>
          <a:ln w="18329">
            <a:solidFill>
              <a:srgbClr val="00007F"/>
            </a:solidFill>
          </a:ln>
        </p:spPr>
        <p:txBody>
          <a:bodyPr wrap="square" lIns="0" tIns="0" rIns="0" bIns="0" rtlCol="0"/>
          <a:lstStyle/>
          <a:p>
            <a:endParaRPr/>
          </a:p>
        </p:txBody>
      </p:sp>
      <p:sp>
        <p:nvSpPr>
          <p:cNvPr id="1395" name="object 1395"/>
          <p:cNvSpPr/>
          <p:nvPr/>
        </p:nvSpPr>
        <p:spPr>
          <a:xfrm>
            <a:off x="473710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96" name="object 1396"/>
          <p:cNvSpPr/>
          <p:nvPr/>
        </p:nvSpPr>
        <p:spPr>
          <a:xfrm>
            <a:off x="4700270" y="6530340"/>
            <a:ext cx="19050" cy="0"/>
          </a:xfrm>
          <a:custGeom>
            <a:avLst/>
            <a:gdLst/>
            <a:ahLst/>
            <a:cxnLst/>
            <a:rect l="l" t="t" r="r" b="b"/>
            <a:pathLst>
              <a:path w="19050">
                <a:moveTo>
                  <a:pt x="19050" y="0"/>
                </a:moveTo>
                <a:lnTo>
                  <a:pt x="0" y="0"/>
                </a:lnTo>
              </a:path>
            </a:pathLst>
          </a:custGeom>
          <a:ln w="18329">
            <a:solidFill>
              <a:srgbClr val="00007F"/>
            </a:solidFill>
          </a:ln>
        </p:spPr>
        <p:txBody>
          <a:bodyPr wrap="square" lIns="0" tIns="0" rIns="0" bIns="0" rtlCol="0"/>
          <a:lstStyle/>
          <a:p>
            <a:endParaRPr/>
          </a:p>
        </p:txBody>
      </p:sp>
      <p:sp>
        <p:nvSpPr>
          <p:cNvPr id="1397" name="object 1397"/>
          <p:cNvSpPr txBox="1"/>
          <p:nvPr/>
        </p:nvSpPr>
        <p:spPr>
          <a:xfrm>
            <a:off x="8808536" y="5731149"/>
            <a:ext cx="282575" cy="1014094"/>
          </a:xfrm>
          <a:prstGeom prst="rect">
            <a:avLst/>
          </a:prstGeom>
        </p:spPr>
        <p:txBody>
          <a:bodyPr vert="vert" wrap="square" lIns="0" tIns="0" rIns="0" bIns="0" rtlCol="0">
            <a:spAutoFit/>
          </a:bodyPr>
          <a:lstStyle/>
          <a:p>
            <a:pPr marL="12700">
              <a:lnSpc>
                <a:spcPts val="2100"/>
              </a:lnSpc>
            </a:pPr>
            <a:r>
              <a:rPr sz="1800" spc="-10" dirty="0">
                <a:latin typeface="Liberation Sans"/>
                <a:cs typeface="Liberation Sans"/>
              </a:rPr>
              <a:t>post-copy</a:t>
            </a:r>
            <a:endParaRPr sz="1800">
              <a:latin typeface="Liberation Sans"/>
              <a:cs typeface="Liberation Sans"/>
            </a:endParaRPr>
          </a:p>
        </p:txBody>
      </p:sp>
      <p:sp>
        <p:nvSpPr>
          <p:cNvPr id="1398" name="object 1398"/>
          <p:cNvSpPr/>
          <p:nvPr/>
        </p:nvSpPr>
        <p:spPr>
          <a:xfrm>
            <a:off x="820419" y="5759450"/>
            <a:ext cx="162560" cy="107950"/>
          </a:xfrm>
          <a:custGeom>
            <a:avLst/>
            <a:gdLst/>
            <a:ahLst/>
            <a:cxnLst/>
            <a:rect l="l" t="t" r="r" b="b"/>
            <a:pathLst>
              <a:path w="162559" h="107950">
                <a:moveTo>
                  <a:pt x="162560" y="0"/>
                </a:moveTo>
                <a:lnTo>
                  <a:pt x="0" y="54610"/>
                </a:lnTo>
                <a:lnTo>
                  <a:pt x="162560" y="107950"/>
                </a:lnTo>
                <a:lnTo>
                  <a:pt x="162560" y="0"/>
                </a:lnTo>
                <a:close/>
              </a:path>
            </a:pathLst>
          </a:custGeom>
          <a:solidFill>
            <a:srgbClr val="000000"/>
          </a:solidFill>
        </p:spPr>
        <p:txBody>
          <a:bodyPr wrap="square" lIns="0" tIns="0" rIns="0" bIns="0" rtlCol="0"/>
          <a:lstStyle/>
          <a:p>
            <a:endParaRPr/>
          </a:p>
        </p:txBody>
      </p:sp>
      <p:sp>
        <p:nvSpPr>
          <p:cNvPr id="1399" name="object 1399"/>
          <p:cNvSpPr txBox="1"/>
          <p:nvPr/>
        </p:nvSpPr>
        <p:spPr>
          <a:xfrm>
            <a:off x="961390" y="5541010"/>
            <a:ext cx="914400" cy="299720"/>
          </a:xfrm>
          <a:prstGeom prst="rect">
            <a:avLst/>
          </a:prstGeom>
        </p:spPr>
        <p:txBody>
          <a:bodyPr vert="horz" wrap="square" lIns="0" tIns="12700" rIns="0" bIns="0" rtlCol="0">
            <a:spAutoFit/>
          </a:bodyPr>
          <a:lstStyle/>
          <a:p>
            <a:pPr marL="12700">
              <a:lnSpc>
                <a:spcPct val="100000"/>
              </a:lnSpc>
              <a:spcBef>
                <a:spcPts val="100"/>
              </a:spcBef>
              <a:tabLst>
                <a:tab pos="271145" algn="l"/>
                <a:tab pos="901065" algn="l"/>
              </a:tabLst>
            </a:pPr>
            <a:r>
              <a:rPr sz="1800" u="sng" dirty="0">
                <a:uFill>
                  <a:solidFill>
                    <a:srgbClr val="000000"/>
                  </a:solidFill>
                </a:uFill>
                <a:latin typeface="Times New Roman"/>
                <a:cs typeface="Times New Roman"/>
              </a:rPr>
              <a:t> 	</a:t>
            </a:r>
            <a:r>
              <a:rPr sz="1800" u="sng" spc="-5" dirty="0">
                <a:uFill>
                  <a:solidFill>
                    <a:srgbClr val="000000"/>
                  </a:solidFill>
                </a:uFill>
                <a:latin typeface="Liberation Sans"/>
                <a:cs typeface="Liberation Sans"/>
              </a:rPr>
              <a:t>kill	</a:t>
            </a:r>
            <a:endParaRPr sz="1800" dirty="0">
              <a:latin typeface="Liberation Sans"/>
              <a:cs typeface="Liberation Sans"/>
            </a:endParaRPr>
          </a:p>
        </p:txBody>
      </p:sp>
      <p:sp>
        <p:nvSpPr>
          <p:cNvPr id="1401" name="object 1401"/>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22</a:t>
            </a:fld>
            <a:endParaRPr spc="5" dirty="0"/>
          </a:p>
        </p:txBody>
      </p:sp>
      <p:sp>
        <p:nvSpPr>
          <p:cNvPr id="1400" name="object 1400"/>
          <p:cNvSpPr txBox="1"/>
          <p:nvPr/>
        </p:nvSpPr>
        <p:spPr>
          <a:xfrm>
            <a:off x="1013460" y="4839970"/>
            <a:ext cx="579120" cy="464820"/>
          </a:xfrm>
          <a:prstGeom prst="rect">
            <a:avLst/>
          </a:prstGeom>
        </p:spPr>
        <p:txBody>
          <a:bodyPr vert="horz" wrap="square" lIns="0" tIns="34290" rIns="0" bIns="0" rtlCol="0">
            <a:spAutoFit/>
          </a:bodyPr>
          <a:lstStyle/>
          <a:p>
            <a:pPr marL="12700" marR="5080">
              <a:lnSpc>
                <a:spcPts val="1660"/>
              </a:lnSpc>
              <a:spcBef>
                <a:spcPts val="270"/>
              </a:spcBef>
            </a:pPr>
            <a:r>
              <a:rPr sz="1500" b="1" i="1" dirty="0">
                <a:latin typeface="Liberation Sans"/>
                <a:cs typeface="Liberation Sans"/>
              </a:rPr>
              <a:t>free</a:t>
            </a:r>
            <a:r>
              <a:rPr sz="1500" b="1" i="1" spc="5" dirty="0">
                <a:latin typeface="Liberation Sans"/>
                <a:cs typeface="Liberation Sans"/>
              </a:rPr>
              <a:t>z</a:t>
            </a:r>
            <a:r>
              <a:rPr sz="1500" b="1" i="1" dirty="0">
                <a:latin typeface="Liberation Sans"/>
                <a:cs typeface="Liberation Sans"/>
              </a:rPr>
              <a:t>e  </a:t>
            </a:r>
            <a:r>
              <a:rPr sz="1500" b="1" i="1" spc="-5" dirty="0">
                <a:latin typeface="Liberation Sans"/>
                <a:cs typeface="Liberation Sans"/>
              </a:rPr>
              <a:t>time</a:t>
            </a:r>
            <a:endParaRPr sz="1500">
              <a:latin typeface="Liberation Sans"/>
              <a:cs typeface="Liberatio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51E4-3A0A-B943-9B48-88A9AE07E75E}"/>
              </a:ext>
            </a:extLst>
          </p:cNvPr>
          <p:cNvSpPr>
            <a:spLocks noGrp="1"/>
          </p:cNvSpPr>
          <p:nvPr>
            <p:ph type="title"/>
          </p:nvPr>
        </p:nvSpPr>
        <p:spPr>
          <a:xfrm>
            <a:off x="214312" y="178594"/>
            <a:ext cx="8688586" cy="420120"/>
          </a:xfrm>
        </p:spPr>
        <p:txBody>
          <a:bodyPr/>
          <a:lstStyle/>
          <a:p>
            <a:r>
              <a:rPr lang="en-US" sz="3200" dirty="0"/>
              <a:t>Steps in Live Container Migration</a:t>
            </a:r>
          </a:p>
        </p:txBody>
      </p:sp>
      <p:sp>
        <p:nvSpPr>
          <p:cNvPr id="3" name="Text Placeholder 2">
            <a:extLst>
              <a:ext uri="{FF2B5EF4-FFF2-40B4-BE49-F238E27FC236}">
                <a16:creationId xmlns:a16="http://schemas.microsoft.com/office/drawing/2014/main" id="{A7CC51FA-A482-F741-8DEE-A0F286FF76A8}"/>
              </a:ext>
            </a:extLst>
          </p:cNvPr>
          <p:cNvSpPr>
            <a:spLocks noGrp="1"/>
          </p:cNvSpPr>
          <p:nvPr>
            <p:ph type="body" idx="1"/>
          </p:nvPr>
        </p:nvSpPr>
        <p:spPr>
          <a:xfrm>
            <a:off x="214312" y="598715"/>
            <a:ext cx="8688586" cy="5857450"/>
          </a:xfrm>
        </p:spPr>
        <p:txBody>
          <a:bodyPr/>
          <a:lstStyle/>
          <a:p>
            <a:r>
              <a:rPr lang="en-US" dirty="0"/>
              <a:t>Container’s file system synchronization</a:t>
            </a:r>
          </a:p>
          <a:p>
            <a:pPr lvl="1"/>
            <a:r>
              <a:rPr lang="en-US" dirty="0"/>
              <a:t>Docker daemon starts with informing </a:t>
            </a:r>
            <a:r>
              <a:rPr lang="en-US" dirty="0" err="1"/>
              <a:t>p.Haul</a:t>
            </a:r>
            <a:r>
              <a:rPr lang="en-US" dirty="0"/>
              <a:t> (compatibility checks)</a:t>
            </a:r>
          </a:p>
          <a:p>
            <a:pPr lvl="1"/>
            <a:r>
              <a:rPr lang="en-US" dirty="0"/>
              <a:t>Transfer container’s file system to the destination server. This can be done using the </a:t>
            </a:r>
            <a:r>
              <a:rPr lang="en-US" i="1" dirty="0" err="1"/>
              <a:t>rsync</a:t>
            </a:r>
            <a:r>
              <a:rPr lang="en-US" dirty="0"/>
              <a:t> utility</a:t>
            </a:r>
          </a:p>
          <a:p>
            <a:r>
              <a:rPr lang="en-US" dirty="0"/>
              <a:t>Pre-dump memory using CRIU and perform pre-copy</a:t>
            </a:r>
          </a:p>
          <a:p>
            <a:pPr lvl="1"/>
            <a:r>
              <a:rPr lang="en-US" dirty="0"/>
              <a:t>Use </a:t>
            </a:r>
            <a:r>
              <a:rPr lang="en-US" dirty="0" err="1"/>
              <a:t>p.Haul</a:t>
            </a:r>
            <a:r>
              <a:rPr lang="en-US" dirty="0"/>
              <a:t> to copy File System</a:t>
            </a:r>
          </a:p>
          <a:p>
            <a:r>
              <a:rPr lang="en-US" dirty="0"/>
              <a:t>Freeze the container</a:t>
            </a:r>
          </a:p>
          <a:p>
            <a:pPr lvl="1"/>
            <a:r>
              <a:rPr lang="en-US" dirty="0"/>
              <a:t>Freeze all the processes and disable networking.</a:t>
            </a:r>
          </a:p>
          <a:p>
            <a:pPr lvl="1"/>
            <a:r>
              <a:rPr lang="en-US" dirty="0"/>
              <a:t>Dump memory </a:t>
            </a:r>
            <a:r>
              <a:rPr lang="en-US" i="1" dirty="0"/>
              <a:t>again </a:t>
            </a:r>
            <a:r>
              <a:rPr lang="en-US" dirty="0"/>
              <a:t>using CRIU</a:t>
            </a:r>
          </a:p>
          <a:p>
            <a:r>
              <a:rPr lang="en-US" dirty="0"/>
              <a:t>Second container’s file system synchronization.</a:t>
            </a:r>
          </a:p>
          <a:p>
            <a:pPr lvl="1"/>
            <a:r>
              <a:rPr lang="en-US" dirty="0"/>
              <a:t>During the first synch, a container is still running, so some files on the destination server can become outdated. </a:t>
            </a:r>
          </a:p>
          <a:p>
            <a:pPr lvl="1"/>
            <a:r>
              <a:rPr lang="en-US" dirty="0"/>
              <a:t>So, after a container is frozen and its files are not being changed, the second file system synchronization is performed.</a:t>
            </a:r>
            <a:endParaRPr lang="en-US" i="1" dirty="0"/>
          </a:p>
          <a:p>
            <a:r>
              <a:rPr lang="en-US" dirty="0"/>
              <a:t>Copy the dump file - transfer dump file to </a:t>
            </a:r>
            <a:r>
              <a:rPr lang="en-US" dirty="0" err="1"/>
              <a:t>dest</a:t>
            </a:r>
            <a:r>
              <a:rPr lang="en-US" dirty="0"/>
              <a:t>. server</a:t>
            </a:r>
          </a:p>
        </p:txBody>
      </p:sp>
    </p:spTree>
    <p:extLst>
      <p:ext uri="{BB962C8B-B14F-4D97-AF65-F5344CB8AC3E}">
        <p14:creationId xmlns:p14="http://schemas.microsoft.com/office/powerpoint/2010/main" val="247165632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D86CD-047F-9048-98EC-F6F131463F7C}"/>
              </a:ext>
            </a:extLst>
          </p:cNvPr>
          <p:cNvSpPr>
            <a:spLocks noGrp="1"/>
          </p:cNvSpPr>
          <p:nvPr>
            <p:ph type="title"/>
          </p:nvPr>
        </p:nvSpPr>
        <p:spPr>
          <a:xfrm>
            <a:off x="214312" y="178594"/>
            <a:ext cx="8688586" cy="507206"/>
          </a:xfrm>
        </p:spPr>
        <p:txBody>
          <a:bodyPr/>
          <a:lstStyle/>
          <a:p>
            <a:r>
              <a:rPr lang="en-US" sz="3200" dirty="0"/>
              <a:t>Steps in Live Container Migration</a:t>
            </a:r>
          </a:p>
        </p:txBody>
      </p:sp>
      <p:sp>
        <p:nvSpPr>
          <p:cNvPr id="3" name="Text Placeholder 2">
            <a:extLst>
              <a:ext uri="{FF2B5EF4-FFF2-40B4-BE49-F238E27FC236}">
                <a16:creationId xmlns:a16="http://schemas.microsoft.com/office/drawing/2014/main" id="{4EAA3855-FE7A-874D-8937-A0C97AD047D8}"/>
              </a:ext>
            </a:extLst>
          </p:cNvPr>
          <p:cNvSpPr>
            <a:spLocks noGrp="1"/>
          </p:cNvSpPr>
          <p:nvPr>
            <p:ph type="body" idx="1"/>
          </p:nvPr>
        </p:nvSpPr>
        <p:spPr>
          <a:xfrm>
            <a:off x="214312" y="838200"/>
            <a:ext cx="8688586" cy="5510213"/>
          </a:xfrm>
        </p:spPr>
        <p:txBody>
          <a:bodyPr/>
          <a:lstStyle/>
          <a:p>
            <a:r>
              <a:rPr lang="en-US" dirty="0"/>
              <a:t>Restart the container on the destination server</a:t>
            </a:r>
          </a:p>
          <a:p>
            <a:pPr lvl="1"/>
            <a:r>
              <a:rPr lang="en-US" dirty="0"/>
              <a:t>At this stage, creating a container on the destination server and creating processes inside it in the same state as saved in dump file. So at this stage, the processes will be in the frozen state</a:t>
            </a:r>
          </a:p>
          <a:p>
            <a:pPr lvl="1"/>
            <a:r>
              <a:rPr lang="en-US" dirty="0"/>
              <a:t>P-Haul invokes Docker daemon to then use CRIU to restore</a:t>
            </a:r>
          </a:p>
          <a:p>
            <a:r>
              <a:rPr lang="en-US" dirty="0"/>
              <a:t>Resume the container’s execution on </a:t>
            </a:r>
            <a:r>
              <a:rPr lang="en-US" dirty="0" err="1"/>
              <a:t>dest</a:t>
            </a:r>
            <a:r>
              <a:rPr lang="en-US" dirty="0"/>
              <a:t>. server </a:t>
            </a:r>
          </a:p>
          <a:p>
            <a:r>
              <a:rPr lang="en-US" dirty="0"/>
              <a:t>Stop the container on the source server</a:t>
            </a:r>
          </a:p>
          <a:p>
            <a:pPr lvl="1"/>
            <a:r>
              <a:rPr lang="en-US" dirty="0"/>
              <a:t>Kill the container’s processes and unmount its file system</a:t>
            </a:r>
          </a:p>
          <a:p>
            <a:r>
              <a:rPr lang="en-US" dirty="0"/>
              <a:t>Destroy the container on source server.</a:t>
            </a:r>
          </a:p>
          <a:p>
            <a:pPr lvl="1"/>
            <a:r>
              <a:rPr lang="en-US" dirty="0"/>
              <a:t>Remove the container’s file system and config files on the source server</a:t>
            </a:r>
          </a:p>
          <a:p>
            <a:endParaRPr lang="en-US" dirty="0"/>
          </a:p>
        </p:txBody>
      </p:sp>
    </p:spTree>
    <p:extLst>
      <p:ext uri="{BB962C8B-B14F-4D97-AF65-F5344CB8AC3E}">
        <p14:creationId xmlns:p14="http://schemas.microsoft.com/office/powerpoint/2010/main" val="139952813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39469"/>
            <a:ext cx="1192530" cy="325755"/>
          </a:xfrm>
          <a:prstGeom prst="rect">
            <a:avLst/>
          </a:prstGeom>
        </p:spPr>
        <p:txBody>
          <a:bodyPr vert="horz" wrap="square" lIns="0" tIns="15240" rIns="0" bIns="0" rtlCol="0">
            <a:spAutoFit/>
          </a:bodyPr>
          <a:lstStyle/>
          <a:p>
            <a:pPr marL="12700">
              <a:lnSpc>
                <a:spcPct val="100000"/>
              </a:lnSpc>
              <a:spcBef>
                <a:spcPts val="120"/>
              </a:spcBef>
            </a:pPr>
            <a:r>
              <a:rPr spc="-5" dirty="0"/>
              <a:t>More</a:t>
            </a:r>
            <a:r>
              <a:rPr spc="-65" dirty="0"/>
              <a:t> </a:t>
            </a:r>
            <a:r>
              <a:rPr spc="5" dirty="0"/>
              <a:t>info</a:t>
            </a:r>
          </a:p>
        </p:txBody>
      </p:sp>
      <p:sp>
        <p:nvSpPr>
          <p:cNvPr id="3" name="object 3"/>
          <p:cNvSpPr txBox="1"/>
          <p:nvPr/>
        </p:nvSpPr>
        <p:spPr>
          <a:xfrm>
            <a:off x="1518919" y="1591310"/>
            <a:ext cx="3205481" cy="261610"/>
          </a:xfrm>
          <a:prstGeom prst="rect">
            <a:avLst/>
          </a:prstGeom>
        </p:spPr>
        <p:txBody>
          <a:bodyPr vert="horz" wrap="square" lIns="0" tIns="15240" rIns="0" bIns="0" rtlCol="0">
            <a:spAutoFit/>
          </a:bodyPr>
          <a:lstStyle/>
          <a:p>
            <a:pPr marL="12700">
              <a:lnSpc>
                <a:spcPct val="100000"/>
              </a:lnSpc>
              <a:spcBef>
                <a:spcPts val="120"/>
              </a:spcBef>
            </a:pPr>
            <a:r>
              <a:rPr sz="1600" dirty="0">
                <a:solidFill>
                  <a:srgbClr val="585858"/>
                </a:solidFill>
                <a:latin typeface="DejaVu Sans"/>
                <a:cs typeface="DejaVu Sans"/>
                <a:hlinkClick r:id="rId2"/>
              </a:rPr>
              <a:t>http://criu.org</a:t>
            </a:r>
            <a:endParaRPr sz="1600" dirty="0">
              <a:latin typeface="DejaVu Sans"/>
              <a:cs typeface="DejaVu Sans"/>
            </a:endParaRPr>
          </a:p>
        </p:txBody>
      </p:sp>
      <p:sp>
        <p:nvSpPr>
          <p:cNvPr id="4" name="object 4"/>
          <p:cNvSpPr txBox="1"/>
          <p:nvPr/>
        </p:nvSpPr>
        <p:spPr>
          <a:xfrm>
            <a:off x="1518918" y="2246630"/>
            <a:ext cx="2976881" cy="261610"/>
          </a:xfrm>
          <a:prstGeom prst="rect">
            <a:avLst/>
          </a:prstGeom>
        </p:spPr>
        <p:txBody>
          <a:bodyPr vert="horz" wrap="square" lIns="0" tIns="15240" rIns="0" bIns="0" rtlCol="0">
            <a:spAutoFit/>
          </a:bodyPr>
          <a:lstStyle/>
          <a:p>
            <a:pPr marL="12700">
              <a:lnSpc>
                <a:spcPct val="100000"/>
              </a:lnSpc>
              <a:spcBef>
                <a:spcPts val="120"/>
              </a:spcBef>
            </a:pPr>
            <a:r>
              <a:rPr sz="1600" spc="-10" dirty="0">
                <a:solidFill>
                  <a:srgbClr val="585858"/>
                </a:solidFill>
                <a:latin typeface="DejaVu Sans"/>
                <a:cs typeface="DejaVu Sans"/>
                <a:hlinkClick r:id="rId3"/>
              </a:rPr>
              <a:t>http://criu.org/P.Haul</a:t>
            </a:r>
            <a:endParaRPr sz="1600" dirty="0">
              <a:latin typeface="DejaVu Sans"/>
              <a:cs typeface="DejaVu Sans"/>
            </a:endParaRPr>
          </a:p>
        </p:txBody>
      </p:sp>
      <p:sp>
        <p:nvSpPr>
          <p:cNvPr id="5" name="object 5"/>
          <p:cNvSpPr txBox="1"/>
          <p:nvPr/>
        </p:nvSpPr>
        <p:spPr>
          <a:xfrm>
            <a:off x="1518919" y="2901950"/>
            <a:ext cx="1766570" cy="272415"/>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hlinkClick r:id="rId4"/>
              </a:rPr>
              <a:t>criu@openvz.org</a:t>
            </a:r>
            <a:endParaRPr sz="1600">
              <a:latin typeface="DejaVu Sans"/>
              <a:cs typeface="DejaVu Sans"/>
            </a:endParaRPr>
          </a:p>
        </p:txBody>
      </p:sp>
      <p:sp>
        <p:nvSpPr>
          <p:cNvPr id="6" name="object 6"/>
          <p:cNvSpPr txBox="1"/>
          <p:nvPr/>
        </p:nvSpPr>
        <p:spPr>
          <a:xfrm>
            <a:off x="1518919" y="3557270"/>
            <a:ext cx="2240915" cy="272415"/>
          </a:xfrm>
          <a:prstGeom prst="rect">
            <a:avLst/>
          </a:prstGeom>
        </p:spPr>
        <p:txBody>
          <a:bodyPr vert="horz" wrap="square" lIns="0" tIns="15240" rIns="0" bIns="0" rtlCol="0">
            <a:spAutoFit/>
          </a:bodyPr>
          <a:lstStyle/>
          <a:p>
            <a:pPr marL="12700">
              <a:lnSpc>
                <a:spcPct val="100000"/>
              </a:lnSpc>
              <a:spcBef>
                <a:spcPts val="120"/>
              </a:spcBef>
              <a:tabLst>
                <a:tab pos="1586865" algn="l"/>
                <a:tab pos="2227580" algn="l"/>
              </a:tabLst>
            </a:pPr>
            <a:r>
              <a:rPr sz="1600" spc="5" dirty="0">
                <a:solidFill>
                  <a:srgbClr val="585858"/>
                </a:solidFill>
                <a:latin typeface="DejaVu Sans"/>
                <a:cs typeface="DejaVu Sans"/>
              </a:rPr>
              <a:t>+CriuOrg</a:t>
            </a:r>
            <a:r>
              <a:rPr sz="1600" spc="10" dirty="0">
                <a:solidFill>
                  <a:srgbClr val="585858"/>
                </a:solidFill>
                <a:latin typeface="DejaVu Sans"/>
                <a:cs typeface="DejaVu Sans"/>
              </a:rPr>
              <a:t> </a:t>
            </a:r>
            <a:r>
              <a:rPr sz="1600" spc="5" dirty="0">
                <a:solidFill>
                  <a:srgbClr val="585858"/>
                </a:solidFill>
                <a:latin typeface="DejaVu Sans"/>
                <a:cs typeface="DejaVu Sans"/>
              </a:rPr>
              <a:t>/</a:t>
            </a:r>
            <a:r>
              <a:rPr sz="1600" dirty="0">
                <a:solidFill>
                  <a:srgbClr val="585858"/>
                </a:solidFill>
                <a:latin typeface="DejaVu Sans"/>
                <a:cs typeface="DejaVu Sans"/>
              </a:rPr>
              <a:t> </a:t>
            </a:r>
            <a:r>
              <a:rPr sz="1600" spc="20" dirty="0">
                <a:solidFill>
                  <a:srgbClr val="585858"/>
                </a:solidFill>
                <a:latin typeface="DejaVu Sans"/>
                <a:cs typeface="DejaVu Sans"/>
              </a:rPr>
              <a:t>@</a:t>
            </a:r>
            <a:r>
              <a:rPr sz="1600" u="heavy" spc="20" dirty="0">
                <a:solidFill>
                  <a:srgbClr val="585858"/>
                </a:solidFill>
                <a:uFill>
                  <a:solidFill>
                    <a:srgbClr val="575757"/>
                  </a:solidFill>
                </a:uFill>
                <a:latin typeface="DejaVu Sans"/>
                <a:cs typeface="DejaVu Sans"/>
              </a:rPr>
              <a:t> 	</a:t>
            </a:r>
            <a:r>
              <a:rPr sz="1600" spc="5" dirty="0">
                <a:solidFill>
                  <a:srgbClr val="585858"/>
                </a:solidFill>
                <a:latin typeface="DejaVu Sans"/>
                <a:cs typeface="DejaVu Sans"/>
              </a:rPr>
              <a:t>criu</a:t>
            </a:r>
            <a:r>
              <a:rPr sz="1600" u="heavy" dirty="0">
                <a:solidFill>
                  <a:srgbClr val="585858"/>
                </a:solidFill>
                <a:uFill>
                  <a:solidFill>
                    <a:srgbClr val="575757"/>
                  </a:solidFill>
                </a:uFill>
                <a:latin typeface="Times New Roman"/>
                <a:cs typeface="Times New Roman"/>
              </a:rPr>
              <a:t> 	</a:t>
            </a:r>
            <a:endParaRPr sz="1600">
              <a:latin typeface="Times New Roman"/>
              <a:cs typeface="Times New Roman"/>
            </a:endParaRPr>
          </a:p>
        </p:txBody>
      </p:sp>
      <p:sp>
        <p:nvSpPr>
          <p:cNvPr id="7" name="object 7"/>
          <p:cNvSpPr txBox="1"/>
          <p:nvPr/>
        </p:nvSpPr>
        <p:spPr>
          <a:xfrm>
            <a:off x="1176019" y="1192529"/>
            <a:ext cx="150495" cy="3302000"/>
          </a:xfrm>
          <a:prstGeom prst="rect">
            <a:avLst/>
          </a:prstGeom>
        </p:spPr>
        <p:txBody>
          <a:bodyPr vert="horz" wrap="square" lIns="0" tIns="241300" rIns="0" bIns="0" rtlCol="0">
            <a:spAutoFit/>
          </a:bodyPr>
          <a:lstStyle/>
          <a:p>
            <a:pPr marL="12700">
              <a:lnSpc>
                <a:spcPct val="100000"/>
              </a:lnSpc>
              <a:spcBef>
                <a:spcPts val="19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a:p>
            <a:pPr marL="12700">
              <a:lnSpc>
                <a:spcPct val="100000"/>
              </a:lnSpc>
              <a:spcBef>
                <a:spcPts val="1800"/>
              </a:spcBef>
            </a:pPr>
            <a:r>
              <a:rPr sz="2800" dirty="0">
                <a:solidFill>
                  <a:srgbClr val="9C0B21"/>
                </a:solidFill>
                <a:latin typeface="Liberation Sans"/>
                <a:cs typeface="Liberation Sans"/>
              </a:rPr>
              <a:t>•</a:t>
            </a:r>
            <a:endParaRPr sz="2800">
              <a:latin typeface="Liberation Sans"/>
              <a:cs typeface="Liberation Sans"/>
            </a:endParaRPr>
          </a:p>
        </p:txBody>
      </p:sp>
      <p:sp>
        <p:nvSpPr>
          <p:cNvPr id="8" name="object 8"/>
          <p:cNvSpPr txBox="1"/>
          <p:nvPr/>
        </p:nvSpPr>
        <p:spPr>
          <a:xfrm>
            <a:off x="1518919" y="4212589"/>
            <a:ext cx="4653281" cy="261610"/>
          </a:xfrm>
          <a:prstGeom prst="rect">
            <a:avLst/>
          </a:prstGeom>
        </p:spPr>
        <p:txBody>
          <a:bodyPr vert="horz" wrap="square" lIns="0" tIns="15240" rIns="0" bIns="0" rtlCol="0">
            <a:spAutoFit/>
          </a:bodyPr>
          <a:lstStyle/>
          <a:p>
            <a:pPr marL="12700">
              <a:lnSpc>
                <a:spcPct val="100000"/>
              </a:lnSpc>
              <a:spcBef>
                <a:spcPts val="120"/>
              </a:spcBef>
            </a:pPr>
            <a:r>
              <a:rPr sz="1600" spc="5" dirty="0">
                <a:solidFill>
                  <a:srgbClr val="585858"/>
                </a:solidFill>
                <a:latin typeface="DejaVu Sans"/>
                <a:cs typeface="DejaVu Sans"/>
              </a:rPr>
              <a:t>https://github.com/xemul/(criu|p.haul)</a:t>
            </a:r>
            <a:endParaRPr sz="1600" dirty="0">
              <a:latin typeface="DejaVu Sans"/>
              <a:cs typeface="DejaVu Sans"/>
            </a:endParaRPr>
          </a:p>
        </p:txBody>
      </p:sp>
      <p:sp>
        <p:nvSpPr>
          <p:cNvPr id="9" name="object 9"/>
          <p:cNvSpPr/>
          <p:nvPr/>
        </p:nvSpPr>
        <p:spPr>
          <a:xfrm>
            <a:off x="5919470" y="2904489"/>
            <a:ext cx="2679700" cy="1584960"/>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6499451" y="1271390"/>
            <a:ext cx="1282813" cy="1436751"/>
          </a:xfrm>
          <a:prstGeom prst="rect">
            <a:avLst/>
          </a:prstGeom>
          <a:blipFill>
            <a:blip r:embed="rId6" cstate="print"/>
            <a:stretch>
              <a:fillRect/>
            </a:stretch>
          </a:blip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6350" rIns="0" bIns="0" rtlCol="0">
            <a:spAutoFit/>
          </a:bodyPr>
          <a:lstStyle/>
          <a:p>
            <a:pPr marL="25400">
              <a:lnSpc>
                <a:spcPct val="100000"/>
              </a:lnSpc>
              <a:spcBef>
                <a:spcPts val="50"/>
              </a:spcBef>
            </a:pPr>
            <a:fld id="{81D60167-4931-47E6-BA6A-407CBD079E47}" type="slidenum">
              <a:rPr spc="5" dirty="0"/>
              <a:t>25</a:t>
            </a:fld>
            <a:endParaRPr spc="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200" y="0"/>
            <a:ext cx="2304415" cy="574040"/>
          </a:xfrm>
          <a:prstGeom prst="rect">
            <a:avLst/>
          </a:prstGeom>
        </p:spPr>
        <p:txBody>
          <a:bodyPr vert="horz" wrap="square" lIns="0" tIns="12700" rIns="0" bIns="0" rtlCol="0">
            <a:spAutoFit/>
          </a:bodyPr>
          <a:lstStyle/>
          <a:p>
            <a:pPr marL="12700">
              <a:spcBef>
                <a:spcPts val="100"/>
              </a:spcBef>
            </a:pPr>
            <a:r>
              <a:rPr spc="-65" dirty="0"/>
              <a:t>References</a:t>
            </a:r>
          </a:p>
        </p:txBody>
      </p:sp>
      <p:sp>
        <p:nvSpPr>
          <p:cNvPr id="3" name="object 3"/>
          <p:cNvSpPr txBox="1">
            <a:spLocks noGrp="1"/>
          </p:cNvSpPr>
          <p:nvPr>
            <p:ph type="body" idx="1"/>
          </p:nvPr>
        </p:nvSpPr>
        <p:spPr>
          <a:xfrm>
            <a:off x="0" y="648724"/>
            <a:ext cx="9144000" cy="5980676"/>
          </a:xfrm>
          <a:prstGeom prst="rect">
            <a:avLst/>
          </a:prstGeom>
        </p:spPr>
        <p:txBody>
          <a:bodyPr vert="horz" wrap="square" lIns="0" tIns="12700" rIns="0" bIns="0" rtlCol="0">
            <a:spAutoFit/>
          </a:bodyPr>
          <a:lstStyle/>
          <a:p>
            <a:pPr marL="374650" marR="203835" indent="-328295">
              <a:lnSpc>
                <a:spcPct val="115399"/>
              </a:lnSpc>
              <a:spcBef>
                <a:spcPts val="100"/>
              </a:spcBef>
              <a:buChar char="●"/>
              <a:tabLst>
                <a:tab pos="374650" algn="l"/>
                <a:tab pos="375285" algn="l"/>
              </a:tabLst>
            </a:pPr>
            <a:r>
              <a:rPr sz="1800" b="0" dirty="0"/>
              <a:t>Brendan Burns, Brian Grant, David Oppenheimer, Eric Brewer, and John Wilkes, "Borg, Omega,  and Kubernetes", Communications of the ACM 59(5):50-57, April 2016</a:t>
            </a:r>
          </a:p>
          <a:p>
            <a:pPr marL="374650" marR="179070" indent="-328295">
              <a:lnSpc>
                <a:spcPct val="115399"/>
              </a:lnSpc>
              <a:buChar char="●"/>
              <a:tabLst>
                <a:tab pos="374650" algn="l"/>
                <a:tab pos="375285" algn="l"/>
              </a:tabLst>
            </a:pPr>
            <a:r>
              <a:rPr sz="1800" b="0" dirty="0">
                <a:hlinkClick r:id="rId2"/>
              </a:rPr>
              <a:t>Medina, Violeta </a:t>
            </a:r>
            <a:r>
              <a:rPr sz="1800" b="0" dirty="0"/>
              <a:t>; </a:t>
            </a:r>
            <a:r>
              <a:rPr sz="1800" b="0" dirty="0">
                <a:hlinkClick r:id="rId3"/>
              </a:rPr>
              <a:t>Garcia, Juan Manuel; </a:t>
            </a:r>
            <a:r>
              <a:rPr sz="1800" b="0" dirty="0"/>
              <a:t>“A Survey of Migration Mechanisms of Virtual Machines” </a:t>
            </a:r>
            <a:r>
              <a:rPr sz="1800" b="0" dirty="0">
                <a:hlinkClick r:id="rId4"/>
              </a:rPr>
              <a:t> ACM Computing Surveys </a:t>
            </a:r>
            <a:r>
              <a:rPr sz="1800" b="0" dirty="0"/>
              <a:t>Fall, 2014, Vol.46(3), p.30(33)</a:t>
            </a:r>
          </a:p>
          <a:p>
            <a:pPr marL="374650" marR="5080" indent="-328295">
              <a:lnSpc>
                <a:spcPct val="115399"/>
              </a:lnSpc>
              <a:buChar char="●"/>
              <a:tabLst>
                <a:tab pos="374650" algn="l"/>
                <a:tab pos="375285" algn="l"/>
              </a:tabLst>
            </a:pPr>
            <a:r>
              <a:rPr sz="1800" b="0" dirty="0">
                <a:hlinkClick r:id="rId5"/>
              </a:rPr>
              <a:t>Felter, Wes; </a:t>
            </a:r>
            <a:r>
              <a:rPr sz="1800" b="0" dirty="0">
                <a:hlinkClick r:id="rId6"/>
              </a:rPr>
              <a:t>Ferreira, Alexandre; </a:t>
            </a:r>
            <a:r>
              <a:rPr sz="1800" b="0" dirty="0">
                <a:hlinkClick r:id="rId7"/>
              </a:rPr>
              <a:t>Rajamony, Ram </a:t>
            </a:r>
            <a:r>
              <a:rPr sz="1800" b="0" dirty="0"/>
              <a:t>; </a:t>
            </a:r>
            <a:r>
              <a:rPr sz="1800" b="0" dirty="0">
                <a:hlinkClick r:id="rId8"/>
              </a:rPr>
              <a:t>Rubio, Juan; </a:t>
            </a:r>
            <a:r>
              <a:rPr sz="1800" b="0" dirty="0"/>
              <a:t>“An Updated Performance  Comparison of Virtual Machines and Linux Containers” </a:t>
            </a:r>
            <a:r>
              <a:rPr sz="1800" b="0" dirty="0">
                <a:hlinkClick r:id="rId9"/>
              </a:rPr>
              <a:t>Performance Analysis of Systems and  Software (ISPASS), 2015 IEEE International Symposium on </a:t>
            </a:r>
            <a:r>
              <a:rPr sz="1800" b="0" dirty="0"/>
              <a:t>2015 IEEE International Symposium on  Performance Analysis of Systems and Software, March 29-31 2015, pp.171-172</a:t>
            </a:r>
          </a:p>
          <a:p>
            <a:pPr marL="374650" marR="619760" indent="-328295">
              <a:lnSpc>
                <a:spcPct val="115399"/>
              </a:lnSpc>
              <a:buChar char="●"/>
              <a:tabLst>
                <a:tab pos="374650" algn="l"/>
                <a:tab pos="375285" algn="l"/>
              </a:tabLst>
            </a:pPr>
            <a:r>
              <a:rPr sz="1800" b="0" dirty="0"/>
              <a:t>Bussmann, Jens; Grzadkowski, Filip; “Containers with Google: from Borg to Kubernetes”  available at</a:t>
            </a:r>
          </a:p>
          <a:p>
            <a:pPr marL="374015">
              <a:spcBef>
                <a:spcPts val="240"/>
              </a:spcBef>
            </a:pPr>
            <a:r>
              <a:rPr sz="1800" b="0" dirty="0">
                <a:hlinkClick r:id="rId10"/>
              </a:rPr>
              <a:t>http://www.redhatonline.com/pl/wp-content/uploads/2016/05/RH-GOOG_WAW_JensBussmann.pdf</a:t>
            </a:r>
          </a:p>
          <a:p>
            <a:pPr marL="374650" marR="1096645" indent="-328295">
              <a:lnSpc>
                <a:spcPct val="115399"/>
              </a:lnSpc>
              <a:buChar char="●"/>
              <a:tabLst>
                <a:tab pos="374650" algn="l"/>
                <a:tab pos="375285" algn="l"/>
              </a:tabLst>
            </a:pPr>
            <a:r>
              <a:rPr sz="1800" b="0" dirty="0"/>
              <a:t>Emelyanov, Pavel; “Live migrating a container: pros, cons and gotchas” available at  </a:t>
            </a:r>
            <a:r>
              <a:rPr sz="1800" b="0" dirty="0">
                <a:hlinkClick r:id="rId11"/>
              </a:rPr>
              <a:t>http://www.slideshare.net/Docker/live-migrating-a-container-pros-cons-and-gotchas</a:t>
            </a:r>
          </a:p>
          <a:p>
            <a:pPr marL="374650" marR="27305" indent="-328295">
              <a:lnSpc>
                <a:spcPct val="115399"/>
              </a:lnSpc>
              <a:buChar char="●"/>
              <a:tabLst>
                <a:tab pos="374650" algn="l"/>
                <a:tab pos="375285" algn="l"/>
              </a:tabLst>
            </a:pPr>
            <a:r>
              <a:rPr sz="1800" b="0" dirty="0"/>
              <a:t>Mirkin, Andrey; Kuznetsov, Alexey; Kolyshkin, Kir; “Containers checkpointing and live migration”  available at https://landley.net/kdocs/ols/2008/ols2008v2-pages-85-90.pdf</a:t>
            </a:r>
          </a:p>
        </p:txBody>
      </p:sp>
    </p:spTree>
    <p:extLst>
      <p:ext uri="{BB962C8B-B14F-4D97-AF65-F5344CB8AC3E}">
        <p14:creationId xmlns:p14="http://schemas.microsoft.com/office/powerpoint/2010/main" val="1311966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D4E3FE"/>
        </a:solidFill>
        <a:ln w="25400" cap="flat">
          <a:solidFill>
            <a:srgbClr val="000000"/>
          </a:solidFill>
          <a:prstDash val="solid"/>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31081</TotalTime>
  <Words>1485</Words>
  <Application>Microsoft Macintosh PowerPoint</Application>
  <PresentationFormat>On-screen Show (4:3)</PresentationFormat>
  <Paragraphs>306</Paragraphs>
  <Slides>26</Slides>
  <Notes>0</Notes>
  <HiddenSlides>6</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DejaVu Sans</vt:lpstr>
      <vt:lpstr>Liberation Sans</vt:lpstr>
      <vt:lpstr>Noto Sans CJK JP Regular</vt:lpstr>
      <vt:lpstr>Arial</vt:lpstr>
      <vt:lpstr>Calibri</vt:lpstr>
      <vt:lpstr>Gill Sans</vt:lpstr>
      <vt:lpstr>Times New Roman</vt:lpstr>
      <vt:lpstr>Trebuchet MS</vt:lpstr>
      <vt:lpstr>Office Theme</vt:lpstr>
      <vt:lpstr>1_Office Theme</vt:lpstr>
      <vt:lpstr>White</vt:lpstr>
      <vt:lpstr>Based on slides from 2 presentations: Live Container Migration:  Opportunities and Challenges by Niroj Pokhrel, OpenVZ</vt:lpstr>
      <vt:lpstr>Miigration in a nutshel</vt:lpstr>
      <vt:lpstr>Conventional Container Migration</vt:lpstr>
      <vt:lpstr>Container Migration: (also known as) Suspend/Resume Migration</vt:lpstr>
      <vt:lpstr>Checkpointing and Restoring (C/R)</vt:lpstr>
      <vt:lpstr>CRIU for Container Migration</vt:lpstr>
      <vt:lpstr>PowerPoint Presentation</vt:lpstr>
      <vt:lpstr>How to avoid live migration</vt:lpstr>
      <vt:lpstr>Perform live container migration ?</vt:lpstr>
      <vt:lpstr>Making live migration live</vt:lpstr>
      <vt:lpstr>PowerPoint Presentation</vt:lpstr>
      <vt:lpstr>PowerPoint Presentation</vt:lpstr>
      <vt:lpstr>Live migration at length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P.Haul goals</vt:lpstr>
      <vt:lpstr>Container migration sequence</vt:lpstr>
      <vt:lpstr>Steps in Live Container Migration</vt:lpstr>
      <vt:lpstr>Steps in Live Container Migration</vt:lpstr>
      <vt:lpstr>More info</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37</cp:revision>
  <dcterms:created xsi:type="dcterms:W3CDTF">2018-04-17T00:19:32Z</dcterms:created>
  <dcterms:modified xsi:type="dcterms:W3CDTF">2025-02-03T02:00:32Z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2015-11-13T00:00:00Z</vt:filetime>
  </property>
  <property fmtid="{D5CDD505-2E9C-101B-9397-08002B2CF9AE}" pid="3" name="Creator">
    <vt:lpwstr>Impress</vt:lpwstr>
  </property>
  <property fmtid="{D5CDD505-2E9C-101B-9397-08002B2CF9AE}" pid="4" name="LastSaved">
    <vt:filetime>2018-04-17T00:00:00Z</vt:filetime>
  </property>
</Properties>
</file>