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4" r:id="rId2"/>
    <p:sldMasterId id="2147483687" r:id="rId3"/>
    <p:sldMasterId id="2147483706" r:id="rId4"/>
  </p:sldMasterIdLst>
  <p:notesMasterIdLst>
    <p:notesMasterId r:id="rId51"/>
  </p:notesMasterIdLst>
  <p:sldIdLst>
    <p:sldId id="257" r:id="rId5"/>
    <p:sldId id="261" r:id="rId6"/>
    <p:sldId id="262" r:id="rId7"/>
    <p:sldId id="263" r:id="rId8"/>
    <p:sldId id="264" r:id="rId9"/>
    <p:sldId id="735" r:id="rId10"/>
    <p:sldId id="360" r:id="rId11"/>
    <p:sldId id="661" r:id="rId12"/>
    <p:sldId id="594" r:id="rId13"/>
    <p:sldId id="572" r:id="rId14"/>
    <p:sldId id="571" r:id="rId15"/>
    <p:sldId id="726" r:id="rId16"/>
    <p:sldId id="727" r:id="rId17"/>
    <p:sldId id="361" r:id="rId18"/>
    <p:sldId id="362" r:id="rId19"/>
    <p:sldId id="363" r:id="rId20"/>
    <p:sldId id="689" r:id="rId21"/>
    <p:sldId id="688" r:id="rId22"/>
    <p:sldId id="365" r:id="rId23"/>
    <p:sldId id="372" r:id="rId24"/>
    <p:sldId id="393" r:id="rId25"/>
    <p:sldId id="368" r:id="rId26"/>
    <p:sldId id="369" r:id="rId27"/>
    <p:sldId id="705" r:id="rId28"/>
    <p:sldId id="675" r:id="rId29"/>
    <p:sldId id="370" r:id="rId30"/>
    <p:sldId id="371" r:id="rId31"/>
    <p:sldId id="378" r:id="rId32"/>
    <p:sldId id="379" r:id="rId33"/>
    <p:sldId id="391" r:id="rId34"/>
    <p:sldId id="649" r:id="rId35"/>
    <p:sldId id="687" r:id="rId36"/>
    <p:sldId id="373" r:id="rId37"/>
    <p:sldId id="374" r:id="rId38"/>
    <p:sldId id="376" r:id="rId39"/>
    <p:sldId id="375" r:id="rId40"/>
    <p:sldId id="702" r:id="rId41"/>
    <p:sldId id="739" r:id="rId42"/>
    <p:sldId id="730" r:id="rId43"/>
    <p:sldId id="731" r:id="rId44"/>
    <p:sldId id="732" r:id="rId45"/>
    <p:sldId id="733" r:id="rId46"/>
    <p:sldId id="734" r:id="rId47"/>
    <p:sldId id="715" r:id="rId48"/>
    <p:sldId id="716" r:id="rId49"/>
    <p:sldId id="717"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55"/>
    <p:restoredTop sz="96561"/>
  </p:normalViewPr>
  <p:slideViewPr>
    <p:cSldViewPr snapToGrid="0" snapToObjects="1">
      <p:cViewPr varScale="1">
        <p:scale>
          <a:sx n="119" d="100"/>
          <a:sy n="119" d="100"/>
        </p:scale>
        <p:origin x="1512" y="176"/>
      </p:cViewPr>
      <p:guideLst/>
    </p:cSldViewPr>
  </p:slideViewPr>
  <p:outlineViewPr>
    <p:cViewPr>
      <p:scale>
        <a:sx n="33" d="100"/>
        <a:sy n="33" d="100"/>
      </p:scale>
      <p:origin x="0" y="-5722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62ADBF-66AD-1446-A81A-489830130802}" type="datetimeFigureOut">
              <a:rPr lang="en-US" smtClean="0"/>
              <a:t>1/5/25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DA000A-A90A-9F4F-8D29-AB19E38E4810}" type="slidenum">
              <a:rPr lang="en-US" smtClean="0"/>
              <a:t>‹#›</a:t>
            </a:fld>
            <a:endParaRPr lang="en-US"/>
          </a:p>
        </p:txBody>
      </p:sp>
    </p:spTree>
    <p:extLst>
      <p:ext uri="{BB962C8B-B14F-4D97-AF65-F5344CB8AC3E}">
        <p14:creationId xmlns:p14="http://schemas.microsoft.com/office/powerpoint/2010/main" val="2151393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16E32E0C-F36F-4B81-9ACA-5A9737C1DE34}" type="slidenum">
              <a:rPr lang="en-US"/>
              <a:pPr/>
              <a:t>2</a:t>
            </a:fld>
            <a:endParaRPr lang="en-US"/>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4288412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23C9E8D1-F596-42D8-AE4A-CE07094B65D1}" type="slidenum">
              <a:rPr lang="en-US"/>
              <a:pPr/>
              <a:t>3</a:t>
            </a:fld>
            <a:endParaRPr lang="en-US"/>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8123773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19CA0393-D68E-4537-A04D-B1053132BD5D}" type="slidenum">
              <a:rPr lang="en-US"/>
              <a:pPr/>
              <a:t>4</a:t>
            </a:fld>
            <a:endParaRPr lang="en-US"/>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3847726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7818CEE1-4A8A-4B1E-90D7-C67BF333CDE9}" type="slidenum">
              <a:rPr lang="en-US"/>
              <a:pPr/>
              <a:t>5</a:t>
            </a:fld>
            <a:endParaRPr lang="en-US"/>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1633179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7410" name="Rectangle 2"/>
          <p:cNvSpPr>
            <a:spLocks noGrp="1" noChangeArrowheads="1"/>
          </p:cNvSpPr>
          <p:nvPr>
            <p:ph type="body" idx="1"/>
          </p:nvPr>
        </p:nvSpPr>
        <p:spPr bwMode="auto">
          <a:xfrm>
            <a:off x="685800" y="4343400"/>
            <a:ext cx="5486400" cy="4114800"/>
          </a:xfrm>
          <a:prstGeom prst="rect">
            <a:avLst/>
          </a:prstGeom>
          <a:noFill/>
          <a:ln>
            <a:miter lim="800000"/>
            <a:headEnd/>
            <a:tailEnd/>
          </a:ln>
        </p:spPr>
        <p:txBody>
          <a:bodyPr/>
          <a:lstStyle/>
          <a:p>
            <a:r>
              <a:rPr lang="en-US" sz="1400" dirty="0">
                <a:latin typeface="Lucida Grande" charset="0"/>
                <a:ea typeface="Lucida Grande" charset="0"/>
                <a:cs typeface="Lucida Grande" charset="0"/>
                <a:sym typeface="Lucida Grande" charset="0"/>
              </a:rPr>
              <a:t>What is the cloud? </a:t>
            </a:r>
          </a:p>
          <a:p>
            <a:r>
              <a:rPr lang="en-US" sz="1400" dirty="0">
                <a:latin typeface="Lucida Grande" charset="0"/>
                <a:ea typeface="Lucida Grande" charset="0"/>
                <a:cs typeface="Lucida Grande" charset="0"/>
                <a:sym typeface="Lucida Grande" charset="0"/>
              </a:rPr>
              <a:t>Difficult question to answer .... trying to sell themselves as offering cloud based services.  But have traits in common</a:t>
            </a:r>
          </a:p>
          <a:p>
            <a:r>
              <a:rPr lang="en-US" sz="1400" b="1" dirty="0">
                <a:latin typeface="Lucida Grande" charset="0"/>
                <a:ea typeface="Lucida Grande" charset="0"/>
                <a:cs typeface="Lucida Grande" charset="0"/>
                <a:sym typeface="Lucida Grande" charset="0"/>
              </a:rPr>
              <a:t>First,</a:t>
            </a:r>
            <a:r>
              <a:rPr lang="en-US" sz="1400" dirty="0">
                <a:latin typeface="Lucida Grande" charset="0"/>
                <a:ea typeface="Lucida Grande" charset="0"/>
                <a:cs typeface="Lucida Grande" charset="0"/>
                <a:sym typeface="Lucida Grande" charset="0"/>
              </a:rPr>
              <a:t> cloud companies offer </a:t>
            </a:r>
            <a:r>
              <a:rPr lang="en-US" sz="1400" b="1" dirty="0">
                <a:latin typeface="Lucida Grande" charset="0"/>
                <a:ea typeface="Lucida Grande" charset="0"/>
                <a:cs typeface="Lucida Grande" charset="0"/>
                <a:sym typeface="Lucida Grande" charset="0"/>
              </a:rPr>
              <a:t>remotely available services</a:t>
            </a:r>
            <a:r>
              <a:rPr lang="en-US" sz="1400" dirty="0">
                <a:latin typeface="Lucida Grande" charset="0"/>
                <a:ea typeface="Lucida Grande" charset="0"/>
                <a:cs typeface="Lucida Grande" charset="0"/>
                <a:sym typeface="Lucida Grande" charset="0"/>
              </a:rPr>
              <a:t>.  So they are providing you with some software or set of resources and you connect to those resources over the network.  </a:t>
            </a:r>
          </a:p>
          <a:p>
            <a:r>
              <a:rPr lang="en-US" sz="1400" b="1" dirty="0">
                <a:latin typeface="Lucida Grande" charset="0"/>
                <a:ea typeface="Lucida Grande" charset="0"/>
                <a:cs typeface="Lucida Grande" charset="0"/>
                <a:sym typeface="Lucida Grande" charset="0"/>
              </a:rPr>
              <a:t>Next</a:t>
            </a:r>
            <a:r>
              <a:rPr lang="en-US" sz="1400" dirty="0">
                <a:latin typeface="Lucida Grande" charset="0"/>
                <a:ea typeface="Lucida Grande" charset="0"/>
                <a:cs typeface="Lucida Grande" charset="0"/>
                <a:sym typeface="Lucida Grande" charset="0"/>
              </a:rPr>
              <a:t>, most cloud services rely on a </a:t>
            </a:r>
            <a:r>
              <a:rPr lang="en-US" sz="1400" b="1" dirty="0">
                <a:latin typeface="Lucida Grande" charset="0"/>
                <a:ea typeface="Lucida Grande" charset="0"/>
                <a:cs typeface="Lucida Grande" charset="0"/>
                <a:sym typeface="Lucida Grande" charset="0"/>
              </a:rPr>
              <a:t>pay-as-you-go model</a:t>
            </a:r>
            <a:r>
              <a:rPr lang="en-US" sz="1400" dirty="0">
                <a:latin typeface="Lucida Grande" charset="0"/>
                <a:ea typeface="Lucida Grande" charset="0"/>
                <a:cs typeface="Lucida Grande" charset="0"/>
                <a:sym typeface="Lucida Grande" charset="0"/>
              </a:rPr>
              <a:t>.  This means that you are only paying for what you</a:t>
            </a:r>
            <a:r>
              <a:rPr lang="en-US" sz="1400" baseline="0" dirty="0">
                <a:latin typeface="Lucida Grande" charset="0"/>
                <a:ea typeface="Lucida Grande" charset="0"/>
                <a:cs typeface="Lucida Grande" charset="0"/>
                <a:sym typeface="Lucida Grande" charset="0"/>
              </a:rPr>
              <a:t> are </a:t>
            </a:r>
            <a:r>
              <a:rPr lang="en-US" sz="1400" dirty="0">
                <a:latin typeface="Lucida Grande" charset="0"/>
                <a:ea typeface="Lucida Grande" charset="0"/>
                <a:cs typeface="Lucida Grande" charset="0"/>
                <a:sym typeface="Lucida Grande" charset="0"/>
              </a:rPr>
              <a:t>actively using.  </a:t>
            </a:r>
          </a:p>
          <a:p>
            <a:r>
              <a:rPr lang="en-US" sz="1400" b="1" dirty="0">
                <a:latin typeface="Lucida Grande" charset="0"/>
                <a:ea typeface="Lucida Grande" charset="0"/>
                <a:cs typeface="Lucida Grande" charset="0"/>
                <a:sym typeface="Lucida Grande" charset="0"/>
              </a:rPr>
              <a:t>Finally</a:t>
            </a:r>
            <a:r>
              <a:rPr lang="en-US" sz="1400" dirty="0">
                <a:latin typeface="Lucida Grande" charset="0"/>
                <a:ea typeface="Lucida Grande" charset="0"/>
                <a:cs typeface="Lucida Grande" charset="0"/>
                <a:sym typeface="Lucida Grande" charset="0"/>
              </a:rPr>
              <a:t>, cloud services are really based around the idea of </a:t>
            </a:r>
            <a:r>
              <a:rPr lang="en-US" sz="1400" b="1" dirty="0">
                <a:latin typeface="Lucida Grande" charset="0"/>
                <a:ea typeface="Lucida Grande" charset="0"/>
                <a:cs typeface="Lucida Grande" charset="0"/>
                <a:sym typeface="Lucida Grande" charset="0"/>
              </a:rPr>
              <a:t>high scalability</a:t>
            </a:r>
            <a:r>
              <a:rPr lang="en-US" sz="1400" dirty="0">
                <a:latin typeface="Lucida Grande" charset="0"/>
                <a:ea typeface="Lucida Grande" charset="0"/>
                <a:cs typeface="Lucida Grande" charset="0"/>
                <a:sym typeface="Lucida Grande" charset="0"/>
              </a:rPr>
              <a:t>, and the reason they are able to scale up so much is that they are using a </a:t>
            </a:r>
            <a:r>
              <a:rPr lang="en-US" sz="1400" b="1" dirty="0">
                <a:latin typeface="Lucida Grande" charset="0"/>
                <a:ea typeface="Lucida Grande" charset="0"/>
                <a:cs typeface="Lucida Grande" charset="0"/>
                <a:sym typeface="Lucida Grande" charset="0"/>
              </a:rPr>
              <a:t>shared infrastructure </a:t>
            </a:r>
            <a:r>
              <a:rPr lang="en-US" sz="1400" dirty="0">
                <a:latin typeface="Lucida Grande" charset="0"/>
                <a:ea typeface="Lucida Grande" charset="0"/>
                <a:cs typeface="Lucida Grande" charset="0"/>
                <a:sym typeface="Lucida Grande" charset="0"/>
              </a:rPr>
              <a:t>for many different clients.  </a:t>
            </a:r>
          </a:p>
        </p:txBody>
      </p:sp>
    </p:spTree>
    <p:extLst>
      <p:ext uri="{BB962C8B-B14F-4D97-AF65-F5344CB8AC3E}">
        <p14:creationId xmlns:p14="http://schemas.microsoft.com/office/powerpoint/2010/main" val="29921949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914" name="Rectangle 18"/>
          <p:cNvSpPr>
            <a:spLocks noGrp="1" noChangeArrowheads="1"/>
          </p:cNvSpPr>
          <p:nvPr>
            <p:ph type="sldNum" sz="quarter"/>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E158C0E-6A4F-427C-8172-2621EEB8923A}" type="slidenum">
              <a:rPr kumimoji="0" lang="en-GB" sz="1200" b="0" i="0" u="none" strike="noStrike" kern="1200" cap="none" spc="0" normalizeH="0" baseline="0" noProof="0">
                <a:ln>
                  <a:noFill/>
                </a:ln>
                <a:solidFill>
                  <a:srgbClr val="000000"/>
                </a:solidFill>
                <a:effectLst/>
                <a:uLnTx/>
                <a:uFillTx/>
                <a:latin typeface="Arial" pitchFamily="-111" charset="-52"/>
                <a:cs typeface="Arial" pitchFamily="-111" charset="-52"/>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GB" sz="1200" b="0" i="0" u="none" strike="noStrike" kern="1200" cap="none" spc="0" normalizeH="0" baseline="0" noProof="0">
              <a:ln>
                <a:noFill/>
              </a:ln>
              <a:solidFill>
                <a:srgbClr val="000000"/>
              </a:solidFill>
              <a:effectLst/>
              <a:uLnTx/>
              <a:uFillTx/>
              <a:latin typeface="Arial" pitchFamily="-111" charset="-52"/>
              <a:cs typeface="Arial" pitchFamily="-111" charset="-52"/>
            </a:endParaRPr>
          </a:p>
        </p:txBody>
      </p:sp>
      <p:sp>
        <p:nvSpPr>
          <p:cNvPr id="38915" name="Text Box 1"/>
          <p:cNvSpPr txBox="1">
            <a:spLocks noChangeArrowheads="1"/>
          </p:cNvSpPr>
          <p:nvPr/>
        </p:nvSpPr>
        <p:spPr bwMode="auto">
          <a:xfrm>
            <a:off x="1146175" y="685800"/>
            <a:ext cx="4548188" cy="3411538"/>
          </a:xfrm>
          <a:prstGeom prst="rect">
            <a:avLst/>
          </a:prstGeom>
          <a:solidFill>
            <a:srgbClr val="FFFFFF"/>
          </a:solidFill>
          <a:ln w="9525">
            <a:solidFill>
              <a:srgbClr val="000000"/>
            </a:solidFill>
            <a:miter lim="800000"/>
            <a:headEnd/>
            <a:tailEnd/>
          </a:ln>
        </p:spPr>
        <p:txBody>
          <a:bodyPr wrap="none" lIns="91432" tIns="45716" rIns="91432" bIns="45716"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CCCCCC"/>
              </a:solidFill>
              <a:effectLst/>
              <a:uLnTx/>
              <a:uFillTx/>
              <a:latin typeface="Verdana" pitchFamily="-111" charset="0"/>
              <a:cs typeface="Arial" pitchFamily="-111" charset="-52"/>
            </a:endParaRPr>
          </a:p>
        </p:txBody>
      </p:sp>
      <p:sp>
        <p:nvSpPr>
          <p:cNvPr id="38916" name="Text Box 2"/>
          <p:cNvSpPr>
            <a:spLocks noGrp="1" noChangeArrowheads="1"/>
          </p:cNvSpPr>
          <p:nvPr>
            <p:ph type="body"/>
          </p:nvPr>
        </p:nvSpPr>
        <p:spPr>
          <a:xfrm>
            <a:off x="685800" y="4343401"/>
            <a:ext cx="5468938" cy="4106863"/>
          </a:xfrm>
          <a:solidFill>
            <a:srgbClr val="FFFFFF"/>
          </a:solidFill>
          <a:ln w="9360">
            <a:solidFill>
              <a:srgbClr val="000000"/>
            </a:solidFill>
            <a:miter lim="800000"/>
          </a:ln>
        </p:spPr>
        <p:txBody>
          <a:bodyPr wrap="none" anchor="ctr"/>
          <a:lstStyle/>
          <a:p>
            <a:endParaRPr lang="en-US"/>
          </a:p>
        </p:txBody>
      </p:sp>
    </p:spTree>
    <p:extLst>
      <p:ext uri="{BB962C8B-B14F-4D97-AF65-F5344CB8AC3E}">
        <p14:creationId xmlns:p14="http://schemas.microsoft.com/office/powerpoint/2010/main" val="10778350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Rectangle 18"/>
          <p:cNvSpPr>
            <a:spLocks noGrp="1" noChangeArrowheads="1"/>
          </p:cNvSpPr>
          <p:nvPr>
            <p:ph type="sldNum" sz="quarter"/>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E2886EC-307D-4401-8854-AF54AE1BE64D}" type="slidenum">
              <a:rPr kumimoji="0" lang="en-GB" sz="1200" b="0" i="0" u="none" strike="noStrike" kern="1200" cap="none" spc="0" normalizeH="0" baseline="0" noProof="0">
                <a:ln>
                  <a:noFill/>
                </a:ln>
                <a:solidFill>
                  <a:srgbClr val="000000"/>
                </a:solidFill>
                <a:effectLst/>
                <a:uLnTx/>
                <a:uFillTx/>
                <a:latin typeface="Arial" pitchFamily="-111" charset="-52"/>
                <a:cs typeface="Arial" pitchFamily="-111" charset="-52"/>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GB" sz="1200" b="0" i="0" u="none" strike="noStrike" kern="1200" cap="none" spc="0" normalizeH="0" baseline="0" noProof="0">
              <a:ln>
                <a:noFill/>
              </a:ln>
              <a:solidFill>
                <a:srgbClr val="000000"/>
              </a:solidFill>
              <a:effectLst/>
              <a:uLnTx/>
              <a:uFillTx/>
              <a:latin typeface="Arial" pitchFamily="-111" charset="-52"/>
              <a:cs typeface="Arial" pitchFamily="-111" charset="-52"/>
            </a:endParaRPr>
          </a:p>
        </p:txBody>
      </p:sp>
      <p:sp>
        <p:nvSpPr>
          <p:cNvPr id="40963" name="Text Box 1"/>
          <p:cNvSpPr txBox="1">
            <a:spLocks noChangeArrowheads="1"/>
          </p:cNvSpPr>
          <p:nvPr/>
        </p:nvSpPr>
        <p:spPr bwMode="auto">
          <a:xfrm>
            <a:off x="1146175" y="685800"/>
            <a:ext cx="4548188" cy="3411538"/>
          </a:xfrm>
          <a:prstGeom prst="rect">
            <a:avLst/>
          </a:prstGeom>
          <a:solidFill>
            <a:srgbClr val="FFFFFF"/>
          </a:solidFill>
          <a:ln w="9525">
            <a:solidFill>
              <a:srgbClr val="000000"/>
            </a:solidFill>
            <a:miter lim="800000"/>
            <a:headEnd/>
            <a:tailEnd/>
          </a:ln>
        </p:spPr>
        <p:txBody>
          <a:bodyPr wrap="none" lIns="91432" tIns="45716" rIns="91432" bIns="45716"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CCCCCC"/>
              </a:solidFill>
              <a:effectLst/>
              <a:uLnTx/>
              <a:uFillTx/>
              <a:latin typeface="Verdana" pitchFamily="-111" charset="0"/>
              <a:cs typeface="Arial" pitchFamily="-111" charset="-52"/>
            </a:endParaRPr>
          </a:p>
        </p:txBody>
      </p:sp>
      <p:sp>
        <p:nvSpPr>
          <p:cNvPr id="40964" name="Text Box 2"/>
          <p:cNvSpPr>
            <a:spLocks noGrp="1" noChangeArrowheads="1"/>
          </p:cNvSpPr>
          <p:nvPr>
            <p:ph type="body"/>
          </p:nvPr>
        </p:nvSpPr>
        <p:spPr>
          <a:xfrm>
            <a:off x="685800" y="4343400"/>
            <a:ext cx="5468938" cy="4097338"/>
          </a:xfrm>
          <a:noFill/>
          <a:ln/>
        </p:spPr>
        <p:txBody>
          <a:bodyPr wrap="none" anchor="ctr"/>
          <a:lstStyle/>
          <a:p>
            <a:endParaRPr lang="en-US"/>
          </a:p>
        </p:txBody>
      </p:sp>
    </p:spTree>
    <p:extLst>
      <p:ext uri="{BB962C8B-B14F-4D97-AF65-F5344CB8AC3E}">
        <p14:creationId xmlns:p14="http://schemas.microsoft.com/office/powerpoint/2010/main" val="30462018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xfrm>
            <a:off x="1371600" y="1143000"/>
            <a:ext cx="4114800" cy="3086100"/>
          </a:xfrm>
          <a:ln/>
        </p:spPr>
      </p:sp>
      <p:sp>
        <p:nvSpPr>
          <p:cNvPr id="40963" name="Notes Placeholder 2"/>
          <p:cNvSpPr>
            <a:spLocks noGrp="1"/>
          </p:cNvSpPr>
          <p:nvPr>
            <p:ph type="body" idx="1"/>
          </p:nvPr>
        </p:nvSpPr>
        <p:spPr>
          <a:noFill/>
          <a:ln/>
        </p:spPr>
        <p:txBody>
          <a:bodyPr lIns="91419" tIns="45709" rIns="91419" bIns="45709"/>
          <a:lstStyle/>
          <a:p>
            <a:pPr eaLnBrk="1" hangingPunct="1"/>
            <a:r>
              <a:rPr lang="en-US" dirty="0" err="1">
                <a:ea typeface="ＭＳ Ｐゴシック" pitchFamily="34" charset="-128"/>
              </a:rPr>
              <a:t>SaaS</a:t>
            </a:r>
            <a:r>
              <a:rPr lang="en-US" dirty="0">
                <a:ea typeface="ＭＳ Ｐゴシック" pitchFamily="34" charset="-128"/>
              </a:rPr>
              <a:t> – business applications provided from a shared multi-tenant platform to help manage capital and IT expense, fairly mature market, new dynamic: mobile applications that perform a function and can be discretely purchased, ex. Mobile banking, mobile couponing,  (NOT AN EXTENSION OF A PACKAGED APPLICATION TO A MOBILE DEVICE)</a:t>
            </a:r>
          </a:p>
          <a:p>
            <a:pPr marL="728597" lvl="1" indent="-279374">
              <a:spcAft>
                <a:spcPct val="10000"/>
              </a:spcAft>
              <a:buClr>
                <a:schemeClr val="tx2"/>
              </a:buClr>
            </a:pPr>
            <a:r>
              <a:rPr lang="en-US" sz="800" dirty="0">
                <a:ea typeface="ＭＳ Ｐゴシック" pitchFamily="34" charset="-128"/>
              </a:rPr>
              <a:t>Software providers (MSFT, Oracle, MacAfee, Symantec)</a:t>
            </a:r>
          </a:p>
          <a:p>
            <a:pPr marL="728597" lvl="1" indent="-279374">
              <a:spcAft>
                <a:spcPct val="10000"/>
              </a:spcAft>
              <a:buClr>
                <a:schemeClr val="tx2"/>
              </a:buClr>
            </a:pPr>
            <a:r>
              <a:rPr lang="en-US" sz="800" dirty="0">
                <a:ea typeface="ＭＳ Ｐゴシック" pitchFamily="34" charset="-128"/>
              </a:rPr>
              <a:t>ISPs (Google)</a:t>
            </a:r>
          </a:p>
          <a:p>
            <a:pPr marL="728597" lvl="1" indent="-279374">
              <a:spcAft>
                <a:spcPct val="10000"/>
              </a:spcAft>
              <a:buClr>
                <a:schemeClr val="tx2"/>
              </a:buClr>
            </a:pPr>
            <a:r>
              <a:rPr lang="en-US" sz="800" dirty="0">
                <a:ea typeface="ＭＳ Ｐゴシック" pitchFamily="34" charset="-128"/>
              </a:rPr>
              <a:t>Application Service providers (Salesforce.com, McAfee, </a:t>
            </a:r>
            <a:r>
              <a:rPr lang="en-US" sz="800" dirty="0" err="1">
                <a:ea typeface="ＭＳ Ｐゴシック" pitchFamily="34" charset="-128"/>
              </a:rPr>
              <a:t>RightNOW</a:t>
            </a:r>
            <a:r>
              <a:rPr lang="en-US" sz="800" dirty="0">
                <a:ea typeface="ＭＳ Ｐゴシック" pitchFamily="34" charset="-128"/>
              </a:rPr>
              <a:t>)</a:t>
            </a:r>
          </a:p>
          <a:p>
            <a:pPr marL="728597" lvl="1" indent="-279374">
              <a:spcAft>
                <a:spcPct val="10000"/>
              </a:spcAft>
              <a:buClr>
                <a:schemeClr val="tx2"/>
              </a:buClr>
            </a:pPr>
            <a:r>
              <a:rPr lang="en-US" sz="800" dirty="0">
                <a:ea typeface="ＭＳ Ｐゴシック" pitchFamily="34" charset="-128"/>
              </a:rPr>
              <a:t>Hardware Vendors (Cisco WebEx)</a:t>
            </a:r>
          </a:p>
          <a:p>
            <a:pPr marL="728597" lvl="1" indent="-279374">
              <a:spcAft>
                <a:spcPct val="10000"/>
              </a:spcAft>
              <a:buClr>
                <a:schemeClr val="tx2"/>
              </a:buClr>
            </a:pPr>
            <a:r>
              <a:rPr lang="en-US" sz="800" dirty="0">
                <a:ea typeface="ＭＳ Ｐゴシック" pitchFamily="34" charset="-128"/>
              </a:rPr>
              <a:t>Middleware Vendors (Citrix </a:t>
            </a:r>
            <a:r>
              <a:rPr lang="en-US" sz="800" dirty="0" err="1">
                <a:ea typeface="ＭＳ Ｐゴシック" pitchFamily="34" charset="-128"/>
              </a:rPr>
              <a:t>GoToMeeting</a:t>
            </a:r>
            <a:r>
              <a:rPr lang="en-US" sz="800" dirty="0">
                <a:ea typeface="ＭＳ Ｐゴシック" pitchFamily="34" charset="-128"/>
              </a:rPr>
              <a:t>)</a:t>
            </a:r>
          </a:p>
          <a:p>
            <a:pPr eaLnBrk="1" hangingPunct="1">
              <a:spcAft>
                <a:spcPct val="10000"/>
              </a:spcAft>
              <a:buClr>
                <a:schemeClr val="tx2"/>
              </a:buClr>
            </a:pPr>
            <a:r>
              <a:rPr lang="en-US" sz="800" dirty="0" err="1">
                <a:ea typeface="ＭＳ Ｐゴシック" pitchFamily="34" charset="-128"/>
              </a:rPr>
              <a:t>PaaS</a:t>
            </a:r>
            <a:r>
              <a:rPr lang="en-US" sz="800" dirty="0">
                <a:ea typeface="ＭＳ Ｐゴシック" pitchFamily="34" charset="-128"/>
              </a:rPr>
              <a:t> – ex. MEAP, Force.com</a:t>
            </a:r>
            <a:endParaRPr lang="en-US" dirty="0">
              <a:ea typeface="ＭＳ Ｐゴシック" pitchFamily="34" charset="-128"/>
            </a:endParaRPr>
          </a:p>
          <a:p>
            <a:pPr marL="728597" lvl="1" indent="-279374">
              <a:spcAft>
                <a:spcPct val="10000"/>
              </a:spcAft>
              <a:buClr>
                <a:schemeClr val="tx2"/>
              </a:buClr>
            </a:pPr>
            <a:r>
              <a:rPr lang="en-US" sz="800" dirty="0">
                <a:ea typeface="ＭＳ Ｐゴシック" pitchFamily="34" charset="-128"/>
              </a:rPr>
              <a:t>Software providers (MSFT) </a:t>
            </a:r>
          </a:p>
          <a:p>
            <a:pPr marL="728597" lvl="1" indent="-279374">
              <a:spcAft>
                <a:spcPct val="10000"/>
              </a:spcAft>
              <a:buClr>
                <a:schemeClr val="tx2"/>
              </a:buClr>
            </a:pPr>
            <a:r>
              <a:rPr lang="en-US" sz="800" dirty="0">
                <a:ea typeface="ＭＳ Ｐゴシック" pitchFamily="34" charset="-128"/>
              </a:rPr>
              <a:t>ISPs (Google, Amazon)</a:t>
            </a:r>
          </a:p>
          <a:p>
            <a:pPr marL="728597" lvl="1" indent="-279374">
              <a:spcAft>
                <a:spcPct val="10000"/>
              </a:spcAft>
              <a:buClr>
                <a:schemeClr val="tx2"/>
              </a:buClr>
            </a:pPr>
            <a:r>
              <a:rPr lang="en-US" sz="800" dirty="0" err="1">
                <a:ea typeface="ＭＳ Ｐゴシック" pitchFamily="34" charset="-128"/>
              </a:rPr>
              <a:t>SaaS</a:t>
            </a:r>
            <a:r>
              <a:rPr lang="en-US" sz="800" dirty="0">
                <a:ea typeface="ＭＳ Ｐゴシック" pitchFamily="34" charset="-128"/>
              </a:rPr>
              <a:t> providers (Salesforce.com)</a:t>
            </a:r>
          </a:p>
          <a:p>
            <a:pPr marL="728597" lvl="1" indent="-279374">
              <a:spcAft>
                <a:spcPct val="10000"/>
              </a:spcAft>
              <a:buClr>
                <a:schemeClr val="tx2"/>
              </a:buClr>
            </a:pPr>
            <a:r>
              <a:rPr lang="en-US" sz="800" dirty="0">
                <a:ea typeface="ＭＳ Ｐゴシック" pitchFamily="34" charset="-128"/>
              </a:rPr>
              <a:t>Device Vendors (Apple </a:t>
            </a:r>
            <a:r>
              <a:rPr lang="en-US" sz="800" dirty="0" err="1">
                <a:ea typeface="ＭＳ Ｐゴシック" pitchFamily="34" charset="-128"/>
              </a:rPr>
              <a:t>iPhone</a:t>
            </a:r>
            <a:r>
              <a:rPr lang="en-US" sz="800" dirty="0">
                <a:ea typeface="ＭＳ Ｐゴシック" pitchFamily="34" charset="-128"/>
              </a:rPr>
              <a:t>)</a:t>
            </a:r>
          </a:p>
          <a:p>
            <a:pPr eaLnBrk="1" hangingPunct="1"/>
            <a:r>
              <a:rPr lang="en-US" dirty="0" err="1">
                <a:ea typeface="ＭＳ Ｐゴシック" pitchFamily="34" charset="-128"/>
              </a:rPr>
              <a:t>IaaS</a:t>
            </a:r>
            <a:endParaRPr lang="en-US" dirty="0">
              <a:ea typeface="ＭＳ Ｐゴシック" pitchFamily="34" charset="-128"/>
            </a:endParaRPr>
          </a:p>
          <a:p>
            <a:pPr marL="728597" lvl="1" indent="-279374">
              <a:spcAft>
                <a:spcPct val="10000"/>
              </a:spcAft>
              <a:buClr>
                <a:schemeClr val="tx2"/>
              </a:buClr>
            </a:pPr>
            <a:r>
              <a:rPr lang="en-US" sz="800" dirty="0">
                <a:ea typeface="ＭＳ Ｐゴシック" pitchFamily="34" charset="-128"/>
              </a:rPr>
              <a:t>ISPs (Amazon)</a:t>
            </a:r>
          </a:p>
          <a:p>
            <a:pPr marL="728597" lvl="1" indent="-279374">
              <a:spcAft>
                <a:spcPct val="10000"/>
              </a:spcAft>
              <a:buClr>
                <a:schemeClr val="tx2"/>
              </a:buClr>
            </a:pPr>
            <a:r>
              <a:rPr lang="en-US" sz="800" dirty="0">
                <a:ea typeface="ＭＳ Ｐゴシック" pitchFamily="34" charset="-128"/>
              </a:rPr>
              <a:t>Hosting Services Providers (AT&amp;T, </a:t>
            </a:r>
            <a:r>
              <a:rPr lang="en-US" sz="800" dirty="0" err="1">
                <a:ea typeface="ＭＳ Ｐゴシック" pitchFamily="34" charset="-128"/>
              </a:rPr>
              <a:t>Rackspace</a:t>
            </a:r>
            <a:r>
              <a:rPr lang="en-US" sz="800" dirty="0">
                <a:ea typeface="ＭＳ Ｐゴシック" pitchFamily="34" charset="-128"/>
              </a:rPr>
              <a:t>, </a:t>
            </a:r>
            <a:r>
              <a:rPr lang="en-US" sz="800" dirty="0" err="1">
                <a:ea typeface="ＭＳ Ｐゴシック" pitchFamily="34" charset="-128"/>
              </a:rPr>
              <a:t>Savvis</a:t>
            </a:r>
            <a:r>
              <a:rPr lang="en-US" sz="800" dirty="0">
                <a:ea typeface="ＭＳ Ｐゴシック" pitchFamily="34" charset="-128"/>
              </a:rPr>
              <a:t>, </a:t>
            </a:r>
            <a:r>
              <a:rPr lang="en-US" sz="800" dirty="0" err="1">
                <a:ea typeface="ＭＳ Ｐゴシック" pitchFamily="34" charset="-128"/>
              </a:rPr>
              <a:t>Terramark</a:t>
            </a:r>
            <a:r>
              <a:rPr lang="en-US" sz="800" dirty="0">
                <a:ea typeface="ＭＳ Ｐゴシック" pitchFamily="34" charset="-128"/>
              </a:rPr>
              <a:t>, Verizon Business)</a:t>
            </a:r>
          </a:p>
          <a:p>
            <a:pPr marL="728597" lvl="1" indent="-279374">
              <a:spcAft>
                <a:spcPct val="10000"/>
              </a:spcAft>
              <a:buClr>
                <a:schemeClr val="tx2"/>
              </a:buClr>
            </a:pPr>
            <a:r>
              <a:rPr lang="en-US" sz="800" dirty="0">
                <a:ea typeface="ＭＳ Ｐゴシック" pitchFamily="34" charset="-128"/>
              </a:rPr>
              <a:t>Hardware Vendors (IBM)</a:t>
            </a:r>
          </a:p>
          <a:p>
            <a:pPr marL="728597" lvl="1" indent="-279374">
              <a:spcAft>
                <a:spcPct val="10000"/>
              </a:spcAft>
              <a:buClr>
                <a:schemeClr val="tx2"/>
              </a:buClr>
            </a:pPr>
            <a:r>
              <a:rPr lang="en-US" sz="800" dirty="0">
                <a:ea typeface="ＭＳ Ｐゴシック" pitchFamily="34" charset="-128"/>
              </a:rPr>
              <a:t>Device Vendors (Apple </a:t>
            </a:r>
            <a:r>
              <a:rPr lang="en-US" sz="800" dirty="0" err="1">
                <a:ea typeface="ＭＳ Ｐゴシック" pitchFamily="34" charset="-128"/>
              </a:rPr>
              <a:t>iPhone</a:t>
            </a:r>
            <a:r>
              <a:rPr lang="en-US" sz="800" dirty="0">
                <a:ea typeface="ＭＳ Ｐゴシック" pitchFamily="34" charset="-128"/>
              </a:rPr>
              <a:t>)</a:t>
            </a:r>
            <a:endParaRPr lang="en-US" dirty="0">
              <a:ea typeface="ＭＳ Ｐゴシック" pitchFamily="34" charset="-128"/>
            </a:endParaRPr>
          </a:p>
          <a:p>
            <a:pPr eaLnBrk="1" hangingPunct="1"/>
            <a:endParaRPr lang="en-US" dirty="0">
              <a:ea typeface="ＭＳ Ｐゴシック" pitchFamily="34" charset="-128"/>
            </a:endParaRPr>
          </a:p>
          <a:p>
            <a:pPr eaLnBrk="1" hangingPunct="1"/>
            <a:endParaRPr lang="en-US" dirty="0">
              <a:ea typeface="ＭＳ Ｐゴシック" pitchFamily="34" charset="-128"/>
            </a:endParaRPr>
          </a:p>
          <a:p>
            <a:pPr eaLnBrk="1" hangingPunct="1"/>
            <a:r>
              <a:rPr lang="en-US" dirty="0">
                <a:ea typeface="ＭＳ Ｐゴシック" pitchFamily="34" charset="-128"/>
              </a:rPr>
              <a:t>(</a:t>
            </a:r>
            <a:r>
              <a:rPr lang="en-US" dirty="0" err="1">
                <a:ea typeface="ＭＳ Ｐゴシック" pitchFamily="34" charset="-128"/>
              </a:rPr>
              <a:t>mt</a:t>
            </a:r>
            <a:r>
              <a:rPr lang="en-US" dirty="0">
                <a:ea typeface="ＭＳ Ｐゴシック" pitchFamily="34" charset="-128"/>
              </a:rPr>
              <a:t>) = </a:t>
            </a:r>
            <a:r>
              <a:rPr lang="en-US" dirty="0" err="1">
                <a:ea typeface="ＭＳ Ｐゴシック" pitchFamily="34" charset="-128"/>
              </a:rPr>
              <a:t>MediaTemple</a:t>
            </a:r>
            <a:endParaRPr lang="en-US" dirty="0">
              <a:ea typeface="ＭＳ Ｐゴシック" pitchFamily="34" charset="-128"/>
            </a:endParaRPr>
          </a:p>
          <a:p>
            <a:pPr eaLnBrk="1" hangingPunct="1"/>
            <a:r>
              <a:rPr lang="en-US" dirty="0" err="1">
                <a:ea typeface="ＭＳ Ｐゴシック" pitchFamily="34" charset="-128"/>
              </a:rPr>
              <a:t>ServePath</a:t>
            </a:r>
            <a:r>
              <a:rPr lang="en-US" dirty="0">
                <a:ea typeface="ＭＳ Ｐゴシック" pitchFamily="34" charset="-128"/>
              </a:rPr>
              <a:t> – </a:t>
            </a:r>
            <a:r>
              <a:rPr lang="en-US" dirty="0" err="1">
                <a:ea typeface="ＭＳ Ｐゴシック" pitchFamily="34" charset="-128"/>
              </a:rPr>
              <a:t>GoGrid</a:t>
            </a:r>
            <a:r>
              <a:rPr lang="en-US" dirty="0">
                <a:ea typeface="ＭＳ Ｐゴシック" pitchFamily="34" charset="-128"/>
              </a:rPr>
              <a:t> cloud hosting</a:t>
            </a:r>
          </a:p>
          <a:p>
            <a:pPr eaLnBrk="1" hangingPunct="1"/>
            <a:r>
              <a:rPr lang="en-US" dirty="0" err="1">
                <a:ea typeface="ＭＳ Ｐゴシック" pitchFamily="34" charset="-128"/>
              </a:rPr>
              <a:t>Rackspace</a:t>
            </a:r>
            <a:r>
              <a:rPr lang="en-US" dirty="0">
                <a:ea typeface="ＭＳ Ｐゴシック" pitchFamily="34" charset="-128"/>
              </a:rPr>
              <a:t> – Cloud Files, Cloud Servers, Cloud Sites</a:t>
            </a:r>
          </a:p>
          <a:p>
            <a:pPr eaLnBrk="1" hangingPunct="1"/>
            <a:endParaRPr lang="en-US" dirty="0">
              <a:ea typeface="ＭＳ Ｐゴシック" pitchFamily="34" charset="-128"/>
            </a:endParaRPr>
          </a:p>
          <a:p>
            <a:pPr eaLnBrk="1" hangingPunct="1"/>
            <a:r>
              <a:rPr lang="en-US" dirty="0" err="1">
                <a:ea typeface="ＭＳ Ｐゴシック" pitchFamily="34" charset="-128"/>
              </a:rPr>
              <a:t>LongJump</a:t>
            </a:r>
            <a:r>
              <a:rPr lang="en-US" dirty="0">
                <a:ea typeface="ＭＳ Ｐゴシック" pitchFamily="34" charset="-128"/>
              </a:rPr>
              <a:t> – business application platform</a:t>
            </a:r>
          </a:p>
          <a:p>
            <a:pPr eaLnBrk="1" hangingPunct="1"/>
            <a:endParaRPr lang="en-US" dirty="0">
              <a:ea typeface="ＭＳ Ｐゴシック" pitchFamily="34" charset="-128"/>
            </a:endParaRPr>
          </a:p>
          <a:p>
            <a:pPr eaLnBrk="1" fontAlgn="ctr" hangingPunct="1"/>
            <a:r>
              <a:rPr lang="en-US" dirty="0">
                <a:ea typeface="ＭＳ Ｐゴシック" pitchFamily="34" charset="-128"/>
              </a:rPr>
              <a:t>Concur - Corporate travel and expense management</a:t>
            </a:r>
          </a:p>
          <a:p>
            <a:pPr eaLnBrk="1" hangingPunct="1"/>
            <a:r>
              <a:rPr lang="en-US" dirty="0">
                <a:ea typeface="ＭＳ Ｐゴシック" pitchFamily="34" charset="-128"/>
              </a:rPr>
              <a:t>Workday - Human resources and payroll</a:t>
            </a:r>
          </a:p>
          <a:p>
            <a:pPr eaLnBrk="1" hangingPunct="1"/>
            <a:r>
              <a:rPr lang="en-US" dirty="0" err="1">
                <a:ea typeface="ＭＳ Ｐゴシック" pitchFamily="34" charset="-128"/>
              </a:rPr>
              <a:t>Taleo</a:t>
            </a:r>
            <a:r>
              <a:rPr lang="en-US" dirty="0">
                <a:ea typeface="ＭＳ Ｐゴシック" pitchFamily="34" charset="-128"/>
              </a:rPr>
              <a:t> - Talent management</a:t>
            </a:r>
          </a:p>
          <a:p>
            <a:pPr eaLnBrk="1" hangingPunct="1"/>
            <a:r>
              <a:rPr lang="en-US" dirty="0" err="1">
                <a:ea typeface="ＭＳ Ｐゴシック" pitchFamily="34" charset="-128"/>
              </a:rPr>
              <a:t>Kenexa</a:t>
            </a:r>
            <a:r>
              <a:rPr lang="en-US" dirty="0">
                <a:ea typeface="ＭＳ Ｐゴシック" pitchFamily="34" charset="-128"/>
              </a:rPr>
              <a:t> - Human resources</a:t>
            </a:r>
          </a:p>
          <a:p>
            <a:pPr eaLnBrk="1" hangingPunct="1"/>
            <a:r>
              <a:rPr lang="en-US" dirty="0" err="1">
                <a:ea typeface="ＭＳ Ｐゴシック" pitchFamily="34" charset="-128"/>
              </a:rPr>
              <a:t>Omniture</a:t>
            </a:r>
            <a:r>
              <a:rPr lang="en-US" dirty="0">
                <a:ea typeface="ＭＳ Ｐゴシック" pitchFamily="34" charset="-128"/>
              </a:rPr>
              <a:t> - Web analytics; online business optimization</a:t>
            </a:r>
          </a:p>
          <a:p>
            <a:pPr eaLnBrk="1" hangingPunct="1"/>
            <a:r>
              <a:rPr lang="en-US" dirty="0" err="1">
                <a:ea typeface="ＭＳ Ｐゴシック" pitchFamily="34" charset="-128"/>
              </a:rPr>
              <a:t>DealerTrack</a:t>
            </a:r>
            <a:r>
              <a:rPr lang="en-US" dirty="0">
                <a:ea typeface="ＭＳ Ｐゴシック" pitchFamily="34" charset="-128"/>
              </a:rPr>
              <a:t> - Sales and finance for automotive retail</a:t>
            </a:r>
          </a:p>
          <a:p>
            <a:pPr eaLnBrk="1" fontAlgn="ctr" hangingPunct="1"/>
            <a:r>
              <a:rPr lang="en-US" dirty="0">
                <a:ea typeface="ＭＳ Ｐゴシック" pitchFamily="34" charset="-128"/>
              </a:rPr>
              <a:t>Constant Contact - Email marketing</a:t>
            </a:r>
          </a:p>
          <a:p>
            <a:pPr eaLnBrk="1" fontAlgn="ctr" hangingPunct="1"/>
            <a:r>
              <a:rPr lang="en-US" dirty="0" err="1">
                <a:ea typeface="ＭＳ Ｐゴシック" pitchFamily="34" charset="-128"/>
              </a:rPr>
              <a:t>Vocus</a:t>
            </a:r>
            <a:r>
              <a:rPr lang="en-US" dirty="0">
                <a:ea typeface="ＭＳ Ｐゴシック" pitchFamily="34" charset="-128"/>
              </a:rPr>
              <a:t> - Public relations; government relations</a:t>
            </a:r>
          </a:p>
          <a:p>
            <a:pPr eaLnBrk="1" fontAlgn="ctr" hangingPunct="1"/>
            <a:r>
              <a:rPr lang="en-US" dirty="0" err="1">
                <a:ea typeface="ＭＳ Ｐゴシック" pitchFamily="34" charset="-128"/>
              </a:rPr>
              <a:t>SuccessFactors</a:t>
            </a:r>
            <a:r>
              <a:rPr lang="en-US" dirty="0">
                <a:ea typeface="ＭＳ Ｐゴシック" pitchFamily="34" charset="-128"/>
              </a:rPr>
              <a:t> - Employee performance management</a:t>
            </a:r>
          </a:p>
          <a:p>
            <a:pPr eaLnBrk="1" fontAlgn="ctr" hangingPunct="1"/>
            <a:r>
              <a:rPr lang="en-US" dirty="0" err="1">
                <a:ea typeface="ＭＳ Ｐゴシック" pitchFamily="34" charset="-128"/>
              </a:rPr>
              <a:t>NetSuite</a:t>
            </a:r>
            <a:r>
              <a:rPr lang="en-US" dirty="0">
                <a:ea typeface="ＭＳ Ｐゴシック" pitchFamily="34" charset="-128"/>
              </a:rPr>
              <a:t> - Accounting, ERP, CRM</a:t>
            </a:r>
          </a:p>
        </p:txBody>
      </p:sp>
      <p:sp>
        <p:nvSpPr>
          <p:cNvPr id="40964" name="Slide Number Placeholder 3"/>
          <p:cNvSpPr txBox="1">
            <a:spLocks noGrp="1"/>
          </p:cNvSpPr>
          <p:nvPr/>
        </p:nvSpPr>
        <p:spPr bwMode="auto">
          <a:xfrm>
            <a:off x="3884613" y="8686800"/>
            <a:ext cx="2971800" cy="455613"/>
          </a:xfrm>
          <a:prstGeom prst="rect">
            <a:avLst/>
          </a:prstGeom>
          <a:noFill/>
          <a:ln w="9525">
            <a:noFill/>
            <a:miter lim="800000"/>
            <a:headEnd/>
            <a:tailEnd/>
          </a:ln>
        </p:spPr>
        <p:txBody>
          <a:bodyPr lIns="91419" tIns="45709" rIns="91419" bIns="45709" anchor="b"/>
          <a:lstStyle/>
          <a:p>
            <a:pPr marL="0" marR="0" lvl="0" indent="0" algn="r" defTabSz="911143" rtl="0" eaLnBrk="0" fontAlgn="base" latinLnBrk="0" hangingPunct="0">
              <a:lnSpc>
                <a:spcPct val="100000"/>
              </a:lnSpc>
              <a:spcBef>
                <a:spcPct val="50000"/>
              </a:spcBef>
              <a:spcAft>
                <a:spcPct val="0"/>
              </a:spcAft>
              <a:buClrTx/>
              <a:buSzTx/>
              <a:buFontTx/>
              <a:buNone/>
              <a:tabLst/>
              <a:defRPr/>
            </a:pPr>
            <a:fld id="{8B68FFEC-EA8D-4269-845E-A6928079B5EE}" type="slidenum">
              <a:rPr kumimoji="0" lang="en-US" sz="1200" b="0" i="0" u="none" strike="noStrike" kern="1200" cap="none" spc="0" normalizeH="0" baseline="0" noProof="0">
                <a:ln>
                  <a:noFill/>
                </a:ln>
                <a:solidFill>
                  <a:srgbClr val="CCCCCC"/>
                </a:solidFill>
                <a:effectLst/>
                <a:uLnTx/>
                <a:uFillTx/>
                <a:latin typeface="Calibri" pitchFamily="34" charset="0"/>
                <a:cs typeface="Arial" pitchFamily="-111" charset="-52"/>
              </a:rPr>
              <a:pPr marL="0" marR="0" lvl="0" indent="0" algn="r" defTabSz="911143" rtl="0" eaLnBrk="0" fontAlgn="base" latinLnBrk="0" hangingPunct="0">
                <a:lnSpc>
                  <a:spcPct val="100000"/>
                </a:lnSpc>
                <a:spcBef>
                  <a:spcPct val="50000"/>
                </a:spcBef>
                <a:spcAft>
                  <a:spcPct val="0"/>
                </a:spcAft>
                <a:buClrTx/>
                <a:buSzTx/>
                <a:buFontTx/>
                <a:buNone/>
                <a:tabLst/>
                <a:defRPr/>
              </a:pPr>
              <a:t>19</a:t>
            </a:fld>
            <a:endParaRPr kumimoji="0" lang="en-US" sz="1200" b="0" i="0" u="none" strike="noStrike" kern="1200" cap="none" spc="0" normalizeH="0" baseline="0" noProof="0" dirty="0">
              <a:ln>
                <a:noFill/>
              </a:ln>
              <a:solidFill>
                <a:srgbClr val="CCCCCC"/>
              </a:solidFill>
              <a:effectLst/>
              <a:uLnTx/>
              <a:uFillTx/>
              <a:latin typeface="Calibri" pitchFamily="34" charset="0"/>
              <a:cs typeface="Arial" pitchFamily="-111" charset="-52"/>
            </a:endParaRPr>
          </a:p>
        </p:txBody>
      </p:sp>
    </p:spTree>
    <p:extLst>
      <p:ext uri="{BB962C8B-B14F-4D97-AF65-F5344CB8AC3E}">
        <p14:creationId xmlns:p14="http://schemas.microsoft.com/office/powerpoint/2010/main" val="6493219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1"/>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9458" name="Rectangle 2"/>
          <p:cNvSpPr>
            <a:spLocks noGrp="1" noChangeArrowheads="1"/>
          </p:cNvSpPr>
          <p:nvPr>
            <p:ph type="body" idx="1"/>
          </p:nvPr>
        </p:nvSpPr>
        <p:spPr bwMode="auto">
          <a:xfrm>
            <a:off x="685800" y="4343400"/>
            <a:ext cx="5486400" cy="4114800"/>
          </a:xfrm>
          <a:prstGeom prst="rect">
            <a:avLst/>
          </a:prstGeom>
          <a:noFill/>
          <a:ln>
            <a:miter lim="800000"/>
            <a:headEnd/>
            <a:tailEnd/>
          </a:ln>
        </p:spPr>
        <p:txBody>
          <a:bodyPr/>
          <a:lstStyle/>
          <a:p>
            <a:r>
              <a:rPr lang="en-US" sz="1400" dirty="0">
                <a:latin typeface="Lucida Grande" charset="0"/>
                <a:ea typeface="Lucida Grande" charset="0"/>
                <a:cs typeface="Lucida Grande" charset="0"/>
                <a:sym typeface="Lucida Grande" charset="0"/>
              </a:rPr>
              <a:t>We can sort these different cloud services into a stack of different categories.  At the top we have the idea of software as a service.  This is something like </a:t>
            </a:r>
            <a:r>
              <a:rPr lang="en-US" sz="1400" dirty="0" err="1">
                <a:latin typeface="Lucida Grande" charset="0"/>
                <a:ea typeface="Lucida Grande" charset="0"/>
                <a:cs typeface="Lucida Grande" charset="0"/>
                <a:sym typeface="Lucida Grande" charset="0"/>
              </a:rPr>
              <a:t>google’s</a:t>
            </a:r>
            <a:r>
              <a:rPr lang="en-US" sz="1400" dirty="0">
                <a:latin typeface="Lucida Grande" charset="0"/>
                <a:ea typeface="Lucida Grande" charset="0"/>
                <a:cs typeface="Lucida Grande" charset="0"/>
                <a:sym typeface="Lucida Grande" charset="0"/>
              </a:rPr>
              <a:t> email and office applications or Salesforce.com which offers a suite of web-based business applications.  The idea here is that a company is providing a very specific piece of software, but they are able to do so at a much lower cost because they are offering their product to many different users.  Next we have the Platform as a Service offerings like Google App Engine or MS Azure.  Here the cloud company is letting you design your own applications and run it on their infrastructure.  But to do that, you need to use the specific cloud API that they offer.  At the bottom of the stack we have Infrastructure as a Service systems like Amazon’s Elastic Compute Cloud. These services give you complete control by allowing you to rent raw server and storage resources. Lower levels of the stack give the customer more control over what applications they want to run, but higher levels allow the cloud provider to build more automation into the system.</a:t>
            </a:r>
          </a:p>
        </p:txBody>
      </p:sp>
    </p:spTree>
    <p:extLst>
      <p:ext uri="{BB962C8B-B14F-4D97-AF65-F5344CB8AC3E}">
        <p14:creationId xmlns:p14="http://schemas.microsoft.com/office/powerpoint/2010/main" val="20727737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855F44C-FC28-4410-9846-DBA741BEA5C5}" type="slidenum">
              <a:rPr kumimoji="0" lang="en-US" sz="1200" b="0" i="0" u="none" strike="noStrike" kern="1200" cap="none" spc="0" normalizeH="0" baseline="0" noProof="0" smtClean="0">
                <a:ln>
                  <a:noFill/>
                </a:ln>
                <a:solidFill>
                  <a:srgbClr val="000000"/>
                </a:solidFill>
                <a:effectLst/>
                <a:uLnTx/>
                <a:uFillTx/>
                <a:latin typeface="Arial" pitchFamily="-111" charset="-52"/>
                <a:ea typeface="ＭＳ Ｐゴシック" pitchFamily="34" charset="-128"/>
                <a:cs typeface="Arial" pitchFamily="-111" charset="-52"/>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sz="1200" b="0" i="0" u="none" strike="noStrike" kern="1200" cap="none" spc="0" normalizeH="0" baseline="0" noProof="0">
              <a:ln>
                <a:noFill/>
              </a:ln>
              <a:solidFill>
                <a:srgbClr val="000000"/>
              </a:solidFill>
              <a:effectLst/>
              <a:uLnTx/>
              <a:uFillTx/>
              <a:latin typeface="Arial" pitchFamily="-111" charset="-52"/>
              <a:ea typeface="ＭＳ Ｐゴシック" pitchFamily="34" charset="-128"/>
              <a:cs typeface="Arial" pitchFamily="-111" charset="-52"/>
            </a:endParaRPr>
          </a:p>
        </p:txBody>
      </p:sp>
      <p:sp>
        <p:nvSpPr>
          <p:cNvPr id="40963" name="Rectangle 2"/>
          <p:cNvSpPr>
            <a:spLocks noGrp="1" noRot="1" noChangeAspect="1" noChangeArrowheads="1" noTextEdit="1"/>
          </p:cNvSpPr>
          <p:nvPr>
            <p:ph type="sldImg"/>
          </p:nvPr>
        </p:nvSpPr>
        <p:spPr>
          <a:xfrm>
            <a:off x="1371600" y="1143000"/>
            <a:ext cx="4114800" cy="3086100"/>
          </a:xfrm>
          <a:ln/>
        </p:spPr>
      </p:sp>
      <p:sp>
        <p:nvSpPr>
          <p:cNvPr id="40964" name="Rectangle 3"/>
          <p:cNvSpPr>
            <a:spLocks noGrp="1" noChangeArrowheads="1"/>
          </p:cNvSpPr>
          <p:nvPr>
            <p:ph type="body" idx="1"/>
          </p:nvPr>
        </p:nvSpPr>
        <p:spPr>
          <a:noFill/>
          <a:ln/>
        </p:spPr>
        <p:txBody>
          <a:bodyPr/>
          <a:lstStyle/>
          <a:p>
            <a:pPr eaLnBrk="1" hangingPunct="1"/>
            <a:endParaRPr lang="en-US">
              <a:ea typeface="ＭＳ Ｐゴシック" pitchFamily="34" charset="-128"/>
            </a:endParaRPr>
          </a:p>
        </p:txBody>
      </p:sp>
    </p:spTree>
    <p:extLst>
      <p:ext uri="{BB962C8B-B14F-4D97-AF65-F5344CB8AC3E}">
        <p14:creationId xmlns:p14="http://schemas.microsoft.com/office/powerpoint/2010/main" val="37218967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p:spPr>
      </p:sp>
      <p:sp>
        <p:nvSpPr>
          <p:cNvPr id="4198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VMM allows the resources of a physical machine to be shared among multiple partitions known as </a:t>
            </a:r>
            <a:r>
              <a:rPr lang="en-US" i="1" dirty="0">
                <a:solidFill>
                  <a:srgbClr val="0000FF"/>
                </a:solidFill>
              </a:rPr>
              <a:t>virtual machines.</a:t>
            </a:r>
          </a:p>
          <a:p>
            <a:pPr eaLnBrk="1" hangingPunct="1">
              <a:spcBef>
                <a:spcPct val="0"/>
              </a:spcBef>
            </a:pPr>
            <a:endParaRPr lang="en-US" dirty="0"/>
          </a:p>
          <a:p>
            <a:pPr eaLnBrk="1" hangingPunct="1">
              <a:spcBef>
                <a:spcPct val="0"/>
              </a:spcBef>
            </a:pPr>
            <a:r>
              <a:rPr lang="en-US" dirty="0"/>
              <a:t>Each virtual machine may run its own operating system and applications and is isolated from other virtual machines.</a:t>
            </a:r>
          </a:p>
        </p:txBody>
      </p:sp>
      <p:sp>
        <p:nvSpPr>
          <p:cNvPr id="41988"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A73E570-1A17-438D-848E-D9C40E6CCF1E}" type="slidenum">
              <a:rPr kumimoji="0" lang="en-US" sz="1200" b="0" i="0" u="none" strike="noStrike" kern="1200" cap="none" spc="0" normalizeH="0" baseline="0" noProof="0" smtClean="0">
                <a:ln>
                  <a:noFill/>
                </a:ln>
                <a:solidFill>
                  <a:srgbClr val="000000"/>
                </a:solidFill>
                <a:effectLst/>
                <a:uLnTx/>
                <a:uFillTx/>
                <a:latin typeface="Arial" pitchFamily="-111" charset="-52"/>
                <a:cs typeface="Arial" pitchFamily="-111" charset="-52"/>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sz="1200" b="0" i="0" u="none" strike="noStrike" kern="1200" cap="none" spc="0" normalizeH="0" baseline="0" noProof="0">
              <a:ln>
                <a:noFill/>
              </a:ln>
              <a:solidFill>
                <a:srgbClr val="000000"/>
              </a:solidFill>
              <a:effectLst/>
              <a:uLnTx/>
              <a:uFillTx/>
              <a:latin typeface="Arial" pitchFamily="-111" charset="-52"/>
              <a:cs typeface="Arial" pitchFamily="-111" charset="-52"/>
            </a:endParaRPr>
          </a:p>
        </p:txBody>
      </p:sp>
    </p:spTree>
    <p:extLst>
      <p:ext uri="{BB962C8B-B14F-4D97-AF65-F5344CB8AC3E}">
        <p14:creationId xmlns:p14="http://schemas.microsoft.com/office/powerpoint/2010/main" val="26716897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p:spPr>
      </p:sp>
      <p:sp>
        <p:nvSpPr>
          <p:cNvPr id="4301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There are different types of virtualization e.g., storage virtualization and network virtualization. In this talk we will focus on machine virtualization.</a:t>
            </a:r>
          </a:p>
        </p:txBody>
      </p:sp>
      <p:sp>
        <p:nvSpPr>
          <p:cNvPr id="43012"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DB5A36F-7E3A-4ED3-84CE-8E7078EA2E62}" type="slidenum">
              <a:rPr kumimoji="0" lang="en-US" sz="1200" b="0" i="0" u="none" strike="noStrike" kern="1200" cap="none" spc="0" normalizeH="0" baseline="0" noProof="0" smtClean="0">
                <a:ln>
                  <a:noFill/>
                </a:ln>
                <a:solidFill>
                  <a:srgbClr val="000000"/>
                </a:solidFill>
                <a:effectLst/>
                <a:uLnTx/>
                <a:uFillTx/>
                <a:latin typeface="Arial" pitchFamily="-111" charset="-52"/>
                <a:cs typeface="Arial" pitchFamily="-111" charset="-52"/>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sz="1200" b="0" i="0" u="none" strike="noStrike" kern="1200" cap="none" spc="0" normalizeH="0" baseline="0" noProof="0">
              <a:ln>
                <a:noFill/>
              </a:ln>
              <a:solidFill>
                <a:srgbClr val="000000"/>
              </a:solidFill>
              <a:effectLst/>
              <a:uLnTx/>
              <a:uFillTx/>
              <a:latin typeface="Arial" pitchFamily="-111" charset="-52"/>
              <a:cs typeface="Arial" pitchFamily="-111" charset="-52"/>
            </a:endParaRPr>
          </a:p>
        </p:txBody>
      </p:sp>
    </p:spTree>
    <p:extLst>
      <p:ext uri="{BB962C8B-B14F-4D97-AF65-F5344CB8AC3E}">
        <p14:creationId xmlns:p14="http://schemas.microsoft.com/office/powerpoint/2010/main" val="37276898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a:extLst>
              <a:ext uri="{FF2B5EF4-FFF2-40B4-BE49-F238E27FC236}">
                <a16:creationId xmlns:a16="http://schemas.microsoft.com/office/drawing/2014/main" id="{75AB414E-7BD7-3648-845D-8120F6D7475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66788" rtl="0" eaLnBrk="1" fontAlgn="base" latinLnBrk="0" hangingPunct="1">
              <a:lnSpc>
                <a:spcPct val="100000"/>
              </a:lnSpc>
              <a:spcBef>
                <a:spcPct val="0"/>
              </a:spcBef>
              <a:spcAft>
                <a:spcPct val="0"/>
              </a:spcAft>
              <a:buClrTx/>
              <a:buSzTx/>
              <a:buFontTx/>
              <a:buNone/>
              <a:tabLst/>
              <a:defRPr/>
            </a:pPr>
            <a:fld id="{0E380431-C9D2-1647-8892-13017D980554}" type="slidenum">
              <a:rPr kumimoji="0"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66788" rtl="0" eaLnBrk="1" fontAlgn="base" latinLnBrk="0" hangingPunct="1">
                <a:lnSpc>
                  <a:spcPct val="100000"/>
                </a:lnSpc>
                <a:spcBef>
                  <a:spcPct val="0"/>
                </a:spcBef>
                <a:spcAft>
                  <a:spcPct val="0"/>
                </a:spcAft>
                <a:buClrTx/>
                <a:buSzTx/>
                <a:buFontTx/>
                <a:buNone/>
                <a:tabLst/>
                <a:defRPr/>
              </a:pPr>
              <a:t>25</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3554" name="Rectangle 2">
            <a:extLst>
              <a:ext uri="{FF2B5EF4-FFF2-40B4-BE49-F238E27FC236}">
                <a16:creationId xmlns:a16="http://schemas.microsoft.com/office/drawing/2014/main" id="{F7BA06FE-3151-9844-9D7F-4B57BE2CFACE}"/>
              </a:ext>
            </a:extLst>
          </p:cNvPr>
          <p:cNvSpPr>
            <a:spLocks noGrp="1" noRot="1" noChangeAspect="1" noChangeArrowheads="1" noTextEdit="1"/>
          </p:cNvSpPr>
          <p:nvPr>
            <p:ph type="sldImg"/>
          </p:nvPr>
        </p:nvSpPr>
        <p:spPr>
          <a:xfrm>
            <a:off x="1284288" y="742950"/>
            <a:ext cx="4762500" cy="3571875"/>
          </a:xfrm>
          <a:ln/>
        </p:spPr>
      </p:sp>
      <p:sp>
        <p:nvSpPr>
          <p:cNvPr id="23555" name="Rectangle 3">
            <a:extLst>
              <a:ext uri="{FF2B5EF4-FFF2-40B4-BE49-F238E27FC236}">
                <a16:creationId xmlns:a16="http://schemas.microsoft.com/office/drawing/2014/main" id="{41A85927-967E-C74F-8A74-B8D0C635CD91}"/>
              </a:ext>
            </a:extLst>
          </p:cNvPr>
          <p:cNvSpPr>
            <a:spLocks noGrp="1" noChangeArrowheads="1"/>
          </p:cNvSpPr>
          <p:nvPr>
            <p:ph type="body" idx="1"/>
          </p:nvPr>
        </p:nvSpPr>
        <p:spPr>
          <a:xfrm>
            <a:off x="976313" y="4560888"/>
            <a:ext cx="5362575" cy="4303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832" tIns="47415" rIns="94832" bIns="47415"/>
          <a:lstStyle/>
          <a:p>
            <a:pPr defTabSz="958850" eaLnBrk="1" hangingPunct="1"/>
            <a:endParaRPr lang="zh-CN" altLang="en-US">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3325695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1"/>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0242" name="Rectangle 2"/>
          <p:cNvSpPr>
            <a:spLocks noGrp="1" noChangeArrowheads="1"/>
          </p:cNvSpPr>
          <p:nvPr>
            <p:ph type="body" idx="1"/>
          </p:nvPr>
        </p:nvSpPr>
        <p:spPr bwMode="auto">
          <a:xfrm>
            <a:off x="685800" y="4343400"/>
            <a:ext cx="5486400" cy="4114800"/>
          </a:xfrm>
          <a:prstGeom prst="rect">
            <a:avLst/>
          </a:prstGeom>
          <a:noFill/>
          <a:ln>
            <a:miter lim="800000"/>
            <a:headEnd/>
            <a:tailEnd/>
          </a:ln>
        </p:spPr>
        <p:txBody>
          <a:bodyPr/>
          <a:lstStyle/>
          <a:p>
            <a:r>
              <a:rPr lang="en-US" sz="1600" dirty="0">
                <a:latin typeface="Helvetica" charset="0"/>
                <a:cs typeface="Helvetica" charset="0"/>
                <a:sym typeface="Helvetica" charset="0"/>
              </a:rPr>
              <a:t>An important piece of technology used by many clouds to allow multiple customers to share their servers is virtualization.  Server virtualization is basically a way of splitting up a single physical server into multiple “virtual machines” or VMs.  This allows you to....</a:t>
            </a:r>
          </a:p>
          <a:p>
            <a:endParaRPr lang="en-US" sz="1600" dirty="0">
              <a:latin typeface="Helvetica" charset="0"/>
              <a:cs typeface="Helvetica" charset="0"/>
              <a:sym typeface="Helvetica" charset="0"/>
            </a:endParaRPr>
          </a:p>
        </p:txBody>
      </p:sp>
    </p:spTree>
    <p:extLst>
      <p:ext uri="{BB962C8B-B14F-4D97-AF65-F5344CB8AC3E}">
        <p14:creationId xmlns:p14="http://schemas.microsoft.com/office/powerpoint/2010/main" val="40838534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E2896E-D9BB-48D1-A32D-5089959FFD35}" type="slidenum">
              <a:rPr kumimoji="0" lang="en-US" sz="1200" b="0" i="0" u="none" strike="noStrike" kern="1200" cap="none" spc="0" normalizeH="0" baseline="0" noProof="0" smtClean="0">
                <a:ln>
                  <a:noFill/>
                </a:ln>
                <a:solidFill>
                  <a:srgbClr val="000000"/>
                </a:solidFill>
                <a:effectLst/>
                <a:uLnTx/>
                <a:uFillTx/>
                <a:latin typeface="Arial" pitchFamily="-111" charset="-52"/>
                <a:cs typeface="Arial" pitchFamily="-111" charset="-52"/>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sz="1200" b="0" i="0" u="none" strike="noStrike" kern="1200" cap="none" spc="0" normalizeH="0" baseline="0" noProof="0">
              <a:ln>
                <a:noFill/>
              </a:ln>
              <a:solidFill>
                <a:srgbClr val="000000"/>
              </a:solidFill>
              <a:effectLst/>
              <a:uLnTx/>
              <a:uFillTx/>
              <a:latin typeface="Arial" pitchFamily="-111" charset="-52"/>
              <a:cs typeface="Arial" pitchFamily="-111" charset="-52"/>
            </a:endParaRPr>
          </a:p>
        </p:txBody>
      </p:sp>
    </p:spTree>
    <p:extLst>
      <p:ext uri="{BB962C8B-B14F-4D97-AF65-F5344CB8AC3E}">
        <p14:creationId xmlns:p14="http://schemas.microsoft.com/office/powerpoint/2010/main" val="28332409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E2896E-D9BB-48D1-A32D-5089959FFD35}" type="slidenum">
              <a:rPr kumimoji="0" lang="en-US" sz="1200" b="0" i="0" u="none" strike="noStrike" kern="1200" cap="none" spc="0" normalizeH="0" baseline="0" noProof="0" smtClean="0">
                <a:ln>
                  <a:noFill/>
                </a:ln>
                <a:solidFill>
                  <a:srgbClr val="000000"/>
                </a:solidFill>
                <a:effectLst/>
                <a:uLnTx/>
                <a:uFillTx/>
                <a:latin typeface="Arial" pitchFamily="-111" charset="-52"/>
                <a:cs typeface="Arial" pitchFamily="-111" charset="-52"/>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sz="1200" b="0" i="0" u="none" strike="noStrike" kern="1200" cap="none" spc="0" normalizeH="0" baseline="0" noProof="0">
              <a:ln>
                <a:noFill/>
              </a:ln>
              <a:solidFill>
                <a:srgbClr val="000000"/>
              </a:solidFill>
              <a:effectLst/>
              <a:uLnTx/>
              <a:uFillTx/>
              <a:latin typeface="Arial" pitchFamily="-111" charset="-52"/>
              <a:cs typeface="Arial" pitchFamily="-111" charset="-52"/>
            </a:endParaRPr>
          </a:p>
        </p:txBody>
      </p:sp>
    </p:spTree>
    <p:extLst>
      <p:ext uri="{BB962C8B-B14F-4D97-AF65-F5344CB8AC3E}">
        <p14:creationId xmlns:p14="http://schemas.microsoft.com/office/powerpoint/2010/main" val="818392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18"/>
          <p:cNvSpPr>
            <a:spLocks noGrp="1" noChangeArrowheads="1"/>
          </p:cNvSpPr>
          <p:nvPr>
            <p:ph type="sldNum" sz="quarter"/>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DFC348E-AB86-488C-9F03-2A5D9FE34A01}" type="slidenum">
              <a:rPr kumimoji="0" lang="en-GB" sz="1200" b="0" i="0" u="none" strike="noStrike" kern="1200" cap="none" spc="0" normalizeH="0" baseline="0" noProof="0">
                <a:ln>
                  <a:noFill/>
                </a:ln>
                <a:solidFill>
                  <a:srgbClr val="000000"/>
                </a:solidFill>
                <a:effectLst/>
                <a:uLnTx/>
                <a:uFillTx/>
                <a:latin typeface="Arial" pitchFamily="-111" charset="-52"/>
                <a:cs typeface="Arial" pitchFamily="-111" charset="-52"/>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en-GB" sz="1200" b="0" i="0" u="none" strike="noStrike" kern="1200" cap="none" spc="0" normalizeH="0" baseline="0" noProof="0">
              <a:ln>
                <a:noFill/>
              </a:ln>
              <a:solidFill>
                <a:srgbClr val="000000"/>
              </a:solidFill>
              <a:effectLst/>
              <a:uLnTx/>
              <a:uFillTx/>
              <a:latin typeface="Arial" pitchFamily="-111" charset="-52"/>
              <a:cs typeface="Arial" pitchFamily="-111" charset="-52"/>
            </a:endParaRPr>
          </a:p>
        </p:txBody>
      </p:sp>
      <p:sp>
        <p:nvSpPr>
          <p:cNvPr id="45059" name="Text Box 1"/>
          <p:cNvSpPr txBox="1">
            <a:spLocks noChangeArrowheads="1"/>
          </p:cNvSpPr>
          <p:nvPr/>
        </p:nvSpPr>
        <p:spPr bwMode="auto">
          <a:xfrm>
            <a:off x="1146175" y="685800"/>
            <a:ext cx="4548188" cy="3411538"/>
          </a:xfrm>
          <a:prstGeom prst="rect">
            <a:avLst/>
          </a:prstGeom>
          <a:solidFill>
            <a:srgbClr val="FFFFFF"/>
          </a:solidFill>
          <a:ln w="9525">
            <a:solidFill>
              <a:srgbClr val="000000"/>
            </a:solidFill>
            <a:miter lim="800000"/>
            <a:headEnd/>
            <a:tailEnd/>
          </a:ln>
        </p:spPr>
        <p:txBody>
          <a:bodyPr wrap="none" lIns="91432" tIns="45716" rIns="91432" bIns="45716"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CCCCCC"/>
              </a:solidFill>
              <a:effectLst/>
              <a:uLnTx/>
              <a:uFillTx/>
              <a:latin typeface="Verdana" pitchFamily="-111" charset="0"/>
              <a:cs typeface="Arial" pitchFamily="-111" charset="-52"/>
            </a:endParaRPr>
          </a:p>
        </p:txBody>
      </p:sp>
      <p:sp>
        <p:nvSpPr>
          <p:cNvPr id="45060" name="Text Box 2"/>
          <p:cNvSpPr>
            <a:spLocks noGrp="1" noChangeArrowheads="1"/>
          </p:cNvSpPr>
          <p:nvPr>
            <p:ph type="body"/>
          </p:nvPr>
        </p:nvSpPr>
        <p:spPr>
          <a:xfrm>
            <a:off x="685800" y="4343400"/>
            <a:ext cx="5468938" cy="4097338"/>
          </a:xfrm>
          <a:noFill/>
          <a:ln/>
        </p:spPr>
        <p:txBody>
          <a:bodyPr wrap="none" anchor="ctr"/>
          <a:lstStyle/>
          <a:p>
            <a:endParaRPr lang="en-US"/>
          </a:p>
        </p:txBody>
      </p:sp>
    </p:spTree>
    <p:extLst>
      <p:ext uri="{BB962C8B-B14F-4D97-AF65-F5344CB8AC3E}">
        <p14:creationId xmlns:p14="http://schemas.microsoft.com/office/powerpoint/2010/main" val="21974093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897F7FF5-E74C-D446-AC63-D40BF9BF935B}"/>
              </a:ext>
            </a:extLst>
          </p:cNvPr>
          <p:cNvSpPr>
            <a:spLocks noGrp="1" noRot="1" noChangeAspect="1" noChangeArrowheads="1" noTextEdit="1"/>
          </p:cNvSpPr>
          <p:nvPr>
            <p:ph type="sldImg"/>
          </p:nvPr>
        </p:nvSpPr>
        <p:spPr>
          <a:xfrm>
            <a:off x="0" y="319088"/>
            <a:ext cx="1588" cy="1587"/>
          </a:xfrm>
          <a:ln/>
          <a:extLst>
            <a:ext uri="{AF507438-7753-43E0-B8FC-AC1667EBCBE1}">
              <a14:hiddenEffects xmlns:a14="http://schemas.microsoft.com/office/drawing/2010/main">
                <a:effectLst>
                  <a:outerShdw dist="35921" dir="2700000" algn="ctr" rotWithShape="0">
                    <a:srgbClr val="808080">
                      <a:alpha val="74997"/>
                    </a:srgbClr>
                  </a:outerShdw>
                </a:effectLst>
              </a14:hiddenEffects>
            </a:ext>
            <a:ext uri="{53640926-AAD7-44D8-BBD7-CCE9431645EC}">
              <a14:shadowObscured xmlns:a14="http://schemas.microsoft.com/office/drawing/2010/main" val="1"/>
            </a:ext>
          </a:extLst>
        </p:spPr>
      </p:sp>
      <p:sp>
        <p:nvSpPr>
          <p:cNvPr id="40962" name="Rectangle 3">
            <a:extLst>
              <a:ext uri="{FF2B5EF4-FFF2-40B4-BE49-F238E27FC236}">
                <a16:creationId xmlns:a16="http://schemas.microsoft.com/office/drawing/2014/main" id="{8A0A6BA0-F3CF-3348-B823-F8C911871619}"/>
              </a:ext>
            </a:extLst>
          </p:cNvPr>
          <p:cNvSpPr>
            <a:spLocks noGrp="1" noChangeArrowheads="1"/>
          </p:cNvSpPr>
          <p:nvPr>
            <p:ph type="body" idx="1"/>
          </p:nvPr>
        </p:nvSpPr>
        <p:spPr>
          <a:xfrm>
            <a:off x="536575" y="4532313"/>
            <a:ext cx="6246813" cy="4262437"/>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0504713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that we do not have student credit so users should monitor their activities so they do not exceed the Free tier credit limit or access services not covered by the free tier credit limit.</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B99CE2-B77F-1B4F-8C1A-0C3AB63D85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403276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18"/>
          <p:cNvSpPr>
            <a:spLocks noGrp="1" noChangeArrowheads="1"/>
          </p:cNvSpPr>
          <p:nvPr>
            <p:ph type="sldNum" sz="quarter"/>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DFC348E-AB86-488C-9F03-2A5D9FE34A01}" type="slidenum">
              <a:rPr kumimoji="0" lang="en-GB" sz="1200" b="0" i="0" u="none" strike="noStrike" kern="1200" cap="none" spc="0" normalizeH="0" baseline="0" noProof="0">
                <a:ln>
                  <a:noFill/>
                </a:ln>
                <a:solidFill>
                  <a:srgbClr val="000000"/>
                </a:solidFill>
                <a:effectLst/>
                <a:uLnTx/>
                <a:uFillTx/>
                <a:latin typeface="Arial" pitchFamily="-111" charset="-52"/>
                <a:ea typeface="+mn-ea"/>
                <a:cs typeface="Arial" pitchFamily="-111" charset="-52"/>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0" lang="en-GB" sz="1200" b="0" i="0" u="none" strike="noStrike" kern="1200" cap="none" spc="0" normalizeH="0" baseline="0" noProof="0">
              <a:ln>
                <a:noFill/>
              </a:ln>
              <a:solidFill>
                <a:srgbClr val="000000"/>
              </a:solidFill>
              <a:effectLst/>
              <a:uLnTx/>
              <a:uFillTx/>
              <a:latin typeface="Arial" pitchFamily="-111" charset="-52"/>
              <a:ea typeface="+mn-ea"/>
              <a:cs typeface="Arial" pitchFamily="-111" charset="-52"/>
            </a:endParaRPr>
          </a:p>
        </p:txBody>
      </p:sp>
      <p:sp>
        <p:nvSpPr>
          <p:cNvPr id="45059" name="Text Box 1"/>
          <p:cNvSpPr txBox="1">
            <a:spLocks noChangeArrowheads="1"/>
          </p:cNvSpPr>
          <p:nvPr/>
        </p:nvSpPr>
        <p:spPr bwMode="auto">
          <a:xfrm>
            <a:off x="1146175" y="685800"/>
            <a:ext cx="4548188" cy="3411538"/>
          </a:xfrm>
          <a:prstGeom prst="rect">
            <a:avLst/>
          </a:prstGeom>
          <a:solidFill>
            <a:srgbClr val="FFFFFF"/>
          </a:solidFill>
          <a:ln w="9525">
            <a:solidFill>
              <a:srgbClr val="000000"/>
            </a:solidFill>
            <a:miter lim="800000"/>
            <a:headEnd/>
            <a:tailEnd/>
          </a:ln>
        </p:spPr>
        <p:txBody>
          <a:bodyPr wrap="none" lIns="91432" tIns="45716" rIns="91432" bIns="45716"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CCCCCC"/>
              </a:solidFill>
              <a:effectLst/>
              <a:uLnTx/>
              <a:uFillTx/>
              <a:latin typeface="Verdana" pitchFamily="-111" charset="0"/>
              <a:ea typeface="+mn-ea"/>
              <a:cs typeface="Arial" pitchFamily="-111" charset="-52"/>
            </a:endParaRPr>
          </a:p>
        </p:txBody>
      </p:sp>
      <p:sp>
        <p:nvSpPr>
          <p:cNvPr id="45060" name="Text Box 2"/>
          <p:cNvSpPr>
            <a:spLocks noGrp="1" noChangeArrowheads="1"/>
          </p:cNvSpPr>
          <p:nvPr>
            <p:ph type="body"/>
          </p:nvPr>
        </p:nvSpPr>
        <p:spPr>
          <a:xfrm>
            <a:off x="685800" y="4343400"/>
            <a:ext cx="5468938" cy="4097338"/>
          </a:xfrm>
          <a:noFill/>
          <a:ln/>
        </p:spPr>
        <p:txBody>
          <a:bodyPr wrap="none" anchor="ctr"/>
          <a:lstStyle/>
          <a:p>
            <a:endParaRPr lang="en-US"/>
          </a:p>
        </p:txBody>
      </p:sp>
    </p:spTree>
    <p:extLst>
      <p:ext uri="{BB962C8B-B14F-4D97-AF65-F5344CB8AC3E}">
        <p14:creationId xmlns:p14="http://schemas.microsoft.com/office/powerpoint/2010/main" val="23989466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Slide">
    <p:spTree>
      <p:nvGrpSpPr>
        <p:cNvPr id="1" name=""/>
        <p:cNvGrpSpPr/>
        <p:nvPr/>
      </p:nvGrpSpPr>
      <p:grpSpPr>
        <a:xfrm>
          <a:off x="0" y="0"/>
          <a:ext cx="0" cy="0"/>
          <a:chOff x="0" y="0"/>
          <a:chExt cx="0" cy="0"/>
        </a:xfrm>
      </p:grpSpPr>
      <p:pic>
        <p:nvPicPr>
          <p:cNvPr id="7" name="Picture 6" descr="forMiguel 2.jpg"/>
          <p:cNvPicPr>
            <a:picLocks noChangeAspect="1"/>
          </p:cNvPicPr>
          <p:nvPr userDrawn="1"/>
        </p:nvPicPr>
        <p:blipFill>
          <a:blip r:embed="rId2"/>
          <a:stretch>
            <a:fillRect/>
          </a:stretch>
        </p:blipFill>
        <p:spPr>
          <a:xfrm>
            <a:off x="1" y="-1587"/>
            <a:ext cx="9144001" cy="6858000"/>
          </a:xfrm>
          <a:prstGeom prst="rect">
            <a:avLst/>
          </a:prstGeom>
        </p:spPr>
      </p:pic>
      <p:pic>
        <p:nvPicPr>
          <p:cNvPr id="17" name="Picture 16" descr="att_globe_rgb_grd_pos_2.jpg"/>
          <p:cNvPicPr>
            <a:picLocks noChangeAspect="1"/>
          </p:cNvPicPr>
          <p:nvPr userDrawn="1"/>
        </p:nvPicPr>
        <p:blipFill>
          <a:blip r:embed="rId3"/>
          <a:stretch>
            <a:fillRect/>
          </a:stretch>
        </p:blipFill>
        <p:spPr bwMode="gray">
          <a:xfrm>
            <a:off x="8077200" y="381000"/>
            <a:ext cx="548640" cy="548640"/>
          </a:xfrm>
          <a:prstGeom prst="rect">
            <a:avLst/>
          </a:prstGeom>
        </p:spPr>
      </p:pic>
      <p:sp>
        <p:nvSpPr>
          <p:cNvPr id="12" name="Text Placeholder 21"/>
          <p:cNvSpPr>
            <a:spLocks noGrp="1"/>
          </p:cNvSpPr>
          <p:nvPr>
            <p:ph type="body" sz="quarter" idx="10"/>
          </p:nvPr>
        </p:nvSpPr>
        <p:spPr bwMode="gray">
          <a:xfrm>
            <a:off x="403225" y="1905000"/>
            <a:ext cx="6388100" cy="685800"/>
          </a:xfrm>
          <a:prstGeom prst="rect">
            <a:avLst/>
          </a:prstGeom>
        </p:spPr>
        <p:txBody>
          <a:bodyPr vert="horz" lIns="0" tIns="0" rIns="0" bIns="0"/>
          <a:lstStyle>
            <a:lvl1pPr>
              <a:defRPr sz="2200">
                <a:solidFill>
                  <a:schemeClr val="bg2"/>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dirty="0"/>
              <a:t>Click to edit Master text styles</a:t>
            </a:r>
          </a:p>
        </p:txBody>
      </p:sp>
      <p:sp>
        <p:nvSpPr>
          <p:cNvPr id="14" name="Title 13"/>
          <p:cNvSpPr>
            <a:spLocks noGrp="1"/>
          </p:cNvSpPr>
          <p:nvPr>
            <p:ph type="title"/>
          </p:nvPr>
        </p:nvSpPr>
        <p:spPr bwMode="gray">
          <a:xfrm>
            <a:off x="403225" y="274638"/>
            <a:ext cx="6248400" cy="1143000"/>
          </a:xfrm>
          <a:prstGeom prst="rect">
            <a:avLst/>
          </a:prstGeom>
        </p:spPr>
        <p:txBody>
          <a:bodyPr vert="horz" lIns="0" tIns="0" rIns="0" bIns="0"/>
          <a:lstStyle>
            <a:lvl1pPr>
              <a:defRPr>
                <a:solidFill>
                  <a:schemeClr val="bg1"/>
                </a:solidFill>
              </a:defRPr>
            </a:lvl1pPr>
          </a:lstStyle>
          <a:p>
            <a:r>
              <a:rPr lang="en-US" dirty="0"/>
              <a:t>Click to edit Master title style</a:t>
            </a:r>
          </a:p>
        </p:txBody>
      </p:sp>
      <p:sp>
        <p:nvSpPr>
          <p:cNvPr id="10" name="TextBox 9"/>
          <p:cNvSpPr txBox="1"/>
          <p:nvPr userDrawn="1"/>
        </p:nvSpPr>
        <p:spPr>
          <a:xfrm>
            <a:off x="398464" y="6361987"/>
            <a:ext cx="5495925" cy="184666"/>
          </a:xfrm>
          <a:prstGeom prst="rect">
            <a:avLst/>
          </a:prstGeom>
          <a:noFill/>
        </p:spPr>
        <p:txBody>
          <a:bodyPr wrap="square" lIns="0" tIns="0" rIns="0" bIns="0" rtlCol="0" anchor="t" anchorCtr="0">
            <a:spAutoFit/>
          </a:bodyPr>
          <a:lstStyle/>
          <a:p>
            <a:pPr algn="l">
              <a:lnSpc>
                <a:spcPct val="100000"/>
              </a:lnSpc>
              <a:spcBef>
                <a:spcPts val="0"/>
              </a:spcBef>
            </a:pPr>
            <a:r>
              <a:rPr lang="en-US" sz="600" dirty="0">
                <a:solidFill>
                  <a:schemeClr val="accent1"/>
                </a:solidFill>
              </a:rPr>
              <a:t>© 2010 AT&amp;T Intellectual Property. All rights reserved. AT&amp;T, the AT&amp;T</a:t>
            </a:r>
            <a:r>
              <a:rPr lang="en-US" sz="600" baseline="0" dirty="0">
                <a:solidFill>
                  <a:schemeClr val="accent1"/>
                </a:solidFill>
              </a:rPr>
              <a:t> </a:t>
            </a:r>
            <a:r>
              <a:rPr lang="en-US" sz="600" dirty="0">
                <a:solidFill>
                  <a:schemeClr val="accent1"/>
                </a:solidFill>
              </a:rPr>
              <a:t>logo and all other AT&amp;T marks contained herein are trademarks of AT&amp;T</a:t>
            </a:r>
            <a:r>
              <a:rPr lang="en-US" sz="600" baseline="0" dirty="0">
                <a:solidFill>
                  <a:schemeClr val="accent1"/>
                </a:solidFill>
              </a:rPr>
              <a:t> </a:t>
            </a:r>
            <a:r>
              <a:rPr lang="en-US" sz="600" dirty="0">
                <a:solidFill>
                  <a:schemeClr val="accent1"/>
                </a:solidFill>
              </a:rPr>
              <a:t>Intellectual Property and/or AT&amp;T affiliated companies. All other marks</a:t>
            </a:r>
            <a:r>
              <a:rPr lang="en-US" sz="600" baseline="0" dirty="0">
                <a:solidFill>
                  <a:schemeClr val="accent1"/>
                </a:solidFill>
              </a:rPr>
              <a:t> </a:t>
            </a:r>
            <a:r>
              <a:rPr lang="en-US" sz="600" dirty="0">
                <a:solidFill>
                  <a:schemeClr val="accent1"/>
                </a:solidFill>
              </a:rPr>
              <a:t>contained herein are the property of their respective owners.</a:t>
            </a:r>
          </a:p>
        </p:txBody>
      </p:sp>
      <p:sp>
        <p:nvSpPr>
          <p:cNvPr id="8" name="Freeform 49"/>
          <p:cNvSpPr>
            <a:spLocks/>
          </p:cNvSpPr>
          <p:nvPr userDrawn="1"/>
        </p:nvSpPr>
        <p:spPr bwMode="auto">
          <a:xfrm>
            <a:off x="3733800" y="2196307"/>
            <a:ext cx="4648200" cy="2735636"/>
          </a:xfrm>
          <a:custGeom>
            <a:avLst/>
            <a:gdLst/>
            <a:ahLst/>
            <a:cxnLst>
              <a:cxn ang="0">
                <a:pos x="1783" y="1"/>
              </a:cxn>
              <a:cxn ang="0">
                <a:pos x="1691" y="162"/>
              </a:cxn>
              <a:cxn ang="0">
                <a:pos x="1726" y="338"/>
              </a:cxn>
              <a:cxn ang="0">
                <a:pos x="1816" y="610"/>
              </a:cxn>
              <a:cxn ang="0">
                <a:pos x="1356" y="1070"/>
              </a:cxn>
              <a:cxn ang="0">
                <a:pos x="534" y="1070"/>
              </a:cxn>
              <a:cxn ang="0">
                <a:pos x="0" y="535"/>
              </a:cxn>
              <a:cxn ang="0">
                <a:pos x="534" y="0"/>
              </a:cxn>
              <a:cxn ang="0">
                <a:pos x="1783" y="1"/>
              </a:cxn>
            </a:cxnLst>
            <a:rect l="0" t="0" r="r" b="b"/>
            <a:pathLst>
              <a:path w="1816" h="1070">
                <a:moveTo>
                  <a:pt x="1783" y="1"/>
                </a:moveTo>
                <a:cubicBezTo>
                  <a:pt x="1783" y="1"/>
                  <a:pt x="1704" y="77"/>
                  <a:pt x="1691" y="162"/>
                </a:cubicBezTo>
                <a:cubicBezTo>
                  <a:pt x="1681" y="223"/>
                  <a:pt x="1686" y="275"/>
                  <a:pt x="1726" y="338"/>
                </a:cubicBezTo>
                <a:cubicBezTo>
                  <a:pt x="1782" y="414"/>
                  <a:pt x="1816" y="508"/>
                  <a:pt x="1816" y="610"/>
                </a:cubicBezTo>
                <a:cubicBezTo>
                  <a:pt x="1816" y="864"/>
                  <a:pt x="1610" y="1070"/>
                  <a:pt x="1356" y="1070"/>
                </a:cubicBezTo>
                <a:cubicBezTo>
                  <a:pt x="534" y="1070"/>
                  <a:pt x="534" y="1070"/>
                  <a:pt x="534" y="1070"/>
                </a:cubicBezTo>
                <a:cubicBezTo>
                  <a:pt x="239" y="1070"/>
                  <a:pt x="0" y="830"/>
                  <a:pt x="0" y="535"/>
                </a:cubicBezTo>
                <a:cubicBezTo>
                  <a:pt x="0" y="240"/>
                  <a:pt x="239" y="0"/>
                  <a:pt x="534" y="0"/>
                </a:cubicBezTo>
                <a:lnTo>
                  <a:pt x="1783" y="1"/>
                </a:lnTo>
                <a:close/>
              </a:path>
            </a:pathLst>
          </a:custGeom>
          <a:blipFill dpi="0" rotWithShape="1">
            <a:blip r:embed="rId4"/>
            <a:srcRect/>
            <a:stretch>
              <a:fillRect l="-14000" t="-20000" r="-15000" b="-24000"/>
            </a:stretch>
          </a:blip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Tree>
    <p:extLst>
      <p:ext uri="{BB962C8B-B14F-4D97-AF65-F5344CB8AC3E}">
        <p14:creationId xmlns:p14="http://schemas.microsoft.com/office/powerpoint/2010/main" val="36025999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ivider Slide">
    <p:spTree>
      <p:nvGrpSpPr>
        <p:cNvPr id="1" name=""/>
        <p:cNvGrpSpPr/>
        <p:nvPr/>
      </p:nvGrpSpPr>
      <p:grpSpPr>
        <a:xfrm>
          <a:off x="0" y="0"/>
          <a:ext cx="0" cy="0"/>
          <a:chOff x="0" y="0"/>
          <a:chExt cx="0" cy="0"/>
        </a:xfrm>
      </p:grpSpPr>
      <p:pic>
        <p:nvPicPr>
          <p:cNvPr id="6" name="Picture 5" descr="gvrn_bus_exp_cvr.jpg"/>
          <p:cNvPicPr>
            <a:picLocks noChangeAspect="1"/>
          </p:cNvPicPr>
          <p:nvPr userDrawn="1"/>
        </p:nvPicPr>
        <p:blipFill>
          <a:blip r:embed="rId2"/>
          <a:stretch>
            <a:fillRect/>
          </a:stretch>
        </p:blipFill>
        <p:spPr>
          <a:xfrm>
            <a:off x="0" y="2"/>
            <a:ext cx="4114800" cy="3583143"/>
          </a:xfrm>
          <a:prstGeom prst="rect">
            <a:avLst/>
          </a:prstGeom>
        </p:spPr>
      </p:pic>
      <p:sp>
        <p:nvSpPr>
          <p:cNvPr id="7" name="Title 19"/>
          <p:cNvSpPr>
            <a:spLocks noGrp="1"/>
          </p:cNvSpPr>
          <p:nvPr>
            <p:ph type="title"/>
          </p:nvPr>
        </p:nvSpPr>
        <p:spPr>
          <a:xfrm>
            <a:off x="1079501" y="3810000"/>
            <a:ext cx="7162799" cy="685800"/>
          </a:xfrm>
          <a:prstGeom prst="rect">
            <a:avLst/>
          </a:prstGeom>
        </p:spPr>
        <p:txBody>
          <a:bodyPr lIns="0" tIns="0" rIns="0" bIns="0" anchor="t" anchorCtr="0"/>
          <a:lstStyle>
            <a:lvl1pPr>
              <a:defRPr sz="3200" b="0">
                <a:solidFill>
                  <a:schemeClr val="tx2"/>
                </a:solidFill>
              </a:defRPr>
            </a:lvl1pPr>
          </a:lstStyle>
          <a:p>
            <a:r>
              <a:rPr lang="en-US" dirty="0"/>
              <a:t>Click to edit Master title style</a:t>
            </a:r>
          </a:p>
        </p:txBody>
      </p:sp>
      <p:sp>
        <p:nvSpPr>
          <p:cNvPr id="12" name="Text Placeholder 21"/>
          <p:cNvSpPr>
            <a:spLocks noGrp="1"/>
          </p:cNvSpPr>
          <p:nvPr>
            <p:ph type="body" sz="quarter" idx="10"/>
          </p:nvPr>
        </p:nvSpPr>
        <p:spPr bwMode="gray">
          <a:xfrm>
            <a:off x="1079500" y="4521200"/>
            <a:ext cx="6781800" cy="685800"/>
          </a:xfrm>
          <a:prstGeom prst="rect">
            <a:avLst/>
          </a:prstGeom>
        </p:spPr>
        <p:txBody>
          <a:bodyPr vert="horz" lIns="0" tIns="0" rIns="0" bIns="0"/>
          <a:lstStyle>
            <a:lvl1pPr>
              <a:defRPr sz="2200">
                <a:solidFill>
                  <a:schemeClr val="accent1"/>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dirty="0"/>
              <a:t>Click to edit Master text styles</a:t>
            </a:r>
          </a:p>
        </p:txBody>
      </p:sp>
      <p:sp>
        <p:nvSpPr>
          <p:cNvPr id="8" name="Slide Number Placeholder 7"/>
          <p:cNvSpPr>
            <a:spLocks noGrp="1"/>
          </p:cNvSpPr>
          <p:nvPr>
            <p:ph type="sldNum" sz="quarter" idx="11"/>
          </p:nvPr>
        </p:nvSpPr>
        <p:spPr/>
        <p:txBody>
          <a:bodyPr/>
          <a:lstStyle/>
          <a:p>
            <a:fld id="{1DEFE11F-158B-594E-8BEE-CC26B87FEB38}" type="slidenum">
              <a:rPr lang="en-US" smtClean="0"/>
              <a:pPr/>
              <a:t>‹#›</a:t>
            </a:fld>
            <a:endParaRPr lang="en-US" dirty="0"/>
          </a:p>
        </p:txBody>
      </p:sp>
    </p:spTree>
    <p:extLst>
      <p:ext uri="{BB962C8B-B14F-4D97-AF65-F5344CB8AC3E}">
        <p14:creationId xmlns:p14="http://schemas.microsoft.com/office/powerpoint/2010/main" val="3124676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0" name="Content Placeholder 2"/>
          <p:cNvSpPr>
            <a:spLocks noGrp="1"/>
          </p:cNvSpPr>
          <p:nvPr>
            <p:ph sz="half" idx="10"/>
          </p:nvPr>
        </p:nvSpPr>
        <p:spPr bwMode="gray">
          <a:xfrm>
            <a:off x="407230" y="1954213"/>
            <a:ext cx="8335133" cy="2858560"/>
          </a:xfrm>
          <a:prstGeom prst="rect">
            <a:avLst/>
          </a:prstGeom>
        </p:spPr>
        <p:txBody>
          <a:bodyPr lIns="0" tIns="0" rIns="0" bIns="0"/>
          <a:lstStyle>
            <a:lvl1pPr>
              <a:defRPr sz="2000">
                <a:solidFill>
                  <a:schemeClr val="accent1"/>
                </a:solidFill>
              </a:defRPr>
            </a:lvl1pPr>
            <a:lvl2pPr>
              <a:buClr>
                <a:schemeClr val="accent1"/>
              </a:buClr>
              <a:buSzPct val="100000"/>
              <a:defRPr sz="2000">
                <a:solidFill>
                  <a:schemeClr val="accent1"/>
                </a:solidFill>
              </a:defRPr>
            </a:lvl2pPr>
            <a:lvl3pPr>
              <a:buClr>
                <a:schemeClr val="accent1"/>
              </a:buClr>
              <a:buSzPct val="100000"/>
              <a:defRPr sz="1800">
                <a:solidFill>
                  <a:schemeClr val="accent1"/>
                </a:solidFill>
              </a:defRPr>
            </a:lvl3pPr>
            <a:lvl4pPr>
              <a:buClr>
                <a:schemeClr val="accent1"/>
              </a:buClr>
              <a:buSzPct val="100000"/>
              <a:defRPr sz="1600">
                <a:solidFill>
                  <a:schemeClr val="accent1"/>
                </a:solidFill>
              </a:defRPr>
            </a:lvl4pPr>
            <a:lvl5pPr>
              <a:buClr>
                <a:schemeClr val="accent1"/>
              </a:buClr>
              <a:buSzPct val="100000"/>
              <a:defRPr sz="1600">
                <a:solidFill>
                  <a:schemeClr val="accent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5"/>
          <p:cNvSpPr>
            <a:spLocks noGrp="1"/>
          </p:cNvSpPr>
          <p:nvPr>
            <p:ph type="title"/>
          </p:nvPr>
        </p:nvSpPr>
        <p:spPr>
          <a:xfrm>
            <a:off x="410444" y="381000"/>
            <a:ext cx="8328744" cy="838200"/>
          </a:xfrm>
          <a:prstGeom prst="rect">
            <a:avLst/>
          </a:prstGeom>
        </p:spPr>
        <p:txBody>
          <a:bodyPr lIns="0" tIns="0" rIns="0" bIns="0"/>
          <a:lstStyle>
            <a:lvl1pPr>
              <a:defRPr sz="2600" b="1">
                <a:solidFill>
                  <a:schemeClr val="tx2"/>
                </a:solidFill>
              </a:defRPr>
            </a:lvl1pPr>
          </a:lstStyle>
          <a:p>
            <a:r>
              <a:rPr lang="en-US" dirty="0"/>
              <a:t>Click to edit Master title style</a:t>
            </a:r>
          </a:p>
        </p:txBody>
      </p:sp>
      <p:sp>
        <p:nvSpPr>
          <p:cNvPr id="6" name="Slide Number Placeholder 5"/>
          <p:cNvSpPr>
            <a:spLocks noGrp="1"/>
          </p:cNvSpPr>
          <p:nvPr>
            <p:ph type="sldNum" sz="quarter" idx="11"/>
          </p:nvPr>
        </p:nvSpPr>
        <p:spPr/>
        <p:txBody>
          <a:bodyPr/>
          <a:lstStyle/>
          <a:p>
            <a:fld id="{1DEFE11F-158B-594E-8BEE-CC26B87FEB38}" type="slidenum">
              <a:rPr lang="en-US" smtClean="0"/>
              <a:pPr/>
              <a:t>‹#›</a:t>
            </a:fld>
            <a:endParaRPr lang="en-US" dirty="0"/>
          </a:p>
        </p:txBody>
      </p:sp>
    </p:spTree>
    <p:extLst>
      <p:ext uri="{BB962C8B-B14F-4D97-AF65-F5344CB8AC3E}">
        <p14:creationId xmlns:p14="http://schemas.microsoft.com/office/powerpoint/2010/main" val="3224429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7" name="Content Placeholder 2"/>
          <p:cNvSpPr>
            <a:spLocks noGrp="1"/>
          </p:cNvSpPr>
          <p:nvPr>
            <p:ph sz="half" idx="10"/>
          </p:nvPr>
        </p:nvSpPr>
        <p:spPr bwMode="gray">
          <a:xfrm>
            <a:off x="407230" y="1954213"/>
            <a:ext cx="3941762" cy="3087160"/>
          </a:xfrm>
          <a:prstGeom prst="rect">
            <a:avLst/>
          </a:prstGeom>
        </p:spPr>
        <p:txBody>
          <a:bodyPr lIns="0" tIns="0" rIns="0" bIns="0"/>
          <a:lstStyle>
            <a:lvl1pPr>
              <a:defRPr sz="1800">
                <a:solidFill>
                  <a:schemeClr val="accent1"/>
                </a:solidFill>
              </a:defRPr>
            </a:lvl1pPr>
            <a:lvl2pPr>
              <a:buClr>
                <a:schemeClr val="accent1"/>
              </a:buClr>
              <a:buSzPct val="100000"/>
              <a:defRPr sz="1800">
                <a:solidFill>
                  <a:schemeClr val="accent1"/>
                </a:solidFill>
              </a:defRPr>
            </a:lvl2pPr>
            <a:lvl3pPr>
              <a:buClr>
                <a:schemeClr val="accent1"/>
              </a:buClr>
              <a:buSzPct val="100000"/>
              <a:defRPr sz="1700">
                <a:solidFill>
                  <a:schemeClr val="accent1"/>
                </a:solidFill>
              </a:defRPr>
            </a:lvl3pPr>
            <a:lvl4pPr>
              <a:buClr>
                <a:schemeClr val="accent1"/>
              </a:buClr>
              <a:buSzPct val="100000"/>
              <a:defRPr sz="1500">
                <a:solidFill>
                  <a:schemeClr val="accent1"/>
                </a:solidFill>
              </a:defRPr>
            </a:lvl4pPr>
            <a:lvl5pPr>
              <a:buClr>
                <a:schemeClr val="accent1"/>
              </a:buClr>
              <a:buSzPct val="100000"/>
              <a:defRPr sz="1500">
                <a:solidFill>
                  <a:schemeClr val="accent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3"/>
          <p:cNvSpPr>
            <a:spLocks noGrp="1"/>
          </p:cNvSpPr>
          <p:nvPr>
            <p:ph sz="half" idx="2"/>
          </p:nvPr>
        </p:nvSpPr>
        <p:spPr>
          <a:xfrm>
            <a:off x="4795838" y="1954213"/>
            <a:ext cx="3943350" cy="3087160"/>
          </a:xfrm>
          <a:prstGeom prst="rect">
            <a:avLst/>
          </a:prstGeom>
        </p:spPr>
        <p:txBody>
          <a:bodyPr lIns="0" tIns="0" rIns="0" bIns="0"/>
          <a:lstStyle>
            <a:lvl1pPr>
              <a:defRPr sz="1800">
                <a:solidFill>
                  <a:schemeClr val="accent1"/>
                </a:solidFill>
              </a:defRPr>
            </a:lvl1pPr>
            <a:lvl2pPr>
              <a:buClr>
                <a:schemeClr val="accent1"/>
              </a:buClr>
              <a:buSzPct val="100000"/>
              <a:defRPr sz="1800">
                <a:solidFill>
                  <a:schemeClr val="accent1"/>
                </a:solidFill>
              </a:defRPr>
            </a:lvl2pPr>
            <a:lvl3pPr>
              <a:buClr>
                <a:schemeClr val="accent1"/>
              </a:buClr>
              <a:buSzPct val="100000"/>
              <a:defRPr sz="1700">
                <a:solidFill>
                  <a:schemeClr val="accent1"/>
                </a:solidFill>
              </a:defRPr>
            </a:lvl3pPr>
            <a:lvl4pPr>
              <a:buClr>
                <a:schemeClr val="accent1"/>
              </a:buClr>
              <a:buSzPct val="100000"/>
              <a:defRPr sz="1500">
                <a:solidFill>
                  <a:schemeClr val="accent1"/>
                </a:solidFill>
              </a:defRPr>
            </a:lvl4pPr>
            <a:lvl5pPr>
              <a:buClr>
                <a:schemeClr val="accent1"/>
              </a:buClr>
              <a:buSzPct val="100000"/>
              <a:defRPr sz="1500">
                <a:solidFill>
                  <a:schemeClr val="accent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15"/>
          <p:cNvSpPr>
            <a:spLocks noGrp="1"/>
          </p:cNvSpPr>
          <p:nvPr>
            <p:ph type="title"/>
          </p:nvPr>
        </p:nvSpPr>
        <p:spPr>
          <a:xfrm>
            <a:off x="410444" y="381000"/>
            <a:ext cx="8328744" cy="838200"/>
          </a:xfrm>
          <a:prstGeom prst="rect">
            <a:avLst/>
          </a:prstGeom>
        </p:spPr>
        <p:txBody>
          <a:bodyPr lIns="0" tIns="0" rIns="0" bIns="0"/>
          <a:lstStyle>
            <a:lvl1pPr>
              <a:defRPr sz="2600" b="1">
                <a:solidFill>
                  <a:schemeClr val="tx2"/>
                </a:solidFill>
              </a:defRPr>
            </a:lvl1pPr>
          </a:lstStyle>
          <a:p>
            <a:r>
              <a:rPr lang="en-US" dirty="0"/>
              <a:t>Click to edit Master title style</a:t>
            </a:r>
          </a:p>
        </p:txBody>
      </p:sp>
      <p:sp>
        <p:nvSpPr>
          <p:cNvPr id="9" name="Slide Number Placeholder 8"/>
          <p:cNvSpPr>
            <a:spLocks noGrp="1"/>
          </p:cNvSpPr>
          <p:nvPr>
            <p:ph type="sldNum" sz="quarter" idx="11"/>
          </p:nvPr>
        </p:nvSpPr>
        <p:spPr/>
        <p:txBody>
          <a:bodyPr/>
          <a:lstStyle/>
          <a:p>
            <a:fld id="{1DEFE11F-158B-594E-8BEE-CC26B87FEB38}" type="slidenum">
              <a:rPr lang="en-US" smtClean="0"/>
              <a:pPr/>
              <a:t>‹#›</a:t>
            </a:fld>
            <a:endParaRPr lang="en-US" dirty="0"/>
          </a:p>
        </p:txBody>
      </p:sp>
    </p:spTree>
    <p:extLst>
      <p:ext uri="{BB962C8B-B14F-4D97-AF65-F5344CB8AC3E}">
        <p14:creationId xmlns:p14="http://schemas.microsoft.com/office/powerpoint/2010/main" val="2801638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6" name="Content Placeholder 2"/>
          <p:cNvSpPr>
            <a:spLocks noGrp="1"/>
          </p:cNvSpPr>
          <p:nvPr>
            <p:ph sz="half" idx="10"/>
          </p:nvPr>
        </p:nvSpPr>
        <p:spPr bwMode="gray">
          <a:xfrm>
            <a:off x="407230" y="2640013"/>
            <a:ext cx="3941762" cy="3087160"/>
          </a:xfrm>
          <a:prstGeom prst="rect">
            <a:avLst/>
          </a:prstGeom>
        </p:spPr>
        <p:txBody>
          <a:bodyPr lIns="0" tIns="0" rIns="0" bIns="0"/>
          <a:lstStyle>
            <a:lvl1pPr>
              <a:defRPr sz="2000">
                <a:solidFill>
                  <a:schemeClr val="accent1"/>
                </a:solidFill>
              </a:defRPr>
            </a:lvl1pPr>
            <a:lvl2pPr>
              <a:buClr>
                <a:schemeClr val="accent1"/>
              </a:buClr>
              <a:buSzPct val="100000"/>
              <a:defRPr sz="2000">
                <a:solidFill>
                  <a:schemeClr val="accent1"/>
                </a:solidFill>
              </a:defRPr>
            </a:lvl2pPr>
            <a:lvl3pPr>
              <a:buClr>
                <a:schemeClr val="accent1"/>
              </a:buClr>
              <a:buSzPct val="100000"/>
              <a:defRPr sz="1800">
                <a:solidFill>
                  <a:schemeClr val="accent1"/>
                </a:solidFill>
              </a:defRPr>
            </a:lvl3pPr>
            <a:lvl4pPr>
              <a:buClr>
                <a:schemeClr val="accent1"/>
              </a:buClr>
              <a:buSzPct val="100000"/>
              <a:defRPr sz="1600">
                <a:solidFill>
                  <a:schemeClr val="accent1"/>
                </a:solidFill>
              </a:defRPr>
            </a:lvl4pPr>
            <a:lvl5pPr>
              <a:buClr>
                <a:schemeClr val="accent1"/>
              </a:buClr>
              <a:buSzPct val="100000"/>
              <a:defRPr sz="1600">
                <a:solidFill>
                  <a:schemeClr val="accent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p:cNvSpPr>
            <a:spLocks noGrp="1"/>
          </p:cNvSpPr>
          <p:nvPr>
            <p:ph sz="half" idx="2"/>
          </p:nvPr>
        </p:nvSpPr>
        <p:spPr>
          <a:xfrm>
            <a:off x="4795910" y="2640013"/>
            <a:ext cx="3943350" cy="3087160"/>
          </a:xfrm>
          <a:prstGeom prst="rect">
            <a:avLst/>
          </a:prstGeom>
        </p:spPr>
        <p:txBody>
          <a:bodyPr lIns="0" tIns="0" rIns="0" bIns="0"/>
          <a:lstStyle>
            <a:lvl1pPr>
              <a:defRPr sz="2000">
                <a:solidFill>
                  <a:schemeClr val="accent1"/>
                </a:solidFill>
              </a:defRPr>
            </a:lvl1pPr>
            <a:lvl2pPr>
              <a:buClr>
                <a:schemeClr val="accent1"/>
              </a:buClr>
              <a:buSzPct val="100000"/>
              <a:defRPr sz="2000">
                <a:solidFill>
                  <a:schemeClr val="accent1"/>
                </a:solidFill>
              </a:defRPr>
            </a:lvl2pPr>
            <a:lvl3pPr>
              <a:buClr>
                <a:schemeClr val="accent1"/>
              </a:buClr>
              <a:buSzPct val="100000"/>
              <a:defRPr sz="1800">
                <a:solidFill>
                  <a:schemeClr val="accent1"/>
                </a:solidFill>
              </a:defRPr>
            </a:lvl3pPr>
            <a:lvl4pPr>
              <a:buClr>
                <a:schemeClr val="accent1"/>
              </a:buClr>
              <a:buSzPct val="100000"/>
              <a:defRPr sz="1600">
                <a:solidFill>
                  <a:schemeClr val="accent1"/>
                </a:solidFill>
              </a:defRPr>
            </a:lvl4pPr>
            <a:lvl5pPr>
              <a:buClr>
                <a:schemeClr val="accent1"/>
              </a:buClr>
              <a:buSzPct val="100000"/>
              <a:defRPr sz="1600">
                <a:solidFill>
                  <a:schemeClr val="accent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2"/>
          <p:cNvSpPr>
            <a:spLocks noGrp="1"/>
          </p:cNvSpPr>
          <p:nvPr>
            <p:ph type="body" idx="1"/>
          </p:nvPr>
        </p:nvSpPr>
        <p:spPr bwMode="gray">
          <a:xfrm>
            <a:off x="407230" y="1954213"/>
            <a:ext cx="3936170" cy="639762"/>
          </a:xfrm>
          <a:prstGeom prst="rect">
            <a:avLst/>
          </a:prstGeom>
        </p:spPr>
        <p:txBody>
          <a:bodyPr lIns="0" tIns="0" rIns="0" bIns="0"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4"/>
          <p:cNvSpPr>
            <a:spLocks noGrp="1"/>
          </p:cNvSpPr>
          <p:nvPr>
            <p:ph type="body" sz="quarter" idx="3"/>
          </p:nvPr>
        </p:nvSpPr>
        <p:spPr>
          <a:xfrm>
            <a:off x="4800601" y="1954213"/>
            <a:ext cx="3938660" cy="639762"/>
          </a:xfrm>
          <a:prstGeom prst="rect">
            <a:avLst/>
          </a:prstGeom>
        </p:spPr>
        <p:txBody>
          <a:bodyPr lIns="0" tIns="0" rIns="0" bIns="0"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itle 15"/>
          <p:cNvSpPr>
            <a:spLocks noGrp="1"/>
          </p:cNvSpPr>
          <p:nvPr>
            <p:ph type="title"/>
          </p:nvPr>
        </p:nvSpPr>
        <p:spPr>
          <a:xfrm>
            <a:off x="410444" y="381000"/>
            <a:ext cx="8328744" cy="838200"/>
          </a:xfrm>
          <a:prstGeom prst="rect">
            <a:avLst/>
          </a:prstGeom>
        </p:spPr>
        <p:txBody>
          <a:bodyPr lIns="0" tIns="0" rIns="0" bIns="0"/>
          <a:lstStyle>
            <a:lvl1pPr>
              <a:defRPr sz="2600" b="1">
                <a:solidFill>
                  <a:schemeClr val="tx2"/>
                </a:solidFill>
              </a:defRPr>
            </a:lvl1pPr>
          </a:lstStyle>
          <a:p>
            <a:r>
              <a:rPr lang="en-US" dirty="0"/>
              <a:t>Click to edit Master title style</a:t>
            </a:r>
          </a:p>
        </p:txBody>
      </p:sp>
      <p:sp>
        <p:nvSpPr>
          <p:cNvPr id="11" name="Slide Number Placeholder 10"/>
          <p:cNvSpPr>
            <a:spLocks noGrp="1"/>
          </p:cNvSpPr>
          <p:nvPr>
            <p:ph type="sldNum" sz="quarter" idx="11"/>
          </p:nvPr>
        </p:nvSpPr>
        <p:spPr/>
        <p:txBody>
          <a:bodyPr/>
          <a:lstStyle/>
          <a:p>
            <a:fld id="{1DEFE11F-158B-594E-8BEE-CC26B87FEB38}" type="slidenum">
              <a:rPr lang="en-US" smtClean="0"/>
              <a:pPr/>
              <a:t>‹#›</a:t>
            </a:fld>
            <a:endParaRPr lang="en-US" dirty="0"/>
          </a:p>
        </p:txBody>
      </p:sp>
    </p:spTree>
    <p:extLst>
      <p:ext uri="{BB962C8B-B14F-4D97-AF65-F5344CB8AC3E}">
        <p14:creationId xmlns:p14="http://schemas.microsoft.com/office/powerpoint/2010/main" val="1485917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4_Custom Layout">
    <p:spTree>
      <p:nvGrpSpPr>
        <p:cNvPr id="1" name=""/>
        <p:cNvGrpSpPr/>
        <p:nvPr/>
      </p:nvGrpSpPr>
      <p:grpSpPr>
        <a:xfrm>
          <a:off x="0" y="0"/>
          <a:ext cx="0" cy="0"/>
          <a:chOff x="0" y="0"/>
          <a:chExt cx="0" cy="0"/>
        </a:xfrm>
      </p:grpSpPr>
      <p:sp>
        <p:nvSpPr>
          <p:cNvPr id="6" name="Content Placeholder 2"/>
          <p:cNvSpPr>
            <a:spLocks noGrp="1"/>
          </p:cNvSpPr>
          <p:nvPr>
            <p:ph sz="half" idx="10"/>
          </p:nvPr>
        </p:nvSpPr>
        <p:spPr bwMode="gray">
          <a:xfrm>
            <a:off x="1284476" y="2669756"/>
            <a:ext cx="3150531" cy="3434210"/>
          </a:xfrm>
          <a:prstGeom prst="rect">
            <a:avLst/>
          </a:prstGeom>
        </p:spPr>
        <p:txBody>
          <a:bodyPr lIns="0" tIns="0" rIns="0" bIns="0"/>
          <a:lstStyle>
            <a:lvl1pPr>
              <a:spcBef>
                <a:spcPts val="400"/>
              </a:spcBef>
              <a:spcAft>
                <a:spcPts val="0"/>
              </a:spcAft>
              <a:defRPr sz="1800">
                <a:solidFill>
                  <a:schemeClr val="accent1"/>
                </a:solidFill>
              </a:defRPr>
            </a:lvl1pPr>
            <a:lvl2pPr marL="287338" indent="-195263">
              <a:spcBef>
                <a:spcPts val="400"/>
              </a:spcBef>
              <a:spcAft>
                <a:spcPts val="0"/>
              </a:spcAft>
              <a:buClr>
                <a:schemeClr val="accent1"/>
              </a:buClr>
              <a:buSzPct val="100000"/>
              <a:buFont typeface="Lucida Grande"/>
              <a:buChar char="•"/>
              <a:defRPr sz="1800">
                <a:solidFill>
                  <a:schemeClr val="accent1"/>
                </a:solidFill>
              </a:defRPr>
            </a:lvl2pPr>
            <a:lvl3pPr>
              <a:spcBef>
                <a:spcPts val="400"/>
              </a:spcBef>
              <a:spcAft>
                <a:spcPts val="0"/>
              </a:spcAft>
              <a:buClr>
                <a:schemeClr val="accent1"/>
              </a:buClr>
              <a:defRPr sz="1800">
                <a:solidFill>
                  <a:schemeClr val="accent1"/>
                </a:solidFill>
              </a:defRPr>
            </a:lvl3pPr>
            <a:lvl4pPr>
              <a:spcBef>
                <a:spcPts val="400"/>
              </a:spcBef>
              <a:spcAft>
                <a:spcPts val="0"/>
              </a:spcAft>
              <a:buClr>
                <a:schemeClr val="accent1"/>
              </a:buClr>
              <a:buSzPct val="100000"/>
              <a:defRPr sz="1800">
                <a:solidFill>
                  <a:schemeClr val="accent1"/>
                </a:solidFill>
              </a:defRPr>
            </a:lvl4pPr>
            <a:lvl5pPr>
              <a:spcBef>
                <a:spcPts val="400"/>
              </a:spcBef>
              <a:spcAft>
                <a:spcPts val="0"/>
              </a:spcAft>
              <a:buClr>
                <a:schemeClr val="accent1"/>
              </a:buClr>
              <a:defRPr sz="1800">
                <a:solidFill>
                  <a:schemeClr val="accent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p:cNvSpPr>
            <a:spLocks noGrp="1"/>
          </p:cNvSpPr>
          <p:nvPr>
            <p:ph sz="half" idx="2"/>
          </p:nvPr>
        </p:nvSpPr>
        <p:spPr>
          <a:xfrm>
            <a:off x="4591051" y="2669756"/>
            <a:ext cx="3295682" cy="3434210"/>
          </a:xfrm>
          <a:prstGeom prst="rect">
            <a:avLst/>
          </a:prstGeom>
        </p:spPr>
        <p:txBody>
          <a:bodyPr lIns="0" tIns="0" rIns="0" bIns="0"/>
          <a:lstStyle>
            <a:lvl1pPr>
              <a:spcBef>
                <a:spcPts val="400"/>
              </a:spcBef>
              <a:spcAft>
                <a:spcPts val="0"/>
              </a:spcAft>
              <a:defRPr sz="1800">
                <a:solidFill>
                  <a:schemeClr val="accent1"/>
                </a:solidFill>
              </a:defRPr>
            </a:lvl1pPr>
            <a:lvl2pPr marL="287338" indent="-195263">
              <a:spcBef>
                <a:spcPts val="400"/>
              </a:spcBef>
              <a:spcAft>
                <a:spcPts val="0"/>
              </a:spcAft>
              <a:buClr>
                <a:schemeClr val="accent1"/>
              </a:buClr>
              <a:buSzPct val="100000"/>
              <a:defRPr sz="1800">
                <a:solidFill>
                  <a:schemeClr val="accent1"/>
                </a:solidFill>
              </a:defRPr>
            </a:lvl2pPr>
            <a:lvl3pPr>
              <a:spcBef>
                <a:spcPts val="400"/>
              </a:spcBef>
              <a:spcAft>
                <a:spcPts val="0"/>
              </a:spcAft>
              <a:buClr>
                <a:schemeClr val="accent1"/>
              </a:buClr>
              <a:defRPr sz="1800">
                <a:solidFill>
                  <a:schemeClr val="accent1"/>
                </a:solidFill>
              </a:defRPr>
            </a:lvl3pPr>
            <a:lvl4pPr>
              <a:spcBef>
                <a:spcPts val="400"/>
              </a:spcBef>
              <a:spcAft>
                <a:spcPts val="0"/>
              </a:spcAft>
              <a:buClr>
                <a:schemeClr val="accent1"/>
              </a:buClr>
              <a:buSzPct val="100000"/>
              <a:defRPr sz="1800">
                <a:solidFill>
                  <a:schemeClr val="accent1"/>
                </a:solidFill>
              </a:defRPr>
            </a:lvl4pPr>
            <a:lvl5pPr>
              <a:spcBef>
                <a:spcPts val="400"/>
              </a:spcBef>
              <a:spcAft>
                <a:spcPts val="0"/>
              </a:spcAft>
              <a:buClr>
                <a:schemeClr val="accent1"/>
              </a:buClr>
              <a:defRPr sz="1800">
                <a:solidFill>
                  <a:schemeClr val="accent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Line 6"/>
          <p:cNvSpPr>
            <a:spLocks noChangeShapeType="1"/>
          </p:cNvSpPr>
          <p:nvPr userDrawn="1"/>
        </p:nvSpPr>
        <p:spPr bwMode="auto">
          <a:xfrm>
            <a:off x="4529138" y="2562225"/>
            <a:ext cx="0" cy="3479800"/>
          </a:xfrm>
          <a:prstGeom prst="line">
            <a:avLst/>
          </a:prstGeom>
          <a:noFill/>
          <a:ln w="19050">
            <a:solidFill>
              <a:schemeClr val="accent1"/>
            </a:solidFill>
            <a:round/>
            <a:headEnd/>
            <a:tailEnd/>
          </a:ln>
          <a:effectLst/>
        </p:spPr>
        <p:txBody>
          <a:bodyPr>
            <a:prstTxWarp prst="textNoShape">
              <a:avLst/>
            </a:prstTxWarp>
          </a:bodyPr>
          <a:lstStyle/>
          <a:p>
            <a:endParaRPr lang="en-US" sz="1800"/>
          </a:p>
        </p:txBody>
      </p:sp>
      <p:sp>
        <p:nvSpPr>
          <p:cNvPr id="15" name="Line 7"/>
          <p:cNvSpPr>
            <a:spLocks noChangeShapeType="1"/>
          </p:cNvSpPr>
          <p:nvPr userDrawn="1"/>
        </p:nvSpPr>
        <p:spPr bwMode="auto">
          <a:xfrm>
            <a:off x="1271589" y="2566988"/>
            <a:ext cx="6561137" cy="0"/>
          </a:xfrm>
          <a:prstGeom prst="line">
            <a:avLst/>
          </a:prstGeom>
          <a:noFill/>
          <a:ln w="19050">
            <a:solidFill>
              <a:schemeClr val="accent1"/>
            </a:solidFill>
            <a:round/>
            <a:headEnd/>
            <a:tailEnd/>
          </a:ln>
          <a:effectLst/>
        </p:spPr>
        <p:txBody>
          <a:bodyPr>
            <a:prstTxWarp prst="textNoShape">
              <a:avLst/>
            </a:prstTxWarp>
          </a:bodyPr>
          <a:lstStyle/>
          <a:p>
            <a:endParaRPr lang="en-US" sz="1800"/>
          </a:p>
        </p:txBody>
      </p:sp>
      <p:sp>
        <p:nvSpPr>
          <p:cNvPr id="17" name="Text Placeholder 16"/>
          <p:cNvSpPr>
            <a:spLocks noGrp="1"/>
          </p:cNvSpPr>
          <p:nvPr>
            <p:ph type="body" sz="quarter" idx="13"/>
          </p:nvPr>
        </p:nvSpPr>
        <p:spPr bwMode="gray">
          <a:xfrm>
            <a:off x="1270071" y="1981200"/>
            <a:ext cx="6603858" cy="533400"/>
          </a:xfrm>
          <a:prstGeom prst="rect">
            <a:avLst/>
          </a:prstGeom>
        </p:spPr>
        <p:txBody>
          <a:bodyPr vert="horz" bIns="0" anchor="b" anchorCtr="0"/>
          <a:lstStyle>
            <a:lvl1pPr algn="ctr">
              <a:defRPr>
                <a:solidFill>
                  <a:srgbClr val="808080"/>
                </a:solidFill>
              </a:defRPr>
            </a:lvl1pPr>
          </a:lstStyle>
          <a:p>
            <a:pPr lvl="0"/>
            <a:r>
              <a:rPr lang="en-US" dirty="0"/>
              <a:t>Click to edit Master text styles</a:t>
            </a:r>
          </a:p>
        </p:txBody>
      </p:sp>
      <p:sp>
        <p:nvSpPr>
          <p:cNvPr id="9" name="Title 15"/>
          <p:cNvSpPr>
            <a:spLocks noGrp="1"/>
          </p:cNvSpPr>
          <p:nvPr>
            <p:ph type="title"/>
          </p:nvPr>
        </p:nvSpPr>
        <p:spPr>
          <a:xfrm>
            <a:off x="410444" y="381000"/>
            <a:ext cx="8328744" cy="838200"/>
          </a:xfrm>
          <a:prstGeom prst="rect">
            <a:avLst/>
          </a:prstGeom>
        </p:spPr>
        <p:txBody>
          <a:bodyPr lIns="0" tIns="0" rIns="0" bIns="0"/>
          <a:lstStyle>
            <a:lvl1pPr>
              <a:defRPr sz="2600" b="1">
                <a:solidFill>
                  <a:schemeClr val="tx2"/>
                </a:solidFill>
              </a:defRPr>
            </a:lvl1pPr>
          </a:lstStyle>
          <a:p>
            <a:r>
              <a:rPr lang="en-US" dirty="0"/>
              <a:t>Click to edit Master title style</a:t>
            </a:r>
          </a:p>
        </p:txBody>
      </p:sp>
      <p:sp>
        <p:nvSpPr>
          <p:cNvPr id="11" name="Slide Number Placeholder 10"/>
          <p:cNvSpPr>
            <a:spLocks noGrp="1"/>
          </p:cNvSpPr>
          <p:nvPr>
            <p:ph type="sldNum" sz="quarter" idx="14"/>
          </p:nvPr>
        </p:nvSpPr>
        <p:spPr/>
        <p:txBody>
          <a:bodyPr/>
          <a:lstStyle/>
          <a:p>
            <a:fld id="{1DEFE11F-158B-594E-8BEE-CC26B87FEB38}" type="slidenum">
              <a:rPr lang="en-US" smtClean="0"/>
              <a:pPr/>
              <a:t>‹#›</a:t>
            </a:fld>
            <a:endParaRPr lang="en-US" dirty="0"/>
          </a:p>
        </p:txBody>
      </p:sp>
    </p:spTree>
    <p:extLst>
      <p:ext uri="{BB962C8B-B14F-4D97-AF65-F5344CB8AC3E}">
        <p14:creationId xmlns:p14="http://schemas.microsoft.com/office/powerpoint/2010/main" val="1462419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2_Custom Layout">
    <p:spTree>
      <p:nvGrpSpPr>
        <p:cNvPr id="1" name=""/>
        <p:cNvGrpSpPr/>
        <p:nvPr/>
      </p:nvGrpSpPr>
      <p:grpSpPr>
        <a:xfrm>
          <a:off x="0" y="0"/>
          <a:ext cx="0" cy="0"/>
          <a:chOff x="0" y="0"/>
          <a:chExt cx="0" cy="0"/>
        </a:xfrm>
      </p:grpSpPr>
      <p:sp>
        <p:nvSpPr>
          <p:cNvPr id="8" name="Title 15"/>
          <p:cNvSpPr>
            <a:spLocks noGrp="1"/>
          </p:cNvSpPr>
          <p:nvPr>
            <p:ph type="title"/>
          </p:nvPr>
        </p:nvSpPr>
        <p:spPr>
          <a:xfrm>
            <a:off x="410444" y="381000"/>
            <a:ext cx="8328744" cy="838200"/>
          </a:xfrm>
          <a:prstGeom prst="rect">
            <a:avLst/>
          </a:prstGeom>
        </p:spPr>
        <p:txBody>
          <a:bodyPr lIns="0" tIns="0" rIns="0" bIns="0"/>
          <a:lstStyle>
            <a:lvl1pPr>
              <a:defRPr sz="2600" b="1">
                <a:solidFill>
                  <a:schemeClr val="tx2"/>
                </a:solidFill>
              </a:defRPr>
            </a:lvl1pPr>
          </a:lstStyle>
          <a:p>
            <a:r>
              <a:rPr lang="en-US" dirty="0"/>
              <a:t>Click to edit Master title style</a:t>
            </a:r>
          </a:p>
        </p:txBody>
      </p:sp>
      <p:sp>
        <p:nvSpPr>
          <p:cNvPr id="4" name="Slide Number Placeholder 3"/>
          <p:cNvSpPr>
            <a:spLocks noGrp="1"/>
          </p:cNvSpPr>
          <p:nvPr>
            <p:ph type="sldNum" sz="quarter" idx="10"/>
          </p:nvPr>
        </p:nvSpPr>
        <p:spPr/>
        <p:txBody>
          <a:bodyPr/>
          <a:lstStyle/>
          <a:p>
            <a:fld id="{1DEFE11F-158B-594E-8BEE-CC26B87FEB38}" type="slidenum">
              <a:rPr lang="en-US" smtClean="0"/>
              <a:pPr/>
              <a:t>‹#›</a:t>
            </a:fld>
            <a:endParaRPr lang="en-US" dirty="0"/>
          </a:p>
        </p:txBody>
      </p:sp>
    </p:spTree>
    <p:extLst>
      <p:ext uri="{BB962C8B-B14F-4D97-AF65-F5344CB8AC3E}">
        <p14:creationId xmlns:p14="http://schemas.microsoft.com/office/powerpoint/2010/main" val="4200118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381001" y="228600"/>
            <a:ext cx="8018463" cy="59055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1" y="1485900"/>
            <a:ext cx="8018463" cy="4032250"/>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sldNum" idx="10"/>
          </p:nvPr>
        </p:nvSpPr>
        <p:spPr/>
        <p:txBody>
          <a:bodyPr/>
          <a:lstStyle>
            <a:lvl1pPr>
              <a:defRPr/>
            </a:lvl1pPr>
          </a:lstStyle>
          <a:p>
            <a:r>
              <a:rPr lang="en-US"/>
              <a:t>Page </a:t>
            </a:r>
            <a:fld id="{D4EBAE04-3149-4D95-88BB-3CF445D0C1FA}" type="slidenum">
              <a:rPr lang="en-US"/>
              <a:pPr/>
              <a:t>‹#›</a:t>
            </a:fld>
            <a:endParaRPr lang="en-US"/>
          </a:p>
        </p:txBody>
      </p:sp>
    </p:spTree>
    <p:extLst>
      <p:ext uri="{BB962C8B-B14F-4D97-AF65-F5344CB8AC3E}">
        <p14:creationId xmlns:p14="http://schemas.microsoft.com/office/powerpoint/2010/main" val="2103906528"/>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457200"/>
            <a:ext cx="8037513" cy="838200"/>
          </a:xfrm>
          <a:prstGeom prst="rect">
            <a:avLst/>
          </a:prstGeom>
        </p:spPr>
        <p:txBody>
          <a:bodyPr/>
          <a:lstStyle>
            <a:lvl1pPr>
              <a:defRPr>
                <a:solidFill>
                  <a:srgbClr val="000000"/>
                </a:solidFill>
              </a:defRPr>
            </a:lvl1pPr>
          </a:lstStyle>
          <a:p>
            <a:r>
              <a:rPr lang="en-US" dirty="0"/>
              <a:t>Click to edit Master title style</a:t>
            </a:r>
          </a:p>
        </p:txBody>
      </p:sp>
      <p:sp>
        <p:nvSpPr>
          <p:cNvPr id="3" name="Content Placeholder 2"/>
          <p:cNvSpPr>
            <a:spLocks noGrp="1"/>
          </p:cNvSpPr>
          <p:nvPr>
            <p:ph idx="1"/>
          </p:nvPr>
        </p:nvSpPr>
        <p:spPr>
          <a:xfrm>
            <a:off x="477838" y="1485900"/>
            <a:ext cx="8037512" cy="4051300"/>
          </a:xfrm>
          <a:prstGeom prst="rect">
            <a:avLst/>
          </a:prstGeom>
        </p:spPr>
        <p:txBody>
          <a:bodyPr/>
          <a:lstStyle>
            <a:lvl1pPr>
              <a:defRPr>
                <a:solidFill>
                  <a:srgbClr val="000000"/>
                </a:solidFill>
              </a:defRPr>
            </a:lvl1pPr>
            <a:lvl2pPr>
              <a:defRPr>
                <a:solidFill>
                  <a:srgbClr val="000000"/>
                </a:solidFill>
              </a:defRPr>
            </a:lvl2pPr>
            <a:lvl3pPr>
              <a:defRPr>
                <a:solidFill>
                  <a:srgbClr val="C00000"/>
                </a:solidFill>
              </a:defRPr>
            </a:lvl3pPr>
            <a:lvl4pPr>
              <a:defRPr>
                <a:solidFill>
                  <a:srgbClr val="000000"/>
                </a:solidFill>
              </a:defRPr>
            </a:lvl4pPr>
            <a:lvl5pPr>
              <a:defRPr>
                <a:solidFill>
                  <a:srgbClr val="7030A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r>
              <a:rPr lang="en-US"/>
              <a:t>Page </a:t>
            </a:r>
            <a:fld id="{E218AC47-F4D5-4A58-A0C0-0DD466A5F1E2}" type="slidenum">
              <a:rPr lang="en-US"/>
              <a:pPr>
                <a:defRPr/>
              </a:pPr>
              <a:t>‹#›</a:t>
            </a:fld>
            <a:endParaRPr lang="en-US"/>
          </a:p>
        </p:txBody>
      </p:sp>
    </p:spTree>
    <p:extLst>
      <p:ext uri="{BB962C8B-B14F-4D97-AF65-F5344CB8AC3E}">
        <p14:creationId xmlns:p14="http://schemas.microsoft.com/office/powerpoint/2010/main" val="14328038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cSld name="Blank">
    <p:spTree>
      <p:nvGrpSpPr>
        <p:cNvPr id="1" name=""/>
        <p:cNvGrpSpPr/>
        <p:nvPr/>
      </p:nvGrpSpPr>
      <p:grpSpPr>
        <a:xfrm>
          <a:off x="0" y="0"/>
          <a:ext cx="0" cy="0"/>
          <a:chOff x="0" y="0"/>
          <a:chExt cx="0" cy="0"/>
        </a:xfrm>
      </p:grpSpPr>
      <p:sp>
        <p:nvSpPr>
          <p:cNvPr id="2" name="Rectangle 7"/>
          <p:cNvSpPr>
            <a:spLocks noGrp="1" noChangeArrowheads="1"/>
          </p:cNvSpPr>
          <p:nvPr>
            <p:ph type="dt" sz="half" idx="10"/>
          </p:nvPr>
        </p:nvSpPr>
        <p:spPr>
          <a:xfrm>
            <a:off x="1171576" y="6605588"/>
            <a:ext cx="1647825" cy="152400"/>
          </a:xfrm>
          <a:prstGeom prst="rect">
            <a:avLst/>
          </a:prstGeom>
          <a:ln/>
        </p:spPr>
        <p:txBody>
          <a:bodyPr/>
          <a:lstStyle>
            <a:lvl1pPr>
              <a:defRPr/>
            </a:lvl1pPr>
          </a:lstStyle>
          <a:p>
            <a:pPr>
              <a:defRPr/>
            </a:pPr>
            <a:endParaRPr lang="en-US"/>
          </a:p>
        </p:txBody>
      </p:sp>
      <p:sp>
        <p:nvSpPr>
          <p:cNvPr id="3" name="Rectangle 8"/>
          <p:cNvSpPr>
            <a:spLocks noGrp="1" noChangeArrowheads="1"/>
          </p:cNvSpPr>
          <p:nvPr>
            <p:ph type="sldNum" sz="quarter" idx="11"/>
          </p:nvPr>
        </p:nvSpPr>
        <p:spPr>
          <a:ln/>
        </p:spPr>
        <p:txBody>
          <a:bodyPr/>
          <a:lstStyle>
            <a:lvl1pPr>
              <a:defRPr/>
            </a:lvl1pPr>
          </a:lstStyle>
          <a:p>
            <a:pPr>
              <a:defRPr/>
            </a:pPr>
            <a:r>
              <a:rPr lang="en-US"/>
              <a:t>Page </a:t>
            </a:r>
            <a:fld id="{9B9C4E9A-1242-4AAA-B839-2AE62B59C71A}" type="slidenum">
              <a:rPr lang="en-US"/>
              <a:pPr>
                <a:defRPr/>
              </a:pPr>
              <a:t>‹#›</a:t>
            </a:fld>
            <a:endParaRPr lang="en-US"/>
          </a:p>
        </p:txBody>
      </p:sp>
    </p:spTree>
    <p:extLst>
      <p:ext uri="{BB962C8B-B14F-4D97-AF65-F5344CB8AC3E}">
        <p14:creationId xmlns:p14="http://schemas.microsoft.com/office/powerpoint/2010/main" val="21083019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1_Cover Slide">
    <p:spTree>
      <p:nvGrpSpPr>
        <p:cNvPr id="1" name=""/>
        <p:cNvGrpSpPr/>
        <p:nvPr/>
      </p:nvGrpSpPr>
      <p:grpSpPr>
        <a:xfrm>
          <a:off x="0" y="0"/>
          <a:ext cx="0" cy="0"/>
          <a:chOff x="0" y="0"/>
          <a:chExt cx="0" cy="0"/>
        </a:xfrm>
      </p:grpSpPr>
      <p:pic>
        <p:nvPicPr>
          <p:cNvPr id="4" name="Picture 7" descr="intrnl_cnsmr_3.jpg"/>
          <p:cNvPicPr>
            <a:picLocks noChangeAspect="1"/>
          </p:cNvPicPr>
          <p:nvPr userDrawn="1"/>
        </p:nvPicPr>
        <p:blipFill>
          <a:blip r:embed="rId2" cstate="print"/>
          <a:srcRect/>
          <a:stretch>
            <a:fillRect/>
          </a:stretch>
        </p:blipFill>
        <p:spPr bwMode="auto">
          <a:xfrm>
            <a:off x="1" y="2971800"/>
            <a:ext cx="7119938" cy="3894138"/>
          </a:xfrm>
          <a:prstGeom prst="rect">
            <a:avLst/>
          </a:prstGeom>
          <a:noFill/>
          <a:ln w="9525">
            <a:noFill/>
            <a:miter lim="800000"/>
            <a:headEnd/>
            <a:tailEnd/>
          </a:ln>
        </p:spPr>
      </p:pic>
      <p:sp>
        <p:nvSpPr>
          <p:cNvPr id="5" name="TextBox 11"/>
          <p:cNvSpPr txBox="1"/>
          <p:nvPr userDrawn="1"/>
        </p:nvSpPr>
        <p:spPr>
          <a:xfrm>
            <a:off x="414339" y="6075364"/>
            <a:ext cx="4613275" cy="553998"/>
          </a:xfrm>
          <a:prstGeom prst="rect">
            <a:avLst/>
          </a:prstGeom>
          <a:noFill/>
        </p:spPr>
        <p:txBody>
          <a:bodyPr lIns="0" tIns="0" rIns="0" bIns="0">
            <a:spAutoFit/>
          </a:bodyPr>
          <a:lstStyle/>
          <a:p>
            <a:pPr eaLnBrk="0" fontAlgn="auto" hangingPunct="0">
              <a:spcBef>
                <a:spcPts val="0"/>
              </a:spcBef>
              <a:spcAft>
                <a:spcPts val="0"/>
              </a:spcAft>
              <a:defRPr/>
            </a:pPr>
            <a:r>
              <a:rPr lang="en-US" sz="900" dirty="0">
                <a:solidFill>
                  <a:schemeClr val="bg1"/>
                </a:solidFill>
                <a:latin typeface="Verdana" pitchFamily="-111" charset="0"/>
                <a:ea typeface="Arial" pitchFamily="-111" charset="-52"/>
                <a:cs typeface="Arial" pitchFamily="-111" charset="-52"/>
              </a:rPr>
              <a:t>© 2010 AT&amp;T Intellectual Property. All rights reserved. AT&amp;T, the AT&amp;T logo and all other AT&amp;T marks contained herein are trademarks of AT&amp;T Intellectual Property and/or AT&amp;T affiliated companies. All other marks contained herein are the property of their respective owners.</a:t>
            </a:r>
          </a:p>
        </p:txBody>
      </p:sp>
      <p:pic>
        <p:nvPicPr>
          <p:cNvPr id="6" name="Picture 6" descr="att_globe_rgb_grd_pos_2.jpg"/>
          <p:cNvPicPr>
            <a:picLocks noChangeAspect="1"/>
          </p:cNvPicPr>
          <p:nvPr userDrawn="1"/>
        </p:nvPicPr>
        <p:blipFill>
          <a:blip r:embed="rId3" cstate="print"/>
          <a:srcRect/>
          <a:stretch>
            <a:fillRect/>
          </a:stretch>
        </p:blipFill>
        <p:spPr bwMode="auto">
          <a:xfrm>
            <a:off x="8001001" y="377825"/>
            <a:ext cx="754063" cy="725488"/>
          </a:xfrm>
          <a:prstGeom prst="rect">
            <a:avLst/>
          </a:prstGeom>
          <a:noFill/>
          <a:ln w="9525">
            <a:noFill/>
            <a:miter lim="800000"/>
            <a:headEnd/>
            <a:tailEnd/>
          </a:ln>
        </p:spPr>
      </p:pic>
      <p:sp>
        <p:nvSpPr>
          <p:cNvPr id="20" name="Title 19"/>
          <p:cNvSpPr>
            <a:spLocks noGrp="1"/>
          </p:cNvSpPr>
          <p:nvPr>
            <p:ph type="title"/>
          </p:nvPr>
        </p:nvSpPr>
        <p:spPr>
          <a:xfrm>
            <a:off x="401639" y="381000"/>
            <a:ext cx="7370763" cy="838200"/>
          </a:xfrm>
          <a:prstGeom prst="rect">
            <a:avLst/>
          </a:prstGeom>
        </p:spPr>
        <p:txBody>
          <a:bodyPr lIns="0" tIns="0" rIns="0" bIns="0"/>
          <a:lstStyle>
            <a:lvl1pPr>
              <a:defRPr>
                <a:solidFill>
                  <a:schemeClr val="tx1"/>
                </a:solidFill>
              </a:defRPr>
            </a:lvl1pPr>
          </a:lstStyle>
          <a:p>
            <a:r>
              <a:rPr lang="en-US" dirty="0"/>
              <a:t>Click to edit Master title style</a:t>
            </a:r>
          </a:p>
        </p:txBody>
      </p:sp>
      <p:sp>
        <p:nvSpPr>
          <p:cNvPr id="10" name="Text Placeholder 21"/>
          <p:cNvSpPr>
            <a:spLocks noGrp="1"/>
          </p:cNvSpPr>
          <p:nvPr>
            <p:ph type="body" sz="quarter" idx="10"/>
          </p:nvPr>
        </p:nvSpPr>
        <p:spPr bwMode="gray">
          <a:xfrm>
            <a:off x="401638" y="4572000"/>
            <a:ext cx="3103562" cy="838200"/>
          </a:xfrm>
          <a:prstGeom prst="rect">
            <a:avLst/>
          </a:prstGeom>
        </p:spPr>
        <p:txBody>
          <a:bodyPr vert="horz" lIns="0" tIns="0" rIns="0" bIns="0"/>
          <a:lstStyle>
            <a:lvl1pPr>
              <a:defRPr>
                <a:solidFill>
                  <a:schemeClr val="bg2"/>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dirty="0"/>
              <a:t>Click to edit Master text styles</a:t>
            </a:r>
          </a:p>
        </p:txBody>
      </p:sp>
    </p:spTree>
    <p:extLst>
      <p:ext uri="{BB962C8B-B14F-4D97-AF65-F5344CB8AC3E}">
        <p14:creationId xmlns:p14="http://schemas.microsoft.com/office/powerpoint/2010/main" val="2823316623"/>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1" y="457200"/>
            <a:ext cx="8037513" cy="838200"/>
          </a:xfrm>
          <a:prstGeom prst="rect">
            <a:avLst/>
          </a:prstGeom>
        </p:spPr>
        <p:txBody>
          <a:bodyPr/>
          <a:lstStyle/>
          <a:p>
            <a:r>
              <a:rPr lang="en-US"/>
              <a:t>Click to edit Master title style</a:t>
            </a:r>
          </a:p>
        </p:txBody>
      </p:sp>
      <p:sp>
        <p:nvSpPr>
          <p:cNvPr id="3" name="Rectangle 7"/>
          <p:cNvSpPr>
            <a:spLocks noGrp="1" noChangeArrowheads="1"/>
          </p:cNvSpPr>
          <p:nvPr>
            <p:ph type="dt" sz="half" idx="10"/>
          </p:nvPr>
        </p:nvSpPr>
        <p:spPr>
          <a:xfrm>
            <a:off x="1171576" y="6605588"/>
            <a:ext cx="1647825" cy="152400"/>
          </a:xfrm>
          <a:prstGeom prst="rect">
            <a:avLst/>
          </a:prstGeom>
          <a:ln/>
        </p:spPr>
        <p:txBody>
          <a:bodyPr/>
          <a:lstStyle>
            <a:lvl1pPr>
              <a:defRPr/>
            </a:lvl1pPr>
          </a:lstStyle>
          <a:p>
            <a:pPr>
              <a:defRPr/>
            </a:pPr>
            <a:endParaRPr lang="en-US"/>
          </a:p>
        </p:txBody>
      </p:sp>
      <p:sp>
        <p:nvSpPr>
          <p:cNvPr id="4" name="Rectangle 8"/>
          <p:cNvSpPr>
            <a:spLocks noGrp="1" noChangeArrowheads="1"/>
          </p:cNvSpPr>
          <p:nvPr>
            <p:ph type="sldNum" sz="quarter" idx="11"/>
          </p:nvPr>
        </p:nvSpPr>
        <p:spPr>
          <a:ln/>
        </p:spPr>
        <p:txBody>
          <a:bodyPr/>
          <a:lstStyle>
            <a:lvl1pPr>
              <a:defRPr/>
            </a:lvl1pPr>
          </a:lstStyle>
          <a:p>
            <a:pPr>
              <a:defRPr/>
            </a:pPr>
            <a:r>
              <a:rPr lang="en-US"/>
              <a:t>Page </a:t>
            </a:r>
            <a:fld id="{16288CE3-BF29-4B19-8508-0E0BFBAF5CEB}" type="slidenum">
              <a:rPr lang="en-US"/>
              <a:pPr>
                <a:defRPr/>
              </a:pPr>
              <a:t>‹#›</a:t>
            </a:fld>
            <a:endParaRPr lang="en-US"/>
          </a:p>
        </p:txBody>
      </p:sp>
    </p:spTree>
    <p:extLst>
      <p:ext uri="{BB962C8B-B14F-4D97-AF65-F5344CB8AC3E}">
        <p14:creationId xmlns:p14="http://schemas.microsoft.com/office/powerpoint/2010/main" val="21691967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Orange Divider">
    <p:spTree>
      <p:nvGrpSpPr>
        <p:cNvPr id="1" name=""/>
        <p:cNvGrpSpPr/>
        <p:nvPr/>
      </p:nvGrpSpPr>
      <p:grpSpPr>
        <a:xfrm>
          <a:off x="0" y="0"/>
          <a:ext cx="0" cy="0"/>
          <a:chOff x="0" y="0"/>
          <a:chExt cx="0" cy="0"/>
        </a:xfrm>
      </p:grpSpPr>
      <p:pic>
        <p:nvPicPr>
          <p:cNvPr id="10242" name="Picture 2" descr="\\psf\Host\Volumes\johbee\Documents\01_Freelance_Design\INTERBRAND\AT&amp;T\ABS_Template_2011\source\ATT_for_Andy_rd_3\ABS_ jpeg\network_artwork_org.png"/>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r="16637"/>
          <a:stretch>
            <a:fillRect/>
          </a:stretch>
        </p:blipFill>
        <p:spPr bwMode="white">
          <a:xfrm>
            <a:off x="-4874" y="-5487"/>
            <a:ext cx="9148874" cy="6863487"/>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3" name="Slide Number Placeholder 7"/>
          <p:cNvSpPr>
            <a:spLocks noGrp="1"/>
          </p:cNvSpPr>
          <p:nvPr>
            <p:ph type="sldNum" sz="quarter" idx="4"/>
          </p:nvPr>
        </p:nvSpPr>
        <p:spPr>
          <a:xfrm>
            <a:off x="399522" y="6314441"/>
            <a:ext cx="385235" cy="152400"/>
          </a:xfrm>
          <a:prstGeom prst="rect">
            <a:avLst/>
          </a:prstGeom>
        </p:spPr>
        <p:txBody>
          <a:bodyPr vert="horz" lIns="0" tIns="0" rIns="0" bIns="0" rtlCol="0" anchor="t" anchorCtr="0"/>
          <a:lstStyle>
            <a:lvl1pPr algn="l">
              <a:defRPr sz="1000" b="1" i="0">
                <a:solidFill>
                  <a:srgbClr val="FFFFFF"/>
                </a:solidFill>
                <a:latin typeface="Calibri"/>
                <a:cs typeface="Calibri"/>
              </a:defRPr>
            </a:lvl1pPr>
          </a:lstStyle>
          <a:p>
            <a:fld id="{1DEFE11F-158B-594E-8BEE-CC26B87FEB38}" type="slidenum">
              <a:rPr lang="en-US" smtClean="0"/>
              <a:pPr/>
              <a:t>‹#›</a:t>
            </a:fld>
            <a:endParaRPr lang="en-US" dirty="0"/>
          </a:p>
        </p:txBody>
      </p:sp>
      <p:sp>
        <p:nvSpPr>
          <p:cNvPr id="8" name="Title 19"/>
          <p:cNvSpPr>
            <a:spLocks noGrp="1"/>
          </p:cNvSpPr>
          <p:nvPr>
            <p:ph type="title" hasCustomPrompt="1"/>
          </p:nvPr>
        </p:nvSpPr>
        <p:spPr bwMode="auto">
          <a:xfrm>
            <a:off x="387351" y="1592469"/>
            <a:ext cx="7626350" cy="1057469"/>
          </a:xfrm>
          <a:prstGeom prst="rect">
            <a:avLst/>
          </a:prstGeom>
        </p:spPr>
        <p:txBody>
          <a:bodyPr lIns="0" tIns="0" rIns="0" bIns="0" anchor="b" anchorCtr="0">
            <a:noAutofit/>
          </a:bodyPr>
          <a:lstStyle>
            <a:lvl1pPr>
              <a:lnSpc>
                <a:spcPct val="90000"/>
              </a:lnSpc>
              <a:defRPr sz="3600" b="1" i="0">
                <a:solidFill>
                  <a:srgbClr val="FFFFFF"/>
                </a:solidFill>
                <a:latin typeface="Calibri"/>
                <a:cs typeface="Calibri"/>
              </a:defRPr>
            </a:lvl1pPr>
          </a:lstStyle>
          <a:p>
            <a:r>
              <a:rPr lang="en-US" dirty="0"/>
              <a:t>Click to edit Master divider style</a:t>
            </a:r>
          </a:p>
        </p:txBody>
      </p:sp>
      <p:sp>
        <p:nvSpPr>
          <p:cNvPr id="12" name="Text Placeholder 21"/>
          <p:cNvSpPr>
            <a:spLocks noGrp="1"/>
          </p:cNvSpPr>
          <p:nvPr>
            <p:ph type="body" sz="quarter" idx="10"/>
          </p:nvPr>
        </p:nvSpPr>
        <p:spPr bwMode="black">
          <a:xfrm>
            <a:off x="387350" y="2890178"/>
            <a:ext cx="5334000" cy="877824"/>
          </a:xfrm>
          <a:prstGeom prst="rect">
            <a:avLst/>
          </a:prstGeom>
        </p:spPr>
        <p:txBody>
          <a:bodyPr vert="horz" lIns="0" tIns="0" rIns="0" bIns="0">
            <a:noAutofit/>
          </a:bodyPr>
          <a:lstStyle>
            <a:lvl1pPr marL="0" indent="0">
              <a:spcBef>
                <a:spcPts val="0"/>
              </a:spcBef>
              <a:spcAft>
                <a:spcPts val="0"/>
              </a:spcAft>
              <a:buNone/>
              <a:defRPr sz="1600" b="0" i="0">
                <a:solidFill>
                  <a:srgbClr val="FFFFFF"/>
                </a:solidFill>
                <a:latin typeface="Calibri"/>
                <a:cs typeface="Calibri"/>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dirty="0"/>
              <a:t>Click to edit Master text styles</a:t>
            </a:r>
          </a:p>
        </p:txBody>
      </p:sp>
      <p:sp>
        <p:nvSpPr>
          <p:cNvPr id="9" name="TextBox 8"/>
          <p:cNvSpPr txBox="1"/>
          <p:nvPr userDrawn="1"/>
        </p:nvSpPr>
        <p:spPr>
          <a:xfrm>
            <a:off x="838202" y="6355083"/>
            <a:ext cx="3514725" cy="276999"/>
          </a:xfrm>
          <a:prstGeom prst="rect">
            <a:avLst/>
          </a:prstGeom>
          <a:noFill/>
        </p:spPr>
        <p:txBody>
          <a:bodyPr wrap="square" lIns="0" tIns="0" rIns="0" bIns="0" rtlCol="0" anchor="t" anchorCtr="0">
            <a:spAutoFit/>
          </a:bodyPr>
          <a:lstStyle/>
          <a:p>
            <a:pPr algn="l">
              <a:lnSpc>
                <a:spcPct val="100000"/>
              </a:lnSpc>
              <a:spcBef>
                <a:spcPts val="0"/>
              </a:spcBef>
            </a:pPr>
            <a:r>
              <a:rPr lang="en-US" sz="600" b="0" i="0" dirty="0">
                <a:solidFill>
                  <a:schemeClr val="bg1"/>
                </a:solidFill>
                <a:latin typeface="Calibri"/>
                <a:cs typeface="Calibri"/>
              </a:rPr>
              <a:t>© 2012 AT&amp;T Intellectual Property. All rights reserved. AT&amp;T, the AT&amp;T</a:t>
            </a:r>
            <a:r>
              <a:rPr lang="en-US" sz="600" b="0" i="0" baseline="0" dirty="0">
                <a:solidFill>
                  <a:schemeClr val="bg1"/>
                </a:solidFill>
                <a:latin typeface="Calibri"/>
                <a:cs typeface="Calibri"/>
              </a:rPr>
              <a:t> </a:t>
            </a:r>
            <a:r>
              <a:rPr lang="en-US" sz="600" b="0" i="0" dirty="0">
                <a:solidFill>
                  <a:schemeClr val="bg1"/>
                </a:solidFill>
                <a:latin typeface="Calibri"/>
                <a:cs typeface="Calibri"/>
              </a:rPr>
              <a:t>logo and all other AT&amp;T </a:t>
            </a:r>
            <a:br>
              <a:rPr lang="en-US" sz="600" b="0" i="0" dirty="0">
                <a:solidFill>
                  <a:schemeClr val="bg1"/>
                </a:solidFill>
                <a:latin typeface="Calibri"/>
                <a:cs typeface="Calibri"/>
              </a:rPr>
            </a:br>
            <a:r>
              <a:rPr lang="en-US" sz="600" b="0" i="0" dirty="0">
                <a:solidFill>
                  <a:schemeClr val="bg1"/>
                </a:solidFill>
                <a:latin typeface="Calibri"/>
                <a:cs typeface="Calibri"/>
              </a:rPr>
              <a:t>marks contained herein are trademarks of AT&amp;T</a:t>
            </a:r>
            <a:r>
              <a:rPr lang="en-US" sz="600" b="0" i="0" baseline="0" dirty="0">
                <a:solidFill>
                  <a:schemeClr val="bg1"/>
                </a:solidFill>
                <a:latin typeface="Calibri"/>
                <a:cs typeface="Calibri"/>
              </a:rPr>
              <a:t> </a:t>
            </a:r>
            <a:r>
              <a:rPr lang="en-US" sz="600" b="0" i="0" dirty="0">
                <a:solidFill>
                  <a:schemeClr val="bg1"/>
                </a:solidFill>
                <a:latin typeface="Calibri"/>
                <a:cs typeface="Calibri"/>
              </a:rPr>
              <a:t>Intellectual Property and/or AT&amp;T affiliated </a:t>
            </a:r>
            <a:br>
              <a:rPr lang="en-US" sz="600" b="0" i="0" dirty="0">
                <a:solidFill>
                  <a:schemeClr val="bg1"/>
                </a:solidFill>
                <a:latin typeface="Calibri"/>
                <a:cs typeface="Calibri"/>
              </a:rPr>
            </a:br>
            <a:r>
              <a:rPr lang="en-US" sz="600" b="0" i="0" dirty="0">
                <a:solidFill>
                  <a:schemeClr val="bg1"/>
                </a:solidFill>
                <a:latin typeface="Calibri"/>
                <a:cs typeface="Calibri"/>
              </a:rPr>
              <a:t>companies. All other marks</a:t>
            </a:r>
            <a:r>
              <a:rPr lang="en-US" sz="600" b="0" i="0" baseline="0" dirty="0">
                <a:solidFill>
                  <a:schemeClr val="bg1"/>
                </a:solidFill>
                <a:latin typeface="Calibri"/>
                <a:cs typeface="Calibri"/>
              </a:rPr>
              <a:t> </a:t>
            </a:r>
            <a:r>
              <a:rPr lang="en-US" sz="600" b="0" i="0" dirty="0">
                <a:solidFill>
                  <a:schemeClr val="bg1"/>
                </a:solidFill>
                <a:latin typeface="Calibri"/>
                <a:cs typeface="Calibri"/>
              </a:rPr>
              <a:t>contained herein are the property of their respective owners.</a:t>
            </a:r>
          </a:p>
        </p:txBody>
      </p:sp>
      <p:pic>
        <p:nvPicPr>
          <p:cNvPr id="10" name="Picture 9" descr="Globe_Alone_rgb.jpg"/>
          <p:cNvPicPr>
            <a:picLocks noChangeAspect="1"/>
          </p:cNvPicPr>
          <p:nvPr userDrawn="1"/>
        </p:nvPicPr>
        <p:blipFill>
          <a:blip r:embed="rId3" cstate="screen"/>
          <a:stretch>
            <a:fillRect/>
          </a:stretch>
        </p:blipFill>
        <p:spPr>
          <a:xfrm>
            <a:off x="8521701" y="6279947"/>
            <a:ext cx="382763" cy="382763"/>
          </a:xfrm>
          <a:prstGeom prst="rect">
            <a:avLst/>
          </a:prstGeom>
          <a:noFill/>
          <a:ln>
            <a:noFill/>
          </a:ln>
        </p:spPr>
      </p:pic>
    </p:spTree>
    <p:extLst>
      <p:ext uri="{BB962C8B-B14F-4D97-AF65-F5344CB8AC3E}">
        <p14:creationId xmlns:p14="http://schemas.microsoft.com/office/powerpoint/2010/main" val="177670056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8B0E4E-DC6C-694B-A6DB-3493AB7C468E}"/>
              </a:ext>
            </a:extLst>
          </p:cNvPr>
          <p:cNvSpPr>
            <a:spLocks noGrp="1"/>
          </p:cNvSpPr>
          <p:nvPr>
            <p:ph type="sldNum" sz="quarter" idx="10"/>
          </p:nvPr>
        </p:nvSpPr>
        <p:spPr/>
        <p:txBody>
          <a:bodyPr/>
          <a:lstStyle/>
          <a:p>
            <a:fld id="{1DEFE11F-158B-594E-8BEE-CC26B87FEB38}" type="slidenum">
              <a:rPr lang="en-US" smtClean="0"/>
              <a:pPr/>
              <a:t>‹#›</a:t>
            </a:fld>
            <a:endParaRPr lang="en-US" dirty="0"/>
          </a:p>
        </p:txBody>
      </p:sp>
    </p:spTree>
    <p:extLst>
      <p:ext uri="{BB962C8B-B14F-4D97-AF65-F5344CB8AC3E}">
        <p14:creationId xmlns:p14="http://schemas.microsoft.com/office/powerpoint/2010/main" val="17194122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ext Box 10">
            <a:extLst>
              <a:ext uri="{FF2B5EF4-FFF2-40B4-BE49-F238E27FC236}">
                <a16:creationId xmlns:a16="http://schemas.microsoft.com/office/drawing/2014/main" id="{9500050A-5941-8F43-9CB0-3695097BF895}"/>
              </a:ext>
            </a:extLst>
          </p:cNvPr>
          <p:cNvSpPr txBox="1">
            <a:spLocks noChangeArrowheads="1"/>
          </p:cNvSpPr>
          <p:nvPr userDrawn="1"/>
        </p:nvSpPr>
        <p:spPr bwMode="auto">
          <a:xfrm>
            <a:off x="2352675" y="6451600"/>
            <a:ext cx="4022725" cy="244475"/>
          </a:xfrm>
          <a:prstGeom prst="rect">
            <a:avLst/>
          </a:prstGeom>
          <a:noFill/>
          <a:ln>
            <a:noFill/>
          </a:ln>
          <a:effectLst/>
          <a:extLst>
            <a:ext uri="{909E8E84-426E-40dd-AFC4-6F175D3DCCD1}"/>
            <a:ext uri="{91240B29-F687-4f45-9708-019B960494DF}"/>
            <a:ext uri="{AF507438-7753-43e0-B8FC-AC1667EBCBE1}"/>
          </a:extLst>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eaLnBrk="1" hangingPunct="1">
              <a:defRPr/>
            </a:pPr>
            <a:r>
              <a:rPr lang="en-US" altLang="en-US" sz="1000"/>
              <a:t>Copyright © 2012, Elsevier Inc. All rights reserved.</a:t>
            </a:r>
            <a:endParaRPr lang="en-US" altLang="en-US" sz="1000">
              <a:effectLst>
                <a:outerShdw blurRad="38100" dist="38100" dir="2700000" algn="tl">
                  <a:srgbClr val="000000"/>
                </a:outerShdw>
              </a:effectLst>
            </a:endParaRPr>
          </a:p>
        </p:txBody>
      </p:sp>
      <p:sp>
        <p:nvSpPr>
          <p:cNvPr id="3" name="Text Box 11">
            <a:extLst>
              <a:ext uri="{FF2B5EF4-FFF2-40B4-BE49-F238E27FC236}">
                <a16:creationId xmlns:a16="http://schemas.microsoft.com/office/drawing/2014/main" id="{99EE4990-CA20-AB4F-A28D-D5854AC3C519}"/>
              </a:ext>
            </a:extLst>
          </p:cNvPr>
          <p:cNvSpPr txBox="1">
            <a:spLocks noChangeArrowheads="1"/>
          </p:cNvSpPr>
          <p:nvPr userDrawn="1"/>
        </p:nvSpPr>
        <p:spPr bwMode="auto">
          <a:xfrm>
            <a:off x="8405813" y="6511925"/>
            <a:ext cx="738187" cy="244475"/>
          </a:xfrm>
          <a:prstGeom prst="rect">
            <a:avLst/>
          </a:prstGeom>
          <a:noFill/>
          <a:ln>
            <a:noFill/>
          </a:ln>
          <a:effectLst/>
          <a:extLst>
            <a:ext uri="{909E8E84-426E-40dd-AFC4-6F175D3DCCD1}"/>
            <a:ext uri="{91240B29-F687-4f45-9708-019B960494DF}"/>
            <a:ext uri="{AF507438-7753-43e0-B8FC-AC1667EBCBE1}"/>
          </a:extLst>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en-US" altLang="en-US" sz="1000">
                <a:effectLst>
                  <a:outerShdw blurRad="38100" dist="38100" dir="2700000" algn="tl">
                    <a:srgbClr val="000000"/>
                  </a:outerShdw>
                </a:effectLst>
              </a:rPr>
              <a:t>1 - </a:t>
            </a:r>
            <a:fld id="{581D8544-982F-2041-BA3C-5C5E2D59B28A}" type="slidenum">
              <a:rPr lang="en-US" altLang="en-US" sz="1000" smtClean="0">
                <a:effectLst>
                  <a:outerShdw blurRad="38100" dist="38100" dir="2700000" algn="tl">
                    <a:srgbClr val="000000"/>
                  </a:outerShdw>
                </a:effectLst>
              </a:rPr>
              <a:pPr eaLnBrk="1" hangingPunct="1">
                <a:spcBef>
                  <a:spcPct val="50000"/>
                </a:spcBef>
                <a:defRPr/>
              </a:pPr>
              <a:t>‹#›</a:t>
            </a:fld>
            <a:endParaRPr lang="en-US" altLang="en-US" sz="1000">
              <a:effectLst>
                <a:outerShdw blurRad="38100" dist="38100" dir="2700000" algn="tl">
                  <a:srgbClr val="000000"/>
                </a:outerShdw>
              </a:effectLst>
            </a:endParaRPr>
          </a:p>
        </p:txBody>
      </p:sp>
    </p:spTree>
    <p:extLst>
      <p:ext uri="{BB962C8B-B14F-4D97-AF65-F5344CB8AC3E}">
        <p14:creationId xmlns:p14="http://schemas.microsoft.com/office/powerpoint/2010/main" val="2371549955"/>
      </p:ext>
    </p:extLst>
  </p:cSld>
  <p:clrMapOvr>
    <a:masterClrMapping/>
  </p:clrMapOvr>
  <p:transition>
    <p:zo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13297054"/>
      </p:ext>
    </p:extLst>
  </p:cSld>
  <p:clrMapOvr>
    <a:masterClrMapping/>
  </p:clrMapOvr>
  <p:transition>
    <p:strips dir="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396975670"/>
      </p:ext>
    </p:extLst>
  </p:cSld>
  <p:clrMapOvr>
    <a:masterClrMapping/>
  </p:clrMapOvr>
  <p:transition>
    <p:strips dir="rd"/>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1000" y="1068388"/>
            <a:ext cx="4117975" cy="1905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1375" y="1068388"/>
            <a:ext cx="4117975" cy="1905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93803656"/>
      </p:ext>
    </p:extLst>
  </p:cSld>
  <p:clrMapOvr>
    <a:masterClrMapping/>
  </p:clrMapOvr>
  <p:transition>
    <p:strips dir="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76257677"/>
      </p:ext>
    </p:extLst>
  </p:cSld>
  <p:clrMapOvr>
    <a:masterClrMapping/>
  </p:clrMapOvr>
  <p:transition>
    <p:strips dir="rd"/>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81474780"/>
      </p:ext>
    </p:extLst>
  </p:cSld>
  <p:clrMapOvr>
    <a:masterClrMapping/>
  </p:clrMapOvr>
  <p:transition>
    <p:strips dir="rd"/>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0779225"/>
      </p:ext>
    </p:extLst>
  </p:cSld>
  <p:clrMapOvr>
    <a:masterClrMapping/>
  </p:clrMapOvr>
  <p:transition>
    <p:strips dir="rd"/>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474721515"/>
      </p:ext>
    </p:extLst>
  </p:cSld>
  <p:clrMapOvr>
    <a:masterClrMapping/>
  </p:clrMapOvr>
  <p:transition>
    <p:strips dir="rd"/>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486327160"/>
      </p:ext>
    </p:extLst>
  </p:cSld>
  <p:clrMapOvr>
    <a:masterClrMapping/>
  </p:clrMapOvr>
  <p:transition>
    <p:strips dir="rd"/>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03651416"/>
      </p:ext>
    </p:extLst>
  </p:cSld>
  <p:clrMapOvr>
    <a:masterClrMapping/>
  </p:clrMapOvr>
  <p:transition>
    <p:strips dir="rd"/>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77025" y="200025"/>
            <a:ext cx="2097088" cy="27733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200025"/>
            <a:ext cx="6143625" cy="27733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47304135"/>
      </p:ext>
    </p:extLst>
  </p:cSld>
  <p:clrMapOvr>
    <a:masterClrMapping/>
  </p:clrMapOvr>
  <p:transition>
    <p:strips dir="rd"/>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381000" y="200025"/>
            <a:ext cx="8393113" cy="2773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38517086"/>
      </p:ext>
    </p:extLst>
  </p:cSld>
  <p:clrMapOvr>
    <a:masterClrMapping/>
  </p:clrMapOvr>
  <p:transition>
    <p:strips dir="rd"/>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8"/>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187" indent="0" algn="ctr">
              <a:buNone/>
              <a:defRPr/>
            </a:lvl2pPr>
            <a:lvl3pPr marL="914373" indent="0" algn="ctr">
              <a:buNone/>
              <a:defRPr/>
            </a:lvl3pPr>
            <a:lvl4pPr marL="1371560" indent="0" algn="ctr">
              <a:buNone/>
              <a:defRPr/>
            </a:lvl4pPr>
            <a:lvl5pPr marL="1828746" indent="0" algn="ctr">
              <a:buNone/>
              <a:defRPr/>
            </a:lvl5pPr>
            <a:lvl6pPr marL="2285933" indent="0" algn="ctr">
              <a:buNone/>
              <a:defRPr/>
            </a:lvl6pPr>
            <a:lvl7pPr marL="2743119" indent="0" algn="ctr">
              <a:buNone/>
              <a:defRPr/>
            </a:lvl7pPr>
            <a:lvl8pPr marL="3200304" indent="0" algn="ctr">
              <a:buNone/>
              <a:defRPr/>
            </a:lvl8pPr>
            <a:lvl9pPr marL="3657489"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fld id="{7E6E5836-59E0-4171-A839-FDF83D36B5CF}" type="datetime1">
              <a:rPr lang="en-US" altLang="en-US">
                <a:solidFill>
                  <a:srgbClr val="000000"/>
                </a:solidFill>
              </a:rPr>
              <a:pPr/>
              <a:t>1/5/25</a:t>
            </a:fld>
            <a:endParaRPr lang="en-US" alt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en-US">
                <a:solidFill>
                  <a:srgbClr val="000000"/>
                </a:solidFill>
              </a:rPr>
              <a:t>Introduction</a:t>
            </a:r>
          </a:p>
        </p:txBody>
      </p:sp>
      <p:sp>
        <p:nvSpPr>
          <p:cNvPr id="6" name="Rectangle 6"/>
          <p:cNvSpPr>
            <a:spLocks noGrp="1" noChangeArrowheads="1"/>
          </p:cNvSpPr>
          <p:nvPr>
            <p:ph type="sldNum" sz="quarter" idx="12"/>
          </p:nvPr>
        </p:nvSpPr>
        <p:spPr>
          <a:ln/>
        </p:spPr>
        <p:txBody>
          <a:bodyPr/>
          <a:lstStyle>
            <a:lvl1pPr>
              <a:defRPr/>
            </a:lvl1pPr>
          </a:lstStyle>
          <a:p>
            <a:r>
              <a:rPr lang="en-US" altLang="en-US">
                <a:solidFill>
                  <a:srgbClr val="000000"/>
                </a:solidFill>
              </a:rPr>
              <a:t>2-</a:t>
            </a:r>
            <a:fld id="{073C53EB-CE5A-4687-B480-2EC7B33C28B3}"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9587287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FE26DC40-5BAE-4790-8293-5A9F4E9DFFE2}" type="datetime1">
              <a:rPr lang="en-US" altLang="en-US">
                <a:solidFill>
                  <a:srgbClr val="000000"/>
                </a:solidFill>
              </a:rPr>
              <a:pPr/>
              <a:t>1/5/25</a:t>
            </a:fld>
            <a:endParaRPr lang="en-US" alt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en-US">
                <a:solidFill>
                  <a:srgbClr val="000000"/>
                </a:solidFill>
              </a:rPr>
              <a:t>Introduction</a:t>
            </a:r>
          </a:p>
        </p:txBody>
      </p:sp>
      <p:sp>
        <p:nvSpPr>
          <p:cNvPr id="6" name="Rectangle 6"/>
          <p:cNvSpPr>
            <a:spLocks noGrp="1" noChangeArrowheads="1"/>
          </p:cNvSpPr>
          <p:nvPr>
            <p:ph type="sldNum" sz="quarter" idx="12"/>
          </p:nvPr>
        </p:nvSpPr>
        <p:spPr>
          <a:ln/>
        </p:spPr>
        <p:txBody>
          <a:bodyPr/>
          <a:lstStyle>
            <a:lvl1pPr>
              <a:defRPr/>
            </a:lvl1pPr>
          </a:lstStyle>
          <a:p>
            <a:r>
              <a:rPr lang="en-US" altLang="en-US">
                <a:solidFill>
                  <a:srgbClr val="000000"/>
                </a:solidFill>
              </a:rPr>
              <a:t>2-</a:t>
            </a:r>
            <a:fld id="{7B57F852-2704-4E86-A2AE-59F9E3637F46}"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4486613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3"/>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5"/>
            <a:ext cx="7772400" cy="1500187"/>
          </a:xfrm>
        </p:spPr>
        <p:txBody>
          <a:bodyPr anchor="b"/>
          <a:lstStyle>
            <a:lvl1pPr marL="0" indent="0">
              <a:buNone/>
              <a:defRPr sz="2000"/>
            </a:lvl1pPr>
            <a:lvl2pPr marL="457187" indent="0">
              <a:buNone/>
              <a:defRPr sz="1800"/>
            </a:lvl2pPr>
            <a:lvl3pPr marL="914373" indent="0">
              <a:buNone/>
              <a:defRPr sz="1600"/>
            </a:lvl3pPr>
            <a:lvl4pPr marL="1371560" indent="0">
              <a:buNone/>
              <a:defRPr sz="1400"/>
            </a:lvl4pPr>
            <a:lvl5pPr marL="1828746" indent="0">
              <a:buNone/>
              <a:defRPr sz="1400"/>
            </a:lvl5pPr>
            <a:lvl6pPr marL="2285933" indent="0">
              <a:buNone/>
              <a:defRPr sz="1400"/>
            </a:lvl6pPr>
            <a:lvl7pPr marL="2743119" indent="0">
              <a:buNone/>
              <a:defRPr sz="1400"/>
            </a:lvl7pPr>
            <a:lvl8pPr marL="3200304" indent="0">
              <a:buNone/>
              <a:defRPr sz="1400"/>
            </a:lvl8pPr>
            <a:lvl9pPr marL="3657489"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fld id="{EFA40466-3CCF-418B-9836-A274CF194698}" type="datetime1">
              <a:rPr lang="en-US" altLang="en-US">
                <a:solidFill>
                  <a:srgbClr val="000000"/>
                </a:solidFill>
              </a:rPr>
              <a:pPr/>
              <a:t>1/5/25</a:t>
            </a:fld>
            <a:endParaRPr lang="en-US" alt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en-US">
                <a:solidFill>
                  <a:srgbClr val="000000"/>
                </a:solidFill>
              </a:rPr>
              <a:t>Introduction</a:t>
            </a:r>
          </a:p>
        </p:txBody>
      </p:sp>
      <p:sp>
        <p:nvSpPr>
          <p:cNvPr id="6" name="Rectangle 6"/>
          <p:cNvSpPr>
            <a:spLocks noGrp="1" noChangeArrowheads="1"/>
          </p:cNvSpPr>
          <p:nvPr>
            <p:ph type="sldNum" sz="quarter" idx="12"/>
          </p:nvPr>
        </p:nvSpPr>
        <p:spPr>
          <a:ln/>
        </p:spPr>
        <p:txBody>
          <a:bodyPr/>
          <a:lstStyle>
            <a:lvl1pPr>
              <a:defRPr/>
            </a:lvl1pPr>
          </a:lstStyle>
          <a:p>
            <a:r>
              <a:rPr lang="en-US" altLang="en-US">
                <a:solidFill>
                  <a:srgbClr val="000000"/>
                </a:solidFill>
              </a:rPr>
              <a:t>2-</a:t>
            </a:r>
            <a:fld id="{8CB22825-8CF5-46B7-B8A8-7656483C804E}"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339211803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33402" y="1611316"/>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95803" y="1611316"/>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47215619-F6E2-475D-8660-D647ECD63277}" type="datetime1">
              <a:rPr lang="en-US" altLang="en-US">
                <a:solidFill>
                  <a:srgbClr val="000000"/>
                </a:solidFill>
              </a:rPr>
              <a:pPr/>
              <a:t>1/5/25</a:t>
            </a:fld>
            <a:endParaRPr lang="en-US" alt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r>
              <a:rPr lang="en-US">
                <a:solidFill>
                  <a:srgbClr val="000000"/>
                </a:solidFill>
              </a:rPr>
              <a:t>Introduction</a:t>
            </a:r>
          </a:p>
        </p:txBody>
      </p:sp>
      <p:sp>
        <p:nvSpPr>
          <p:cNvPr id="7" name="Rectangle 6"/>
          <p:cNvSpPr>
            <a:spLocks noGrp="1" noChangeArrowheads="1"/>
          </p:cNvSpPr>
          <p:nvPr>
            <p:ph type="sldNum" sz="quarter" idx="12"/>
          </p:nvPr>
        </p:nvSpPr>
        <p:spPr>
          <a:ln/>
        </p:spPr>
        <p:txBody>
          <a:bodyPr/>
          <a:lstStyle>
            <a:lvl1pPr>
              <a:defRPr/>
            </a:lvl1pPr>
          </a:lstStyle>
          <a:p>
            <a:r>
              <a:rPr lang="en-US" altLang="en-US">
                <a:solidFill>
                  <a:srgbClr val="000000"/>
                </a:solidFill>
              </a:rPr>
              <a:t>2-</a:t>
            </a:r>
            <a:fld id="{B4B91E3B-60E9-484B-BA78-6C1786A8FD11}"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29511165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187" indent="0">
              <a:buNone/>
              <a:defRPr sz="2000" b="1"/>
            </a:lvl2pPr>
            <a:lvl3pPr marL="914373" indent="0">
              <a:buNone/>
              <a:defRPr sz="1800" b="1"/>
            </a:lvl3pPr>
            <a:lvl4pPr marL="1371560" indent="0">
              <a:buNone/>
              <a:defRPr sz="1600" b="1"/>
            </a:lvl4pPr>
            <a:lvl5pPr marL="1828746" indent="0">
              <a:buNone/>
              <a:defRPr sz="1600" b="1"/>
            </a:lvl5pPr>
            <a:lvl6pPr marL="2285933" indent="0">
              <a:buNone/>
              <a:defRPr sz="1600" b="1"/>
            </a:lvl6pPr>
            <a:lvl7pPr marL="2743119" indent="0">
              <a:buNone/>
              <a:defRPr sz="1600" b="1"/>
            </a:lvl7pPr>
            <a:lvl8pPr marL="3200304" indent="0">
              <a:buNone/>
              <a:defRPr sz="1600" b="1"/>
            </a:lvl8pPr>
            <a:lvl9pPr marL="3657489"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535113"/>
            <a:ext cx="4041775" cy="639762"/>
          </a:xfrm>
        </p:spPr>
        <p:txBody>
          <a:bodyPr anchor="b"/>
          <a:lstStyle>
            <a:lvl1pPr marL="0" indent="0">
              <a:buNone/>
              <a:defRPr sz="2400" b="1"/>
            </a:lvl1pPr>
            <a:lvl2pPr marL="457187" indent="0">
              <a:buNone/>
              <a:defRPr sz="2000" b="1"/>
            </a:lvl2pPr>
            <a:lvl3pPr marL="914373" indent="0">
              <a:buNone/>
              <a:defRPr sz="1800" b="1"/>
            </a:lvl3pPr>
            <a:lvl4pPr marL="1371560" indent="0">
              <a:buNone/>
              <a:defRPr sz="1600" b="1"/>
            </a:lvl4pPr>
            <a:lvl5pPr marL="1828746" indent="0">
              <a:buNone/>
              <a:defRPr sz="1600" b="1"/>
            </a:lvl5pPr>
            <a:lvl6pPr marL="2285933" indent="0">
              <a:buNone/>
              <a:defRPr sz="1600" b="1"/>
            </a:lvl6pPr>
            <a:lvl7pPr marL="2743119" indent="0">
              <a:buNone/>
              <a:defRPr sz="1600" b="1"/>
            </a:lvl7pPr>
            <a:lvl8pPr marL="3200304" indent="0">
              <a:buNone/>
              <a:defRPr sz="1600" b="1"/>
            </a:lvl8pPr>
            <a:lvl9pPr marL="365748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8"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fld id="{989BCABE-8A97-4B8C-BB5D-162D4005935C}" type="datetime1">
              <a:rPr lang="en-US" altLang="en-US">
                <a:solidFill>
                  <a:srgbClr val="000000"/>
                </a:solidFill>
              </a:rPr>
              <a:pPr/>
              <a:t>1/5/25</a:t>
            </a:fld>
            <a:endParaRPr lang="en-US" alt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r>
              <a:rPr lang="en-US">
                <a:solidFill>
                  <a:srgbClr val="000000"/>
                </a:solidFill>
              </a:rPr>
              <a:t>Introduction</a:t>
            </a:r>
          </a:p>
        </p:txBody>
      </p:sp>
      <p:sp>
        <p:nvSpPr>
          <p:cNvPr id="9" name="Rectangle 6"/>
          <p:cNvSpPr>
            <a:spLocks noGrp="1" noChangeArrowheads="1"/>
          </p:cNvSpPr>
          <p:nvPr>
            <p:ph type="sldNum" sz="quarter" idx="12"/>
          </p:nvPr>
        </p:nvSpPr>
        <p:spPr>
          <a:ln/>
        </p:spPr>
        <p:txBody>
          <a:bodyPr/>
          <a:lstStyle>
            <a:lvl1pPr>
              <a:defRPr/>
            </a:lvl1pPr>
          </a:lstStyle>
          <a:p>
            <a:r>
              <a:rPr lang="en-US" altLang="en-US">
                <a:solidFill>
                  <a:srgbClr val="000000"/>
                </a:solidFill>
              </a:rPr>
              <a:t>2-</a:t>
            </a:r>
            <a:fld id="{94E882EF-EE3A-4F5D-BE78-AACA70FC0D1C}"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77949915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fld id="{31421911-776B-419D-8814-943EDC3821D8}" type="datetime1">
              <a:rPr lang="en-US" altLang="en-US">
                <a:solidFill>
                  <a:srgbClr val="000000"/>
                </a:solidFill>
              </a:rPr>
              <a:pPr/>
              <a:t>1/5/25</a:t>
            </a:fld>
            <a:endParaRPr lang="en-US" alt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r>
              <a:rPr lang="en-US">
                <a:solidFill>
                  <a:srgbClr val="000000"/>
                </a:solidFill>
              </a:rPr>
              <a:t>Introduction</a:t>
            </a:r>
          </a:p>
        </p:txBody>
      </p:sp>
      <p:sp>
        <p:nvSpPr>
          <p:cNvPr id="5" name="Rectangle 6"/>
          <p:cNvSpPr>
            <a:spLocks noGrp="1" noChangeArrowheads="1"/>
          </p:cNvSpPr>
          <p:nvPr>
            <p:ph type="sldNum" sz="quarter" idx="12"/>
          </p:nvPr>
        </p:nvSpPr>
        <p:spPr>
          <a:ln/>
        </p:spPr>
        <p:txBody>
          <a:bodyPr/>
          <a:lstStyle>
            <a:lvl1pPr>
              <a:defRPr/>
            </a:lvl1pPr>
          </a:lstStyle>
          <a:p>
            <a:r>
              <a:rPr lang="en-US" altLang="en-US">
                <a:solidFill>
                  <a:srgbClr val="000000"/>
                </a:solidFill>
              </a:rPr>
              <a:t>2-</a:t>
            </a:r>
            <a:fld id="{10CD6BF4-D29D-41B3-B8FB-C5677FFAC723}"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51497516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DB9B61F8-7E64-4059-8E0F-5CB94B7DF7DC}" type="datetime1">
              <a:rPr lang="en-US" altLang="en-US">
                <a:solidFill>
                  <a:srgbClr val="000000"/>
                </a:solidFill>
              </a:rPr>
              <a:pPr/>
              <a:t>1/5/25</a:t>
            </a:fld>
            <a:endParaRPr lang="en-US" altLang="en-US">
              <a:solidFill>
                <a:srgbClr val="000000"/>
              </a:solidFill>
            </a:endParaRPr>
          </a:p>
        </p:txBody>
      </p:sp>
      <p:sp>
        <p:nvSpPr>
          <p:cNvPr id="3" name="Footer Placeholder 2"/>
          <p:cNvSpPr>
            <a:spLocks noGrp="1"/>
          </p:cNvSpPr>
          <p:nvPr>
            <p:ph type="ftr" sz="quarter" idx="11"/>
          </p:nvPr>
        </p:nvSpPr>
        <p:spPr/>
        <p:txBody>
          <a:bodyPr/>
          <a:lstStyle>
            <a:lvl1pPr>
              <a:defRPr/>
            </a:lvl1pPr>
          </a:lstStyle>
          <a:p>
            <a:pPr>
              <a:defRPr/>
            </a:pPr>
            <a:r>
              <a:rPr lang="en-US">
                <a:solidFill>
                  <a:srgbClr val="000000"/>
                </a:solidFill>
              </a:rPr>
              <a:t>Introduction</a:t>
            </a:r>
          </a:p>
        </p:txBody>
      </p:sp>
      <p:sp>
        <p:nvSpPr>
          <p:cNvPr id="4" name="Slide Number Placeholder 3"/>
          <p:cNvSpPr>
            <a:spLocks noGrp="1"/>
          </p:cNvSpPr>
          <p:nvPr>
            <p:ph type="sldNum" sz="quarter" idx="12"/>
          </p:nvPr>
        </p:nvSpPr>
        <p:spPr/>
        <p:txBody>
          <a:bodyPr/>
          <a:lstStyle>
            <a:lvl1pPr>
              <a:defRPr/>
            </a:lvl1pPr>
          </a:lstStyle>
          <a:p>
            <a:r>
              <a:rPr lang="en-US" altLang="en-US">
                <a:solidFill>
                  <a:srgbClr val="000000"/>
                </a:solidFill>
              </a:rPr>
              <a:t>1-</a:t>
            </a:r>
            <a:fld id="{14363131-8D3F-441C-AF54-0C6A0F614F81}"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402766235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73053"/>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3"/>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435100"/>
            <a:ext cx="3008313" cy="4691063"/>
          </a:xfrm>
        </p:spPr>
        <p:txBody>
          <a:bodyPr/>
          <a:lstStyle>
            <a:lvl1pPr marL="0" indent="0">
              <a:buNone/>
              <a:defRPr sz="1400"/>
            </a:lvl1pPr>
            <a:lvl2pPr marL="457187" indent="0">
              <a:buNone/>
              <a:defRPr sz="1200"/>
            </a:lvl2pPr>
            <a:lvl3pPr marL="914373" indent="0">
              <a:buNone/>
              <a:defRPr sz="1000"/>
            </a:lvl3pPr>
            <a:lvl4pPr marL="1371560" indent="0">
              <a:buNone/>
              <a:defRPr sz="900"/>
            </a:lvl4pPr>
            <a:lvl5pPr marL="1828746" indent="0">
              <a:buNone/>
              <a:defRPr sz="900"/>
            </a:lvl5pPr>
            <a:lvl6pPr marL="2285933" indent="0">
              <a:buNone/>
              <a:defRPr sz="900"/>
            </a:lvl6pPr>
            <a:lvl7pPr marL="2743119" indent="0">
              <a:buNone/>
              <a:defRPr sz="900"/>
            </a:lvl7pPr>
            <a:lvl8pPr marL="3200304" indent="0">
              <a:buNone/>
              <a:defRPr sz="900"/>
            </a:lvl8pPr>
            <a:lvl9pPr marL="365748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D86CB8F9-4204-4A3E-9A6F-F61482B2D8A6}" type="datetime1">
              <a:rPr lang="en-US" altLang="en-US">
                <a:solidFill>
                  <a:srgbClr val="000000"/>
                </a:solidFill>
              </a:rPr>
              <a:pPr/>
              <a:t>1/5/25</a:t>
            </a:fld>
            <a:endParaRPr lang="en-US"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pPr>
              <a:defRPr/>
            </a:pPr>
            <a:r>
              <a:rPr lang="en-US">
                <a:solidFill>
                  <a:srgbClr val="000000"/>
                </a:solidFill>
              </a:rPr>
              <a:t>Introduction</a:t>
            </a:r>
          </a:p>
        </p:txBody>
      </p:sp>
      <p:sp>
        <p:nvSpPr>
          <p:cNvPr id="7" name="Slide Number Placeholder 6"/>
          <p:cNvSpPr>
            <a:spLocks noGrp="1"/>
          </p:cNvSpPr>
          <p:nvPr>
            <p:ph type="sldNum" sz="quarter" idx="12"/>
          </p:nvPr>
        </p:nvSpPr>
        <p:spPr/>
        <p:txBody>
          <a:bodyPr/>
          <a:lstStyle>
            <a:lvl1pPr>
              <a:defRPr/>
            </a:lvl1pPr>
          </a:lstStyle>
          <a:p>
            <a:r>
              <a:rPr lang="en-US" altLang="en-US">
                <a:solidFill>
                  <a:srgbClr val="000000"/>
                </a:solidFill>
              </a:rPr>
              <a:t>1-</a:t>
            </a:r>
            <a:fld id="{92D9BC90-3623-4F14-B220-ACE13663C83C}"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93405827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87" indent="0">
              <a:buNone/>
              <a:defRPr sz="2800"/>
            </a:lvl2pPr>
            <a:lvl3pPr marL="914373" indent="0">
              <a:buNone/>
              <a:defRPr sz="2400"/>
            </a:lvl3pPr>
            <a:lvl4pPr marL="1371560" indent="0">
              <a:buNone/>
              <a:defRPr sz="2000"/>
            </a:lvl4pPr>
            <a:lvl5pPr marL="1828746" indent="0">
              <a:buNone/>
              <a:defRPr sz="2000"/>
            </a:lvl5pPr>
            <a:lvl6pPr marL="2285933" indent="0">
              <a:buNone/>
              <a:defRPr sz="2000"/>
            </a:lvl6pPr>
            <a:lvl7pPr marL="2743119" indent="0">
              <a:buNone/>
              <a:defRPr sz="2000"/>
            </a:lvl7pPr>
            <a:lvl8pPr marL="3200304" indent="0">
              <a:buNone/>
              <a:defRPr sz="2000"/>
            </a:lvl8pPr>
            <a:lvl9pPr marL="3657489"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187" indent="0">
              <a:buNone/>
              <a:defRPr sz="1200"/>
            </a:lvl2pPr>
            <a:lvl3pPr marL="914373" indent="0">
              <a:buNone/>
              <a:defRPr sz="1000"/>
            </a:lvl3pPr>
            <a:lvl4pPr marL="1371560" indent="0">
              <a:buNone/>
              <a:defRPr sz="900"/>
            </a:lvl4pPr>
            <a:lvl5pPr marL="1828746" indent="0">
              <a:buNone/>
              <a:defRPr sz="900"/>
            </a:lvl5pPr>
            <a:lvl6pPr marL="2285933" indent="0">
              <a:buNone/>
              <a:defRPr sz="900"/>
            </a:lvl6pPr>
            <a:lvl7pPr marL="2743119" indent="0">
              <a:buNone/>
              <a:defRPr sz="900"/>
            </a:lvl7pPr>
            <a:lvl8pPr marL="3200304" indent="0">
              <a:buNone/>
              <a:defRPr sz="900"/>
            </a:lvl8pPr>
            <a:lvl9pPr marL="3657489"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FD32E380-5DAA-41F7-ADDC-9396FD25F398}" type="datetime1">
              <a:rPr lang="en-US" altLang="en-US">
                <a:solidFill>
                  <a:srgbClr val="000000"/>
                </a:solidFill>
              </a:rPr>
              <a:pPr/>
              <a:t>1/5/25</a:t>
            </a:fld>
            <a:endParaRPr lang="en-US" alt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r>
              <a:rPr lang="en-US">
                <a:solidFill>
                  <a:srgbClr val="000000"/>
                </a:solidFill>
              </a:rPr>
              <a:t>Introduction</a:t>
            </a:r>
          </a:p>
        </p:txBody>
      </p:sp>
      <p:sp>
        <p:nvSpPr>
          <p:cNvPr id="7" name="Rectangle 6"/>
          <p:cNvSpPr>
            <a:spLocks noGrp="1" noChangeArrowheads="1"/>
          </p:cNvSpPr>
          <p:nvPr>
            <p:ph type="sldNum" sz="quarter" idx="12"/>
          </p:nvPr>
        </p:nvSpPr>
        <p:spPr>
          <a:ln/>
        </p:spPr>
        <p:txBody>
          <a:bodyPr/>
          <a:lstStyle>
            <a:lvl1pPr>
              <a:defRPr/>
            </a:lvl1pPr>
          </a:lstStyle>
          <a:p>
            <a:r>
              <a:rPr lang="en-US" altLang="en-US">
                <a:solidFill>
                  <a:srgbClr val="000000"/>
                </a:solidFill>
              </a:rPr>
              <a:t>2-</a:t>
            </a:r>
            <a:fld id="{E2D2F090-07E5-4060-BD76-BF2CC642FA02}"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35621468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A02ACD37-2538-4D76-8293-FEBE9003A5A9}" type="datetime1">
              <a:rPr lang="en-US" altLang="en-US">
                <a:solidFill>
                  <a:srgbClr val="000000"/>
                </a:solidFill>
              </a:rPr>
              <a:pPr/>
              <a:t>1/5/25</a:t>
            </a:fld>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Introduction</a:t>
            </a:r>
          </a:p>
        </p:txBody>
      </p:sp>
      <p:sp>
        <p:nvSpPr>
          <p:cNvPr id="6" name="Slide Number Placeholder 5"/>
          <p:cNvSpPr>
            <a:spLocks noGrp="1"/>
          </p:cNvSpPr>
          <p:nvPr>
            <p:ph type="sldNum" sz="quarter" idx="12"/>
          </p:nvPr>
        </p:nvSpPr>
        <p:spPr/>
        <p:txBody>
          <a:bodyPr/>
          <a:lstStyle>
            <a:lvl1pPr>
              <a:defRPr/>
            </a:lvl1pPr>
          </a:lstStyle>
          <a:p>
            <a:r>
              <a:rPr lang="en-US" altLang="en-US">
                <a:solidFill>
                  <a:srgbClr val="000000"/>
                </a:solidFill>
              </a:rPr>
              <a:t>1-</a:t>
            </a:r>
            <a:fld id="{6115EDD7-2835-402C-A56F-99BAF74A5524}"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9229434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62700" y="228603"/>
            <a:ext cx="1943100" cy="60309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3403" y="228603"/>
            <a:ext cx="5676900" cy="60309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F8F1A2C0-B6B8-48B5-872E-E7A3CEC2B3A2}" type="datetime1">
              <a:rPr lang="en-US" altLang="en-US">
                <a:solidFill>
                  <a:srgbClr val="000000"/>
                </a:solidFill>
              </a:rPr>
              <a:pPr/>
              <a:t>1/5/25</a:t>
            </a:fld>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Introduction</a:t>
            </a:r>
          </a:p>
        </p:txBody>
      </p:sp>
      <p:sp>
        <p:nvSpPr>
          <p:cNvPr id="6" name="Slide Number Placeholder 5"/>
          <p:cNvSpPr>
            <a:spLocks noGrp="1"/>
          </p:cNvSpPr>
          <p:nvPr>
            <p:ph type="sldNum" sz="quarter" idx="12"/>
          </p:nvPr>
        </p:nvSpPr>
        <p:spPr/>
        <p:txBody>
          <a:bodyPr/>
          <a:lstStyle>
            <a:lvl1pPr>
              <a:defRPr/>
            </a:lvl1pPr>
          </a:lstStyle>
          <a:p>
            <a:r>
              <a:rPr lang="en-US" altLang="en-US">
                <a:solidFill>
                  <a:srgbClr val="000000"/>
                </a:solidFill>
              </a:rPr>
              <a:t>1-</a:t>
            </a:r>
            <a:fld id="{2526A1F3-A62D-4416-AD29-0286EBEE9397}"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0373064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Content Placeholder 2"/>
          <p:cNvSpPr>
            <a:spLocks noGrp="1"/>
          </p:cNvSpPr>
          <p:nvPr>
            <p:ph sz="half" idx="1"/>
          </p:nvPr>
        </p:nvSpPr>
        <p:spPr>
          <a:xfrm>
            <a:off x="533402" y="1611316"/>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495803" y="1611316"/>
            <a:ext cx="38100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495803" y="4011616"/>
            <a:ext cx="38100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p:txBody>
          <a:bodyPr/>
          <a:lstStyle>
            <a:lvl1pPr>
              <a:defRPr/>
            </a:lvl1pPr>
          </a:lstStyle>
          <a:p>
            <a:fld id="{93DEC4EE-1610-4D4F-A651-720D97FFC8FC}" type="datetime1">
              <a:rPr lang="en-US" altLang="en-US">
                <a:solidFill>
                  <a:srgbClr val="000000"/>
                </a:solidFill>
              </a:rPr>
              <a:pPr/>
              <a:t>1/5/25</a:t>
            </a:fld>
            <a:endParaRPr lang="en-US" altLang="en-US">
              <a:solidFill>
                <a:srgbClr val="000000"/>
              </a:solidFill>
            </a:endParaRPr>
          </a:p>
        </p:txBody>
      </p:sp>
      <p:sp>
        <p:nvSpPr>
          <p:cNvPr id="7" name="Footer Placeholder 6"/>
          <p:cNvSpPr>
            <a:spLocks noGrp="1"/>
          </p:cNvSpPr>
          <p:nvPr>
            <p:ph type="ftr" sz="quarter" idx="11"/>
          </p:nvPr>
        </p:nvSpPr>
        <p:spPr/>
        <p:txBody>
          <a:bodyPr/>
          <a:lstStyle>
            <a:lvl1pPr>
              <a:defRPr/>
            </a:lvl1pPr>
          </a:lstStyle>
          <a:p>
            <a:pPr>
              <a:defRPr/>
            </a:pPr>
            <a:r>
              <a:rPr lang="en-US">
                <a:solidFill>
                  <a:srgbClr val="000000"/>
                </a:solidFill>
              </a:rPr>
              <a:t>Introduction</a:t>
            </a:r>
          </a:p>
        </p:txBody>
      </p:sp>
      <p:sp>
        <p:nvSpPr>
          <p:cNvPr id="8" name="Slide Number Placeholder 7"/>
          <p:cNvSpPr>
            <a:spLocks noGrp="1"/>
          </p:cNvSpPr>
          <p:nvPr>
            <p:ph type="sldNum" sz="quarter" idx="12"/>
          </p:nvPr>
        </p:nvSpPr>
        <p:spPr/>
        <p:txBody>
          <a:bodyPr/>
          <a:lstStyle>
            <a:lvl1pPr>
              <a:defRPr/>
            </a:lvl1pPr>
          </a:lstStyle>
          <a:p>
            <a:r>
              <a:rPr lang="en-US" altLang="en-US">
                <a:solidFill>
                  <a:srgbClr val="000000"/>
                </a:solidFill>
              </a:rPr>
              <a:t>1</a:t>
            </a:r>
            <a:fld id="{7E205F02-5D9D-48E5-A3E2-6328A8154563}"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20545974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533402" y="1600201"/>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95803" y="1600201"/>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8891EDBE-6097-43A8-983B-C33686176061}" type="datetime1">
              <a:rPr lang="en-US" altLang="en-US"/>
              <a:pPr/>
              <a:t>1/5/25</a:t>
            </a:fld>
            <a:endParaRPr lang="en-US" altLang="en-US"/>
          </a:p>
        </p:txBody>
      </p:sp>
      <p:sp>
        <p:nvSpPr>
          <p:cNvPr id="6" name="Rectangle 7"/>
          <p:cNvSpPr>
            <a:spLocks noGrp="1" noChangeArrowheads="1"/>
          </p:cNvSpPr>
          <p:nvPr>
            <p:ph type="ftr" sz="quarter" idx="11"/>
          </p:nvPr>
        </p:nvSpPr>
        <p:spPr>
          <a:ln/>
        </p:spPr>
        <p:txBody>
          <a:bodyPr/>
          <a:lstStyle>
            <a:lvl1pPr>
              <a:defRPr/>
            </a:lvl1pPr>
          </a:lstStyle>
          <a:p>
            <a:pPr>
              <a:defRPr/>
            </a:pPr>
            <a:r>
              <a:rPr lang="en-US"/>
              <a:t>Application Layer</a:t>
            </a:r>
          </a:p>
        </p:txBody>
      </p:sp>
      <p:sp>
        <p:nvSpPr>
          <p:cNvPr id="7" name="Rectangle 8"/>
          <p:cNvSpPr>
            <a:spLocks noGrp="1" noChangeArrowheads="1"/>
          </p:cNvSpPr>
          <p:nvPr>
            <p:ph type="sldNum" sz="quarter" idx="12"/>
          </p:nvPr>
        </p:nvSpPr>
        <p:spPr>
          <a:ln/>
        </p:spPr>
        <p:txBody>
          <a:bodyPr/>
          <a:lstStyle>
            <a:lvl1pPr>
              <a:defRPr/>
            </a:lvl1pPr>
          </a:lstStyle>
          <a:p>
            <a:r>
              <a:rPr lang="en-US" altLang="en-US"/>
              <a:t>2-</a:t>
            </a:r>
            <a:fld id="{8B82D872-44A0-41D7-B84E-8753956EFFF2}" type="slidenum">
              <a:rPr lang="en-US" altLang="en-US"/>
              <a:pPr/>
              <a:t>‹#›</a:t>
            </a:fld>
            <a:endParaRPr lang="en-US" altLang="en-US"/>
          </a:p>
        </p:txBody>
      </p:sp>
    </p:spTree>
    <p:extLst>
      <p:ext uri="{BB962C8B-B14F-4D97-AF65-F5344CB8AC3E}">
        <p14:creationId xmlns:p14="http://schemas.microsoft.com/office/powerpoint/2010/main" val="42662403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xAndChart">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533402" y="1600201"/>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4495803" y="1600201"/>
            <a:ext cx="3810000" cy="4648200"/>
          </a:xfrm>
        </p:spPr>
        <p:txBody>
          <a:bodyPr/>
          <a:lstStyle/>
          <a:p>
            <a:pPr lvl="0"/>
            <a:endParaRPr lang="en-US" noProof="0"/>
          </a:p>
        </p:txBody>
      </p:sp>
      <p:sp>
        <p:nvSpPr>
          <p:cNvPr id="5" name="Rectangle 4"/>
          <p:cNvSpPr>
            <a:spLocks noGrp="1" noChangeArrowheads="1"/>
          </p:cNvSpPr>
          <p:nvPr>
            <p:ph type="dt" sz="half" idx="10"/>
          </p:nvPr>
        </p:nvSpPr>
        <p:spPr>
          <a:ln/>
        </p:spPr>
        <p:txBody>
          <a:bodyPr/>
          <a:lstStyle>
            <a:lvl1pPr>
              <a:defRPr/>
            </a:lvl1pPr>
          </a:lstStyle>
          <a:p>
            <a:fld id="{1A6D2697-C926-4CDD-A45C-D8BEE4AABD33}" type="datetime1">
              <a:rPr lang="en-US" altLang="en-US"/>
              <a:pPr/>
              <a:t>1/5/25</a:t>
            </a:fld>
            <a:endParaRPr lang="en-US" altLang="en-US"/>
          </a:p>
        </p:txBody>
      </p:sp>
      <p:sp>
        <p:nvSpPr>
          <p:cNvPr id="6" name="Rectangle 7"/>
          <p:cNvSpPr>
            <a:spLocks noGrp="1" noChangeArrowheads="1"/>
          </p:cNvSpPr>
          <p:nvPr>
            <p:ph type="ftr" sz="quarter" idx="11"/>
          </p:nvPr>
        </p:nvSpPr>
        <p:spPr>
          <a:ln/>
        </p:spPr>
        <p:txBody>
          <a:bodyPr/>
          <a:lstStyle>
            <a:lvl1pPr>
              <a:defRPr/>
            </a:lvl1pPr>
          </a:lstStyle>
          <a:p>
            <a:pPr>
              <a:defRPr/>
            </a:pPr>
            <a:r>
              <a:rPr lang="en-US"/>
              <a:t>Application Layer</a:t>
            </a:r>
          </a:p>
        </p:txBody>
      </p:sp>
      <p:sp>
        <p:nvSpPr>
          <p:cNvPr id="7" name="Rectangle 8"/>
          <p:cNvSpPr>
            <a:spLocks noGrp="1" noChangeArrowheads="1"/>
          </p:cNvSpPr>
          <p:nvPr>
            <p:ph type="sldNum" sz="quarter" idx="12"/>
          </p:nvPr>
        </p:nvSpPr>
        <p:spPr>
          <a:ln/>
        </p:spPr>
        <p:txBody>
          <a:bodyPr/>
          <a:lstStyle>
            <a:lvl1pPr>
              <a:defRPr/>
            </a:lvl1pPr>
          </a:lstStyle>
          <a:p>
            <a:r>
              <a:rPr lang="en-US" altLang="en-US"/>
              <a:t>2-</a:t>
            </a:r>
            <a:fld id="{42BF4790-0D82-4DB6-9287-DC4166B70394}" type="slidenum">
              <a:rPr lang="en-US" altLang="en-US"/>
              <a:pPr/>
              <a:t>‹#›</a:t>
            </a:fld>
            <a:endParaRPr lang="en-US" altLang="en-US"/>
          </a:p>
        </p:txBody>
      </p:sp>
    </p:spTree>
    <p:extLst>
      <p:ext uri="{BB962C8B-B14F-4D97-AF65-F5344CB8AC3E}">
        <p14:creationId xmlns:p14="http://schemas.microsoft.com/office/powerpoint/2010/main" val="249813813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Content Placeholder 2"/>
          <p:cNvSpPr>
            <a:spLocks noGrp="1"/>
          </p:cNvSpPr>
          <p:nvPr>
            <p:ph sz="half" idx="1"/>
          </p:nvPr>
        </p:nvSpPr>
        <p:spPr>
          <a:xfrm>
            <a:off x="533400" y="1600202"/>
            <a:ext cx="77724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3400" y="4000502"/>
            <a:ext cx="77724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C17BA8DE-CAE3-488D-B13C-DECCCFCA66E7}" type="datetime1">
              <a:rPr lang="en-US" altLang="en-US"/>
              <a:pPr/>
              <a:t>1/5/25</a:t>
            </a:fld>
            <a:endParaRPr lang="en-US" altLang="en-US"/>
          </a:p>
        </p:txBody>
      </p:sp>
      <p:sp>
        <p:nvSpPr>
          <p:cNvPr id="6" name="Rectangle 7"/>
          <p:cNvSpPr>
            <a:spLocks noGrp="1" noChangeArrowheads="1"/>
          </p:cNvSpPr>
          <p:nvPr>
            <p:ph type="ftr" sz="quarter" idx="11"/>
          </p:nvPr>
        </p:nvSpPr>
        <p:spPr>
          <a:ln/>
        </p:spPr>
        <p:txBody>
          <a:bodyPr/>
          <a:lstStyle>
            <a:lvl1pPr>
              <a:defRPr/>
            </a:lvl1pPr>
          </a:lstStyle>
          <a:p>
            <a:pPr>
              <a:defRPr/>
            </a:pPr>
            <a:r>
              <a:rPr lang="en-US"/>
              <a:t>Application Layer</a:t>
            </a:r>
          </a:p>
        </p:txBody>
      </p:sp>
      <p:sp>
        <p:nvSpPr>
          <p:cNvPr id="7" name="Rectangle 8"/>
          <p:cNvSpPr>
            <a:spLocks noGrp="1" noChangeArrowheads="1"/>
          </p:cNvSpPr>
          <p:nvPr>
            <p:ph type="sldNum" sz="quarter" idx="12"/>
          </p:nvPr>
        </p:nvSpPr>
        <p:spPr>
          <a:ln/>
        </p:spPr>
        <p:txBody>
          <a:bodyPr/>
          <a:lstStyle>
            <a:lvl1pPr>
              <a:defRPr/>
            </a:lvl1pPr>
          </a:lstStyle>
          <a:p>
            <a:r>
              <a:rPr lang="en-US" altLang="en-US"/>
              <a:t>2-</a:t>
            </a:r>
            <a:fld id="{DD25942D-568D-4C1B-8A8C-A75F252B2F1C}" type="slidenum">
              <a:rPr lang="en-US" altLang="en-US"/>
              <a:pPr/>
              <a:t>‹#›</a:t>
            </a:fld>
            <a:endParaRPr lang="en-US" altLang="en-US"/>
          </a:p>
        </p:txBody>
      </p:sp>
    </p:spTree>
    <p:extLst>
      <p:ext uri="{BB962C8B-B14F-4D97-AF65-F5344CB8AC3E}">
        <p14:creationId xmlns:p14="http://schemas.microsoft.com/office/powerpoint/2010/main" val="296239593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E2E1-1E40-420F-8D98-D396077ADD28}"/>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60F0D3BE-1C5A-45A1-87D6-2BE49FD8BFF3}"/>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28F5FBAA-A349-4380-B8C7-B6AC56F710BA}"/>
              </a:ext>
            </a:extLst>
          </p:cNvPr>
          <p:cNvSpPr>
            <a:spLocks noGrp="1"/>
          </p:cNvSpPr>
          <p:nvPr>
            <p:ph type="dt" sz="half" idx="10"/>
          </p:nvPr>
        </p:nvSpPr>
        <p:spPr/>
        <p:txBody>
          <a:bodyPr/>
          <a:lstStyle/>
          <a:p>
            <a:fld id="{892B5BCD-39AA-4AD8-BD93-15B487CC578D}" type="datetimeFigureOut">
              <a:rPr lang="en-US" smtClean="0"/>
              <a:t>1/5/25</a:t>
            </a:fld>
            <a:endParaRPr lang="en-US"/>
          </a:p>
        </p:txBody>
      </p:sp>
      <p:sp>
        <p:nvSpPr>
          <p:cNvPr id="5" name="Footer Placeholder 4">
            <a:extLst>
              <a:ext uri="{FF2B5EF4-FFF2-40B4-BE49-F238E27FC236}">
                <a16:creationId xmlns:a16="http://schemas.microsoft.com/office/drawing/2014/main" id="{039B98C9-7F61-4855-A2E2-AD716C2A4D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E4CDEC-166D-456F-AC5E-FD4D28990A43}"/>
              </a:ext>
            </a:extLst>
          </p:cNvPr>
          <p:cNvSpPr>
            <a:spLocks noGrp="1"/>
          </p:cNvSpPr>
          <p:nvPr>
            <p:ph type="sldNum" sz="quarter" idx="12"/>
          </p:nvPr>
        </p:nvSpPr>
        <p:spPr/>
        <p:txBody>
          <a:bodyPr/>
          <a:lstStyle/>
          <a:p>
            <a:fld id="{4BD17EC6-D120-49AC-8360-5CF1E1EA59C8}" type="slidenum">
              <a:rPr lang="en-US" smtClean="0"/>
              <a:t>‹#›</a:t>
            </a:fld>
            <a:endParaRPr lang="en-US"/>
          </a:p>
        </p:txBody>
      </p:sp>
    </p:spTree>
    <p:extLst>
      <p:ext uri="{BB962C8B-B14F-4D97-AF65-F5344CB8AC3E}">
        <p14:creationId xmlns:p14="http://schemas.microsoft.com/office/powerpoint/2010/main" val="88268216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43736-6E10-492F-B844-2E07997931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CCC876-4452-449F-BA69-5785413B97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CD09A9-651E-41A4-924A-5EBE508CA42F}"/>
              </a:ext>
            </a:extLst>
          </p:cNvPr>
          <p:cNvSpPr>
            <a:spLocks noGrp="1"/>
          </p:cNvSpPr>
          <p:nvPr>
            <p:ph type="dt" sz="half" idx="10"/>
          </p:nvPr>
        </p:nvSpPr>
        <p:spPr/>
        <p:txBody>
          <a:bodyPr/>
          <a:lstStyle/>
          <a:p>
            <a:fld id="{892B5BCD-39AA-4AD8-BD93-15B487CC578D}" type="datetimeFigureOut">
              <a:rPr lang="en-US" smtClean="0"/>
              <a:t>1/5/25</a:t>
            </a:fld>
            <a:endParaRPr lang="en-US"/>
          </a:p>
        </p:txBody>
      </p:sp>
      <p:sp>
        <p:nvSpPr>
          <p:cNvPr id="5" name="Footer Placeholder 4">
            <a:extLst>
              <a:ext uri="{FF2B5EF4-FFF2-40B4-BE49-F238E27FC236}">
                <a16:creationId xmlns:a16="http://schemas.microsoft.com/office/drawing/2014/main" id="{DB5686F3-1E9C-4018-99FA-E09223EF43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85A13C-F15F-43CD-AF70-F30A061C6844}"/>
              </a:ext>
            </a:extLst>
          </p:cNvPr>
          <p:cNvSpPr>
            <a:spLocks noGrp="1"/>
          </p:cNvSpPr>
          <p:nvPr>
            <p:ph type="sldNum" sz="quarter" idx="12"/>
          </p:nvPr>
        </p:nvSpPr>
        <p:spPr/>
        <p:txBody>
          <a:bodyPr/>
          <a:lstStyle/>
          <a:p>
            <a:fld id="{4BD17EC6-D120-49AC-8360-5CF1E1EA59C8}" type="slidenum">
              <a:rPr lang="en-US" smtClean="0"/>
              <a:t>‹#›</a:t>
            </a:fld>
            <a:endParaRPr lang="en-US"/>
          </a:p>
        </p:txBody>
      </p:sp>
    </p:spTree>
    <p:extLst>
      <p:ext uri="{BB962C8B-B14F-4D97-AF65-F5344CB8AC3E}">
        <p14:creationId xmlns:p14="http://schemas.microsoft.com/office/powerpoint/2010/main" val="132459899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C959E-CECF-47A6-9E76-47AB993D81BB}"/>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20FE3A8B-F0B2-4D70-BA25-2176FEEDDAD7}"/>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FA5EA6-9C2D-4F72-858A-2751BCB72F79}"/>
              </a:ext>
            </a:extLst>
          </p:cNvPr>
          <p:cNvSpPr>
            <a:spLocks noGrp="1"/>
          </p:cNvSpPr>
          <p:nvPr>
            <p:ph type="dt" sz="half" idx="10"/>
          </p:nvPr>
        </p:nvSpPr>
        <p:spPr/>
        <p:txBody>
          <a:bodyPr/>
          <a:lstStyle/>
          <a:p>
            <a:fld id="{892B5BCD-39AA-4AD8-BD93-15B487CC578D}" type="datetimeFigureOut">
              <a:rPr lang="en-US" smtClean="0"/>
              <a:t>1/5/25</a:t>
            </a:fld>
            <a:endParaRPr lang="en-US"/>
          </a:p>
        </p:txBody>
      </p:sp>
      <p:sp>
        <p:nvSpPr>
          <p:cNvPr id="5" name="Footer Placeholder 4">
            <a:extLst>
              <a:ext uri="{FF2B5EF4-FFF2-40B4-BE49-F238E27FC236}">
                <a16:creationId xmlns:a16="http://schemas.microsoft.com/office/drawing/2014/main" id="{867ECED8-1253-479F-8C9B-22F0722B78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241C7C-1322-4E8D-B9A0-054470121CA4}"/>
              </a:ext>
            </a:extLst>
          </p:cNvPr>
          <p:cNvSpPr>
            <a:spLocks noGrp="1"/>
          </p:cNvSpPr>
          <p:nvPr>
            <p:ph type="sldNum" sz="quarter" idx="12"/>
          </p:nvPr>
        </p:nvSpPr>
        <p:spPr/>
        <p:txBody>
          <a:bodyPr/>
          <a:lstStyle/>
          <a:p>
            <a:fld id="{4BD17EC6-D120-49AC-8360-5CF1E1EA59C8}" type="slidenum">
              <a:rPr lang="en-US" smtClean="0"/>
              <a:t>‹#›</a:t>
            </a:fld>
            <a:endParaRPr lang="en-US"/>
          </a:p>
        </p:txBody>
      </p:sp>
    </p:spTree>
    <p:extLst>
      <p:ext uri="{BB962C8B-B14F-4D97-AF65-F5344CB8AC3E}">
        <p14:creationId xmlns:p14="http://schemas.microsoft.com/office/powerpoint/2010/main" val="140174874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7C35D-6FB7-439A-A977-3BBCE630E6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035B28-8513-432D-9F53-1B089A4A3029}"/>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D9D925D-3F67-46E3-BF5C-54C51454D3FF}"/>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D9DE62-78A5-4C4A-B816-5F5B76DA6132}"/>
              </a:ext>
            </a:extLst>
          </p:cNvPr>
          <p:cNvSpPr>
            <a:spLocks noGrp="1"/>
          </p:cNvSpPr>
          <p:nvPr>
            <p:ph type="dt" sz="half" idx="10"/>
          </p:nvPr>
        </p:nvSpPr>
        <p:spPr/>
        <p:txBody>
          <a:bodyPr/>
          <a:lstStyle/>
          <a:p>
            <a:fld id="{892B5BCD-39AA-4AD8-BD93-15B487CC578D}" type="datetimeFigureOut">
              <a:rPr lang="en-US" smtClean="0"/>
              <a:t>1/5/25</a:t>
            </a:fld>
            <a:endParaRPr lang="en-US"/>
          </a:p>
        </p:txBody>
      </p:sp>
      <p:sp>
        <p:nvSpPr>
          <p:cNvPr id="6" name="Footer Placeholder 5">
            <a:extLst>
              <a:ext uri="{FF2B5EF4-FFF2-40B4-BE49-F238E27FC236}">
                <a16:creationId xmlns:a16="http://schemas.microsoft.com/office/drawing/2014/main" id="{9A680F6B-A2EA-4256-B977-6761E46A32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E1E0D6-1E17-40DF-B2A1-15958DA3E901}"/>
              </a:ext>
            </a:extLst>
          </p:cNvPr>
          <p:cNvSpPr>
            <a:spLocks noGrp="1"/>
          </p:cNvSpPr>
          <p:nvPr>
            <p:ph type="sldNum" sz="quarter" idx="12"/>
          </p:nvPr>
        </p:nvSpPr>
        <p:spPr/>
        <p:txBody>
          <a:bodyPr/>
          <a:lstStyle/>
          <a:p>
            <a:fld id="{4BD17EC6-D120-49AC-8360-5CF1E1EA59C8}" type="slidenum">
              <a:rPr lang="en-US" smtClean="0"/>
              <a:t>‹#›</a:t>
            </a:fld>
            <a:endParaRPr lang="en-US"/>
          </a:p>
        </p:txBody>
      </p:sp>
    </p:spTree>
    <p:extLst>
      <p:ext uri="{BB962C8B-B14F-4D97-AF65-F5344CB8AC3E}">
        <p14:creationId xmlns:p14="http://schemas.microsoft.com/office/powerpoint/2010/main" val="393234447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77095-9A76-42B2-B2A5-58E68F828020}"/>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2AA5E91-8B09-4A5E-9D6B-572DED943706}"/>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14D1AF58-3497-4A6F-8903-447224BA2ADA}"/>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B3D5860-0B36-4A2D-8B5D-BB6AD7B2961C}"/>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8CA71DE5-4F05-48A0-ABDC-5D605DD91128}"/>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F2918D4-861D-45F1-A0EE-63D1854AF8E7}"/>
              </a:ext>
            </a:extLst>
          </p:cNvPr>
          <p:cNvSpPr>
            <a:spLocks noGrp="1"/>
          </p:cNvSpPr>
          <p:nvPr>
            <p:ph type="dt" sz="half" idx="10"/>
          </p:nvPr>
        </p:nvSpPr>
        <p:spPr/>
        <p:txBody>
          <a:bodyPr/>
          <a:lstStyle/>
          <a:p>
            <a:fld id="{892B5BCD-39AA-4AD8-BD93-15B487CC578D}" type="datetimeFigureOut">
              <a:rPr lang="en-US" smtClean="0"/>
              <a:t>1/5/25</a:t>
            </a:fld>
            <a:endParaRPr lang="en-US"/>
          </a:p>
        </p:txBody>
      </p:sp>
      <p:sp>
        <p:nvSpPr>
          <p:cNvPr id="8" name="Footer Placeholder 7">
            <a:extLst>
              <a:ext uri="{FF2B5EF4-FFF2-40B4-BE49-F238E27FC236}">
                <a16:creationId xmlns:a16="http://schemas.microsoft.com/office/drawing/2014/main" id="{F4A0B509-9E50-472D-9C6C-D6698B0A79B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7E3E0FD-3126-4883-A125-BEEEDA93A0D6}"/>
              </a:ext>
            </a:extLst>
          </p:cNvPr>
          <p:cNvSpPr>
            <a:spLocks noGrp="1"/>
          </p:cNvSpPr>
          <p:nvPr>
            <p:ph type="sldNum" sz="quarter" idx="12"/>
          </p:nvPr>
        </p:nvSpPr>
        <p:spPr/>
        <p:txBody>
          <a:bodyPr/>
          <a:lstStyle/>
          <a:p>
            <a:fld id="{4BD17EC6-D120-49AC-8360-5CF1E1EA59C8}" type="slidenum">
              <a:rPr lang="en-US" smtClean="0"/>
              <a:t>‹#›</a:t>
            </a:fld>
            <a:endParaRPr lang="en-US"/>
          </a:p>
        </p:txBody>
      </p:sp>
    </p:spTree>
    <p:extLst>
      <p:ext uri="{BB962C8B-B14F-4D97-AF65-F5344CB8AC3E}">
        <p14:creationId xmlns:p14="http://schemas.microsoft.com/office/powerpoint/2010/main" val="298768711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7FC8A-CD81-4160-98E8-AE25567A963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36EE5B-CFAC-4196-A660-290E9B08F9C4}"/>
              </a:ext>
            </a:extLst>
          </p:cNvPr>
          <p:cNvSpPr>
            <a:spLocks noGrp="1"/>
          </p:cNvSpPr>
          <p:nvPr>
            <p:ph type="dt" sz="half" idx="10"/>
          </p:nvPr>
        </p:nvSpPr>
        <p:spPr/>
        <p:txBody>
          <a:bodyPr/>
          <a:lstStyle/>
          <a:p>
            <a:fld id="{892B5BCD-39AA-4AD8-BD93-15B487CC578D}" type="datetimeFigureOut">
              <a:rPr lang="en-US" smtClean="0"/>
              <a:t>1/5/25</a:t>
            </a:fld>
            <a:endParaRPr lang="en-US"/>
          </a:p>
        </p:txBody>
      </p:sp>
      <p:sp>
        <p:nvSpPr>
          <p:cNvPr id="4" name="Footer Placeholder 3">
            <a:extLst>
              <a:ext uri="{FF2B5EF4-FFF2-40B4-BE49-F238E27FC236}">
                <a16:creationId xmlns:a16="http://schemas.microsoft.com/office/drawing/2014/main" id="{0F5351E3-0BFF-4CB2-A294-79FE922006C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09CA4A4-C437-4C03-84B9-2F894CF69B82}"/>
              </a:ext>
            </a:extLst>
          </p:cNvPr>
          <p:cNvSpPr>
            <a:spLocks noGrp="1"/>
          </p:cNvSpPr>
          <p:nvPr>
            <p:ph type="sldNum" sz="quarter" idx="12"/>
          </p:nvPr>
        </p:nvSpPr>
        <p:spPr/>
        <p:txBody>
          <a:bodyPr/>
          <a:lstStyle/>
          <a:p>
            <a:fld id="{4BD17EC6-D120-49AC-8360-5CF1E1EA59C8}" type="slidenum">
              <a:rPr lang="en-US" smtClean="0"/>
              <a:t>‹#›</a:t>
            </a:fld>
            <a:endParaRPr lang="en-US"/>
          </a:p>
        </p:txBody>
      </p:sp>
    </p:spTree>
    <p:extLst>
      <p:ext uri="{BB962C8B-B14F-4D97-AF65-F5344CB8AC3E}">
        <p14:creationId xmlns:p14="http://schemas.microsoft.com/office/powerpoint/2010/main" val="33142627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FAA37D-75C7-48D0-86A3-F8BD135294E1}"/>
              </a:ext>
            </a:extLst>
          </p:cNvPr>
          <p:cNvSpPr>
            <a:spLocks noGrp="1"/>
          </p:cNvSpPr>
          <p:nvPr>
            <p:ph type="dt" sz="half" idx="10"/>
          </p:nvPr>
        </p:nvSpPr>
        <p:spPr/>
        <p:txBody>
          <a:bodyPr/>
          <a:lstStyle/>
          <a:p>
            <a:fld id="{892B5BCD-39AA-4AD8-BD93-15B487CC578D}" type="datetimeFigureOut">
              <a:rPr lang="en-US" smtClean="0"/>
              <a:t>1/5/25</a:t>
            </a:fld>
            <a:endParaRPr lang="en-US"/>
          </a:p>
        </p:txBody>
      </p:sp>
      <p:sp>
        <p:nvSpPr>
          <p:cNvPr id="3" name="Footer Placeholder 2">
            <a:extLst>
              <a:ext uri="{FF2B5EF4-FFF2-40B4-BE49-F238E27FC236}">
                <a16:creationId xmlns:a16="http://schemas.microsoft.com/office/drawing/2014/main" id="{1B0ED58F-09DD-44F8-B92E-D204678B39F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E395356-A2DE-48A2-A4BF-5D2E9F781534}"/>
              </a:ext>
            </a:extLst>
          </p:cNvPr>
          <p:cNvSpPr>
            <a:spLocks noGrp="1"/>
          </p:cNvSpPr>
          <p:nvPr>
            <p:ph type="sldNum" sz="quarter" idx="12"/>
          </p:nvPr>
        </p:nvSpPr>
        <p:spPr/>
        <p:txBody>
          <a:bodyPr/>
          <a:lstStyle/>
          <a:p>
            <a:fld id="{4BD17EC6-D120-49AC-8360-5CF1E1EA59C8}" type="slidenum">
              <a:rPr lang="en-US" smtClean="0"/>
              <a:t>‹#›</a:t>
            </a:fld>
            <a:endParaRPr lang="en-US"/>
          </a:p>
        </p:txBody>
      </p:sp>
    </p:spTree>
    <p:extLst>
      <p:ext uri="{BB962C8B-B14F-4D97-AF65-F5344CB8AC3E}">
        <p14:creationId xmlns:p14="http://schemas.microsoft.com/office/powerpoint/2010/main" val="374541287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5C340-A352-4E29-B4DA-7B916A81B4B5}"/>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530F2D20-6694-43F0-B06D-DF4E6FF96495}"/>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E2A6D4-10AA-4579-A6D0-7E878E619CD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3E877B1-679E-443F-9C88-9ED5776F3C2C}"/>
              </a:ext>
            </a:extLst>
          </p:cNvPr>
          <p:cNvSpPr>
            <a:spLocks noGrp="1"/>
          </p:cNvSpPr>
          <p:nvPr>
            <p:ph type="dt" sz="half" idx="10"/>
          </p:nvPr>
        </p:nvSpPr>
        <p:spPr/>
        <p:txBody>
          <a:bodyPr/>
          <a:lstStyle/>
          <a:p>
            <a:fld id="{892B5BCD-39AA-4AD8-BD93-15B487CC578D}" type="datetimeFigureOut">
              <a:rPr lang="en-US" smtClean="0"/>
              <a:t>1/5/25</a:t>
            </a:fld>
            <a:endParaRPr lang="en-US"/>
          </a:p>
        </p:txBody>
      </p:sp>
      <p:sp>
        <p:nvSpPr>
          <p:cNvPr id="6" name="Footer Placeholder 5">
            <a:extLst>
              <a:ext uri="{FF2B5EF4-FFF2-40B4-BE49-F238E27FC236}">
                <a16:creationId xmlns:a16="http://schemas.microsoft.com/office/drawing/2014/main" id="{75E79BE2-DBA7-4FB5-949D-60DC7E135E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CCD502-0305-4529-8BF6-7F702CE03BC4}"/>
              </a:ext>
            </a:extLst>
          </p:cNvPr>
          <p:cNvSpPr>
            <a:spLocks noGrp="1"/>
          </p:cNvSpPr>
          <p:nvPr>
            <p:ph type="sldNum" sz="quarter" idx="12"/>
          </p:nvPr>
        </p:nvSpPr>
        <p:spPr/>
        <p:txBody>
          <a:bodyPr/>
          <a:lstStyle/>
          <a:p>
            <a:fld id="{4BD17EC6-D120-49AC-8360-5CF1E1EA59C8}" type="slidenum">
              <a:rPr lang="en-US" smtClean="0"/>
              <a:t>‹#›</a:t>
            </a:fld>
            <a:endParaRPr lang="en-US"/>
          </a:p>
        </p:txBody>
      </p:sp>
    </p:spTree>
    <p:extLst>
      <p:ext uri="{BB962C8B-B14F-4D97-AF65-F5344CB8AC3E}">
        <p14:creationId xmlns:p14="http://schemas.microsoft.com/office/powerpoint/2010/main" val="271933278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F7F4A-C901-496E-891F-CCE32DA7A03F}"/>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156FAACA-2E3A-4571-B1AD-9288871A284C}"/>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CCD12B26-4AAA-441F-936F-BFD04D1D71BD}"/>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2502CE4-E8CE-4F72-A283-991B1433A7A9}"/>
              </a:ext>
            </a:extLst>
          </p:cNvPr>
          <p:cNvSpPr>
            <a:spLocks noGrp="1"/>
          </p:cNvSpPr>
          <p:nvPr>
            <p:ph type="dt" sz="half" idx="10"/>
          </p:nvPr>
        </p:nvSpPr>
        <p:spPr/>
        <p:txBody>
          <a:bodyPr/>
          <a:lstStyle/>
          <a:p>
            <a:fld id="{892B5BCD-39AA-4AD8-BD93-15B487CC578D}" type="datetimeFigureOut">
              <a:rPr lang="en-US" smtClean="0"/>
              <a:t>1/5/25</a:t>
            </a:fld>
            <a:endParaRPr lang="en-US"/>
          </a:p>
        </p:txBody>
      </p:sp>
      <p:sp>
        <p:nvSpPr>
          <p:cNvPr id="6" name="Footer Placeholder 5">
            <a:extLst>
              <a:ext uri="{FF2B5EF4-FFF2-40B4-BE49-F238E27FC236}">
                <a16:creationId xmlns:a16="http://schemas.microsoft.com/office/drawing/2014/main" id="{26C392C5-3D81-4EA9-9497-F04C801607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E23F9D-D8AF-45BD-8F10-F12DDB4D9911}"/>
              </a:ext>
            </a:extLst>
          </p:cNvPr>
          <p:cNvSpPr>
            <a:spLocks noGrp="1"/>
          </p:cNvSpPr>
          <p:nvPr>
            <p:ph type="sldNum" sz="quarter" idx="12"/>
          </p:nvPr>
        </p:nvSpPr>
        <p:spPr/>
        <p:txBody>
          <a:bodyPr/>
          <a:lstStyle/>
          <a:p>
            <a:fld id="{4BD17EC6-D120-49AC-8360-5CF1E1EA59C8}" type="slidenum">
              <a:rPr lang="en-US" smtClean="0"/>
              <a:t>‹#›</a:t>
            </a:fld>
            <a:endParaRPr lang="en-US"/>
          </a:p>
        </p:txBody>
      </p:sp>
    </p:spTree>
    <p:extLst>
      <p:ext uri="{BB962C8B-B14F-4D97-AF65-F5344CB8AC3E}">
        <p14:creationId xmlns:p14="http://schemas.microsoft.com/office/powerpoint/2010/main" val="162954302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C6A5D-1F9E-4335-B765-ED7E6CDAD3B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06CD1FB-11F5-4A3D-B45C-0A3A30890CB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B1C49F-2855-4250-A08F-7671DC100D9A}"/>
              </a:ext>
            </a:extLst>
          </p:cNvPr>
          <p:cNvSpPr>
            <a:spLocks noGrp="1"/>
          </p:cNvSpPr>
          <p:nvPr>
            <p:ph type="dt" sz="half" idx="10"/>
          </p:nvPr>
        </p:nvSpPr>
        <p:spPr/>
        <p:txBody>
          <a:bodyPr/>
          <a:lstStyle/>
          <a:p>
            <a:fld id="{892B5BCD-39AA-4AD8-BD93-15B487CC578D}" type="datetimeFigureOut">
              <a:rPr lang="en-US" smtClean="0"/>
              <a:t>1/5/25</a:t>
            </a:fld>
            <a:endParaRPr lang="en-US"/>
          </a:p>
        </p:txBody>
      </p:sp>
      <p:sp>
        <p:nvSpPr>
          <p:cNvPr id="5" name="Footer Placeholder 4">
            <a:extLst>
              <a:ext uri="{FF2B5EF4-FFF2-40B4-BE49-F238E27FC236}">
                <a16:creationId xmlns:a16="http://schemas.microsoft.com/office/drawing/2014/main" id="{D13C33F7-F306-4B68-AB4D-F86B40172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DE0159-2AB7-49DF-9D3D-7D133B7C0CA8}"/>
              </a:ext>
            </a:extLst>
          </p:cNvPr>
          <p:cNvSpPr>
            <a:spLocks noGrp="1"/>
          </p:cNvSpPr>
          <p:nvPr>
            <p:ph type="sldNum" sz="quarter" idx="12"/>
          </p:nvPr>
        </p:nvSpPr>
        <p:spPr/>
        <p:txBody>
          <a:bodyPr/>
          <a:lstStyle/>
          <a:p>
            <a:fld id="{4BD17EC6-D120-49AC-8360-5CF1E1EA59C8}" type="slidenum">
              <a:rPr lang="en-US" smtClean="0"/>
              <a:t>‹#›</a:t>
            </a:fld>
            <a:endParaRPr lang="en-US"/>
          </a:p>
        </p:txBody>
      </p:sp>
    </p:spTree>
    <p:extLst>
      <p:ext uri="{BB962C8B-B14F-4D97-AF65-F5344CB8AC3E}">
        <p14:creationId xmlns:p14="http://schemas.microsoft.com/office/powerpoint/2010/main" val="160795607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DC06971-558F-4AA0-8BC5-B88E87CE4137}"/>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E48A057-7C7D-4AA8-A987-F0D1BD0097FF}"/>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3E6DFB-386C-491D-A643-53E09D5BFC73}"/>
              </a:ext>
            </a:extLst>
          </p:cNvPr>
          <p:cNvSpPr>
            <a:spLocks noGrp="1"/>
          </p:cNvSpPr>
          <p:nvPr>
            <p:ph type="dt" sz="half" idx="10"/>
          </p:nvPr>
        </p:nvSpPr>
        <p:spPr/>
        <p:txBody>
          <a:bodyPr/>
          <a:lstStyle/>
          <a:p>
            <a:fld id="{892B5BCD-39AA-4AD8-BD93-15B487CC578D}" type="datetimeFigureOut">
              <a:rPr lang="en-US" smtClean="0"/>
              <a:t>1/5/25</a:t>
            </a:fld>
            <a:endParaRPr lang="en-US"/>
          </a:p>
        </p:txBody>
      </p:sp>
      <p:sp>
        <p:nvSpPr>
          <p:cNvPr id="5" name="Footer Placeholder 4">
            <a:extLst>
              <a:ext uri="{FF2B5EF4-FFF2-40B4-BE49-F238E27FC236}">
                <a16:creationId xmlns:a16="http://schemas.microsoft.com/office/drawing/2014/main" id="{195AD7A6-9D4A-4603-B08B-ED4B756957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6FA739-D58F-44A0-AFAA-3950A360FBB1}"/>
              </a:ext>
            </a:extLst>
          </p:cNvPr>
          <p:cNvSpPr>
            <a:spLocks noGrp="1"/>
          </p:cNvSpPr>
          <p:nvPr>
            <p:ph type="sldNum" sz="quarter" idx="12"/>
          </p:nvPr>
        </p:nvSpPr>
        <p:spPr/>
        <p:txBody>
          <a:bodyPr/>
          <a:lstStyle/>
          <a:p>
            <a:fld id="{4BD17EC6-D120-49AC-8360-5CF1E1EA59C8}" type="slidenum">
              <a:rPr lang="en-US" smtClean="0"/>
              <a:t>‹#›</a:t>
            </a:fld>
            <a:endParaRPr lang="en-US"/>
          </a:p>
        </p:txBody>
      </p:sp>
    </p:spTree>
    <p:extLst>
      <p:ext uri="{BB962C8B-B14F-4D97-AF65-F5344CB8AC3E}">
        <p14:creationId xmlns:p14="http://schemas.microsoft.com/office/powerpoint/2010/main" val="708600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image" Target="../media/image9.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6" Type="http://schemas.openxmlformats.org/officeDocument/2006/relationships/theme" Target="../theme/theme3.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9.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theme" Target="../theme/theme4.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descr="Globe_Alone_rgb.jpg"/>
          <p:cNvPicPr>
            <a:picLocks noChangeAspect="1"/>
          </p:cNvPicPr>
          <p:nvPr/>
        </p:nvPicPr>
        <p:blipFill>
          <a:blip r:embed="rId16"/>
          <a:stretch>
            <a:fillRect/>
          </a:stretch>
        </p:blipFill>
        <p:spPr>
          <a:xfrm>
            <a:off x="8405330" y="6282266"/>
            <a:ext cx="369437" cy="369437"/>
          </a:xfrm>
          <a:prstGeom prst="rect">
            <a:avLst/>
          </a:prstGeom>
        </p:spPr>
      </p:pic>
      <p:sp>
        <p:nvSpPr>
          <p:cNvPr id="6" name="Slide Number Placeholder 7"/>
          <p:cNvSpPr>
            <a:spLocks noGrp="1"/>
          </p:cNvSpPr>
          <p:nvPr>
            <p:ph type="sldNum" sz="quarter" idx="4"/>
          </p:nvPr>
        </p:nvSpPr>
        <p:spPr>
          <a:xfrm>
            <a:off x="402166" y="6341880"/>
            <a:ext cx="385235" cy="152400"/>
          </a:xfrm>
          <a:prstGeom prst="rect">
            <a:avLst/>
          </a:prstGeom>
        </p:spPr>
        <p:txBody>
          <a:bodyPr vert="horz" lIns="0" tIns="0" rIns="0" bIns="0" rtlCol="0" anchor="t" anchorCtr="0"/>
          <a:lstStyle>
            <a:lvl1pPr algn="l">
              <a:defRPr sz="800" b="1">
                <a:solidFill>
                  <a:schemeClr val="accent1"/>
                </a:solidFill>
              </a:defRPr>
            </a:lvl1pPr>
          </a:lstStyle>
          <a:p>
            <a:fld id="{1DEFE11F-158B-594E-8BEE-CC26B87FEB38}" type="slidenum">
              <a:rPr lang="en-US" smtClean="0"/>
              <a:pPr/>
              <a:t>‹#›</a:t>
            </a:fld>
            <a:endParaRPr lang="en-US" dirty="0"/>
          </a:p>
        </p:txBody>
      </p:sp>
      <p:sp>
        <p:nvSpPr>
          <p:cNvPr id="9" name="TextBox 8"/>
          <p:cNvSpPr txBox="1"/>
          <p:nvPr/>
        </p:nvSpPr>
        <p:spPr>
          <a:xfrm>
            <a:off x="828676" y="6361987"/>
            <a:ext cx="5495925" cy="184666"/>
          </a:xfrm>
          <a:prstGeom prst="rect">
            <a:avLst/>
          </a:prstGeom>
          <a:noFill/>
        </p:spPr>
        <p:txBody>
          <a:bodyPr wrap="square" lIns="0" tIns="0" rIns="0" bIns="0" rtlCol="0" anchor="t" anchorCtr="0">
            <a:spAutoFit/>
          </a:bodyPr>
          <a:lstStyle/>
          <a:p>
            <a:pPr algn="l">
              <a:lnSpc>
                <a:spcPct val="100000"/>
              </a:lnSpc>
              <a:spcBef>
                <a:spcPts val="0"/>
              </a:spcBef>
            </a:pPr>
            <a:r>
              <a:rPr lang="en-US" sz="600" dirty="0">
                <a:solidFill>
                  <a:schemeClr val="accent1"/>
                </a:solidFill>
              </a:rPr>
              <a:t>© 2011 AT&amp;T Intellectual Property. All rights reserved. AT&amp;T, the AT&amp;T</a:t>
            </a:r>
            <a:r>
              <a:rPr lang="en-US" sz="600" baseline="0" dirty="0">
                <a:solidFill>
                  <a:schemeClr val="accent1"/>
                </a:solidFill>
              </a:rPr>
              <a:t> </a:t>
            </a:r>
            <a:r>
              <a:rPr lang="en-US" sz="600" dirty="0">
                <a:solidFill>
                  <a:schemeClr val="accent1"/>
                </a:solidFill>
              </a:rPr>
              <a:t>logo and all other AT&amp;T marks contained herein are trademarks of AT&amp;T</a:t>
            </a:r>
            <a:r>
              <a:rPr lang="en-US" sz="600" baseline="0" dirty="0">
                <a:solidFill>
                  <a:schemeClr val="accent1"/>
                </a:solidFill>
              </a:rPr>
              <a:t> </a:t>
            </a:r>
            <a:r>
              <a:rPr lang="en-US" sz="600" dirty="0">
                <a:solidFill>
                  <a:schemeClr val="accent1"/>
                </a:solidFill>
              </a:rPr>
              <a:t>Intellectual Property and/or AT&amp;T affiliated companies. All other marks</a:t>
            </a:r>
            <a:r>
              <a:rPr lang="en-US" sz="600" baseline="0" dirty="0">
                <a:solidFill>
                  <a:schemeClr val="accent1"/>
                </a:solidFill>
              </a:rPr>
              <a:t> </a:t>
            </a:r>
            <a:r>
              <a:rPr lang="en-US" sz="600" dirty="0">
                <a:solidFill>
                  <a:schemeClr val="accent1"/>
                </a:solidFill>
              </a:rPr>
              <a:t>contained herein are the property of their respective owners.</a:t>
            </a:r>
          </a:p>
        </p:txBody>
      </p:sp>
    </p:spTree>
    <p:extLst>
      <p:ext uri="{BB962C8B-B14F-4D97-AF65-F5344CB8AC3E}">
        <p14:creationId xmlns:p14="http://schemas.microsoft.com/office/powerpoint/2010/main" val="7339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718" r:id="rId14"/>
  </p:sldLayoutIdLst>
  <p:hf hdr="0" dt="0"/>
  <p:txStyles>
    <p:titleStyle>
      <a:lvl1pPr algn="l" defTabSz="947738" rtl="0" eaLnBrk="0" fontAlgn="base" hangingPunct="0">
        <a:lnSpc>
          <a:spcPct val="105000"/>
        </a:lnSpc>
        <a:spcBef>
          <a:spcPct val="0"/>
        </a:spcBef>
        <a:spcAft>
          <a:spcPct val="0"/>
        </a:spcAft>
        <a:defRPr sz="2600" b="1">
          <a:solidFill>
            <a:schemeClr val="accent1"/>
          </a:solidFill>
          <a:latin typeface="+mj-lt"/>
          <a:ea typeface="+mj-ea"/>
          <a:cs typeface="+mj-cs"/>
        </a:defRPr>
      </a:lvl1pPr>
      <a:lvl2pPr algn="l" defTabSz="947738" rtl="0" eaLnBrk="0" fontAlgn="base" hangingPunct="0">
        <a:lnSpc>
          <a:spcPct val="105000"/>
        </a:lnSpc>
        <a:spcBef>
          <a:spcPct val="0"/>
        </a:spcBef>
        <a:spcAft>
          <a:spcPct val="0"/>
        </a:spcAft>
        <a:defRPr sz="2600" b="1">
          <a:solidFill>
            <a:schemeClr val="accent1"/>
          </a:solidFill>
          <a:latin typeface="Verdana" pitchFamily="-111" charset="0"/>
        </a:defRPr>
      </a:lvl2pPr>
      <a:lvl3pPr algn="l" defTabSz="947738" rtl="0" eaLnBrk="0" fontAlgn="base" hangingPunct="0">
        <a:lnSpc>
          <a:spcPct val="105000"/>
        </a:lnSpc>
        <a:spcBef>
          <a:spcPct val="0"/>
        </a:spcBef>
        <a:spcAft>
          <a:spcPct val="0"/>
        </a:spcAft>
        <a:defRPr sz="2600" b="1">
          <a:solidFill>
            <a:schemeClr val="accent1"/>
          </a:solidFill>
          <a:latin typeface="Verdana" pitchFamily="-111" charset="0"/>
        </a:defRPr>
      </a:lvl3pPr>
      <a:lvl4pPr algn="l" defTabSz="947738" rtl="0" eaLnBrk="0" fontAlgn="base" hangingPunct="0">
        <a:lnSpc>
          <a:spcPct val="105000"/>
        </a:lnSpc>
        <a:spcBef>
          <a:spcPct val="0"/>
        </a:spcBef>
        <a:spcAft>
          <a:spcPct val="0"/>
        </a:spcAft>
        <a:defRPr sz="2600" b="1">
          <a:solidFill>
            <a:schemeClr val="accent1"/>
          </a:solidFill>
          <a:latin typeface="Verdana" pitchFamily="-111" charset="0"/>
        </a:defRPr>
      </a:lvl4pPr>
      <a:lvl5pPr algn="l" defTabSz="947738" rtl="0" eaLnBrk="0" fontAlgn="base" hangingPunct="0">
        <a:lnSpc>
          <a:spcPct val="105000"/>
        </a:lnSpc>
        <a:spcBef>
          <a:spcPct val="0"/>
        </a:spcBef>
        <a:spcAft>
          <a:spcPct val="0"/>
        </a:spcAft>
        <a:defRPr sz="2600" b="1">
          <a:solidFill>
            <a:schemeClr val="accent1"/>
          </a:solidFill>
          <a:latin typeface="Verdana" pitchFamily="-111" charset="0"/>
        </a:defRPr>
      </a:lvl5pPr>
      <a:lvl6pPr marL="457200" algn="l" defTabSz="947738" rtl="0" eaLnBrk="0" fontAlgn="base" hangingPunct="0">
        <a:lnSpc>
          <a:spcPct val="105000"/>
        </a:lnSpc>
        <a:spcBef>
          <a:spcPct val="0"/>
        </a:spcBef>
        <a:spcAft>
          <a:spcPct val="0"/>
        </a:spcAft>
        <a:defRPr sz="2600" b="1">
          <a:solidFill>
            <a:schemeClr val="accent1"/>
          </a:solidFill>
          <a:latin typeface="Verdana" pitchFamily="-111" charset="0"/>
        </a:defRPr>
      </a:lvl6pPr>
      <a:lvl7pPr marL="914400" algn="l" defTabSz="947738" rtl="0" eaLnBrk="0" fontAlgn="base" hangingPunct="0">
        <a:lnSpc>
          <a:spcPct val="105000"/>
        </a:lnSpc>
        <a:spcBef>
          <a:spcPct val="0"/>
        </a:spcBef>
        <a:spcAft>
          <a:spcPct val="0"/>
        </a:spcAft>
        <a:defRPr sz="2600" b="1">
          <a:solidFill>
            <a:schemeClr val="accent1"/>
          </a:solidFill>
          <a:latin typeface="Verdana" pitchFamily="-111" charset="0"/>
        </a:defRPr>
      </a:lvl7pPr>
      <a:lvl8pPr marL="1371600" algn="l" defTabSz="947738" rtl="0" eaLnBrk="0" fontAlgn="base" hangingPunct="0">
        <a:lnSpc>
          <a:spcPct val="105000"/>
        </a:lnSpc>
        <a:spcBef>
          <a:spcPct val="0"/>
        </a:spcBef>
        <a:spcAft>
          <a:spcPct val="0"/>
        </a:spcAft>
        <a:defRPr sz="2600" b="1">
          <a:solidFill>
            <a:schemeClr val="accent1"/>
          </a:solidFill>
          <a:latin typeface="Verdana" pitchFamily="-111" charset="0"/>
        </a:defRPr>
      </a:lvl8pPr>
      <a:lvl9pPr marL="1828800" algn="l" defTabSz="947738" rtl="0" eaLnBrk="0" fontAlgn="base" hangingPunct="0">
        <a:lnSpc>
          <a:spcPct val="105000"/>
        </a:lnSpc>
        <a:spcBef>
          <a:spcPct val="0"/>
        </a:spcBef>
        <a:spcAft>
          <a:spcPct val="0"/>
        </a:spcAft>
        <a:defRPr sz="2600" b="1">
          <a:solidFill>
            <a:schemeClr val="accent1"/>
          </a:solidFill>
          <a:latin typeface="Verdana" pitchFamily="-111" charset="0"/>
        </a:defRPr>
      </a:lvl9pPr>
    </p:titleStyle>
    <p:bodyStyle>
      <a:lvl1pPr algn="l" defTabSz="947738" rtl="0" eaLnBrk="0" fontAlgn="base" hangingPunct="0">
        <a:spcBef>
          <a:spcPct val="20000"/>
        </a:spcBef>
        <a:spcAft>
          <a:spcPct val="20000"/>
        </a:spcAft>
        <a:buClr>
          <a:schemeClr val="tx2"/>
        </a:buClr>
        <a:buSzPct val="100000"/>
        <a:defRPr sz="2000">
          <a:solidFill>
            <a:schemeClr val="tx1"/>
          </a:solidFill>
          <a:latin typeface="+mn-lt"/>
          <a:ea typeface="+mn-ea"/>
          <a:cs typeface="+mn-cs"/>
        </a:defRPr>
      </a:lvl1pPr>
      <a:lvl2pPr marL="234950" indent="-233363" algn="l" defTabSz="947738" rtl="0" eaLnBrk="0" fontAlgn="base" hangingPunct="0">
        <a:spcBef>
          <a:spcPct val="10000"/>
        </a:spcBef>
        <a:spcAft>
          <a:spcPct val="30000"/>
        </a:spcAft>
        <a:buClr>
          <a:schemeClr val="tx1"/>
        </a:buClr>
        <a:buSzPct val="80000"/>
        <a:buChar char="•"/>
        <a:defRPr sz="2000">
          <a:solidFill>
            <a:schemeClr val="tx1"/>
          </a:solidFill>
          <a:latin typeface="+mn-lt"/>
          <a:ea typeface="ＭＳ Ｐゴシック" pitchFamily="-111" charset="-128"/>
        </a:defRPr>
      </a:lvl2pPr>
      <a:lvl3pPr marL="461963" indent="-225425" algn="l" defTabSz="947738" rtl="0" eaLnBrk="0" fontAlgn="base" hangingPunct="0">
        <a:spcBef>
          <a:spcPct val="0"/>
        </a:spcBef>
        <a:spcAft>
          <a:spcPct val="20000"/>
        </a:spcAft>
        <a:buClr>
          <a:schemeClr val="tx1"/>
        </a:buClr>
        <a:buSzPct val="80000"/>
        <a:buFont typeface="IB Wb Regular" pitchFamily="-111" charset="0"/>
        <a:buChar char="–"/>
        <a:defRPr>
          <a:solidFill>
            <a:schemeClr val="tx1"/>
          </a:solidFill>
          <a:latin typeface="+mn-lt"/>
          <a:ea typeface="ＭＳ Ｐゴシック" pitchFamily="-111" charset="-128"/>
        </a:defRPr>
      </a:lvl3pPr>
      <a:lvl4pPr marL="692150" indent="-228600" algn="l" defTabSz="947738" rtl="0" eaLnBrk="0" fontAlgn="base" hangingPunct="0">
        <a:spcBef>
          <a:spcPct val="0"/>
        </a:spcBef>
        <a:spcAft>
          <a:spcPct val="20000"/>
        </a:spcAft>
        <a:buClr>
          <a:schemeClr val="tx1"/>
        </a:buClr>
        <a:buSzPct val="80000"/>
        <a:buChar char="•"/>
        <a:defRPr sz="1600">
          <a:solidFill>
            <a:schemeClr val="tx1"/>
          </a:solidFill>
          <a:latin typeface="+mn-lt"/>
          <a:ea typeface="ＭＳ Ｐゴシック" pitchFamily="-111" charset="-128"/>
        </a:defRPr>
      </a:lvl4pPr>
      <a:lvl5pPr marL="915988" indent="-222250" algn="l" defTabSz="947738" rtl="0" eaLnBrk="0" fontAlgn="base" hangingPunct="0">
        <a:spcBef>
          <a:spcPct val="0"/>
        </a:spcBef>
        <a:spcAft>
          <a:spcPct val="20000"/>
        </a:spcAft>
        <a:buClr>
          <a:schemeClr val="tx1"/>
        </a:buClr>
        <a:buSzPct val="80000"/>
        <a:buFont typeface="Verdana" pitchFamily="-111" charset="0"/>
        <a:buChar char="–"/>
        <a:defRPr sz="1600">
          <a:solidFill>
            <a:schemeClr val="tx1"/>
          </a:solidFill>
          <a:latin typeface="+mn-lt"/>
          <a:ea typeface="ＭＳ Ｐゴシック" pitchFamily="-111" charset="-128"/>
        </a:defRPr>
      </a:lvl5pPr>
      <a:lvl6pPr marL="1373188" indent="-222250" algn="l" defTabSz="947738" rtl="0" eaLnBrk="0" fontAlgn="base" hangingPunct="0">
        <a:spcBef>
          <a:spcPct val="0"/>
        </a:spcBef>
        <a:spcAft>
          <a:spcPct val="20000"/>
        </a:spcAft>
        <a:buClr>
          <a:schemeClr val="tx1"/>
        </a:buClr>
        <a:buSzPct val="80000"/>
        <a:buFont typeface="Verdana" pitchFamily="-111" charset="0"/>
        <a:buChar char="–"/>
        <a:defRPr sz="1600">
          <a:solidFill>
            <a:schemeClr val="tx1"/>
          </a:solidFill>
          <a:latin typeface="+mn-lt"/>
          <a:ea typeface="ＭＳ Ｐゴシック" pitchFamily="-111" charset="-128"/>
        </a:defRPr>
      </a:lvl6pPr>
      <a:lvl7pPr marL="1830388" indent="-222250" algn="l" defTabSz="947738" rtl="0" eaLnBrk="0" fontAlgn="base" hangingPunct="0">
        <a:spcBef>
          <a:spcPct val="0"/>
        </a:spcBef>
        <a:spcAft>
          <a:spcPct val="20000"/>
        </a:spcAft>
        <a:buClr>
          <a:schemeClr val="tx1"/>
        </a:buClr>
        <a:buSzPct val="80000"/>
        <a:buFont typeface="Verdana" pitchFamily="-111" charset="0"/>
        <a:buChar char="–"/>
        <a:defRPr sz="1600">
          <a:solidFill>
            <a:schemeClr val="tx1"/>
          </a:solidFill>
          <a:latin typeface="+mn-lt"/>
          <a:ea typeface="ＭＳ Ｐゴシック" pitchFamily="-111" charset="-128"/>
        </a:defRPr>
      </a:lvl7pPr>
      <a:lvl8pPr marL="2287588" indent="-222250" algn="l" defTabSz="947738" rtl="0" eaLnBrk="0" fontAlgn="base" hangingPunct="0">
        <a:spcBef>
          <a:spcPct val="0"/>
        </a:spcBef>
        <a:spcAft>
          <a:spcPct val="20000"/>
        </a:spcAft>
        <a:buClr>
          <a:schemeClr val="tx1"/>
        </a:buClr>
        <a:buSzPct val="80000"/>
        <a:buFont typeface="Verdana" pitchFamily="-111" charset="0"/>
        <a:buChar char="–"/>
        <a:defRPr sz="1600">
          <a:solidFill>
            <a:schemeClr val="tx1"/>
          </a:solidFill>
          <a:latin typeface="+mn-lt"/>
          <a:ea typeface="ＭＳ Ｐゴシック" pitchFamily="-111" charset="-128"/>
        </a:defRPr>
      </a:lvl8pPr>
      <a:lvl9pPr marL="2744788" indent="-222250" algn="l" defTabSz="947738" rtl="0" eaLnBrk="0" fontAlgn="base" hangingPunct="0">
        <a:spcBef>
          <a:spcPct val="0"/>
        </a:spcBef>
        <a:spcAft>
          <a:spcPct val="20000"/>
        </a:spcAft>
        <a:buClr>
          <a:schemeClr val="tx1"/>
        </a:buClr>
        <a:buSzPct val="80000"/>
        <a:buFont typeface="Verdana" pitchFamily="-111" charset="0"/>
        <a:buChar char="–"/>
        <a:defRPr sz="1600">
          <a:solidFill>
            <a:schemeClr val="tx1"/>
          </a:solidFill>
          <a:latin typeface="+mn-lt"/>
          <a:ea typeface="ＭＳ Ｐゴシック" pitchFamily="-111"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3B8CE62-AEBD-0B4F-8F0E-75769CAF2984}"/>
              </a:ext>
            </a:extLst>
          </p:cNvPr>
          <p:cNvSpPr>
            <a:spLocks noGrp="1" noChangeArrowheads="1"/>
          </p:cNvSpPr>
          <p:nvPr>
            <p:ph type="title"/>
          </p:nvPr>
        </p:nvSpPr>
        <p:spPr bwMode="auto">
          <a:xfrm>
            <a:off x="381000" y="200025"/>
            <a:ext cx="8393113" cy="695325"/>
          </a:xfrm>
          <a:prstGeom prst="rect">
            <a:avLst/>
          </a:prstGeom>
          <a:noFill/>
          <a:ln>
            <a:noFill/>
          </a:ln>
          <a:effectLst/>
          <a:extLst>
            <a:ext uri="{909E8E84-426E-40dd-AFC4-6F175D3DCCD1}"/>
            <a:ext uri="{91240B29-F687-4f45-9708-019B960494DF}"/>
            <a:ext uri="{AF507438-7753-43e0-B8FC-AC1667EBCBE1}"/>
            <a:ext uri="{FAA26D3D-D897-4be2-8F04-BA451C77F1D7}"/>
          </a:extLst>
        </p:spPr>
        <p:txBody>
          <a:bodyPr vert="horz" wrap="square" lIns="91440" tIns="45720" rIns="91440" bIns="45720" numCol="1" anchor="t" anchorCtr="0" compatLnSpc="1">
            <a:prstTxWarp prst="textNoShape">
              <a:avLst/>
            </a:prstTxWarp>
            <a:spAutoFit/>
          </a:bodyPr>
          <a:lstStyle/>
          <a:p>
            <a:pPr lvl="0"/>
            <a:r>
              <a:rPr lang="en-US" altLang="zh-CN"/>
              <a:t>Click to edit Title Slide</a:t>
            </a:r>
          </a:p>
        </p:txBody>
      </p:sp>
      <p:sp>
        <p:nvSpPr>
          <p:cNvPr id="1032" name="Rectangle 8">
            <a:extLst>
              <a:ext uri="{FF2B5EF4-FFF2-40B4-BE49-F238E27FC236}">
                <a16:creationId xmlns:a16="http://schemas.microsoft.com/office/drawing/2014/main" id="{18E8B042-802C-6043-85A8-4FF5CF70E0FA}"/>
              </a:ext>
            </a:extLst>
          </p:cNvPr>
          <p:cNvSpPr>
            <a:spLocks noGrp="1" noChangeArrowheads="1"/>
          </p:cNvSpPr>
          <p:nvPr>
            <p:ph type="body" idx="1"/>
          </p:nvPr>
        </p:nvSpPr>
        <p:spPr bwMode="auto">
          <a:xfrm>
            <a:off x="381000" y="1068388"/>
            <a:ext cx="8388350" cy="1905000"/>
          </a:xfrm>
          <a:prstGeom prst="rect">
            <a:avLst/>
          </a:prstGeom>
          <a:noFill/>
          <a:ln>
            <a:noFill/>
          </a:ln>
          <a:effectLst/>
          <a:extLst>
            <a:ext uri="{909E8E84-426E-40dd-AFC4-6F175D3DCCD1}"/>
            <a:ext uri="{91240B29-F687-4f45-9708-019B960494DF}"/>
            <a:ext uri="{AF507438-7753-43e0-B8FC-AC1667EBCBE1}"/>
            <a:ext uri="{FAA26D3D-D897-4be2-8F04-BA451C77F1D7}"/>
          </a:extLst>
        </p:spPr>
        <p:txBody>
          <a:bodyPr vert="horz" wrap="square" lIns="91440" tIns="45720" rIns="91440" bIns="45720" numCol="1" anchor="t" anchorCtr="0" compatLnSpc="1">
            <a:prstTxWarp prst="textNoShape">
              <a:avLst/>
            </a:prstTxWarp>
            <a:sp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38" name="Text Box 14">
            <a:extLst>
              <a:ext uri="{FF2B5EF4-FFF2-40B4-BE49-F238E27FC236}">
                <a16:creationId xmlns:a16="http://schemas.microsoft.com/office/drawing/2014/main" id="{7EE1789B-6438-C44E-AC9A-6E229E4F7E6D}"/>
              </a:ext>
            </a:extLst>
          </p:cNvPr>
          <p:cNvSpPr txBox="1">
            <a:spLocks noChangeArrowheads="1"/>
          </p:cNvSpPr>
          <p:nvPr userDrawn="1"/>
        </p:nvSpPr>
        <p:spPr bwMode="auto">
          <a:xfrm>
            <a:off x="6835775" y="6464300"/>
            <a:ext cx="520700" cy="274638"/>
          </a:xfrm>
          <a:prstGeom prst="rect">
            <a:avLst/>
          </a:prstGeom>
          <a:noFill/>
          <a:ln>
            <a:noFill/>
          </a:ln>
          <a:effectLst/>
          <a:extLst>
            <a:ext uri="{909E8E84-426E-40dd-AFC4-6F175D3DCCD1}"/>
            <a:ext uri="{91240B29-F687-4f45-9708-019B960494DF}"/>
            <a:ext uri="{AF507438-7753-43e0-B8FC-AC1667EBCBE1}"/>
          </a:extLst>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fld id="{8A659FC8-52AF-D547-84C9-080AC3A365F6}" type="slidenum">
              <a:rPr lang="zh-CN" altLang="en-US" sz="1200" smtClean="0">
                <a:effectLst>
                  <a:outerShdw blurRad="38100" dist="38100" dir="2700000" algn="tl">
                    <a:srgbClr val="000000"/>
                  </a:outerShdw>
                </a:effectLst>
                <a:ea typeface="宋体" panose="02010600030101010101" pitchFamily="2" charset="-122"/>
              </a:rPr>
              <a:pPr eaLnBrk="1" hangingPunct="1">
                <a:spcBef>
                  <a:spcPct val="50000"/>
                </a:spcBef>
                <a:defRPr/>
              </a:pPr>
              <a:t>‹#›</a:t>
            </a:fld>
            <a:endParaRPr lang="en-US" altLang="zh-CN" sz="1200">
              <a:effectLst>
                <a:outerShdw blurRad="38100" dist="38100" dir="2700000" algn="tl">
                  <a:srgbClr val="000000"/>
                </a:outerShdw>
              </a:effectLst>
              <a:ea typeface="宋体" panose="02010600030101010101" pitchFamily="2" charset="-122"/>
            </a:endParaRPr>
          </a:p>
        </p:txBody>
      </p:sp>
    </p:spTree>
    <p:extLst>
      <p:ext uri="{BB962C8B-B14F-4D97-AF65-F5344CB8AC3E}">
        <p14:creationId xmlns:p14="http://schemas.microsoft.com/office/powerpoint/2010/main" val="131157447"/>
      </p:ext>
    </p:extLst>
  </p:cSld>
  <p:clrMap bg1="dk2" tx1="lt1" bg2="dk1"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ransition>
    <p:strips dir="rd"/>
  </p:transition>
  <p:txStyles>
    <p:titleStyle>
      <a:lvl1pPr algn="l" rtl="0" eaLnBrk="0" fontAlgn="base" hangingPunct="0">
        <a:lnSpc>
          <a:spcPct val="90000"/>
        </a:lnSpc>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l" rtl="0" eaLnBrk="0" fontAlgn="base" hangingPunct="0">
        <a:lnSpc>
          <a:spcPct val="90000"/>
        </a:lnSpc>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charset="0"/>
        </a:defRPr>
      </a:lvl2pPr>
      <a:lvl3pPr algn="l" rtl="0" eaLnBrk="0" fontAlgn="base" hangingPunct="0">
        <a:lnSpc>
          <a:spcPct val="90000"/>
        </a:lnSpc>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charset="0"/>
        </a:defRPr>
      </a:lvl3pPr>
      <a:lvl4pPr algn="l" rtl="0" eaLnBrk="0" fontAlgn="base" hangingPunct="0">
        <a:lnSpc>
          <a:spcPct val="90000"/>
        </a:lnSpc>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charset="0"/>
        </a:defRPr>
      </a:lvl4pPr>
      <a:lvl5pPr algn="l" rtl="0" eaLnBrk="0" fontAlgn="base" hangingPunct="0">
        <a:lnSpc>
          <a:spcPct val="90000"/>
        </a:lnSpc>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charset="0"/>
        </a:defRPr>
      </a:lvl5pPr>
      <a:lvl6pPr marL="457200" algn="l" rtl="0" fontAlgn="base">
        <a:lnSpc>
          <a:spcPct val="90000"/>
        </a:lnSpc>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charset="0"/>
        </a:defRPr>
      </a:lvl6pPr>
      <a:lvl7pPr marL="914400" algn="l" rtl="0" fontAlgn="base">
        <a:lnSpc>
          <a:spcPct val="90000"/>
        </a:lnSpc>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charset="0"/>
        </a:defRPr>
      </a:lvl7pPr>
      <a:lvl8pPr marL="1371600" algn="l" rtl="0" fontAlgn="base">
        <a:lnSpc>
          <a:spcPct val="90000"/>
        </a:lnSpc>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charset="0"/>
        </a:defRPr>
      </a:lvl8pPr>
      <a:lvl9pPr marL="1828800" algn="l" rtl="0" fontAlgn="base">
        <a:lnSpc>
          <a:spcPct val="90000"/>
        </a:lnSpc>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charset="0"/>
        </a:defRPr>
      </a:lvl9pPr>
    </p:titleStyle>
    <p:bodyStyle>
      <a:lvl1pPr marL="571500" indent="-571500" algn="l" rtl="0" eaLnBrk="0" fontAlgn="base" hangingPunct="0">
        <a:lnSpc>
          <a:spcPct val="90000"/>
        </a:lnSpc>
        <a:spcBef>
          <a:spcPct val="30000"/>
        </a:spcBef>
        <a:spcAft>
          <a:spcPct val="0"/>
        </a:spcAft>
        <a:buClr>
          <a:schemeClr val="tx2"/>
        </a:buClr>
        <a:buSzPct val="75000"/>
        <a:buFont typeface="Wingdings" pitchFamily="2" charset="2"/>
        <a:buChar char="l"/>
        <a:defRPr sz="2800">
          <a:solidFill>
            <a:schemeClr val="tx1"/>
          </a:solidFill>
          <a:effectLst>
            <a:outerShdw blurRad="38100" dist="38100" dir="2700000" algn="tl">
              <a:srgbClr val="000000"/>
            </a:outerShdw>
          </a:effectLst>
          <a:latin typeface="+mn-lt"/>
          <a:ea typeface="+mn-ea"/>
          <a:cs typeface="+mn-cs"/>
        </a:defRPr>
      </a:lvl1pPr>
      <a:lvl2pPr marL="1028700" indent="-455613" algn="l" rtl="0" eaLnBrk="0" fontAlgn="base" hangingPunct="0">
        <a:lnSpc>
          <a:spcPct val="90000"/>
        </a:lnSpc>
        <a:spcBef>
          <a:spcPct val="30000"/>
        </a:spcBef>
        <a:spcAft>
          <a:spcPct val="0"/>
        </a:spcAft>
        <a:buClr>
          <a:schemeClr val="tx2"/>
        </a:buClr>
        <a:buSzPct val="75000"/>
        <a:buFont typeface="Wingdings" pitchFamily="2" charset="2"/>
        <a:buChar char="Ø"/>
        <a:defRPr sz="2400">
          <a:solidFill>
            <a:schemeClr val="tx1"/>
          </a:solidFill>
          <a:effectLst>
            <a:outerShdw blurRad="38100" dist="38100" dir="2700000" algn="tl">
              <a:srgbClr val="000000"/>
            </a:outerShdw>
          </a:effectLst>
          <a:latin typeface="+mn-lt"/>
          <a:ea typeface="+mn-ea"/>
        </a:defRPr>
      </a:lvl2pPr>
      <a:lvl3pPr marL="1428750" indent="-398463" algn="l" rtl="0" eaLnBrk="0" fontAlgn="base" hangingPunct="0">
        <a:lnSpc>
          <a:spcPct val="90000"/>
        </a:lnSpc>
        <a:spcBef>
          <a:spcPct val="30000"/>
        </a:spcBef>
        <a:spcAft>
          <a:spcPct val="0"/>
        </a:spcAft>
        <a:buClr>
          <a:schemeClr val="tx2"/>
        </a:buClr>
        <a:buSzPct val="75000"/>
        <a:buFont typeface="Wingdings" pitchFamily="2" charset="2"/>
        <a:buChar char="§"/>
        <a:defRPr sz="2000">
          <a:solidFill>
            <a:schemeClr val="tx1"/>
          </a:solidFill>
          <a:effectLst>
            <a:outerShdw blurRad="38100" dist="38100" dir="2700000" algn="tl">
              <a:srgbClr val="000000"/>
            </a:outerShdw>
          </a:effectLst>
          <a:latin typeface="+mn-lt"/>
          <a:ea typeface="+mn-ea"/>
        </a:defRPr>
      </a:lvl3pPr>
      <a:lvl4pPr marL="1828800" indent="-398463" algn="l" rtl="0" eaLnBrk="0" fontAlgn="base" hangingPunct="0">
        <a:lnSpc>
          <a:spcPct val="90000"/>
        </a:lnSpc>
        <a:spcBef>
          <a:spcPct val="30000"/>
        </a:spcBef>
        <a:spcAft>
          <a:spcPct val="0"/>
        </a:spcAft>
        <a:buClr>
          <a:schemeClr val="tx2"/>
        </a:buClr>
        <a:buSzPct val="75000"/>
        <a:buFont typeface="Wingdings" pitchFamily="2" charset="2"/>
        <a:buChar char="§"/>
        <a:defRPr>
          <a:solidFill>
            <a:schemeClr val="tx1"/>
          </a:solidFill>
          <a:effectLst>
            <a:outerShdw blurRad="38100" dist="38100" dir="2700000" algn="tl">
              <a:srgbClr val="000000"/>
            </a:outerShdw>
          </a:effectLst>
          <a:latin typeface="+mn-lt"/>
          <a:ea typeface="+mn-ea"/>
        </a:defRPr>
      </a:lvl4pPr>
      <a:lvl5pPr marL="2227263" indent="-396875" algn="l" rtl="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effectLst>
            <a:outerShdw blurRad="38100" dist="38100" dir="2700000" algn="tl">
              <a:srgbClr val="000000"/>
            </a:outerShdw>
          </a:effectLst>
          <a:latin typeface="+mn-lt"/>
          <a:ea typeface="+mn-ea"/>
        </a:defRPr>
      </a:lvl5pPr>
      <a:lvl6pPr marL="2684463" indent="-396875" algn="l" rtl="0" fontAlgn="base">
        <a:lnSpc>
          <a:spcPct val="90000"/>
        </a:lnSpc>
        <a:spcBef>
          <a:spcPct val="30000"/>
        </a:spcBef>
        <a:spcAft>
          <a:spcPct val="0"/>
        </a:spcAft>
        <a:buClr>
          <a:schemeClr val="tx2"/>
        </a:buClr>
        <a:buSzPct val="75000"/>
        <a:buFont typeface="Wingdings" charset="0"/>
        <a:buChar char="§"/>
        <a:defRPr sz="1600">
          <a:solidFill>
            <a:schemeClr val="tx1"/>
          </a:solidFill>
          <a:effectLst>
            <a:outerShdw blurRad="38100" dist="38100" dir="2700000" algn="tl">
              <a:srgbClr val="000000"/>
            </a:outerShdw>
          </a:effectLst>
          <a:latin typeface="+mn-lt"/>
          <a:ea typeface="+mn-ea"/>
        </a:defRPr>
      </a:lvl6pPr>
      <a:lvl7pPr marL="3141663" indent="-396875" algn="l" rtl="0" fontAlgn="base">
        <a:lnSpc>
          <a:spcPct val="90000"/>
        </a:lnSpc>
        <a:spcBef>
          <a:spcPct val="30000"/>
        </a:spcBef>
        <a:spcAft>
          <a:spcPct val="0"/>
        </a:spcAft>
        <a:buClr>
          <a:schemeClr val="tx2"/>
        </a:buClr>
        <a:buSzPct val="75000"/>
        <a:buFont typeface="Wingdings" charset="0"/>
        <a:buChar char="§"/>
        <a:defRPr sz="1600">
          <a:solidFill>
            <a:schemeClr val="tx1"/>
          </a:solidFill>
          <a:effectLst>
            <a:outerShdw blurRad="38100" dist="38100" dir="2700000" algn="tl">
              <a:srgbClr val="000000"/>
            </a:outerShdw>
          </a:effectLst>
          <a:latin typeface="+mn-lt"/>
          <a:ea typeface="+mn-ea"/>
        </a:defRPr>
      </a:lvl7pPr>
      <a:lvl8pPr marL="3598863" indent="-396875" algn="l" rtl="0" fontAlgn="base">
        <a:lnSpc>
          <a:spcPct val="90000"/>
        </a:lnSpc>
        <a:spcBef>
          <a:spcPct val="30000"/>
        </a:spcBef>
        <a:spcAft>
          <a:spcPct val="0"/>
        </a:spcAft>
        <a:buClr>
          <a:schemeClr val="tx2"/>
        </a:buClr>
        <a:buSzPct val="75000"/>
        <a:buFont typeface="Wingdings" charset="0"/>
        <a:buChar char="§"/>
        <a:defRPr sz="1600">
          <a:solidFill>
            <a:schemeClr val="tx1"/>
          </a:solidFill>
          <a:effectLst>
            <a:outerShdw blurRad="38100" dist="38100" dir="2700000" algn="tl">
              <a:srgbClr val="000000"/>
            </a:outerShdw>
          </a:effectLst>
          <a:latin typeface="+mn-lt"/>
          <a:ea typeface="+mn-ea"/>
        </a:defRPr>
      </a:lvl8pPr>
      <a:lvl9pPr marL="4056063" indent="-396875" algn="l" rtl="0" fontAlgn="base">
        <a:lnSpc>
          <a:spcPct val="90000"/>
        </a:lnSpc>
        <a:spcBef>
          <a:spcPct val="30000"/>
        </a:spcBef>
        <a:spcAft>
          <a:spcPct val="0"/>
        </a:spcAft>
        <a:buClr>
          <a:schemeClr val="tx2"/>
        </a:buClr>
        <a:buSzPct val="75000"/>
        <a:buFont typeface="Wingdings" charset="0"/>
        <a:buChar char="§"/>
        <a:defRPr sz="1600">
          <a:solidFill>
            <a:schemeClr val="tx1"/>
          </a:solidFill>
          <a:effectLst>
            <a:outerShdw blurRad="38100" dist="38100" dir="2700000" algn="tl">
              <a:srgbClr val="000000"/>
            </a:outerShdw>
          </a:effectLst>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33400" y="228600"/>
            <a:ext cx="77724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37" tIns="45717" rIns="91437" bIns="45717"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533400" y="1611316"/>
            <a:ext cx="7772400" cy="4648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37" tIns="45717" rIns="91437" bIns="45717"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685802" y="6248400"/>
            <a:ext cx="1905000" cy="457200"/>
          </a:xfrm>
          <a:prstGeom prst="rect">
            <a:avLst/>
          </a:prstGeom>
          <a:noFill/>
          <a:ln w="9525">
            <a:noFill/>
            <a:miter lim="800000"/>
            <a:headEnd/>
            <a:tailEnd/>
          </a:ln>
          <a:effectLst/>
        </p:spPr>
        <p:txBody>
          <a:bodyPr vert="horz" wrap="square" lIns="91437" tIns="45717" rIns="91437" bIns="45717" numCol="1" anchor="t" anchorCtr="0" compatLnSpc="1">
            <a:prstTxWarp prst="textNoShape">
              <a:avLst/>
            </a:prstTxWarp>
          </a:bodyPr>
          <a:lstStyle>
            <a:lvl1pPr>
              <a:defRPr sz="1400">
                <a:latin typeface="Times New Roman" pitchFamily="18" charset="0"/>
              </a:defRPr>
            </a:lvl1pPr>
          </a:lstStyle>
          <a:p>
            <a:pPr eaLnBrk="0" fontAlgn="base" hangingPunct="0">
              <a:spcBef>
                <a:spcPct val="0"/>
              </a:spcBef>
              <a:spcAft>
                <a:spcPct val="0"/>
              </a:spcAft>
            </a:pPr>
            <a:fld id="{B1CEA366-81BC-45F4-9380-274A2B799574}" type="datetime1">
              <a:rPr lang="en-US" altLang="en-US">
                <a:solidFill>
                  <a:srgbClr val="000000"/>
                </a:solidFill>
                <a:ea typeface="ＭＳ Ｐゴシック" pitchFamily="34" charset="-128"/>
              </a:rPr>
              <a:pPr eaLnBrk="0" fontAlgn="base" hangingPunct="0">
                <a:spcBef>
                  <a:spcPct val="0"/>
                </a:spcBef>
                <a:spcAft>
                  <a:spcPct val="0"/>
                </a:spcAft>
              </a:pPr>
              <a:t>1/5/25</a:t>
            </a:fld>
            <a:endParaRPr lang="en-US" altLang="en-US">
              <a:solidFill>
                <a:srgbClr val="000000"/>
              </a:solidFill>
              <a:ea typeface="ＭＳ Ｐゴシック" pitchFamily="34" charset="-128"/>
            </a:endParaRPr>
          </a:p>
        </p:txBody>
      </p:sp>
      <p:sp>
        <p:nvSpPr>
          <p:cNvPr id="195589" name="Rectangle 5"/>
          <p:cNvSpPr>
            <a:spLocks noGrp="1" noChangeArrowheads="1"/>
          </p:cNvSpPr>
          <p:nvPr>
            <p:ph type="ftr" sz="quarter" idx="3"/>
          </p:nvPr>
        </p:nvSpPr>
        <p:spPr bwMode="auto">
          <a:xfrm>
            <a:off x="5576888" y="6467475"/>
            <a:ext cx="2895600" cy="287338"/>
          </a:xfrm>
          <a:prstGeom prst="rect">
            <a:avLst/>
          </a:prstGeom>
          <a:noFill/>
          <a:ln w="9525">
            <a:noFill/>
            <a:miter lim="800000"/>
            <a:headEnd/>
            <a:tailEnd/>
          </a:ln>
          <a:effectLst/>
        </p:spPr>
        <p:txBody>
          <a:bodyPr vert="horz" wrap="square" lIns="91437" tIns="45717" rIns="91437" bIns="45717" numCol="1" anchor="t" anchorCtr="0" compatLnSpc="1">
            <a:prstTxWarp prst="textNoShape">
              <a:avLst/>
            </a:prstTxWarp>
          </a:bodyPr>
          <a:lstStyle>
            <a:lvl1pPr algn="r">
              <a:defRPr sz="1200">
                <a:latin typeface="Tahoma" pitchFamily="34" charset="0"/>
                <a:ea typeface="+mn-ea"/>
                <a:cs typeface="+mn-cs"/>
              </a:defRPr>
            </a:lvl1pPr>
          </a:lstStyle>
          <a:p>
            <a:pPr eaLnBrk="0" fontAlgn="base" hangingPunct="0">
              <a:spcBef>
                <a:spcPct val="0"/>
              </a:spcBef>
              <a:spcAft>
                <a:spcPct val="0"/>
              </a:spcAft>
              <a:defRPr/>
            </a:pPr>
            <a:r>
              <a:rPr lang="en-US">
                <a:solidFill>
                  <a:srgbClr val="000000"/>
                </a:solidFill>
              </a:rPr>
              <a:t>Introduction</a:t>
            </a:r>
          </a:p>
        </p:txBody>
      </p:sp>
      <p:sp>
        <p:nvSpPr>
          <p:cNvPr id="195590" name="Rectangle 6"/>
          <p:cNvSpPr>
            <a:spLocks noGrp="1" noChangeArrowheads="1"/>
          </p:cNvSpPr>
          <p:nvPr>
            <p:ph type="sldNum" sz="quarter" idx="4"/>
          </p:nvPr>
        </p:nvSpPr>
        <p:spPr bwMode="auto">
          <a:xfrm>
            <a:off x="8324853" y="6462716"/>
            <a:ext cx="676275" cy="276225"/>
          </a:xfrm>
          <a:prstGeom prst="rect">
            <a:avLst/>
          </a:prstGeom>
          <a:noFill/>
          <a:ln w="9525">
            <a:noFill/>
            <a:miter lim="800000"/>
            <a:headEnd/>
            <a:tailEnd/>
          </a:ln>
          <a:effectLst/>
        </p:spPr>
        <p:txBody>
          <a:bodyPr vert="horz" wrap="square" lIns="91437" tIns="45717" rIns="91437" bIns="45717" numCol="1" anchor="t" anchorCtr="0" compatLnSpc="1">
            <a:prstTxWarp prst="textNoShape">
              <a:avLst/>
            </a:prstTxWarp>
          </a:bodyPr>
          <a:lstStyle>
            <a:lvl1pPr>
              <a:defRPr sz="1200">
                <a:latin typeface="Tahoma" pitchFamily="34" charset="0"/>
              </a:defRPr>
            </a:lvl1pPr>
          </a:lstStyle>
          <a:p>
            <a:pPr eaLnBrk="0" fontAlgn="base" hangingPunct="0">
              <a:spcBef>
                <a:spcPct val="0"/>
              </a:spcBef>
              <a:spcAft>
                <a:spcPct val="0"/>
              </a:spcAft>
            </a:pPr>
            <a:r>
              <a:rPr lang="en-US" altLang="en-US">
                <a:solidFill>
                  <a:srgbClr val="000000"/>
                </a:solidFill>
                <a:ea typeface="ＭＳ Ｐゴシック" pitchFamily="34" charset="-128"/>
              </a:rPr>
              <a:t>2-</a:t>
            </a:r>
            <a:fld id="{4456EA28-5B73-451B-8E74-50C687511E4B}" type="slidenum">
              <a:rPr lang="en-US" altLang="en-US">
                <a:solidFill>
                  <a:srgbClr val="000000"/>
                </a:solidFill>
                <a:ea typeface="ＭＳ Ｐゴシック" pitchFamily="34" charset="-128"/>
              </a:rPr>
              <a:pPr eaLnBrk="0" fontAlgn="base" hangingPunct="0">
                <a:spcBef>
                  <a:spcPct val="0"/>
                </a:spcBef>
                <a:spcAft>
                  <a:spcPct val="0"/>
                </a:spcAft>
              </a:pPr>
              <a:t>‹#›</a:t>
            </a:fld>
            <a:endParaRPr lang="en-US" altLang="en-US">
              <a:solidFill>
                <a:srgbClr val="000000"/>
              </a:solidFill>
              <a:ea typeface="ＭＳ Ｐゴシック" pitchFamily="34" charset="-128"/>
            </a:endParaRPr>
          </a:p>
        </p:txBody>
      </p:sp>
    </p:spTree>
    <p:extLst>
      <p:ext uri="{BB962C8B-B14F-4D97-AF65-F5344CB8AC3E}">
        <p14:creationId xmlns:p14="http://schemas.microsoft.com/office/powerpoint/2010/main" val="3508915647"/>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Lst>
  <p:hf hdr="0" dt="0"/>
  <p:txStyles>
    <p:titleStyle>
      <a:lvl1pPr algn="l" rtl="0" eaLnBrk="0" fontAlgn="base" hangingPunct="0">
        <a:spcBef>
          <a:spcPct val="0"/>
        </a:spcBef>
        <a:spcAft>
          <a:spcPct val="0"/>
        </a:spcAft>
        <a:defRPr sz="4400">
          <a:solidFill>
            <a:srgbClr val="000099"/>
          </a:solidFill>
          <a:latin typeface="+mj-lt"/>
          <a:ea typeface="ＭＳ Ｐゴシック" charset="0"/>
          <a:cs typeface="+mj-cs"/>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5pPr>
      <a:lvl6pPr marL="457187" algn="l" rtl="0" fontAlgn="base">
        <a:spcBef>
          <a:spcPct val="0"/>
        </a:spcBef>
        <a:spcAft>
          <a:spcPct val="0"/>
        </a:spcAft>
        <a:defRPr sz="4400">
          <a:solidFill>
            <a:srgbClr val="000099"/>
          </a:solidFill>
          <a:latin typeface="Gill Sans MT" pitchFamily="34" charset="0"/>
          <a:cs typeface="Arial" charset="0"/>
        </a:defRPr>
      </a:lvl6pPr>
      <a:lvl7pPr marL="914373" algn="l" rtl="0" fontAlgn="base">
        <a:spcBef>
          <a:spcPct val="0"/>
        </a:spcBef>
        <a:spcAft>
          <a:spcPct val="0"/>
        </a:spcAft>
        <a:defRPr sz="4400">
          <a:solidFill>
            <a:srgbClr val="000099"/>
          </a:solidFill>
          <a:latin typeface="Gill Sans MT" pitchFamily="34" charset="0"/>
          <a:cs typeface="Arial" charset="0"/>
        </a:defRPr>
      </a:lvl7pPr>
      <a:lvl8pPr marL="1371560" algn="l" rtl="0" fontAlgn="base">
        <a:spcBef>
          <a:spcPct val="0"/>
        </a:spcBef>
        <a:spcAft>
          <a:spcPct val="0"/>
        </a:spcAft>
        <a:defRPr sz="4400">
          <a:solidFill>
            <a:srgbClr val="000099"/>
          </a:solidFill>
          <a:latin typeface="Gill Sans MT" pitchFamily="34" charset="0"/>
          <a:cs typeface="Arial" charset="0"/>
        </a:defRPr>
      </a:lvl8pPr>
      <a:lvl9pPr marL="1828746" algn="l" rtl="0" fontAlgn="base">
        <a:spcBef>
          <a:spcPct val="0"/>
        </a:spcBef>
        <a:spcAft>
          <a:spcPct val="0"/>
        </a:spcAft>
        <a:defRPr sz="4400">
          <a:solidFill>
            <a:srgbClr val="000099"/>
          </a:solidFill>
          <a:latin typeface="Gill Sans MT" pitchFamily="34" charset="0"/>
          <a:cs typeface="Arial" charset="0"/>
        </a:defRPr>
      </a:lvl9pPr>
    </p:titleStyle>
    <p:bodyStyle>
      <a:lvl1pPr marL="342889" indent="-342889" algn="l" rtl="0" eaLnBrk="0" fontAlgn="base" hangingPunct="0">
        <a:lnSpc>
          <a:spcPct val="85000"/>
        </a:lnSpc>
        <a:spcBef>
          <a:spcPct val="20000"/>
        </a:spcBef>
        <a:spcAft>
          <a:spcPct val="0"/>
        </a:spcAft>
        <a:buClr>
          <a:srgbClr val="000099"/>
        </a:buClr>
        <a:buSzPct val="65000"/>
        <a:buFont typeface="Wingdings" pitchFamily="2" charset="2"/>
        <a:buChar char="v"/>
        <a:defRPr sz="2800">
          <a:solidFill>
            <a:schemeClr val="tx1"/>
          </a:solidFill>
          <a:latin typeface="+mn-lt"/>
          <a:ea typeface="ＭＳ Ｐゴシック" charset="0"/>
          <a:cs typeface="+mn-cs"/>
        </a:defRPr>
      </a:lvl1pPr>
      <a:lvl2pPr marL="742928" indent="-285741" algn="l" rtl="0" eaLnBrk="0" fontAlgn="base" hangingPunct="0">
        <a:lnSpc>
          <a:spcPct val="85000"/>
        </a:lnSpc>
        <a:spcBef>
          <a:spcPct val="20000"/>
        </a:spcBef>
        <a:spcAft>
          <a:spcPct val="0"/>
        </a:spcAft>
        <a:buClr>
          <a:srgbClr val="000099"/>
        </a:buClr>
        <a:buFont typeface="Wingdings" pitchFamily="2" charset="2"/>
        <a:buChar char="§"/>
        <a:defRPr sz="2400">
          <a:solidFill>
            <a:schemeClr val="tx1"/>
          </a:solidFill>
          <a:latin typeface="+mn-lt"/>
          <a:ea typeface="Arial" charset="0"/>
          <a:cs typeface="+mn-cs"/>
        </a:defRPr>
      </a:lvl2pPr>
      <a:lvl3pPr marL="1142966" indent="-228593" algn="l" rtl="0" eaLnBrk="0" fontAlgn="base" hangingPunct="0">
        <a:spcBef>
          <a:spcPct val="20000"/>
        </a:spcBef>
        <a:spcAft>
          <a:spcPct val="0"/>
        </a:spcAft>
        <a:buChar char="•"/>
        <a:defRPr sz="2000">
          <a:solidFill>
            <a:schemeClr val="tx1"/>
          </a:solidFill>
          <a:latin typeface="Comic Sans MS" pitchFamily="66" charset="0"/>
          <a:ea typeface="Arial" charset="0"/>
          <a:cs typeface="+mn-cs"/>
        </a:defRPr>
      </a:lvl3pPr>
      <a:lvl4pPr marL="1600152" indent="-228593" algn="l" rtl="0" eaLnBrk="0" fontAlgn="base" hangingPunct="0">
        <a:spcBef>
          <a:spcPct val="20000"/>
        </a:spcBef>
        <a:spcAft>
          <a:spcPct val="0"/>
        </a:spcAft>
        <a:buChar char="–"/>
        <a:defRPr sz="2000">
          <a:solidFill>
            <a:schemeClr val="tx1"/>
          </a:solidFill>
          <a:latin typeface="Times New Roman" pitchFamily="18" charset="0"/>
          <a:ea typeface="Arial" charset="0"/>
          <a:cs typeface="+mn-cs"/>
        </a:defRPr>
      </a:lvl4pPr>
      <a:lvl5pPr marL="2057339" indent="-228593" algn="l" rtl="0" eaLnBrk="0" fontAlgn="base" hangingPunct="0">
        <a:spcBef>
          <a:spcPct val="20000"/>
        </a:spcBef>
        <a:spcAft>
          <a:spcPct val="0"/>
        </a:spcAft>
        <a:buChar char="»"/>
        <a:defRPr sz="2000">
          <a:solidFill>
            <a:schemeClr val="tx1"/>
          </a:solidFill>
          <a:latin typeface="Times New Roman" pitchFamily="18" charset="0"/>
          <a:ea typeface="Arial" charset="0"/>
          <a:cs typeface="+mn-cs"/>
        </a:defRPr>
      </a:lvl5pPr>
      <a:lvl6pPr marL="2514525" indent="-228593" algn="l" rtl="0" fontAlgn="base">
        <a:spcBef>
          <a:spcPct val="20000"/>
        </a:spcBef>
        <a:spcAft>
          <a:spcPct val="0"/>
        </a:spcAft>
        <a:buChar char="»"/>
        <a:defRPr sz="2000">
          <a:solidFill>
            <a:schemeClr val="tx1"/>
          </a:solidFill>
          <a:latin typeface="Times New Roman" pitchFamily="18" charset="0"/>
          <a:cs typeface="+mn-cs"/>
        </a:defRPr>
      </a:lvl6pPr>
      <a:lvl7pPr marL="2971711" indent="-228593" algn="l" rtl="0" fontAlgn="base">
        <a:spcBef>
          <a:spcPct val="20000"/>
        </a:spcBef>
        <a:spcAft>
          <a:spcPct val="0"/>
        </a:spcAft>
        <a:buChar char="»"/>
        <a:defRPr sz="2000">
          <a:solidFill>
            <a:schemeClr val="tx1"/>
          </a:solidFill>
          <a:latin typeface="Times New Roman" pitchFamily="18" charset="0"/>
          <a:cs typeface="+mn-cs"/>
        </a:defRPr>
      </a:lvl7pPr>
      <a:lvl8pPr marL="3428897" indent="-228593" algn="l" rtl="0" fontAlgn="base">
        <a:spcBef>
          <a:spcPct val="20000"/>
        </a:spcBef>
        <a:spcAft>
          <a:spcPct val="0"/>
        </a:spcAft>
        <a:buChar char="»"/>
        <a:defRPr sz="2000">
          <a:solidFill>
            <a:schemeClr val="tx1"/>
          </a:solidFill>
          <a:latin typeface="Times New Roman" pitchFamily="18" charset="0"/>
          <a:cs typeface="+mn-cs"/>
        </a:defRPr>
      </a:lvl8pPr>
      <a:lvl9pPr marL="3886083" indent="-228593" algn="l" rtl="0" fontAlgn="base">
        <a:spcBef>
          <a:spcPct val="20000"/>
        </a:spcBef>
        <a:spcAft>
          <a:spcPct val="0"/>
        </a:spcAft>
        <a:buChar char="»"/>
        <a:defRPr sz="2000">
          <a:solidFill>
            <a:schemeClr val="tx1"/>
          </a:solidFill>
          <a:latin typeface="Times New Roman" pitchFamily="18" charset="0"/>
          <a:cs typeface="+mn-cs"/>
        </a:defRPr>
      </a:lvl9pPr>
    </p:bodyStyle>
    <p:otherStyle>
      <a:defPPr>
        <a:defRPr lang="en-US"/>
      </a:defPPr>
      <a:lvl1pPr marL="0" algn="l" defTabSz="914373" rtl="0" eaLnBrk="1" latinLnBrk="0" hangingPunct="1">
        <a:defRPr sz="1800" kern="1200">
          <a:solidFill>
            <a:schemeClr val="tx1"/>
          </a:solidFill>
          <a:latin typeface="+mn-lt"/>
          <a:ea typeface="+mn-ea"/>
          <a:cs typeface="+mn-cs"/>
        </a:defRPr>
      </a:lvl1pPr>
      <a:lvl2pPr marL="457187" algn="l" defTabSz="914373" rtl="0" eaLnBrk="1" latinLnBrk="0" hangingPunct="1">
        <a:defRPr sz="1800" kern="1200">
          <a:solidFill>
            <a:schemeClr val="tx1"/>
          </a:solidFill>
          <a:latin typeface="+mn-lt"/>
          <a:ea typeface="+mn-ea"/>
          <a:cs typeface="+mn-cs"/>
        </a:defRPr>
      </a:lvl2pPr>
      <a:lvl3pPr marL="914373" algn="l" defTabSz="914373" rtl="0" eaLnBrk="1" latinLnBrk="0" hangingPunct="1">
        <a:defRPr sz="1800" kern="1200">
          <a:solidFill>
            <a:schemeClr val="tx1"/>
          </a:solidFill>
          <a:latin typeface="+mn-lt"/>
          <a:ea typeface="+mn-ea"/>
          <a:cs typeface="+mn-cs"/>
        </a:defRPr>
      </a:lvl3pPr>
      <a:lvl4pPr marL="1371560" algn="l" defTabSz="914373" rtl="0" eaLnBrk="1" latinLnBrk="0" hangingPunct="1">
        <a:defRPr sz="1800" kern="1200">
          <a:solidFill>
            <a:schemeClr val="tx1"/>
          </a:solidFill>
          <a:latin typeface="+mn-lt"/>
          <a:ea typeface="+mn-ea"/>
          <a:cs typeface="+mn-cs"/>
        </a:defRPr>
      </a:lvl4pPr>
      <a:lvl5pPr marL="1828746" algn="l" defTabSz="914373" rtl="0" eaLnBrk="1" latinLnBrk="0" hangingPunct="1">
        <a:defRPr sz="1800" kern="1200">
          <a:solidFill>
            <a:schemeClr val="tx1"/>
          </a:solidFill>
          <a:latin typeface="+mn-lt"/>
          <a:ea typeface="+mn-ea"/>
          <a:cs typeface="+mn-cs"/>
        </a:defRPr>
      </a:lvl5pPr>
      <a:lvl6pPr marL="2285933" algn="l" defTabSz="914373" rtl="0" eaLnBrk="1" latinLnBrk="0" hangingPunct="1">
        <a:defRPr sz="1800" kern="1200">
          <a:solidFill>
            <a:schemeClr val="tx1"/>
          </a:solidFill>
          <a:latin typeface="+mn-lt"/>
          <a:ea typeface="+mn-ea"/>
          <a:cs typeface="+mn-cs"/>
        </a:defRPr>
      </a:lvl6pPr>
      <a:lvl7pPr marL="2743119" algn="l" defTabSz="914373" rtl="0" eaLnBrk="1" latinLnBrk="0" hangingPunct="1">
        <a:defRPr sz="1800" kern="1200">
          <a:solidFill>
            <a:schemeClr val="tx1"/>
          </a:solidFill>
          <a:latin typeface="+mn-lt"/>
          <a:ea typeface="+mn-ea"/>
          <a:cs typeface="+mn-cs"/>
        </a:defRPr>
      </a:lvl7pPr>
      <a:lvl8pPr marL="3200304" algn="l" defTabSz="914373" rtl="0" eaLnBrk="1" latinLnBrk="0" hangingPunct="1">
        <a:defRPr sz="1800" kern="1200">
          <a:solidFill>
            <a:schemeClr val="tx1"/>
          </a:solidFill>
          <a:latin typeface="+mn-lt"/>
          <a:ea typeface="+mn-ea"/>
          <a:cs typeface="+mn-cs"/>
        </a:defRPr>
      </a:lvl8pPr>
      <a:lvl9pPr marL="3657489" algn="l" defTabSz="914373"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30CC18-6D78-4260-9FB4-05FABC63E816}"/>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286D441-51B4-4040-B6D7-E7F92351E9F0}"/>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E6D99D-6063-4CB7-A71E-55E62C627BAE}"/>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92B5BCD-39AA-4AD8-BD93-15B487CC578D}" type="datetimeFigureOut">
              <a:rPr lang="en-US" smtClean="0"/>
              <a:t>1/5/25</a:t>
            </a:fld>
            <a:endParaRPr lang="en-US"/>
          </a:p>
        </p:txBody>
      </p:sp>
      <p:sp>
        <p:nvSpPr>
          <p:cNvPr id="5" name="Footer Placeholder 4">
            <a:extLst>
              <a:ext uri="{FF2B5EF4-FFF2-40B4-BE49-F238E27FC236}">
                <a16:creationId xmlns:a16="http://schemas.microsoft.com/office/drawing/2014/main" id="{1E9C2281-5950-481C-9117-0A159200FF65}"/>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C1A097E-4ACE-45D9-99B6-CAA18F96E9EA}"/>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BD17EC6-D120-49AC-8360-5CF1E1EA59C8}" type="slidenum">
              <a:rPr lang="en-US" smtClean="0"/>
              <a:t>‹#›</a:t>
            </a:fld>
            <a:endParaRPr lang="en-US"/>
          </a:p>
        </p:txBody>
      </p:sp>
    </p:spTree>
    <p:extLst>
      <p:ext uri="{BB962C8B-B14F-4D97-AF65-F5344CB8AC3E}">
        <p14:creationId xmlns:p14="http://schemas.microsoft.com/office/powerpoint/2010/main" val="2614783506"/>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4.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13.jpe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jpeg"/><Relationship Id="rId9"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24.emf"/><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3" Type="http://schemas.openxmlformats.org/officeDocument/2006/relationships/image" Target="../media/image35.png"/><Relationship Id="rId18" Type="http://schemas.openxmlformats.org/officeDocument/2006/relationships/image" Target="../media/image40.jpeg"/><Relationship Id="rId26" Type="http://schemas.openxmlformats.org/officeDocument/2006/relationships/image" Target="../media/image47.png"/><Relationship Id="rId21" Type="http://schemas.openxmlformats.org/officeDocument/2006/relationships/image" Target="../media/image43.png"/><Relationship Id="rId34" Type="http://schemas.openxmlformats.org/officeDocument/2006/relationships/image" Target="../media/image55.png"/><Relationship Id="rId7" Type="http://schemas.openxmlformats.org/officeDocument/2006/relationships/image" Target="../media/image29.png"/><Relationship Id="rId12" Type="http://schemas.openxmlformats.org/officeDocument/2006/relationships/image" Target="../media/image34.png"/><Relationship Id="rId17" Type="http://schemas.openxmlformats.org/officeDocument/2006/relationships/image" Target="../media/image39.png"/><Relationship Id="rId25" Type="http://schemas.openxmlformats.org/officeDocument/2006/relationships/image" Target="../media/image46.png"/><Relationship Id="rId33" Type="http://schemas.openxmlformats.org/officeDocument/2006/relationships/image" Target="../media/image54.png"/><Relationship Id="rId38" Type="http://schemas.openxmlformats.org/officeDocument/2006/relationships/image" Target="../media/image18.jpeg"/><Relationship Id="rId2" Type="http://schemas.openxmlformats.org/officeDocument/2006/relationships/tags" Target="../tags/tag2.xml"/><Relationship Id="rId16" Type="http://schemas.openxmlformats.org/officeDocument/2006/relationships/image" Target="../media/image38.png"/><Relationship Id="rId20" Type="http://schemas.openxmlformats.org/officeDocument/2006/relationships/image" Target="../media/image42.png"/><Relationship Id="rId29" Type="http://schemas.openxmlformats.org/officeDocument/2006/relationships/image" Target="../media/image50.png"/><Relationship Id="rId1" Type="http://schemas.openxmlformats.org/officeDocument/2006/relationships/tags" Target="../tags/tag1.xml"/><Relationship Id="rId6" Type="http://schemas.openxmlformats.org/officeDocument/2006/relationships/image" Target="../media/image28.png"/><Relationship Id="rId11" Type="http://schemas.openxmlformats.org/officeDocument/2006/relationships/image" Target="../media/image33.png"/><Relationship Id="rId24" Type="http://schemas.openxmlformats.org/officeDocument/2006/relationships/image" Target="../media/image45.png"/><Relationship Id="rId32" Type="http://schemas.openxmlformats.org/officeDocument/2006/relationships/image" Target="../media/image53.png"/><Relationship Id="rId37" Type="http://schemas.openxmlformats.org/officeDocument/2006/relationships/image" Target="../media/image58.wmf"/><Relationship Id="rId5" Type="http://schemas.openxmlformats.org/officeDocument/2006/relationships/image" Target="../media/image27.jpeg"/><Relationship Id="rId15" Type="http://schemas.openxmlformats.org/officeDocument/2006/relationships/image" Target="../media/image37.png"/><Relationship Id="rId23" Type="http://schemas.openxmlformats.org/officeDocument/2006/relationships/image" Target="../media/image44.png"/><Relationship Id="rId28" Type="http://schemas.openxmlformats.org/officeDocument/2006/relationships/image" Target="../media/image49.png"/><Relationship Id="rId36" Type="http://schemas.openxmlformats.org/officeDocument/2006/relationships/image" Target="../media/image57.png"/><Relationship Id="rId10" Type="http://schemas.openxmlformats.org/officeDocument/2006/relationships/image" Target="../media/image32.png"/><Relationship Id="rId19" Type="http://schemas.openxmlformats.org/officeDocument/2006/relationships/image" Target="../media/image41.png"/><Relationship Id="rId31" Type="http://schemas.openxmlformats.org/officeDocument/2006/relationships/image" Target="../media/image52.png"/><Relationship Id="rId4" Type="http://schemas.openxmlformats.org/officeDocument/2006/relationships/notesSlide" Target="../notesSlides/notesSlide8.xml"/><Relationship Id="rId9" Type="http://schemas.openxmlformats.org/officeDocument/2006/relationships/image" Target="../media/image31.png"/><Relationship Id="rId14" Type="http://schemas.openxmlformats.org/officeDocument/2006/relationships/image" Target="../media/image36.png"/><Relationship Id="rId22" Type="http://schemas.openxmlformats.org/officeDocument/2006/relationships/hyperlink" Target="http://www.amazon.com/AWS-home-page-Money/b/ref=sc_iw_l_0?ie=UTF8&amp;node=3435361&amp;no=3435361&amp;me=A36L942TSJ2AJA" TargetMode="External"/><Relationship Id="rId27" Type="http://schemas.openxmlformats.org/officeDocument/2006/relationships/image" Target="../media/image48.png"/><Relationship Id="rId30" Type="http://schemas.openxmlformats.org/officeDocument/2006/relationships/image" Target="../media/image51.png"/><Relationship Id="rId35" Type="http://schemas.openxmlformats.org/officeDocument/2006/relationships/image" Target="../media/image56.png"/><Relationship Id="rId8" Type="http://schemas.openxmlformats.org/officeDocument/2006/relationships/image" Target="../media/image30.png"/><Relationship Id="rId3"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15.png"/><Relationship Id="rId7" Type="http://schemas.openxmlformats.org/officeDocument/2006/relationships/image" Target="../media/image61.png"/><Relationship Id="rId2" Type="http://schemas.openxmlformats.org/officeDocument/2006/relationships/notesSlide" Target="../notesSlides/notesSlide9.xml"/><Relationship Id="rId1" Type="http://schemas.openxmlformats.org/officeDocument/2006/relationships/slideLayout" Target="../slideLayouts/slideLayout9.xml"/><Relationship Id="rId6" Type="http://schemas.openxmlformats.org/officeDocument/2006/relationships/image" Target="../media/image60.jpeg"/><Relationship Id="rId5" Type="http://schemas.openxmlformats.org/officeDocument/2006/relationships/image" Target="../media/image16.png"/><Relationship Id="rId4" Type="http://schemas.openxmlformats.org/officeDocument/2006/relationships/image" Target="../media/image59.png"/><Relationship Id="rId9" Type="http://schemas.openxmlformats.org/officeDocument/2006/relationships/image" Target="../media/image63.png"/></Relationships>
</file>

<file path=ppt/slides/_rels/slide21.xml.rels><?xml version="1.0" encoding="UTF-8" standalone="yes"?>
<Relationships xmlns="http://schemas.openxmlformats.org/package/2006/relationships"><Relationship Id="rId3" Type="http://schemas.openxmlformats.org/officeDocument/2006/relationships/image" Target="../media/image64.jpeg"/><Relationship Id="rId7" Type="http://schemas.openxmlformats.org/officeDocument/2006/relationships/image" Target="../media/image67.png"/><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8" Type="http://schemas.openxmlformats.org/officeDocument/2006/relationships/image" Target="../media/image74.jpeg"/><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notesSlide" Target="../notesSlides/notesSlide14.xml"/><Relationship Id="rId1" Type="http://schemas.openxmlformats.org/officeDocument/2006/relationships/slideLayout" Target="../slideLayouts/slideLayout9.xml"/><Relationship Id="rId6" Type="http://schemas.openxmlformats.org/officeDocument/2006/relationships/image" Target="../media/image72.png"/><Relationship Id="rId11" Type="http://schemas.openxmlformats.org/officeDocument/2006/relationships/image" Target="../media/image77.png"/><Relationship Id="rId5" Type="http://schemas.openxmlformats.org/officeDocument/2006/relationships/image" Target="../media/image71.png"/><Relationship Id="rId10" Type="http://schemas.openxmlformats.org/officeDocument/2006/relationships/image" Target="../media/image76.png"/><Relationship Id="rId4" Type="http://schemas.openxmlformats.org/officeDocument/2006/relationships/image" Target="../media/image70.png"/><Relationship Id="rId9" Type="http://schemas.openxmlformats.org/officeDocument/2006/relationships/image" Target="../media/image75.png"/></Relationships>
</file>

<file path=ppt/slides/_rels/slide27.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image" Target="../media/image78.png"/><Relationship Id="rId1" Type="http://schemas.openxmlformats.org/officeDocument/2006/relationships/slideLayout" Target="../slideLayouts/slideLayout9.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2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5.xml"/><Relationship Id="rId1" Type="http://schemas.openxmlformats.org/officeDocument/2006/relationships/slideLayout" Target="../slideLayouts/slideLayout9.xml"/><Relationship Id="rId4" Type="http://schemas.openxmlformats.org/officeDocument/2006/relationships/image" Target="../media/image86.wmf"/></Relationships>
</file>

<file path=ppt/slides/_rels/slide2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6.xml"/><Relationship Id="rId1" Type="http://schemas.openxmlformats.org/officeDocument/2006/relationships/slideLayout" Target="../slideLayouts/slideLayout9.xml"/><Relationship Id="rId4" Type="http://schemas.openxmlformats.org/officeDocument/2006/relationships/image" Target="../media/image86.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image" Target="../media/image87.jpeg"/><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image" Target="../media/image88.jpeg"/><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90.png"/><Relationship Id="rId7" Type="http://schemas.openxmlformats.org/officeDocument/2006/relationships/image" Target="../media/image94.png"/><Relationship Id="rId2" Type="http://schemas.openxmlformats.org/officeDocument/2006/relationships/image" Target="../media/image21.png"/><Relationship Id="rId1" Type="http://schemas.openxmlformats.org/officeDocument/2006/relationships/slideLayout" Target="../slideLayouts/slideLayout9.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emf"/><Relationship Id="rId1" Type="http://schemas.openxmlformats.org/officeDocument/2006/relationships/slideLayout" Target="../slideLayouts/slideLayout14.xml"/><Relationship Id="rId4" Type="http://schemas.openxmlformats.org/officeDocument/2006/relationships/image" Target="../media/image98.svg"/></Relationships>
</file>

<file path=ppt/slides/_rels/slide39.xml.rels><?xml version="1.0" encoding="UTF-8" standalone="yes"?>
<Relationships xmlns="http://schemas.openxmlformats.org/package/2006/relationships"><Relationship Id="rId3" Type="http://schemas.openxmlformats.org/officeDocument/2006/relationships/image" Target="../media/image96.emf"/><Relationship Id="rId2" Type="http://schemas.openxmlformats.org/officeDocument/2006/relationships/hyperlink" Target="https://piazza.com/" TargetMode="External"/><Relationship Id="rId1" Type="http://schemas.openxmlformats.org/officeDocument/2006/relationships/slideLayout" Target="../slideLayouts/slideLayout9.xml"/><Relationship Id="rId5" Type="http://schemas.openxmlformats.org/officeDocument/2006/relationships/image" Target="../media/image98.svg"/><Relationship Id="rId4" Type="http://schemas.openxmlformats.org/officeDocument/2006/relationships/image" Target="../media/image97.png"/></Relationships>
</file>

<file path=ppt/slides/_rels/slide40.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hyperlink" Target="https://cloudlab.us/signup.php" TargetMode="External"/><Relationship Id="rId7" Type="http://schemas.openxmlformats.org/officeDocument/2006/relationships/image" Target="../media/image96.emf"/><Relationship Id="rId2" Type="http://schemas.openxmlformats.org/officeDocument/2006/relationships/notesSlide" Target="../notesSlides/notesSlide19.xml"/><Relationship Id="rId1" Type="http://schemas.openxmlformats.org/officeDocument/2006/relationships/slideLayout" Target="../slideLayouts/slideLayout9.xml"/><Relationship Id="rId6" Type="http://schemas.openxmlformats.org/officeDocument/2006/relationships/hyperlink" Target="https://aws.amazon.com/" TargetMode="External"/><Relationship Id="rId5" Type="http://schemas.openxmlformats.org/officeDocument/2006/relationships/hyperlink" Target="https://www.youtube.com/watch?v=SZSYe8arwvs" TargetMode="External"/><Relationship Id="rId4" Type="http://schemas.openxmlformats.org/officeDocument/2006/relationships/hyperlink" Target="https://www.youtube.com/watch?v=hHeLz5clsPc" TargetMode="External"/><Relationship Id="rId9" Type="http://schemas.openxmlformats.org/officeDocument/2006/relationships/image" Target="../media/image98.svg"/></Relationships>
</file>

<file path=ppt/slides/_rels/slide41.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emf"/><Relationship Id="rId1" Type="http://schemas.openxmlformats.org/officeDocument/2006/relationships/slideLayout" Target="../slideLayouts/slideLayout9.xml"/><Relationship Id="rId4" Type="http://schemas.openxmlformats.org/officeDocument/2006/relationships/image" Target="../media/image98.svg"/></Relationships>
</file>

<file path=ppt/slides/_rels/slide4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emf"/><Relationship Id="rId1" Type="http://schemas.openxmlformats.org/officeDocument/2006/relationships/slideLayout" Target="../slideLayouts/slideLayout9.xml"/><Relationship Id="rId4" Type="http://schemas.openxmlformats.org/officeDocument/2006/relationships/image" Target="../media/image98.svg"/></Relationships>
</file>

<file path=ppt/slides/_rels/slide43.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emf"/><Relationship Id="rId1" Type="http://schemas.openxmlformats.org/officeDocument/2006/relationships/slideLayout" Target="../slideLayouts/slideLayout9.xml"/><Relationship Id="rId4" Type="http://schemas.openxmlformats.org/officeDocument/2006/relationships/image" Target="../media/image98.sv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pPr algn="ctr"/>
            <a:r>
              <a:rPr lang="en-US" dirty="0"/>
              <a:t>Cloud Computing and </a:t>
            </a:r>
            <a:br>
              <a:rPr lang="en-US" dirty="0"/>
            </a:br>
            <a:r>
              <a:rPr lang="en-US" dirty="0"/>
              <a:t>Cloud Networking</a:t>
            </a:r>
          </a:p>
        </p:txBody>
      </p:sp>
      <p:sp>
        <p:nvSpPr>
          <p:cNvPr id="5" name="Subtitle 4"/>
          <p:cNvSpPr>
            <a:spLocks noGrp="1"/>
          </p:cNvSpPr>
          <p:nvPr>
            <p:ph type="subTitle" idx="1"/>
          </p:nvPr>
        </p:nvSpPr>
        <p:spPr>
          <a:xfrm>
            <a:off x="1143000" y="3886200"/>
            <a:ext cx="7010400" cy="1752600"/>
          </a:xfrm>
        </p:spPr>
        <p:txBody>
          <a:bodyPr/>
          <a:lstStyle/>
          <a:p>
            <a:r>
              <a:rPr lang="en-US" dirty="0"/>
              <a:t>Winter 2025</a:t>
            </a:r>
          </a:p>
          <a:p>
            <a:r>
              <a:rPr lang="en-US" dirty="0"/>
              <a:t>K. K. Ramakrishnan</a:t>
            </a:r>
          </a:p>
          <a:p>
            <a:r>
              <a:rPr lang="en-US" dirty="0">
                <a:solidFill>
                  <a:srgbClr val="FF0000"/>
                </a:solidFill>
              </a:rPr>
              <a:t>kk@cs.ucr.edu</a:t>
            </a:r>
          </a:p>
          <a:p>
            <a:r>
              <a:rPr lang="en-US" dirty="0"/>
              <a:t>SSC 308</a:t>
            </a:r>
          </a:p>
          <a:p>
            <a:r>
              <a:rPr lang="en-US" dirty="0"/>
              <a:t>Tue-</a:t>
            </a:r>
            <a:r>
              <a:rPr lang="en-US" dirty="0" err="1"/>
              <a:t>Thur</a:t>
            </a:r>
            <a:r>
              <a:rPr lang="en-US" dirty="0"/>
              <a:t> 2:00 pm - 3:20 pm</a:t>
            </a:r>
          </a:p>
          <a:p>
            <a:endParaRPr lang="en-US" dirty="0"/>
          </a:p>
        </p:txBody>
      </p:sp>
    </p:spTree>
    <p:extLst>
      <p:ext uri="{BB962C8B-B14F-4D97-AF65-F5344CB8AC3E}">
        <p14:creationId xmlns:p14="http://schemas.microsoft.com/office/powerpoint/2010/main" val="2471823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dirty="0"/>
              <a:t>Today’s Lecture</a:t>
            </a:r>
          </a:p>
        </p:txBody>
      </p:sp>
      <p:sp>
        <p:nvSpPr>
          <p:cNvPr id="8195" name="Rectangle 3"/>
          <p:cNvSpPr>
            <a:spLocks noGrp="1" noChangeArrowheads="1"/>
          </p:cNvSpPr>
          <p:nvPr>
            <p:ph type="body" idx="1"/>
          </p:nvPr>
        </p:nvSpPr>
        <p:spPr/>
        <p:txBody>
          <a:bodyPr/>
          <a:lstStyle/>
          <a:p>
            <a:r>
              <a:rPr lang="en-US" dirty="0"/>
              <a:t>Administrative matters</a:t>
            </a:r>
          </a:p>
          <a:p>
            <a:r>
              <a:rPr lang="en-US" dirty="0"/>
              <a:t>Course Overview</a:t>
            </a:r>
          </a:p>
          <a:p>
            <a:pPr lvl="1"/>
            <a:r>
              <a:rPr lang="en-US" dirty="0"/>
              <a:t>topics we expect to cover</a:t>
            </a:r>
          </a:p>
          <a:p>
            <a:r>
              <a:rPr lang="en-US" dirty="0"/>
              <a:t>Introduction to Cloud Computing</a:t>
            </a:r>
          </a:p>
        </p:txBody>
      </p:sp>
    </p:spTree>
    <p:extLst>
      <p:ext uri="{BB962C8B-B14F-4D97-AF65-F5344CB8AC3E}">
        <p14:creationId xmlns:p14="http://schemas.microsoft.com/office/powerpoint/2010/main" val="26499280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218" name="Rectangle 1026"/>
          <p:cNvSpPr>
            <a:spLocks noGrp="1" noChangeArrowheads="1"/>
          </p:cNvSpPr>
          <p:nvPr>
            <p:ph type="title"/>
          </p:nvPr>
        </p:nvSpPr>
        <p:spPr>
          <a:xfrm>
            <a:off x="511884" y="152403"/>
            <a:ext cx="7772400" cy="838200"/>
          </a:xfrm>
        </p:spPr>
        <p:txBody>
          <a:bodyPr/>
          <a:lstStyle/>
          <a:p>
            <a:r>
              <a:rPr lang="en-US" dirty="0"/>
              <a:t>Class Structure</a:t>
            </a:r>
          </a:p>
        </p:txBody>
      </p:sp>
      <p:sp>
        <p:nvSpPr>
          <p:cNvPr id="14339" name="Rectangle 1027"/>
          <p:cNvSpPr>
            <a:spLocks noGrp="1" noChangeArrowheads="1"/>
          </p:cNvSpPr>
          <p:nvPr>
            <p:ph type="body" idx="1"/>
          </p:nvPr>
        </p:nvSpPr>
        <p:spPr>
          <a:xfrm>
            <a:off x="108857" y="947571"/>
            <a:ext cx="8871857" cy="5562600"/>
          </a:xfrm>
        </p:spPr>
        <p:txBody>
          <a:bodyPr/>
          <a:lstStyle/>
          <a:p>
            <a:r>
              <a:rPr lang="en-US" dirty="0"/>
              <a:t>Tuesday, Thursday: 2:00 pm – 3:20 pm</a:t>
            </a:r>
          </a:p>
          <a:p>
            <a:r>
              <a:rPr lang="en-US" dirty="0"/>
              <a:t>Lecture format</a:t>
            </a:r>
          </a:p>
          <a:p>
            <a:pPr lvl="1"/>
            <a:r>
              <a:rPr lang="en-US" dirty="0"/>
              <a:t>Slides (posted on </a:t>
            </a:r>
            <a:r>
              <a:rPr lang="en-US" b="1" dirty="0"/>
              <a:t>eLearn</a:t>
            </a:r>
            <a:r>
              <a:rPr lang="en-US" dirty="0"/>
              <a:t>), Papers (will be referred to in slides)</a:t>
            </a:r>
          </a:p>
          <a:p>
            <a:pPr lvl="2"/>
            <a:r>
              <a:rPr lang="en-US" dirty="0"/>
              <a:t>Please read the papers to get in-depth understanding</a:t>
            </a:r>
          </a:p>
          <a:p>
            <a:pPr lvl="2"/>
            <a:r>
              <a:rPr lang="en-US" u="sng" dirty="0"/>
              <a:t>Strongly </a:t>
            </a:r>
            <a:r>
              <a:rPr lang="en-US" dirty="0"/>
              <a:t>encourage to read the papers, please</a:t>
            </a:r>
            <a:endParaRPr lang="en-US" u="sng" dirty="0"/>
          </a:p>
          <a:p>
            <a:pPr lvl="1"/>
            <a:r>
              <a:rPr lang="en-US" dirty="0"/>
              <a:t>Interactive (I really encourage questions, comments)</a:t>
            </a:r>
          </a:p>
          <a:p>
            <a:pPr lvl="2"/>
            <a:r>
              <a:rPr lang="en-US" dirty="0"/>
              <a:t>No question is ‘too simple’ – if you have a question, likely others have similar question in their mind too.</a:t>
            </a:r>
          </a:p>
          <a:p>
            <a:r>
              <a:rPr lang="en-US" dirty="0"/>
              <a:t>Contacts:</a:t>
            </a:r>
          </a:p>
          <a:p>
            <a:pPr lvl="1"/>
            <a:r>
              <a:rPr lang="en-US" dirty="0"/>
              <a:t>Instructor: K. K. Ramakrishnan  (email: </a:t>
            </a:r>
            <a:r>
              <a:rPr lang="en-US" dirty="0" err="1"/>
              <a:t>kk@cs.ucr.edu</a:t>
            </a:r>
            <a:r>
              <a:rPr lang="en-US" dirty="0"/>
              <a:t>)</a:t>
            </a:r>
          </a:p>
          <a:p>
            <a:pPr lvl="2"/>
            <a:r>
              <a:rPr lang="en-US" dirty="0"/>
              <a:t>Email: (will read and respond to emails on Tue &amp; </a:t>
            </a:r>
            <a:r>
              <a:rPr lang="en-US" dirty="0" err="1"/>
              <a:t>Thur</a:t>
            </a:r>
            <a:r>
              <a:rPr lang="en-US" dirty="0"/>
              <a:t>: before the end of the night, whenever possible)</a:t>
            </a:r>
          </a:p>
          <a:p>
            <a:pPr lvl="2"/>
            <a:r>
              <a:rPr lang="en-US" dirty="0"/>
              <a:t>Office Hours: Tuesday, 4:00 pm – 5:00 pm </a:t>
            </a:r>
          </a:p>
          <a:p>
            <a:pPr lvl="1"/>
            <a:r>
              <a:rPr lang="en-US" dirty="0"/>
              <a:t>Teaching Assistant: </a:t>
            </a:r>
            <a:r>
              <a:rPr lang="en-US" dirty="0" err="1"/>
              <a:t>Hongmiao</a:t>
            </a:r>
            <a:r>
              <a:rPr lang="en-US" dirty="0"/>
              <a:t> Yu (hyu125@ucr.edu)</a:t>
            </a:r>
          </a:p>
          <a:p>
            <a:pPr lvl="2"/>
            <a:r>
              <a:rPr lang="en-US" dirty="0"/>
              <a:t>Office Hours: &lt;Answer </a:t>
            </a:r>
            <a:r>
              <a:rPr lang="en-US" dirty="0" err="1"/>
              <a:t>Hongmiao’s</a:t>
            </a:r>
            <a:r>
              <a:rPr lang="en-US" dirty="0"/>
              <a:t> poll for suitable time&gt;</a:t>
            </a:r>
          </a:p>
          <a:p>
            <a:pPr marL="0" indent="0">
              <a:buNone/>
            </a:pPr>
            <a:endParaRPr lang="en-US" dirty="0"/>
          </a:p>
        </p:txBody>
      </p:sp>
    </p:spTree>
    <p:extLst>
      <p:ext uri="{BB962C8B-B14F-4D97-AF65-F5344CB8AC3E}">
        <p14:creationId xmlns:p14="http://schemas.microsoft.com/office/powerpoint/2010/main" val="834587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dissolve">
                                      <p:cBhvr>
                                        <p:cTn id="7" dur="500"/>
                                        <p:tgtEl>
                                          <p:spTgt spid="143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339">
                                            <p:txEl>
                                              <p:pRg st="1" end="1"/>
                                            </p:txEl>
                                          </p:spTgt>
                                        </p:tgtEl>
                                        <p:attrNameLst>
                                          <p:attrName>style.visibility</p:attrName>
                                        </p:attrNameLst>
                                      </p:cBhvr>
                                      <p:to>
                                        <p:strVal val="visible"/>
                                      </p:to>
                                    </p:set>
                                    <p:animEffect transition="in" filter="dissolve">
                                      <p:cBhvr>
                                        <p:cTn id="12" dur="500"/>
                                        <p:tgtEl>
                                          <p:spTgt spid="14339">
                                            <p:txEl>
                                              <p:pRg st="1" end="1"/>
                                            </p:tx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4339">
                                            <p:txEl>
                                              <p:pRg st="2" end="2"/>
                                            </p:txEl>
                                          </p:spTgt>
                                        </p:tgtEl>
                                        <p:attrNameLst>
                                          <p:attrName>style.visibility</p:attrName>
                                        </p:attrNameLst>
                                      </p:cBhvr>
                                      <p:to>
                                        <p:strVal val="visible"/>
                                      </p:to>
                                    </p:set>
                                    <p:animEffect transition="in" filter="dissolve">
                                      <p:cBhvr>
                                        <p:cTn id="15" dur="500"/>
                                        <p:tgtEl>
                                          <p:spTgt spid="14339">
                                            <p:txEl>
                                              <p:pRg st="2" end="2"/>
                                            </p:txEl>
                                          </p:spTgt>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4339">
                                            <p:txEl>
                                              <p:pRg st="3" end="3"/>
                                            </p:txEl>
                                          </p:spTgt>
                                        </p:tgtEl>
                                        <p:attrNameLst>
                                          <p:attrName>style.visibility</p:attrName>
                                        </p:attrNameLst>
                                      </p:cBhvr>
                                      <p:to>
                                        <p:strVal val="visible"/>
                                      </p:to>
                                    </p:set>
                                    <p:animEffect transition="in" filter="dissolve">
                                      <p:cBhvr>
                                        <p:cTn id="18" dur="500"/>
                                        <p:tgtEl>
                                          <p:spTgt spid="14339">
                                            <p:txEl>
                                              <p:pRg st="3" end="3"/>
                                            </p:txEl>
                                          </p:spTgt>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14339">
                                            <p:txEl>
                                              <p:pRg st="4" end="4"/>
                                            </p:txEl>
                                          </p:spTgt>
                                        </p:tgtEl>
                                        <p:attrNameLst>
                                          <p:attrName>style.visibility</p:attrName>
                                        </p:attrNameLst>
                                      </p:cBhvr>
                                      <p:to>
                                        <p:strVal val="visible"/>
                                      </p:to>
                                    </p:set>
                                    <p:animEffect transition="in" filter="dissolve">
                                      <p:cBhvr>
                                        <p:cTn id="21" dur="500"/>
                                        <p:tgtEl>
                                          <p:spTgt spid="14339">
                                            <p:txEl>
                                              <p:pRg st="4" end="4"/>
                                            </p:txEl>
                                          </p:spTgt>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4339">
                                            <p:txEl>
                                              <p:pRg st="5" end="5"/>
                                            </p:txEl>
                                          </p:spTgt>
                                        </p:tgtEl>
                                        <p:attrNameLst>
                                          <p:attrName>style.visibility</p:attrName>
                                        </p:attrNameLst>
                                      </p:cBhvr>
                                      <p:to>
                                        <p:strVal val="visible"/>
                                      </p:to>
                                    </p:set>
                                    <p:animEffect transition="in" filter="dissolve">
                                      <p:cBhvr>
                                        <p:cTn id="24" dur="500"/>
                                        <p:tgtEl>
                                          <p:spTgt spid="14339">
                                            <p:txEl>
                                              <p:pRg st="5" end="5"/>
                                            </p:txEl>
                                          </p:spTgt>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14339">
                                            <p:txEl>
                                              <p:pRg st="6" end="6"/>
                                            </p:txEl>
                                          </p:spTgt>
                                        </p:tgtEl>
                                        <p:attrNameLst>
                                          <p:attrName>style.visibility</p:attrName>
                                        </p:attrNameLst>
                                      </p:cBhvr>
                                      <p:to>
                                        <p:strVal val="visible"/>
                                      </p:to>
                                    </p:set>
                                    <p:animEffect transition="in" filter="dissolve">
                                      <p:cBhvr>
                                        <p:cTn id="27" dur="500"/>
                                        <p:tgtEl>
                                          <p:spTgt spid="14339">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4339">
                                            <p:txEl>
                                              <p:pRg st="7" end="7"/>
                                            </p:txEl>
                                          </p:spTgt>
                                        </p:tgtEl>
                                        <p:attrNameLst>
                                          <p:attrName>style.visibility</p:attrName>
                                        </p:attrNameLst>
                                      </p:cBhvr>
                                      <p:to>
                                        <p:strVal val="visible"/>
                                      </p:to>
                                    </p:set>
                                    <p:animEffect transition="in" filter="dissolve">
                                      <p:cBhvr>
                                        <p:cTn id="32" dur="500"/>
                                        <p:tgtEl>
                                          <p:spTgt spid="14339">
                                            <p:txEl>
                                              <p:pRg st="7" end="7"/>
                                            </p:txEl>
                                          </p:spTgt>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14339">
                                            <p:txEl>
                                              <p:pRg st="8" end="8"/>
                                            </p:txEl>
                                          </p:spTgt>
                                        </p:tgtEl>
                                        <p:attrNameLst>
                                          <p:attrName>style.visibility</p:attrName>
                                        </p:attrNameLst>
                                      </p:cBhvr>
                                      <p:to>
                                        <p:strVal val="visible"/>
                                      </p:to>
                                    </p:set>
                                    <p:animEffect transition="in" filter="dissolve">
                                      <p:cBhvr>
                                        <p:cTn id="35" dur="500"/>
                                        <p:tgtEl>
                                          <p:spTgt spid="14339">
                                            <p:txEl>
                                              <p:pRg st="8" end="8"/>
                                            </p:txEl>
                                          </p:spTgt>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14339">
                                            <p:txEl>
                                              <p:pRg st="9" end="9"/>
                                            </p:txEl>
                                          </p:spTgt>
                                        </p:tgtEl>
                                        <p:attrNameLst>
                                          <p:attrName>style.visibility</p:attrName>
                                        </p:attrNameLst>
                                      </p:cBhvr>
                                      <p:to>
                                        <p:strVal val="visible"/>
                                      </p:to>
                                    </p:set>
                                    <p:animEffect transition="in" filter="dissolve">
                                      <p:cBhvr>
                                        <p:cTn id="38" dur="500"/>
                                        <p:tgtEl>
                                          <p:spTgt spid="14339">
                                            <p:txEl>
                                              <p:pRg st="9" end="9"/>
                                            </p:txEl>
                                          </p:spTgt>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14339">
                                            <p:txEl>
                                              <p:pRg st="10" end="10"/>
                                            </p:txEl>
                                          </p:spTgt>
                                        </p:tgtEl>
                                        <p:attrNameLst>
                                          <p:attrName>style.visibility</p:attrName>
                                        </p:attrNameLst>
                                      </p:cBhvr>
                                      <p:to>
                                        <p:strVal val="visible"/>
                                      </p:to>
                                    </p:set>
                                    <p:animEffect transition="in" filter="dissolve">
                                      <p:cBhvr>
                                        <p:cTn id="41" dur="500"/>
                                        <p:tgtEl>
                                          <p:spTgt spid="14339">
                                            <p:txEl>
                                              <p:pRg st="10" end="10"/>
                                            </p:txEl>
                                          </p:spTgt>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14339">
                                            <p:txEl>
                                              <p:pRg st="11" end="11"/>
                                            </p:txEl>
                                          </p:spTgt>
                                        </p:tgtEl>
                                        <p:attrNameLst>
                                          <p:attrName>style.visibility</p:attrName>
                                        </p:attrNameLst>
                                      </p:cBhvr>
                                      <p:to>
                                        <p:strVal val="visible"/>
                                      </p:to>
                                    </p:set>
                                    <p:animEffect transition="in" filter="dissolve">
                                      <p:cBhvr>
                                        <p:cTn id="44" dur="500"/>
                                        <p:tgtEl>
                                          <p:spTgt spid="14339">
                                            <p:txEl>
                                              <p:pRg st="11" end="11"/>
                                            </p:txEl>
                                          </p:spTgt>
                                        </p:tgtEl>
                                      </p:cBhvr>
                                    </p:animEffect>
                                  </p:childTnLst>
                                </p:cTn>
                              </p:par>
                              <p:par>
                                <p:cTn id="45" presetID="9" presetClass="entr" presetSubtype="0" fill="hold" grpId="0" nodeType="withEffect">
                                  <p:stCondLst>
                                    <p:cond delay="0"/>
                                  </p:stCondLst>
                                  <p:childTnLst>
                                    <p:set>
                                      <p:cBhvr>
                                        <p:cTn id="46" dur="1" fill="hold">
                                          <p:stCondLst>
                                            <p:cond delay="0"/>
                                          </p:stCondLst>
                                        </p:cTn>
                                        <p:tgtEl>
                                          <p:spTgt spid="14339">
                                            <p:txEl>
                                              <p:pRg st="12" end="12"/>
                                            </p:txEl>
                                          </p:spTgt>
                                        </p:tgtEl>
                                        <p:attrNameLst>
                                          <p:attrName>style.visibility</p:attrName>
                                        </p:attrNameLst>
                                      </p:cBhvr>
                                      <p:to>
                                        <p:strVal val="visible"/>
                                      </p:to>
                                    </p:set>
                                    <p:animEffect transition="in" filter="dissolve">
                                      <p:cBhvr>
                                        <p:cTn id="47" dur="500"/>
                                        <p:tgtEl>
                                          <p:spTgt spid="14339">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t>Course Readings</a:t>
            </a:r>
          </a:p>
        </p:txBody>
      </p:sp>
      <p:sp>
        <p:nvSpPr>
          <p:cNvPr id="8195" name="Rectangle 3"/>
          <p:cNvSpPr>
            <a:spLocks noGrp="1" noChangeArrowheads="1"/>
          </p:cNvSpPr>
          <p:nvPr>
            <p:ph type="body" idx="1"/>
          </p:nvPr>
        </p:nvSpPr>
        <p:spPr>
          <a:xfrm>
            <a:off x="231354" y="1447801"/>
            <a:ext cx="8802477" cy="4953000"/>
          </a:xfrm>
        </p:spPr>
        <p:txBody>
          <a:bodyPr/>
          <a:lstStyle/>
          <a:p>
            <a:r>
              <a:rPr lang="en-US" dirty="0"/>
              <a:t>Textbook (will only be used (very sparingly) for introductory material)</a:t>
            </a:r>
          </a:p>
          <a:p>
            <a:pPr lvl="1"/>
            <a:r>
              <a:rPr lang="en-US" dirty="0"/>
              <a:t>“Distributed and Cloud Computing – From Parallel Processing to the Internet of Things”, by Kai Hwang, Geoffrey Fox and Jack </a:t>
            </a:r>
            <a:r>
              <a:rPr lang="en-US" dirty="0" err="1"/>
              <a:t>Dongorra</a:t>
            </a:r>
            <a:r>
              <a:rPr lang="en-US" dirty="0"/>
              <a:t>, Published by Morgan Kaufmann.</a:t>
            </a:r>
          </a:p>
          <a:p>
            <a:r>
              <a:rPr lang="en-US" dirty="0"/>
              <a:t>The class will be focused on topics taken from papers on cloud computing and cloud networking</a:t>
            </a:r>
          </a:p>
          <a:p>
            <a:pPr lvl="1"/>
            <a:r>
              <a:rPr lang="en-US" dirty="0"/>
              <a:t>Main material will be from slides – extracted from papers</a:t>
            </a:r>
          </a:p>
          <a:p>
            <a:pPr lvl="2"/>
            <a:r>
              <a:rPr lang="en-US" dirty="0"/>
              <a:t>Will contain references to the papers that students are responsible for reading for complete understanding </a:t>
            </a:r>
          </a:p>
          <a:p>
            <a:pPr lvl="1"/>
            <a:r>
              <a:rPr lang="en-US" dirty="0"/>
              <a:t>Some may be distributed online (</a:t>
            </a:r>
            <a:r>
              <a:rPr lang="en-US" dirty="0" err="1"/>
              <a:t>eLearn.ucr.edu</a:t>
            </a:r>
            <a:r>
              <a:rPr lang="en-US" dirty="0"/>
              <a:t>)</a:t>
            </a:r>
          </a:p>
          <a:p>
            <a:pPr lvl="1"/>
            <a:r>
              <a:rPr lang="en-US" dirty="0"/>
              <a:t>Those papers and standards documents are required reading</a:t>
            </a:r>
          </a:p>
        </p:txBody>
      </p:sp>
    </p:spTree>
    <p:extLst>
      <p:ext uri="{BB962C8B-B14F-4D97-AF65-F5344CB8AC3E}">
        <p14:creationId xmlns:p14="http://schemas.microsoft.com/office/powerpoint/2010/main" val="873535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dissolve">
                                      <p:cBhvr>
                                        <p:cTn id="7" dur="500"/>
                                        <p:tgtEl>
                                          <p:spTgt spid="8195">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8195">
                                            <p:txEl>
                                              <p:pRg st="1" end="1"/>
                                            </p:txEl>
                                          </p:spTgt>
                                        </p:tgtEl>
                                        <p:attrNameLst>
                                          <p:attrName>style.visibility</p:attrName>
                                        </p:attrNameLst>
                                      </p:cBhvr>
                                      <p:to>
                                        <p:strVal val="visible"/>
                                      </p:to>
                                    </p:set>
                                    <p:animEffect transition="in" filter="dissolve">
                                      <p:cBhvr>
                                        <p:cTn id="10" dur="500"/>
                                        <p:tgtEl>
                                          <p:spTgt spid="819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8195">
                                            <p:txEl>
                                              <p:pRg st="2" end="2"/>
                                            </p:txEl>
                                          </p:spTgt>
                                        </p:tgtEl>
                                        <p:attrNameLst>
                                          <p:attrName>style.visibility</p:attrName>
                                        </p:attrNameLst>
                                      </p:cBhvr>
                                      <p:to>
                                        <p:strVal val="visible"/>
                                      </p:to>
                                    </p:set>
                                    <p:animEffect transition="in" filter="dissolve">
                                      <p:cBhvr>
                                        <p:cTn id="15" dur="500"/>
                                        <p:tgtEl>
                                          <p:spTgt spid="8195">
                                            <p:txEl>
                                              <p:pRg st="2" end="2"/>
                                            </p:txEl>
                                          </p:spTgt>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8195">
                                            <p:txEl>
                                              <p:pRg st="3" end="3"/>
                                            </p:txEl>
                                          </p:spTgt>
                                        </p:tgtEl>
                                        <p:attrNameLst>
                                          <p:attrName>style.visibility</p:attrName>
                                        </p:attrNameLst>
                                      </p:cBhvr>
                                      <p:to>
                                        <p:strVal val="visible"/>
                                      </p:to>
                                    </p:set>
                                    <p:animEffect transition="in" filter="dissolve">
                                      <p:cBhvr>
                                        <p:cTn id="18" dur="500"/>
                                        <p:tgtEl>
                                          <p:spTgt spid="8195">
                                            <p:txEl>
                                              <p:pRg st="3" end="3"/>
                                            </p:txEl>
                                          </p:spTgt>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8195">
                                            <p:txEl>
                                              <p:pRg st="4" end="4"/>
                                            </p:txEl>
                                          </p:spTgt>
                                        </p:tgtEl>
                                        <p:attrNameLst>
                                          <p:attrName>style.visibility</p:attrName>
                                        </p:attrNameLst>
                                      </p:cBhvr>
                                      <p:to>
                                        <p:strVal val="visible"/>
                                      </p:to>
                                    </p:set>
                                    <p:animEffect transition="in" filter="dissolve">
                                      <p:cBhvr>
                                        <p:cTn id="21" dur="500"/>
                                        <p:tgtEl>
                                          <p:spTgt spid="8195">
                                            <p:txEl>
                                              <p:pRg st="4" end="4"/>
                                            </p:txEl>
                                          </p:spTgt>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8195">
                                            <p:txEl>
                                              <p:pRg st="5" end="5"/>
                                            </p:txEl>
                                          </p:spTgt>
                                        </p:tgtEl>
                                        <p:attrNameLst>
                                          <p:attrName>style.visibility</p:attrName>
                                        </p:attrNameLst>
                                      </p:cBhvr>
                                      <p:to>
                                        <p:strVal val="visible"/>
                                      </p:to>
                                    </p:set>
                                    <p:animEffect transition="in" filter="dissolve">
                                      <p:cBhvr>
                                        <p:cTn id="24" dur="500"/>
                                        <p:tgtEl>
                                          <p:spTgt spid="8195">
                                            <p:txEl>
                                              <p:pRg st="5" end="5"/>
                                            </p:txEl>
                                          </p:spTgt>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8195">
                                            <p:txEl>
                                              <p:pRg st="6" end="6"/>
                                            </p:txEl>
                                          </p:spTgt>
                                        </p:tgtEl>
                                        <p:attrNameLst>
                                          <p:attrName>style.visibility</p:attrName>
                                        </p:attrNameLst>
                                      </p:cBhvr>
                                      <p:to>
                                        <p:strVal val="visible"/>
                                      </p:to>
                                    </p:set>
                                    <p:animEffect transition="in" filter="dissolve">
                                      <p:cBhvr>
                                        <p:cTn id="27" dur="500"/>
                                        <p:tgtEl>
                                          <p:spTgt spid="819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533400" y="228600"/>
            <a:ext cx="7772400" cy="719254"/>
          </a:xfrm>
        </p:spPr>
        <p:txBody>
          <a:bodyPr/>
          <a:lstStyle/>
          <a:p>
            <a:r>
              <a:rPr lang="en-US" dirty="0"/>
              <a:t>Course Grading</a:t>
            </a:r>
          </a:p>
        </p:txBody>
      </p:sp>
      <p:sp>
        <p:nvSpPr>
          <p:cNvPr id="7171" name="Rectangle 3"/>
          <p:cNvSpPr>
            <a:spLocks noGrp="1" noChangeArrowheads="1"/>
          </p:cNvSpPr>
          <p:nvPr>
            <p:ph type="body" idx="1"/>
          </p:nvPr>
        </p:nvSpPr>
        <p:spPr>
          <a:xfrm>
            <a:off x="457202" y="847493"/>
            <a:ext cx="8305800" cy="5705707"/>
          </a:xfrm>
        </p:spPr>
        <p:txBody>
          <a:bodyPr/>
          <a:lstStyle/>
          <a:p>
            <a:r>
              <a:rPr lang="en-US" dirty="0">
                <a:latin typeface="Times New Roman" panose="02020603050405020304" pitchFamily="18" charset="0"/>
                <a:cs typeface="Times New Roman" panose="02020603050405020304" pitchFamily="18" charset="0"/>
              </a:rPr>
              <a:t>4-5</a:t>
            </a:r>
            <a:r>
              <a:rPr lang="en-US" dirty="0"/>
              <a:t> </a:t>
            </a:r>
            <a:r>
              <a:rPr lang="en-US" dirty="0" err="1"/>
              <a:t>Homeworks</a:t>
            </a:r>
            <a:r>
              <a:rPr lang="en-US" dirty="0"/>
              <a:t> (15% of grade)</a:t>
            </a:r>
          </a:p>
          <a:p>
            <a:pPr lvl="1"/>
            <a:r>
              <a:rPr lang="en-US" dirty="0"/>
              <a:t>Get familiar with </a:t>
            </a:r>
            <a:r>
              <a:rPr lang="en-US" dirty="0" err="1"/>
              <a:t>CloudLab</a:t>
            </a:r>
            <a:r>
              <a:rPr lang="en-US" dirty="0"/>
              <a:t> concepts in the first few weeks @ beginning of the course – will help for project work </a:t>
            </a:r>
          </a:p>
          <a:p>
            <a:r>
              <a:rPr lang="en-US" dirty="0"/>
              <a:t>One mid-term Exam, Feb. 6, 2023 (25% of grade)</a:t>
            </a:r>
          </a:p>
          <a:p>
            <a:r>
              <a:rPr lang="en-US" dirty="0"/>
              <a:t>Final Exam, March 13, 2023 (30% of grade) (in class)</a:t>
            </a:r>
          </a:p>
          <a:p>
            <a:r>
              <a:rPr lang="en-US" dirty="0"/>
              <a:t>Projects: Student Selected Project (30% of grade)</a:t>
            </a:r>
          </a:p>
          <a:p>
            <a:pPr lvl="1"/>
            <a:r>
              <a:rPr lang="en-US" dirty="0"/>
              <a:t>Proposal – 1 page; discuss with instructor – week 2,3.</a:t>
            </a:r>
          </a:p>
          <a:p>
            <a:pPr lvl="1"/>
            <a:r>
              <a:rPr lang="en-US" dirty="0"/>
              <a:t>Presentation of Project proposal, Outline of Approach – Week 4,5 (2 students per group; 5 minute presentation)</a:t>
            </a:r>
          </a:p>
          <a:p>
            <a:pPr lvl="1"/>
            <a:r>
              <a:rPr lang="en-US" dirty="0"/>
              <a:t>Final Project Demo, Report – ‘final exam day’ (Thursday, March 20, 7:00 pm - 10:00 pm)</a:t>
            </a:r>
          </a:p>
          <a:p>
            <a:pPr lvl="2"/>
            <a:r>
              <a:rPr lang="en-US" dirty="0"/>
              <a:t>Each student group (</a:t>
            </a:r>
            <a:r>
              <a:rPr lang="en-US" b="1" dirty="0"/>
              <a:t>at most 2 students in each group</a:t>
            </a:r>
            <a:r>
              <a:rPr lang="en-US" dirty="0"/>
              <a:t>) presents for 20 minutes, introducing problem, detailing solution and </a:t>
            </a:r>
            <a:r>
              <a:rPr lang="en-US" b="1" dirty="0"/>
              <a:t>demonstrating that its working</a:t>
            </a:r>
            <a:r>
              <a:rPr lang="en-US" dirty="0"/>
              <a:t>. </a:t>
            </a:r>
          </a:p>
          <a:p>
            <a:pPr lvl="2"/>
            <a:r>
              <a:rPr lang="en-US" dirty="0"/>
              <a:t>Use </a:t>
            </a:r>
            <a:r>
              <a:rPr lang="en-US" dirty="0" err="1"/>
              <a:t>CloudLab</a:t>
            </a:r>
            <a:r>
              <a:rPr lang="en-US" dirty="0"/>
              <a:t> for Project</a:t>
            </a:r>
          </a:p>
        </p:txBody>
      </p:sp>
    </p:spTree>
    <p:extLst>
      <p:ext uri="{BB962C8B-B14F-4D97-AF65-F5344CB8AC3E}">
        <p14:creationId xmlns:p14="http://schemas.microsoft.com/office/powerpoint/2010/main" val="168335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dissolve">
                                      <p:cBhvr>
                                        <p:cTn id="7" dur="500"/>
                                        <p:tgtEl>
                                          <p:spTgt spid="7171">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7171">
                                            <p:txEl>
                                              <p:pRg st="1" end="1"/>
                                            </p:txEl>
                                          </p:spTgt>
                                        </p:tgtEl>
                                        <p:attrNameLst>
                                          <p:attrName>style.visibility</p:attrName>
                                        </p:attrNameLst>
                                      </p:cBhvr>
                                      <p:to>
                                        <p:strVal val="visible"/>
                                      </p:to>
                                    </p:set>
                                    <p:animEffect transition="in" filter="dissolve">
                                      <p:cBhvr>
                                        <p:cTn id="10" dur="500"/>
                                        <p:tgtEl>
                                          <p:spTgt spid="7171">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7171">
                                            <p:txEl>
                                              <p:pRg st="2" end="2"/>
                                            </p:txEl>
                                          </p:spTgt>
                                        </p:tgtEl>
                                        <p:attrNameLst>
                                          <p:attrName>style.visibility</p:attrName>
                                        </p:attrNameLst>
                                      </p:cBhvr>
                                      <p:to>
                                        <p:strVal val="visible"/>
                                      </p:to>
                                    </p:set>
                                    <p:animEffect transition="in" filter="dissolve">
                                      <p:cBhvr>
                                        <p:cTn id="15" dur="500"/>
                                        <p:tgtEl>
                                          <p:spTgt spid="7171">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7171">
                                            <p:txEl>
                                              <p:pRg st="3" end="3"/>
                                            </p:txEl>
                                          </p:spTgt>
                                        </p:tgtEl>
                                        <p:attrNameLst>
                                          <p:attrName>style.visibility</p:attrName>
                                        </p:attrNameLst>
                                      </p:cBhvr>
                                      <p:to>
                                        <p:strVal val="visible"/>
                                      </p:to>
                                    </p:set>
                                    <p:animEffect transition="in" filter="dissolve">
                                      <p:cBhvr>
                                        <p:cTn id="20" dur="500"/>
                                        <p:tgtEl>
                                          <p:spTgt spid="7171">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7171">
                                            <p:txEl>
                                              <p:pRg st="4" end="4"/>
                                            </p:txEl>
                                          </p:spTgt>
                                        </p:tgtEl>
                                        <p:attrNameLst>
                                          <p:attrName>style.visibility</p:attrName>
                                        </p:attrNameLst>
                                      </p:cBhvr>
                                      <p:to>
                                        <p:strVal val="visible"/>
                                      </p:to>
                                    </p:set>
                                    <p:animEffect transition="in" filter="dissolve">
                                      <p:cBhvr>
                                        <p:cTn id="25" dur="500"/>
                                        <p:tgtEl>
                                          <p:spTgt spid="7171">
                                            <p:txEl>
                                              <p:pRg st="4" end="4"/>
                                            </p:txEl>
                                          </p:spTgt>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7171">
                                            <p:txEl>
                                              <p:pRg st="5" end="5"/>
                                            </p:txEl>
                                          </p:spTgt>
                                        </p:tgtEl>
                                        <p:attrNameLst>
                                          <p:attrName>style.visibility</p:attrName>
                                        </p:attrNameLst>
                                      </p:cBhvr>
                                      <p:to>
                                        <p:strVal val="visible"/>
                                      </p:to>
                                    </p:set>
                                    <p:animEffect transition="in" filter="dissolve">
                                      <p:cBhvr>
                                        <p:cTn id="28" dur="500"/>
                                        <p:tgtEl>
                                          <p:spTgt spid="7171">
                                            <p:txEl>
                                              <p:pRg st="5" end="5"/>
                                            </p:txEl>
                                          </p:spTgt>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7171">
                                            <p:txEl>
                                              <p:pRg st="6" end="6"/>
                                            </p:txEl>
                                          </p:spTgt>
                                        </p:tgtEl>
                                        <p:attrNameLst>
                                          <p:attrName>style.visibility</p:attrName>
                                        </p:attrNameLst>
                                      </p:cBhvr>
                                      <p:to>
                                        <p:strVal val="visible"/>
                                      </p:to>
                                    </p:set>
                                    <p:animEffect transition="in" filter="dissolve">
                                      <p:cBhvr>
                                        <p:cTn id="31" dur="500"/>
                                        <p:tgtEl>
                                          <p:spTgt spid="7171">
                                            <p:txEl>
                                              <p:pRg st="6" end="6"/>
                                            </p:txEl>
                                          </p:spTgt>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7171">
                                            <p:txEl>
                                              <p:pRg st="7" end="7"/>
                                            </p:txEl>
                                          </p:spTgt>
                                        </p:tgtEl>
                                        <p:attrNameLst>
                                          <p:attrName>style.visibility</p:attrName>
                                        </p:attrNameLst>
                                      </p:cBhvr>
                                      <p:to>
                                        <p:strVal val="visible"/>
                                      </p:to>
                                    </p:set>
                                    <p:animEffect transition="in" filter="dissolve">
                                      <p:cBhvr>
                                        <p:cTn id="34" dur="500"/>
                                        <p:tgtEl>
                                          <p:spTgt spid="7171">
                                            <p:txEl>
                                              <p:pRg st="7" end="7"/>
                                            </p:txEl>
                                          </p:spTgt>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7171">
                                            <p:txEl>
                                              <p:pRg st="8" end="8"/>
                                            </p:txEl>
                                          </p:spTgt>
                                        </p:tgtEl>
                                        <p:attrNameLst>
                                          <p:attrName>style.visibility</p:attrName>
                                        </p:attrNameLst>
                                      </p:cBhvr>
                                      <p:to>
                                        <p:strVal val="visible"/>
                                      </p:to>
                                    </p:set>
                                    <p:animEffect transition="in" filter="dissolve">
                                      <p:cBhvr>
                                        <p:cTn id="37" dur="500"/>
                                        <p:tgtEl>
                                          <p:spTgt spid="7171">
                                            <p:txEl>
                                              <p:pRg st="8" end="8"/>
                                            </p:txEl>
                                          </p:spTgt>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7171">
                                            <p:txEl>
                                              <p:pRg st="9" end="9"/>
                                            </p:txEl>
                                          </p:spTgt>
                                        </p:tgtEl>
                                        <p:attrNameLst>
                                          <p:attrName>style.visibility</p:attrName>
                                        </p:attrNameLst>
                                      </p:cBhvr>
                                      <p:to>
                                        <p:strVal val="visible"/>
                                      </p:to>
                                    </p:set>
                                    <p:animEffect transition="in" filter="dissolve">
                                      <p:cBhvr>
                                        <p:cTn id="40" dur="500"/>
                                        <p:tgtEl>
                                          <p:spTgt spid="717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A252FB-41CC-F24D-9F83-D7FF5D6169D9}"/>
              </a:ext>
            </a:extLst>
          </p:cNvPr>
          <p:cNvSpPr>
            <a:spLocks noGrp="1"/>
          </p:cNvSpPr>
          <p:nvPr>
            <p:ph type="title"/>
          </p:nvPr>
        </p:nvSpPr>
        <p:spPr>
          <a:xfrm>
            <a:off x="503563" y="26984"/>
            <a:ext cx="8202976" cy="1143000"/>
          </a:xfrm>
        </p:spPr>
        <p:txBody>
          <a:bodyPr/>
          <a:lstStyle/>
          <a:p>
            <a:r>
              <a:rPr lang="en-US" dirty="0"/>
              <a:t>Syllabus for CS 208, Winter 2025</a:t>
            </a:r>
          </a:p>
        </p:txBody>
      </p:sp>
      <p:sp>
        <p:nvSpPr>
          <p:cNvPr id="5" name="Content Placeholder 4">
            <a:extLst>
              <a:ext uri="{FF2B5EF4-FFF2-40B4-BE49-F238E27FC236}">
                <a16:creationId xmlns:a16="http://schemas.microsoft.com/office/drawing/2014/main" id="{DDDCEAD7-3FB6-0C44-B56B-D8021A0A720E}"/>
              </a:ext>
            </a:extLst>
          </p:cNvPr>
          <p:cNvSpPr>
            <a:spLocks noGrp="1"/>
          </p:cNvSpPr>
          <p:nvPr>
            <p:ph idx="1"/>
          </p:nvPr>
        </p:nvSpPr>
        <p:spPr>
          <a:xfrm>
            <a:off x="198304" y="1035586"/>
            <a:ext cx="8813494" cy="5244028"/>
          </a:xfrm>
        </p:spPr>
        <p:txBody>
          <a:bodyPr>
            <a:normAutofit fontScale="55000" lnSpcReduction="20000"/>
          </a:bodyPr>
          <a:lstStyle/>
          <a:p>
            <a:pPr>
              <a:lnSpc>
                <a:spcPct val="120000"/>
              </a:lnSpc>
            </a:pPr>
            <a:r>
              <a:rPr lang="en-US" sz="3800" dirty="0"/>
              <a:t>Introduction to Cloud Computing</a:t>
            </a:r>
          </a:p>
          <a:p>
            <a:pPr>
              <a:lnSpc>
                <a:spcPct val="120000"/>
              </a:lnSpc>
            </a:pPr>
            <a:r>
              <a:rPr lang="en-US" sz="3800" dirty="0"/>
              <a:t>Virtualization: OS Virtualization, Hardware support, Memory Management</a:t>
            </a:r>
          </a:p>
          <a:p>
            <a:pPr>
              <a:lnSpc>
                <a:spcPct val="120000"/>
              </a:lnSpc>
            </a:pPr>
            <a:r>
              <a:rPr lang="en-US" sz="3800" dirty="0"/>
              <a:t>VMs-Different Hypervisors; Linux and Docker Containers; Comparison</a:t>
            </a:r>
          </a:p>
          <a:p>
            <a:pPr>
              <a:lnSpc>
                <a:spcPct val="120000"/>
              </a:lnSpc>
            </a:pPr>
            <a:r>
              <a:rPr lang="en-US" sz="3800" dirty="0"/>
              <a:t>Networking the Cloud: VM Replication and Migration, Speculative Execution</a:t>
            </a:r>
          </a:p>
          <a:p>
            <a:pPr>
              <a:lnSpc>
                <a:spcPct val="120000"/>
              </a:lnSpc>
            </a:pPr>
            <a:r>
              <a:rPr lang="en-US" sz="3800" dirty="0"/>
              <a:t>Failure Resilience and Disaster Resilience with Cloud Computing</a:t>
            </a:r>
          </a:p>
          <a:p>
            <a:pPr>
              <a:lnSpc>
                <a:spcPct val="120000"/>
              </a:lnSpc>
            </a:pPr>
            <a:r>
              <a:rPr lang="en-US" sz="3800" dirty="0"/>
              <a:t>Containers and CNI Deep Dive; Challenges with Container Migration</a:t>
            </a:r>
          </a:p>
          <a:p>
            <a:pPr>
              <a:lnSpc>
                <a:spcPct val="120000"/>
              </a:lnSpc>
            </a:pPr>
            <a:r>
              <a:rPr lang="en-US" sz="3800" dirty="0"/>
              <a:t>Orchestration: OpenStack; Borg/Kubernetes</a:t>
            </a:r>
          </a:p>
          <a:p>
            <a:pPr>
              <a:lnSpc>
                <a:spcPct val="120000"/>
              </a:lnSpc>
            </a:pPr>
            <a:r>
              <a:rPr lang="en-US" sz="3800" dirty="0"/>
              <a:t>Data Center Networks Overview</a:t>
            </a:r>
          </a:p>
          <a:p>
            <a:pPr>
              <a:lnSpc>
                <a:spcPct val="120000"/>
              </a:lnSpc>
            </a:pPr>
            <a:r>
              <a:rPr lang="en-US" sz="3800" dirty="0"/>
              <a:t>Software Defined Networking, OpenFlow and Programmable Networks</a:t>
            </a:r>
          </a:p>
          <a:p>
            <a:pPr>
              <a:lnSpc>
                <a:spcPct val="120000"/>
              </a:lnSpc>
            </a:pPr>
            <a:r>
              <a:rPr lang="en-US" sz="3800" dirty="0"/>
              <a:t>Remote Direct Memory Access (RDMA)</a:t>
            </a:r>
          </a:p>
          <a:p>
            <a:pPr>
              <a:lnSpc>
                <a:spcPct val="120000"/>
              </a:lnSpc>
            </a:pPr>
            <a:r>
              <a:rPr lang="en-US" sz="3800" dirty="0"/>
              <a:t>Serverless Computing, Serving ML Workloads</a:t>
            </a:r>
          </a:p>
          <a:p>
            <a:endParaRPr lang="en-US" dirty="0"/>
          </a:p>
          <a:p>
            <a:pPr marL="0" indent="0">
              <a:buNone/>
            </a:pPr>
            <a:endParaRPr lang="en-US" dirty="0"/>
          </a:p>
          <a:p>
            <a:pPr marL="0" indent="0">
              <a:buNone/>
            </a:pPr>
            <a:r>
              <a:rPr lang="en-US" b="1" dirty="0"/>
              <a:t>As a way of encouraging you to attend, I will provide a 5% EXTRA CREDIT when you attend all the classes.</a:t>
            </a:r>
          </a:p>
          <a:p>
            <a:endParaRPr lang="en-US" dirty="0"/>
          </a:p>
          <a:p>
            <a:endParaRPr lang="en-US" dirty="0"/>
          </a:p>
        </p:txBody>
      </p:sp>
    </p:spTree>
    <p:extLst>
      <p:ext uri="{BB962C8B-B14F-4D97-AF65-F5344CB8AC3E}">
        <p14:creationId xmlns:p14="http://schemas.microsoft.com/office/powerpoint/2010/main" val="4066153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Title 1"/>
          <p:cNvSpPr>
            <a:spLocks noGrp="1"/>
          </p:cNvSpPr>
          <p:nvPr>
            <p:ph type="title"/>
          </p:nvPr>
        </p:nvSpPr>
        <p:spPr>
          <a:xfrm>
            <a:off x="110068" y="381002"/>
            <a:ext cx="8932333" cy="372533"/>
          </a:xfrm>
        </p:spPr>
        <p:txBody>
          <a:bodyPr/>
          <a:lstStyle/>
          <a:p>
            <a:r>
              <a:rPr lang="en-US" sz="2300" dirty="0"/>
              <a:t>Evolution of Computing and Communication Systems</a:t>
            </a:r>
          </a:p>
        </p:txBody>
      </p:sp>
      <p:sp>
        <p:nvSpPr>
          <p:cNvPr id="7171" name="Content Placeholder 2"/>
          <p:cNvSpPr>
            <a:spLocks noGrp="1"/>
          </p:cNvSpPr>
          <p:nvPr>
            <p:ph idx="1"/>
          </p:nvPr>
        </p:nvSpPr>
        <p:spPr>
          <a:xfrm>
            <a:off x="228600" y="1159935"/>
            <a:ext cx="8686800" cy="4936067"/>
          </a:xfrm>
        </p:spPr>
        <p:txBody>
          <a:bodyPr/>
          <a:lstStyle/>
          <a:p>
            <a:r>
              <a:rPr lang="en-US" dirty="0"/>
              <a:t>We have seen over the last several decades, the evolution of computing, storage and networking capabilities</a:t>
            </a:r>
          </a:p>
          <a:p>
            <a:endParaRPr lang="en-US" dirty="0"/>
          </a:p>
          <a:p>
            <a:pPr lvl="1"/>
            <a:r>
              <a:rPr lang="en-US" dirty="0"/>
              <a:t>Each step in the evolution caused by changes in the relative speed or cost of computing, storage and communications</a:t>
            </a:r>
          </a:p>
          <a:p>
            <a:pPr lvl="3"/>
            <a:r>
              <a:rPr lang="en-US" dirty="0"/>
              <a:t>Caused/Allowed processing and storage to be closer or farther from each other and from users</a:t>
            </a:r>
          </a:p>
          <a:p>
            <a:pPr lvl="2"/>
            <a:r>
              <a:rPr lang="en-US" dirty="0"/>
              <a:t>E.g., moved from mainframes to mini-computers to workstations and PCs as computing costs and capabilities evolved relative to I/O</a:t>
            </a:r>
          </a:p>
          <a:p>
            <a:pPr lvl="2"/>
            <a:r>
              <a:rPr lang="en-US" dirty="0"/>
              <a:t>Then moved to client-server and eventually to web based services as networking capabilities evolved</a:t>
            </a:r>
          </a:p>
          <a:p>
            <a:r>
              <a:rPr lang="en-US" b="1" dirty="0"/>
              <a:t>Cloud computing is taking advantage of current balance in cost, performance and capability of computing vs. communications</a:t>
            </a:r>
          </a:p>
        </p:txBody>
      </p:sp>
    </p:spTree>
    <p:extLst>
      <p:ext uri="{BB962C8B-B14F-4D97-AF65-F5344CB8AC3E}">
        <p14:creationId xmlns:p14="http://schemas.microsoft.com/office/powerpoint/2010/main" val="652646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32898" name="Rectangle 2">
            <a:extLst>
              <a:ext uri="{FF2B5EF4-FFF2-40B4-BE49-F238E27FC236}">
                <a16:creationId xmlns:a16="http://schemas.microsoft.com/office/drawing/2014/main" id="{419D9884-73DF-474E-8D06-6FA95CFC8E41}"/>
              </a:ext>
            </a:extLst>
          </p:cNvPr>
          <p:cNvSpPr>
            <a:spLocks noGrp="1" noChangeArrowheads="1"/>
          </p:cNvSpPr>
          <p:nvPr>
            <p:ph type="ctrTitle" idx="4294967295"/>
          </p:nvPr>
        </p:nvSpPr>
        <p:spPr>
          <a:xfrm>
            <a:off x="215900" y="206375"/>
            <a:ext cx="8640763" cy="1190625"/>
          </a:xfrm>
        </p:spPr>
        <p:txBody>
          <a:bodyPr anchor="ctr"/>
          <a:lstStyle/>
          <a:p>
            <a:pPr eaLnBrk="1" hangingPunct="1">
              <a:defRPr/>
            </a:pPr>
            <a:r>
              <a:rPr lang="en-US" altLang="zh-CN" sz="3600" b="0">
                <a:solidFill>
                  <a:srgbClr val="FFFF00"/>
                </a:solidFill>
                <a:ea typeface="宋体" panose="02010600030101010101" pitchFamily="2" charset="-122"/>
              </a:rPr>
              <a:t> </a:t>
            </a:r>
            <a:r>
              <a:rPr lang="en-US" altLang="zh-CN" sz="4000">
                <a:solidFill>
                  <a:srgbClr val="FFFF00"/>
                </a:solidFill>
                <a:ea typeface="宋体" panose="02010600030101010101" pitchFamily="2" charset="-122"/>
              </a:rPr>
              <a:t>From Desktop/HPC/Grids to </a:t>
            </a:r>
            <a:br>
              <a:rPr lang="en-US" altLang="zh-CN" sz="4000">
                <a:solidFill>
                  <a:srgbClr val="FFFF00"/>
                </a:solidFill>
                <a:ea typeface="宋体" panose="02010600030101010101" pitchFamily="2" charset="-122"/>
              </a:rPr>
            </a:br>
            <a:r>
              <a:rPr lang="en-US" altLang="zh-CN" sz="4000">
                <a:solidFill>
                  <a:srgbClr val="FFFF00"/>
                </a:solidFill>
                <a:ea typeface="宋体" panose="02010600030101010101" pitchFamily="2" charset="-122"/>
              </a:rPr>
              <a:t>Internet Clouds in 30 Years</a:t>
            </a:r>
          </a:p>
        </p:txBody>
      </p:sp>
      <p:sp>
        <p:nvSpPr>
          <p:cNvPr id="8194" name="Text Box 3">
            <a:extLst>
              <a:ext uri="{FF2B5EF4-FFF2-40B4-BE49-F238E27FC236}">
                <a16:creationId xmlns:a16="http://schemas.microsoft.com/office/drawing/2014/main" id="{528F8EAB-C298-B546-88BD-2F0F5BDA5162}"/>
              </a:ext>
            </a:extLst>
          </p:cNvPr>
          <p:cNvSpPr txBox="1">
            <a:spLocks noChangeArrowheads="1"/>
          </p:cNvSpPr>
          <p:nvPr/>
        </p:nvSpPr>
        <p:spPr bwMode="auto">
          <a:xfrm>
            <a:off x="669925" y="1646238"/>
            <a:ext cx="7859713" cy="436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lnSpc>
                <a:spcPct val="90000"/>
              </a:lnSpc>
              <a:spcBef>
                <a:spcPct val="30000"/>
              </a:spcBef>
              <a:buClr>
                <a:schemeClr val="tx2"/>
              </a:buClr>
              <a:buSzPct val="75000"/>
              <a:buFont typeface="Wingdings" pitchFamily="2"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lnSpc>
                <a:spcPct val="90000"/>
              </a:lnSpc>
              <a:spcBef>
                <a:spcPct val="30000"/>
              </a:spcBef>
              <a:buClr>
                <a:schemeClr val="tx2"/>
              </a:buClr>
              <a:buSzPct val="75000"/>
              <a:buFont typeface="Wingdings" pitchFamily="2" charset="2"/>
              <a:buChar char="Ø"/>
              <a:defRPr sz="2400">
                <a:solidFill>
                  <a:schemeClr val="tx1"/>
                </a:solidFill>
                <a:latin typeface="Arial" panose="020B0604020202020204" pitchFamily="34" charset="0"/>
                <a:ea typeface="ＭＳ Ｐゴシック" panose="020B0600070205080204" pitchFamily="34" charset="-128"/>
              </a:defRPr>
            </a:lvl2pPr>
            <a:lvl3pPr marL="1143000" indent="-228600">
              <a:lnSpc>
                <a:spcPct val="90000"/>
              </a:lnSpc>
              <a:spcBef>
                <a:spcPct val="30000"/>
              </a:spcBef>
              <a:buClr>
                <a:schemeClr val="tx2"/>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3pPr>
            <a:lvl4pPr marL="1600200" indent="-228600">
              <a:lnSpc>
                <a:spcPct val="90000"/>
              </a:lnSpc>
              <a:spcBef>
                <a:spcPct val="30000"/>
              </a:spcBef>
              <a:buClr>
                <a:schemeClr val="tx2"/>
              </a:buClr>
              <a:buSzPct val="75000"/>
              <a:buFont typeface="Wingdings" pitchFamily="2" charset="2"/>
              <a:buChar char="§"/>
              <a:defRPr>
                <a:solidFill>
                  <a:schemeClr val="tx1"/>
                </a:solidFill>
                <a:latin typeface="Arial" panose="020B0604020202020204" pitchFamily="34" charset="0"/>
                <a:ea typeface="ＭＳ Ｐゴシック" panose="020B0600070205080204" pitchFamily="34" charset="-128"/>
              </a:defRPr>
            </a:lvl4pPr>
            <a:lvl5pPr marL="2057400" indent="-228600">
              <a:lnSpc>
                <a:spcPct val="90000"/>
              </a:lnSpc>
              <a:spcBef>
                <a:spcPct val="30000"/>
              </a:spcBef>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30000"/>
              </a:lnSpc>
              <a:spcBef>
                <a:spcPct val="50000"/>
              </a:spcBef>
              <a:spcAft>
                <a:spcPct val="0"/>
              </a:spcAft>
              <a:buClr>
                <a:srgbClr val="FFFF00"/>
              </a:buClr>
              <a:buSzPct val="135000"/>
              <a:buFont typeface="Wingdings" pitchFamily="2" charset="2"/>
              <a:buChar char="n"/>
              <a:tabLst/>
              <a:defRPr/>
            </a:pPr>
            <a:r>
              <a:rPr kumimoji="1" lang="en-US" altLang="zh-CN" sz="2000" b="1" i="0" u="none" strike="noStrike" kern="1200" cap="none" spc="0" normalizeH="0" baseline="0" noProof="0" dirty="0">
                <a:ln>
                  <a:noFill/>
                </a:ln>
                <a:solidFill>
                  <a:srgbClr val="66FFFF"/>
                </a:solidFill>
                <a:effectLst/>
                <a:uLnTx/>
                <a:uFillTx/>
                <a:latin typeface="Arial" panose="020B0604020202020204" pitchFamily="34" charset="0"/>
                <a:ea typeface="ＭＳ Ｐゴシック" panose="020B0600070205080204" pitchFamily="34" charset="-128"/>
                <a:cs typeface="+mn-cs"/>
              </a:rPr>
              <a:t>     HPC  moving from centralized supercomputers </a:t>
            </a:r>
            <a:br>
              <a:rPr kumimoji="1" lang="en-US" altLang="zh-CN" sz="2000" b="1" i="0" u="none" strike="noStrike" kern="1200" cap="none" spc="0" normalizeH="0" baseline="0" noProof="0" dirty="0">
                <a:ln>
                  <a:noFill/>
                </a:ln>
                <a:solidFill>
                  <a:srgbClr val="66FFFF"/>
                </a:solidFill>
                <a:effectLst/>
                <a:uLnTx/>
                <a:uFillTx/>
                <a:latin typeface="Arial" panose="020B0604020202020204" pitchFamily="34" charset="0"/>
                <a:ea typeface="ＭＳ Ｐゴシック" panose="020B0600070205080204" pitchFamily="34" charset="-128"/>
                <a:cs typeface="+mn-cs"/>
              </a:rPr>
            </a:br>
            <a:r>
              <a:rPr kumimoji="1" lang="en-US" altLang="zh-CN" sz="2000" b="1" i="0" u="none" strike="noStrike" kern="1200" cap="none" spc="0" normalizeH="0" baseline="0" noProof="0" dirty="0">
                <a:ln>
                  <a:noFill/>
                </a:ln>
                <a:solidFill>
                  <a:srgbClr val="66FFFF"/>
                </a:solidFill>
                <a:effectLst/>
                <a:uLnTx/>
                <a:uFillTx/>
                <a:latin typeface="Arial" panose="020B0604020202020204" pitchFamily="34" charset="0"/>
                <a:ea typeface="ＭＳ Ｐゴシック" panose="020B0600070205080204" pitchFamily="34" charset="-128"/>
                <a:cs typeface="+mn-cs"/>
              </a:rPr>
              <a:t>       to  geographically  distributed desktops, </a:t>
            </a:r>
            <a:r>
              <a:rPr kumimoji="1" lang="en-US" altLang="zh-CN" sz="2000" b="1" i="0" u="none" strike="noStrike" kern="1200" cap="none" spc="0" normalizeH="0" baseline="0" noProof="0" dirty="0" err="1">
                <a:ln>
                  <a:noFill/>
                </a:ln>
                <a:solidFill>
                  <a:srgbClr val="66FFFF"/>
                </a:solidFill>
                <a:effectLst/>
                <a:uLnTx/>
                <a:uFillTx/>
                <a:latin typeface="Arial" panose="020B0604020202020204" pitchFamily="34" charset="0"/>
                <a:ea typeface="ＭＳ Ｐゴシック" panose="020B0600070205080204" pitchFamily="34" charset="-128"/>
                <a:cs typeface="+mn-cs"/>
              </a:rPr>
              <a:t>desksides</a:t>
            </a:r>
            <a:r>
              <a:rPr kumimoji="1" lang="en-US" altLang="zh-CN" sz="2000" b="1" i="0" u="none" strike="noStrike" kern="1200" cap="none" spc="0" normalizeH="0" baseline="0" noProof="0" dirty="0">
                <a:ln>
                  <a:noFill/>
                </a:ln>
                <a:solidFill>
                  <a:srgbClr val="66FFFF"/>
                </a:solidFill>
                <a:effectLst/>
                <a:uLnTx/>
                <a:uFillTx/>
                <a:latin typeface="Arial" panose="020B0604020202020204" pitchFamily="34" charset="0"/>
                <a:ea typeface="ＭＳ Ｐゴシック" panose="020B0600070205080204" pitchFamily="34" charset="-128"/>
                <a:cs typeface="+mn-cs"/>
              </a:rPr>
              <a:t>, </a:t>
            </a:r>
            <a:br>
              <a:rPr kumimoji="1" lang="en-US" altLang="zh-CN" sz="2000" b="1" i="0" u="none" strike="noStrike" kern="1200" cap="none" spc="0" normalizeH="0" baseline="0" noProof="0" dirty="0">
                <a:ln>
                  <a:noFill/>
                </a:ln>
                <a:solidFill>
                  <a:srgbClr val="66FFFF"/>
                </a:solidFill>
                <a:effectLst/>
                <a:uLnTx/>
                <a:uFillTx/>
                <a:latin typeface="Arial" panose="020B0604020202020204" pitchFamily="34" charset="0"/>
                <a:ea typeface="ＭＳ Ｐゴシック" panose="020B0600070205080204" pitchFamily="34" charset="-128"/>
                <a:cs typeface="+mn-cs"/>
              </a:rPr>
            </a:br>
            <a:r>
              <a:rPr kumimoji="1" lang="en-US" altLang="zh-CN" sz="2000" b="1" i="0" u="none" strike="noStrike" kern="1200" cap="none" spc="0" normalizeH="0" baseline="0" noProof="0" dirty="0">
                <a:ln>
                  <a:noFill/>
                </a:ln>
                <a:solidFill>
                  <a:srgbClr val="66FFFF"/>
                </a:solidFill>
                <a:effectLst/>
                <a:uLnTx/>
                <a:uFillTx/>
                <a:latin typeface="Arial" panose="020B0604020202020204" pitchFamily="34" charset="0"/>
                <a:ea typeface="ＭＳ Ｐゴシック" panose="020B0600070205080204" pitchFamily="34" charset="-128"/>
                <a:cs typeface="+mn-cs"/>
              </a:rPr>
              <a:t>       clusters, and grids to clouds over  the last 30 years</a:t>
            </a:r>
          </a:p>
          <a:p>
            <a:pPr marL="0" marR="0" lvl="0" indent="0" algn="l" defTabSz="914400" rtl="0" eaLnBrk="1" fontAlgn="base" latinLnBrk="0" hangingPunct="1">
              <a:lnSpc>
                <a:spcPct val="130000"/>
              </a:lnSpc>
              <a:spcBef>
                <a:spcPct val="50000"/>
              </a:spcBef>
              <a:spcAft>
                <a:spcPct val="0"/>
              </a:spcAft>
              <a:buClr>
                <a:srgbClr val="FFFF00"/>
              </a:buClr>
              <a:buSzPct val="135000"/>
              <a:buFont typeface="Wingdings" pitchFamily="2" charset="2"/>
              <a:buChar char="n"/>
              <a:tabLst/>
              <a:defRPr/>
            </a:pPr>
            <a:r>
              <a:rPr kumimoji="1" lang="en-US" altLang="zh-CN" sz="2000" b="1" i="0" u="none" strike="noStrike" kern="1200" cap="none" spc="0" normalizeH="0" baseline="0" noProof="0" dirty="0">
                <a:ln>
                  <a:noFill/>
                </a:ln>
                <a:solidFill>
                  <a:srgbClr val="66FFFF"/>
                </a:solidFill>
                <a:effectLst/>
                <a:uLnTx/>
                <a:uFillTx/>
                <a:latin typeface="Times New Roman" panose="02020603050405020304" pitchFamily="18" charset="0"/>
                <a:ea typeface="ＭＳ Ｐゴシック" panose="020B0600070205080204" pitchFamily="34" charset="-128"/>
                <a:cs typeface="+mn-cs"/>
              </a:rPr>
              <a:t>    </a:t>
            </a:r>
            <a:r>
              <a:rPr kumimoji="1" lang="en-US" altLang="zh-CN" sz="2000" b="1" i="0" u="none" strike="noStrike" kern="1200" cap="none" spc="0" normalizeH="0" baseline="0" noProof="0" dirty="0">
                <a:ln>
                  <a:noFill/>
                </a:ln>
                <a:solidFill>
                  <a:srgbClr val="00FF00"/>
                </a:solidFill>
                <a:effectLst/>
                <a:uLnTx/>
                <a:uFillTx/>
                <a:latin typeface="Arial" panose="020B0604020202020204" pitchFamily="34" charset="0"/>
                <a:ea typeface="ＭＳ Ｐゴシック" panose="020B0600070205080204" pitchFamily="34" charset="-128"/>
                <a:cs typeface="+mn-cs"/>
              </a:rPr>
              <a:t>R/D efforts on HPC,  clusters, Grids, P2P, and virtual </a:t>
            </a:r>
            <a:br>
              <a:rPr kumimoji="1" lang="en-US" altLang="zh-CN" sz="2000" b="1" i="0" u="none" strike="noStrike" kern="1200" cap="none" spc="0" normalizeH="0" baseline="0" noProof="0" dirty="0">
                <a:ln>
                  <a:noFill/>
                </a:ln>
                <a:solidFill>
                  <a:srgbClr val="00FF00"/>
                </a:solidFill>
                <a:effectLst/>
                <a:uLnTx/>
                <a:uFillTx/>
                <a:latin typeface="Arial" panose="020B0604020202020204" pitchFamily="34" charset="0"/>
                <a:ea typeface="ＭＳ Ｐゴシック" panose="020B0600070205080204" pitchFamily="34" charset="-128"/>
                <a:cs typeface="+mn-cs"/>
              </a:rPr>
            </a:br>
            <a:r>
              <a:rPr kumimoji="1" lang="en-US" altLang="zh-CN" sz="2000" b="1" i="0" u="none" strike="noStrike" kern="1200" cap="none" spc="0" normalizeH="0" baseline="0" noProof="0" dirty="0">
                <a:ln>
                  <a:noFill/>
                </a:ln>
                <a:solidFill>
                  <a:srgbClr val="00FF00"/>
                </a:solidFill>
                <a:effectLst/>
                <a:uLnTx/>
                <a:uFillTx/>
                <a:latin typeface="Arial" panose="020B0604020202020204" pitchFamily="34" charset="0"/>
                <a:ea typeface="ＭＳ Ｐゴシック" panose="020B0600070205080204" pitchFamily="34" charset="-128"/>
                <a:cs typeface="+mn-cs"/>
              </a:rPr>
              <a:t>       machines has laid the foundation of cloud computing </a:t>
            </a:r>
            <a:br>
              <a:rPr kumimoji="1" lang="en-US" altLang="zh-CN" sz="2000" b="1" i="0" u="none" strike="noStrike" kern="1200" cap="none" spc="0" normalizeH="0" baseline="0" noProof="0" dirty="0">
                <a:ln>
                  <a:noFill/>
                </a:ln>
                <a:solidFill>
                  <a:srgbClr val="00FF00"/>
                </a:solidFill>
                <a:effectLst/>
                <a:uLnTx/>
                <a:uFillTx/>
                <a:latin typeface="Arial" panose="020B0604020202020204" pitchFamily="34" charset="0"/>
                <a:ea typeface="ＭＳ Ｐゴシック" panose="020B0600070205080204" pitchFamily="34" charset="-128"/>
                <a:cs typeface="+mn-cs"/>
              </a:rPr>
            </a:br>
            <a:r>
              <a:rPr kumimoji="1" lang="en-US" altLang="zh-CN" sz="2000" b="1" i="0" u="none" strike="noStrike" kern="1200" cap="none" spc="0" normalizeH="0" baseline="0" noProof="0" dirty="0">
                <a:ln>
                  <a:noFill/>
                </a:ln>
                <a:solidFill>
                  <a:srgbClr val="00FF00"/>
                </a:solidFill>
                <a:effectLst/>
                <a:uLnTx/>
                <a:uFillTx/>
                <a:latin typeface="Arial" panose="020B0604020202020204" pitchFamily="34" charset="0"/>
                <a:ea typeface="ＭＳ Ｐゴシック" panose="020B0600070205080204" pitchFamily="34" charset="-128"/>
                <a:cs typeface="+mn-cs"/>
              </a:rPr>
              <a:t>       that has been greatly advanced since 2007</a:t>
            </a:r>
          </a:p>
          <a:p>
            <a:pPr marL="0" marR="0" lvl="0" indent="0" algn="l" defTabSz="914400" rtl="0" eaLnBrk="1" fontAlgn="base" latinLnBrk="0" hangingPunct="1">
              <a:lnSpc>
                <a:spcPct val="130000"/>
              </a:lnSpc>
              <a:spcBef>
                <a:spcPct val="50000"/>
              </a:spcBef>
              <a:spcAft>
                <a:spcPct val="0"/>
              </a:spcAft>
              <a:buClr>
                <a:srgbClr val="FFFF00"/>
              </a:buClr>
              <a:buSzPct val="135000"/>
              <a:buFont typeface="Wingdings" pitchFamily="2" charset="2"/>
              <a:buChar char="n"/>
              <a:tabLst/>
              <a:defRPr/>
            </a:pPr>
            <a:r>
              <a:rPr kumimoji="1" lang="en-US" altLang="zh-CN" sz="2000" b="1" i="0" u="none" strike="noStrike" kern="1200" cap="none" spc="0" normalizeH="0" baseline="0" noProof="0" dirty="0">
                <a:ln>
                  <a:noFill/>
                </a:ln>
                <a:solidFill>
                  <a:srgbClr val="CC3300"/>
                </a:solidFill>
                <a:effectLst/>
                <a:uLnTx/>
                <a:uFillTx/>
                <a:latin typeface="Times New Roman" panose="02020603050405020304" pitchFamily="18" charset="0"/>
                <a:ea typeface="ＭＳ Ｐゴシック" panose="020B0600070205080204" pitchFamily="34" charset="-128"/>
                <a:cs typeface="+mn-cs"/>
              </a:rPr>
              <a:t>     </a:t>
            </a:r>
            <a:r>
              <a:rPr kumimoji="1" lang="en-US" altLang="zh-CN" sz="2000" b="1" i="0" u="none" strike="noStrike" kern="1200" cap="none" spc="0" normalizeH="0" baseline="0" noProof="0" dirty="0">
                <a:ln>
                  <a:noFill/>
                </a:ln>
                <a:solidFill>
                  <a:srgbClr val="66FFFF"/>
                </a:solidFill>
                <a:effectLst/>
                <a:uLnTx/>
                <a:uFillTx/>
                <a:latin typeface="Arial" panose="020B0604020202020204" pitchFamily="34" charset="0"/>
                <a:ea typeface="ＭＳ Ｐゴシック" panose="020B0600070205080204" pitchFamily="34" charset="-128"/>
                <a:cs typeface="+mn-cs"/>
              </a:rPr>
              <a:t>Location of computing infrastructure in areas with </a:t>
            </a:r>
            <a:br>
              <a:rPr kumimoji="1" lang="en-US" altLang="zh-CN" sz="2000" b="1" i="0" u="none" strike="noStrike" kern="1200" cap="none" spc="0" normalizeH="0" baseline="0" noProof="0" dirty="0">
                <a:ln>
                  <a:noFill/>
                </a:ln>
                <a:solidFill>
                  <a:srgbClr val="66FFFF"/>
                </a:solidFill>
                <a:effectLst/>
                <a:uLnTx/>
                <a:uFillTx/>
                <a:latin typeface="Arial" panose="020B0604020202020204" pitchFamily="34" charset="0"/>
                <a:ea typeface="ＭＳ Ｐゴシック" panose="020B0600070205080204" pitchFamily="34" charset="-128"/>
                <a:cs typeface="+mn-cs"/>
              </a:rPr>
            </a:br>
            <a:r>
              <a:rPr kumimoji="1" lang="en-US" altLang="zh-CN" sz="2000" b="1" i="0" u="none" strike="noStrike" kern="1200" cap="none" spc="0" normalizeH="0" baseline="0" noProof="0" dirty="0">
                <a:ln>
                  <a:noFill/>
                </a:ln>
                <a:solidFill>
                  <a:srgbClr val="66FFFF"/>
                </a:solidFill>
                <a:effectLst/>
                <a:uLnTx/>
                <a:uFillTx/>
                <a:latin typeface="Arial" panose="020B0604020202020204" pitchFamily="34" charset="0"/>
                <a:ea typeface="ＭＳ Ｐゴシック" panose="020B0600070205080204" pitchFamily="34" charset="-128"/>
                <a:cs typeface="+mn-cs"/>
              </a:rPr>
              <a:t>        lower costs in hardware, software, datasets, </a:t>
            </a:r>
            <a:br>
              <a:rPr kumimoji="1" lang="en-US" altLang="zh-CN" sz="2000" b="1" i="0" u="none" strike="noStrike" kern="1200" cap="none" spc="0" normalizeH="0" baseline="0" noProof="0" dirty="0">
                <a:ln>
                  <a:noFill/>
                </a:ln>
                <a:solidFill>
                  <a:srgbClr val="66FFFF"/>
                </a:solidFill>
                <a:effectLst/>
                <a:uLnTx/>
                <a:uFillTx/>
                <a:latin typeface="Arial" panose="020B0604020202020204" pitchFamily="34" charset="0"/>
                <a:ea typeface="ＭＳ Ｐゴシック" panose="020B0600070205080204" pitchFamily="34" charset="-128"/>
                <a:cs typeface="+mn-cs"/>
              </a:rPr>
            </a:br>
            <a:r>
              <a:rPr kumimoji="1" lang="en-US" altLang="zh-CN" sz="2000" b="1" i="0" u="none" strike="noStrike" kern="1200" cap="none" spc="0" normalizeH="0" baseline="0" noProof="0" dirty="0">
                <a:ln>
                  <a:noFill/>
                </a:ln>
                <a:solidFill>
                  <a:srgbClr val="66FFFF"/>
                </a:solidFill>
                <a:effectLst/>
                <a:uLnTx/>
                <a:uFillTx/>
                <a:latin typeface="Arial" panose="020B0604020202020204" pitchFamily="34" charset="0"/>
                <a:ea typeface="ＭＳ Ｐゴシック" panose="020B0600070205080204" pitchFamily="34" charset="-128"/>
                <a:cs typeface="+mn-cs"/>
              </a:rPr>
              <a:t>        space,  and power  requirements – moving from </a:t>
            </a:r>
            <a:br>
              <a:rPr kumimoji="1" lang="en-US" altLang="zh-CN" sz="2000" b="1" i="0" u="none" strike="noStrike" kern="1200" cap="none" spc="0" normalizeH="0" baseline="0" noProof="0" dirty="0">
                <a:ln>
                  <a:noFill/>
                </a:ln>
                <a:solidFill>
                  <a:srgbClr val="66FFFF"/>
                </a:solidFill>
                <a:effectLst/>
                <a:uLnTx/>
                <a:uFillTx/>
                <a:latin typeface="Arial" panose="020B0604020202020204" pitchFamily="34" charset="0"/>
                <a:ea typeface="ＭＳ Ｐゴシック" panose="020B0600070205080204" pitchFamily="34" charset="-128"/>
                <a:cs typeface="+mn-cs"/>
              </a:rPr>
            </a:br>
            <a:r>
              <a:rPr kumimoji="1" lang="en-US" altLang="zh-CN" sz="2000" b="1" i="0" u="none" strike="noStrike" kern="1200" cap="none" spc="0" normalizeH="0" baseline="0" noProof="0" dirty="0">
                <a:ln>
                  <a:noFill/>
                </a:ln>
                <a:solidFill>
                  <a:srgbClr val="66FFFF"/>
                </a:solidFill>
                <a:effectLst/>
                <a:uLnTx/>
                <a:uFillTx/>
                <a:latin typeface="Arial" panose="020B0604020202020204" pitchFamily="34" charset="0"/>
                <a:ea typeface="ＭＳ Ｐゴシック" panose="020B0600070205080204" pitchFamily="34" charset="-128"/>
                <a:cs typeface="+mn-cs"/>
              </a:rPr>
              <a:t>       desktop  computing to datacenter-based clouds</a:t>
            </a:r>
          </a:p>
        </p:txBody>
      </p:sp>
    </p:spTree>
    <p:extLst>
      <p:ext uri="{BB962C8B-B14F-4D97-AF65-F5344CB8AC3E}">
        <p14:creationId xmlns:p14="http://schemas.microsoft.com/office/powerpoint/2010/main" val="711954142"/>
      </p:ext>
    </p:extLst>
  </p:cSld>
  <p:clrMapOvr>
    <a:masterClrMapping/>
  </p:clrMapOvr>
  <p:transition>
    <p:strips dir="rd"/>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3313" name="Picture 4">
            <a:extLst>
              <a:ext uri="{FF2B5EF4-FFF2-40B4-BE49-F238E27FC236}">
                <a16:creationId xmlns:a16="http://schemas.microsoft.com/office/drawing/2014/main" id="{F2F23136-8F7B-EE4F-8F24-9B00893308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75" y="411163"/>
            <a:ext cx="8963025" cy="544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66562543"/>
      </p:ext>
    </p:extLst>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16162" name="Rectangle 2">
            <a:extLst>
              <a:ext uri="{FF2B5EF4-FFF2-40B4-BE49-F238E27FC236}">
                <a16:creationId xmlns:a16="http://schemas.microsoft.com/office/drawing/2014/main" id="{4447AB01-0434-9F4D-8B08-47C19099E6C0}"/>
              </a:ext>
            </a:extLst>
          </p:cNvPr>
          <p:cNvSpPr>
            <a:spLocks noChangeArrowheads="1"/>
          </p:cNvSpPr>
          <p:nvPr/>
        </p:nvSpPr>
        <p:spPr bwMode="auto">
          <a:xfrm>
            <a:off x="512763" y="914400"/>
            <a:ext cx="8132762" cy="5000625"/>
          </a:xfrm>
          <a:prstGeom prst="rect">
            <a:avLst/>
          </a:prstGeom>
          <a:solidFill>
            <a:schemeClr val="tx1"/>
          </a:solidFill>
          <a:ln w="9525">
            <a:solidFill>
              <a:schemeClr val="tx1"/>
            </a:solidFill>
            <a:miter lim="800000"/>
            <a:headEnd/>
            <a:tailEnd/>
          </a:ln>
          <a:effectLst/>
          <a:extLst>
            <a:ext uri="{AF507438-7753-43e0-B8FC-AC1667EBCBE1}"/>
          </a:extLst>
        </p:spPr>
        <p:txBody>
          <a:bodyPr wrap="none" anchor="ctr"/>
          <a:lstStyle/>
          <a:p>
            <a:pPr eaLnBrk="1" hangingPunct="1">
              <a:defRPr/>
            </a:pPr>
            <a:endParaRPr lang="en-US">
              <a:effectLst>
                <a:outerShdw blurRad="38100" dist="38100" dir="2700000" algn="tl">
                  <a:srgbClr val="000000">
                    <a:alpha val="43137"/>
                  </a:srgbClr>
                </a:outerShdw>
              </a:effectLst>
              <a:latin typeface="Arial" charset="0"/>
              <a:ea typeface="ＭＳ Ｐゴシック" charset="0"/>
            </a:endParaRPr>
          </a:p>
        </p:txBody>
      </p:sp>
      <p:pic>
        <p:nvPicPr>
          <p:cNvPr id="14338" name="Picture 2871">
            <a:extLst>
              <a:ext uri="{FF2B5EF4-FFF2-40B4-BE49-F238E27FC236}">
                <a16:creationId xmlns:a16="http://schemas.microsoft.com/office/drawing/2014/main" id="{8A3BD759-D055-3141-B950-E5884E7AF1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938" t="4002" r="5232" b="12381"/>
          <a:stretch>
            <a:fillRect/>
          </a:stretch>
        </p:blipFill>
        <p:spPr bwMode="auto">
          <a:xfrm>
            <a:off x="693738" y="1144588"/>
            <a:ext cx="7799387" cy="455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43838058"/>
      </p:ext>
    </p:extLst>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pic>
        <p:nvPicPr>
          <p:cNvPr id="16385" name="Picture 16">
            <a:extLst>
              <a:ext uri="{FF2B5EF4-FFF2-40B4-BE49-F238E27FC236}">
                <a16:creationId xmlns:a16="http://schemas.microsoft.com/office/drawing/2014/main" id="{100939AD-483D-8145-8808-AC139BC5DF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411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D8BBFB76-F939-2445-A761-6CA654755336}"/>
              </a:ext>
            </a:extLst>
          </p:cNvPr>
          <p:cNvSpPr txBox="1"/>
          <p:nvPr/>
        </p:nvSpPr>
        <p:spPr>
          <a:xfrm>
            <a:off x="12526" y="5498926"/>
            <a:ext cx="9143999" cy="646331"/>
          </a:xfrm>
          <a:prstGeom prst="rect">
            <a:avLst/>
          </a:prstGeom>
          <a:noFill/>
        </p:spPr>
        <p:txBody>
          <a:bodyPr wrap="square" rtlCol="0">
            <a:spAutoFit/>
          </a:bodyPr>
          <a:lstStyle/>
          <a:p>
            <a:r>
              <a:rPr lang="en-US" dirty="0"/>
              <a:t>Storage capacity has increased, but access times are not keeping up. </a:t>
            </a:r>
          </a:p>
          <a:p>
            <a:endParaRPr lang="en-US" dirty="0"/>
          </a:p>
        </p:txBody>
      </p:sp>
    </p:spTree>
    <p:extLst>
      <p:ext uri="{BB962C8B-B14F-4D97-AF65-F5344CB8AC3E}">
        <p14:creationId xmlns:p14="http://schemas.microsoft.com/office/powerpoint/2010/main" val="2053831896"/>
      </p:ext>
    </p:extLst>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29DC8-B5F5-994C-A3C5-EC677592F6FA}"/>
              </a:ext>
            </a:extLst>
          </p:cNvPr>
          <p:cNvSpPr>
            <a:spLocks noGrp="1"/>
          </p:cNvSpPr>
          <p:nvPr>
            <p:ph type="title"/>
          </p:nvPr>
        </p:nvSpPr>
        <p:spPr>
          <a:xfrm>
            <a:off x="628650" y="365126"/>
            <a:ext cx="8362950" cy="1325563"/>
          </a:xfrm>
        </p:spPr>
        <p:txBody>
          <a:bodyPr/>
          <a:lstStyle/>
          <a:p>
            <a:r>
              <a:rPr lang="en-US" b="1" dirty="0"/>
              <a:t>Astonishing Cloud Computing Statistics</a:t>
            </a:r>
            <a:endParaRPr lang="en-US" dirty="0"/>
          </a:p>
        </p:txBody>
      </p:sp>
      <p:sp>
        <p:nvSpPr>
          <p:cNvPr id="3" name="Content Placeholder 2">
            <a:extLst>
              <a:ext uri="{FF2B5EF4-FFF2-40B4-BE49-F238E27FC236}">
                <a16:creationId xmlns:a16="http://schemas.microsoft.com/office/drawing/2014/main" id="{32E513A8-82A1-B548-9583-AACBB0CE6B65}"/>
              </a:ext>
            </a:extLst>
          </p:cNvPr>
          <p:cNvSpPr>
            <a:spLocks noGrp="1"/>
          </p:cNvSpPr>
          <p:nvPr>
            <p:ph idx="1"/>
          </p:nvPr>
        </p:nvSpPr>
        <p:spPr>
          <a:xfrm>
            <a:off x="268941" y="1376979"/>
            <a:ext cx="8541571" cy="4799984"/>
          </a:xfrm>
        </p:spPr>
        <p:txBody>
          <a:bodyPr>
            <a:normAutofit lnSpcReduction="10000"/>
          </a:bodyPr>
          <a:lstStyle/>
          <a:p>
            <a:r>
              <a:rPr lang="en-US" sz="2400" dirty="0"/>
              <a:t>The global public cloud computing market revenue was $669.2 billion in 2023, about double ($330 B) in 2020, per IDC</a:t>
            </a:r>
          </a:p>
          <a:p>
            <a:pPr lvl="1"/>
            <a:r>
              <a:rPr lang="en-US" sz="2100" dirty="0"/>
              <a:t>Software as a Service: 45%; Infrastructure as a Service: 19.9%</a:t>
            </a:r>
          </a:p>
          <a:p>
            <a:pPr lvl="1"/>
            <a:r>
              <a:rPr lang="en-US" sz="2100" dirty="0"/>
              <a:t>Compare: Global PC sales in 2023 ~$ 155 billion</a:t>
            </a:r>
          </a:p>
          <a:p>
            <a:r>
              <a:rPr lang="en-US" sz="2400" dirty="0"/>
              <a:t>Providing data access from anywhere is the top reason for cloud adoption.</a:t>
            </a:r>
          </a:p>
          <a:p>
            <a:r>
              <a:rPr lang="en-US" sz="2400" dirty="0"/>
              <a:t>Organizations’ average yearly cloud budget was $3.8 million in 2023, up from $2.2M in 2018.</a:t>
            </a:r>
          </a:p>
          <a:p>
            <a:pPr lvl="1"/>
            <a:r>
              <a:rPr lang="en-US" sz="2100" dirty="0"/>
              <a:t>More than 90% of organizations use the cloud</a:t>
            </a:r>
          </a:p>
          <a:p>
            <a:r>
              <a:rPr lang="en-US" sz="2400" dirty="0"/>
              <a:t>About a third of companies’ IT budget goes to cloud services.</a:t>
            </a:r>
          </a:p>
          <a:p>
            <a:r>
              <a:rPr lang="en-US" sz="2400" dirty="0"/>
              <a:t>Cloud infrastructure spending surpassed $270 billion in 2023 ($80B in 2018)</a:t>
            </a:r>
          </a:p>
          <a:p>
            <a:r>
              <a:rPr lang="en-US" sz="2400" dirty="0"/>
              <a:t>The US is the most significant public cloud market: spending $216 billion in 2023 ($124.6 billion in 2019)</a:t>
            </a:r>
          </a:p>
        </p:txBody>
      </p:sp>
    </p:spTree>
    <p:extLst>
      <p:ext uri="{BB962C8B-B14F-4D97-AF65-F5344CB8AC3E}">
        <p14:creationId xmlns:p14="http://schemas.microsoft.com/office/powerpoint/2010/main" val="12698944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C1DEE-D62A-BF45-A2D9-19B752270ED1}"/>
              </a:ext>
            </a:extLst>
          </p:cNvPr>
          <p:cNvSpPr>
            <a:spLocks noGrp="1"/>
          </p:cNvSpPr>
          <p:nvPr>
            <p:ph type="title"/>
          </p:nvPr>
        </p:nvSpPr>
        <p:spPr/>
        <p:txBody>
          <a:bodyPr/>
          <a:lstStyle/>
          <a:p>
            <a:r>
              <a:rPr lang="en-US" dirty="0"/>
              <a:t>Some more observations on Cloud Adoption</a:t>
            </a:r>
          </a:p>
        </p:txBody>
      </p:sp>
      <p:sp>
        <p:nvSpPr>
          <p:cNvPr id="3" name="Content Placeholder 2">
            <a:extLst>
              <a:ext uri="{FF2B5EF4-FFF2-40B4-BE49-F238E27FC236}">
                <a16:creationId xmlns:a16="http://schemas.microsoft.com/office/drawing/2014/main" id="{8FEA28BA-A99E-8B44-84CE-63D14DC6D597}"/>
              </a:ext>
            </a:extLst>
          </p:cNvPr>
          <p:cNvSpPr>
            <a:spLocks noGrp="1"/>
          </p:cNvSpPr>
          <p:nvPr>
            <p:ph idx="1"/>
          </p:nvPr>
        </p:nvSpPr>
        <p:spPr>
          <a:xfrm>
            <a:off x="628650" y="1511300"/>
            <a:ext cx="7886700" cy="4665663"/>
          </a:xfrm>
        </p:spPr>
        <p:txBody>
          <a:bodyPr>
            <a:normAutofit lnSpcReduction="10000"/>
          </a:bodyPr>
          <a:lstStyle/>
          <a:p>
            <a:r>
              <a:rPr lang="en-US" sz="2400" dirty="0"/>
              <a:t>90% of companies are on the cloud</a:t>
            </a:r>
          </a:p>
          <a:p>
            <a:r>
              <a:rPr lang="en-US" sz="2400" dirty="0"/>
              <a:t>60% of workloads are running on a hosted cloud service in 2019 (45% of workloads in 2018).</a:t>
            </a:r>
          </a:p>
          <a:p>
            <a:r>
              <a:rPr lang="en-US" sz="2400" dirty="0"/>
              <a:t>Amazon Web Services is the leading cloud vendor with a 32% share</a:t>
            </a:r>
          </a:p>
          <a:p>
            <a:r>
              <a:rPr lang="en-US" sz="2400" dirty="0"/>
              <a:t>When it was launched in 2006, AWS provided only one service. Now the company offers more than 140 services to its clients.</a:t>
            </a:r>
          </a:p>
          <a:p>
            <a:r>
              <a:rPr lang="en-US" sz="2400" dirty="0"/>
              <a:t>The average business runs 38% of workloads in public and 41% in private cloud.</a:t>
            </a:r>
          </a:p>
          <a:p>
            <a:r>
              <a:rPr lang="en-US" sz="2400" dirty="0"/>
              <a:t>Hybrid cloud adoption is at 58%</a:t>
            </a:r>
          </a:p>
          <a:p>
            <a:r>
              <a:rPr lang="en-US" sz="2400" dirty="0"/>
              <a:t>Privacy, security and lack of staff training are the top roadblocks to cloud adoption.</a:t>
            </a:r>
          </a:p>
          <a:p>
            <a:endParaRPr lang="en-US" dirty="0"/>
          </a:p>
        </p:txBody>
      </p:sp>
    </p:spTree>
    <p:extLst>
      <p:ext uri="{BB962C8B-B14F-4D97-AF65-F5344CB8AC3E}">
        <p14:creationId xmlns:p14="http://schemas.microsoft.com/office/powerpoint/2010/main" val="2478910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 name="Slide Number Placeholder 3"/>
          <p:cNvSpPr>
            <a:spLocks noGrp="1"/>
          </p:cNvSpPr>
          <p:nvPr>
            <p:ph type="sldNum" sz="quarter" idx="10"/>
          </p:nvPr>
        </p:nvSpPr>
        <p:spPr/>
        <p:txBody>
          <a:bodyPr/>
          <a:lstStyle/>
          <a:p>
            <a:pPr eaLnBrk="0" fontAlgn="base" hangingPunct="0">
              <a:spcBef>
                <a:spcPct val="50000"/>
              </a:spcBef>
              <a:spcAft>
                <a:spcPct val="0"/>
              </a:spcAft>
            </a:pPr>
            <a:fld id="{C34A35E3-2AA6-46F5-8BB5-6A46ED1E9C4E}" type="slidenum">
              <a:rPr lang="en-US">
                <a:solidFill>
                  <a:srgbClr val="067AB4"/>
                </a:solidFill>
                <a:latin typeface="Verdana" pitchFamily="-111" charset="0"/>
                <a:cs typeface="Arial" pitchFamily="-111" charset="-52"/>
              </a:rPr>
              <a:pPr eaLnBrk="0" fontAlgn="base" hangingPunct="0">
                <a:spcBef>
                  <a:spcPct val="50000"/>
                </a:spcBef>
                <a:spcAft>
                  <a:spcPct val="0"/>
                </a:spcAft>
              </a:pPr>
              <a:t>14</a:t>
            </a:fld>
            <a:endParaRPr lang="en-US">
              <a:solidFill>
                <a:srgbClr val="067AB4"/>
              </a:solidFill>
              <a:latin typeface="Verdana" pitchFamily="-111" charset="0"/>
              <a:cs typeface="Arial" pitchFamily="-111" charset="-52"/>
            </a:endParaRPr>
          </a:p>
        </p:txBody>
      </p:sp>
      <p:pic>
        <p:nvPicPr>
          <p:cNvPr id="16385" name="Picture 1"/>
          <p:cNvPicPr>
            <a:picLocks noChangeAspect="1" noChangeArrowheads="1"/>
          </p:cNvPicPr>
          <p:nvPr/>
        </p:nvPicPr>
        <p:blipFill>
          <a:blip r:embed="rId3" cstate="print"/>
          <a:srcRect/>
          <a:stretch>
            <a:fillRect/>
          </a:stretch>
        </p:blipFill>
        <p:spPr bwMode="auto">
          <a:xfrm>
            <a:off x="-62507" y="4750596"/>
            <a:ext cx="1330523" cy="1330523"/>
          </a:xfrm>
          <a:prstGeom prst="rect">
            <a:avLst/>
          </a:prstGeom>
          <a:noFill/>
          <a:ln w="12700" cap="flat">
            <a:noFill/>
            <a:miter lim="800000"/>
            <a:headEnd/>
            <a:tailEnd/>
          </a:ln>
        </p:spPr>
      </p:pic>
      <p:pic>
        <p:nvPicPr>
          <p:cNvPr id="16386" name="Picture 2"/>
          <p:cNvPicPr>
            <a:picLocks noChangeAspect="1" noChangeArrowheads="1"/>
          </p:cNvPicPr>
          <p:nvPr/>
        </p:nvPicPr>
        <p:blipFill>
          <a:blip r:embed="rId4" cstate="print"/>
          <a:srcRect/>
          <a:stretch>
            <a:fillRect/>
          </a:stretch>
        </p:blipFill>
        <p:spPr bwMode="auto">
          <a:xfrm>
            <a:off x="1393031" y="4749478"/>
            <a:ext cx="2643188" cy="1036960"/>
          </a:xfrm>
          <a:prstGeom prst="rect">
            <a:avLst/>
          </a:prstGeom>
          <a:noFill/>
          <a:ln w="12700" cap="flat">
            <a:noFill/>
            <a:miter lim="800000"/>
            <a:headEnd/>
            <a:tailEnd/>
          </a:ln>
        </p:spPr>
      </p:pic>
      <p:pic>
        <p:nvPicPr>
          <p:cNvPr id="16387" name="Picture 3"/>
          <p:cNvPicPr>
            <a:picLocks noChangeAspect="1" noChangeArrowheads="1"/>
          </p:cNvPicPr>
          <p:nvPr/>
        </p:nvPicPr>
        <p:blipFill>
          <a:blip r:embed="rId5" cstate="print"/>
          <a:srcRect/>
          <a:stretch>
            <a:fillRect/>
          </a:stretch>
        </p:blipFill>
        <p:spPr bwMode="auto">
          <a:xfrm>
            <a:off x="5563198" y="2282651"/>
            <a:ext cx="3045023" cy="1110630"/>
          </a:xfrm>
          <a:prstGeom prst="rect">
            <a:avLst/>
          </a:prstGeom>
          <a:noFill/>
          <a:ln w="12700" cap="flat">
            <a:noFill/>
            <a:miter lim="800000"/>
            <a:headEnd/>
            <a:tailEnd/>
          </a:ln>
        </p:spPr>
      </p:pic>
      <p:pic>
        <p:nvPicPr>
          <p:cNvPr id="16388" name="Picture 4"/>
          <p:cNvPicPr>
            <a:picLocks noChangeAspect="1" noChangeArrowheads="1"/>
          </p:cNvPicPr>
          <p:nvPr/>
        </p:nvPicPr>
        <p:blipFill>
          <a:blip r:embed="rId6" cstate="print"/>
          <a:srcRect/>
          <a:stretch>
            <a:fillRect/>
          </a:stretch>
        </p:blipFill>
        <p:spPr bwMode="auto">
          <a:xfrm>
            <a:off x="357187" y="3152182"/>
            <a:ext cx="1437680" cy="1339453"/>
          </a:xfrm>
          <a:prstGeom prst="rect">
            <a:avLst/>
          </a:prstGeom>
          <a:noFill/>
          <a:ln w="12700" cap="flat">
            <a:noFill/>
            <a:miter lim="800000"/>
            <a:headEnd/>
            <a:tailEnd/>
          </a:ln>
        </p:spPr>
      </p:pic>
      <p:pic>
        <p:nvPicPr>
          <p:cNvPr id="16389" name="Picture 5"/>
          <p:cNvPicPr>
            <a:picLocks noChangeAspect="1" noChangeArrowheads="1"/>
          </p:cNvPicPr>
          <p:nvPr/>
        </p:nvPicPr>
        <p:blipFill>
          <a:blip r:embed="rId7" cstate="print"/>
          <a:srcRect/>
          <a:stretch>
            <a:fillRect/>
          </a:stretch>
        </p:blipFill>
        <p:spPr bwMode="auto">
          <a:xfrm>
            <a:off x="6357939" y="4393408"/>
            <a:ext cx="1750219" cy="1750219"/>
          </a:xfrm>
          <a:prstGeom prst="rect">
            <a:avLst/>
          </a:prstGeom>
          <a:noFill/>
          <a:ln w="12700" cap="flat">
            <a:noFill/>
            <a:miter lim="800000"/>
            <a:headEnd/>
            <a:tailEnd/>
          </a:ln>
        </p:spPr>
      </p:pic>
      <p:grpSp>
        <p:nvGrpSpPr>
          <p:cNvPr id="2" name="Group 8"/>
          <p:cNvGrpSpPr>
            <a:grpSpLocks/>
          </p:cNvGrpSpPr>
          <p:nvPr/>
        </p:nvGrpSpPr>
        <p:grpSpPr bwMode="auto">
          <a:xfrm>
            <a:off x="3949154" y="5214937"/>
            <a:ext cx="2022574" cy="812602"/>
            <a:chOff x="10" y="0"/>
            <a:chExt cx="1812" cy="728"/>
          </a:xfrm>
        </p:grpSpPr>
        <p:pic>
          <p:nvPicPr>
            <p:cNvPr id="16390" name="Picture 6"/>
            <p:cNvPicPr>
              <a:picLocks noChangeAspect="1" noChangeArrowheads="1"/>
            </p:cNvPicPr>
            <p:nvPr/>
          </p:nvPicPr>
          <p:blipFill>
            <a:blip r:embed="rId8" cstate="print"/>
            <a:srcRect t="6667" r="81105" b="6667"/>
            <a:stretch>
              <a:fillRect/>
            </a:stretch>
          </p:blipFill>
          <p:spPr bwMode="auto">
            <a:xfrm>
              <a:off x="10" y="0"/>
              <a:ext cx="854" cy="728"/>
            </a:xfrm>
            <a:prstGeom prst="rect">
              <a:avLst/>
            </a:prstGeom>
            <a:noFill/>
            <a:ln w="12700" cap="flat">
              <a:noFill/>
              <a:miter lim="800000"/>
              <a:headEnd/>
              <a:tailEnd/>
            </a:ln>
          </p:spPr>
        </p:pic>
        <p:sp>
          <p:nvSpPr>
            <p:cNvPr id="16391" name="Rectangle 7"/>
            <p:cNvSpPr>
              <a:spLocks/>
            </p:cNvSpPr>
            <p:nvPr/>
          </p:nvSpPr>
          <p:spPr bwMode="auto">
            <a:xfrm>
              <a:off x="768" y="143"/>
              <a:ext cx="1054" cy="441"/>
            </a:xfrm>
            <a:prstGeom prst="rect">
              <a:avLst/>
            </a:prstGeom>
            <a:noFill/>
            <a:ln w="12700" cap="flat">
              <a:noFill/>
              <a:miter lim="800000"/>
              <a:headEnd type="none" w="med" len="med"/>
              <a:tailEnd type="none" w="med" len="med"/>
            </a:ln>
          </p:spPr>
          <p:txBody>
            <a:bodyPr wrap="none" lIns="0" tIns="0" rIns="0" bIns="0" anchor="ctr">
              <a:spAutoFit/>
            </a:bodyPr>
            <a:lstStyle/>
            <a:p>
              <a:pPr algn="ctr" eaLnBrk="0" fontAlgn="base" hangingPunct="0">
                <a:spcBef>
                  <a:spcPct val="50000"/>
                </a:spcBef>
                <a:spcAft>
                  <a:spcPct val="0"/>
                </a:spcAft>
              </a:pPr>
              <a:r>
                <a:rPr lang="en-US" sz="3200" dirty="0">
                  <a:solidFill>
                    <a:srgbClr val="CCCCCC"/>
                  </a:solidFill>
                  <a:latin typeface="Verdana" pitchFamily="-111" charset="0"/>
                  <a:cs typeface="Arial" pitchFamily="34" charset="0"/>
                  <a:sym typeface="Arial" pitchFamily="34" charset="0"/>
                </a:rPr>
                <a:t>Azure</a:t>
              </a:r>
            </a:p>
          </p:txBody>
        </p:sp>
      </p:grpSp>
      <p:pic>
        <p:nvPicPr>
          <p:cNvPr id="16393" name="Picture 9"/>
          <p:cNvPicPr>
            <a:picLocks noChangeArrowheads="1"/>
          </p:cNvPicPr>
          <p:nvPr/>
        </p:nvPicPr>
        <p:blipFill>
          <a:blip r:embed="rId9" cstate="print"/>
          <a:srcRect/>
          <a:stretch>
            <a:fillRect/>
          </a:stretch>
        </p:blipFill>
        <p:spPr bwMode="auto">
          <a:xfrm>
            <a:off x="6222876" y="1116211"/>
            <a:ext cx="2009180" cy="901898"/>
          </a:xfrm>
          <a:prstGeom prst="rect">
            <a:avLst/>
          </a:prstGeom>
          <a:noFill/>
          <a:ln w="12700" cap="flat">
            <a:noFill/>
            <a:miter lim="800000"/>
            <a:headEnd/>
            <a:tailEnd/>
          </a:ln>
        </p:spPr>
      </p:pic>
      <p:pic>
        <p:nvPicPr>
          <p:cNvPr id="16394" name="Picture 10"/>
          <p:cNvPicPr>
            <a:picLocks noChangeArrowheads="1"/>
          </p:cNvPicPr>
          <p:nvPr/>
        </p:nvPicPr>
        <p:blipFill>
          <a:blip r:embed="rId10" cstate="print"/>
          <a:srcRect/>
          <a:stretch>
            <a:fillRect/>
          </a:stretch>
        </p:blipFill>
        <p:spPr bwMode="auto">
          <a:xfrm>
            <a:off x="555873" y="1345037"/>
            <a:ext cx="4580930" cy="1339453"/>
          </a:xfrm>
          <a:prstGeom prst="rect">
            <a:avLst/>
          </a:prstGeom>
          <a:noFill/>
          <a:ln w="12700" cap="flat">
            <a:noFill/>
            <a:miter lim="800000"/>
            <a:headEnd/>
            <a:tailEnd/>
          </a:ln>
        </p:spPr>
      </p:pic>
      <p:sp>
        <p:nvSpPr>
          <p:cNvPr id="16395" name="Rectangle 11"/>
          <p:cNvSpPr>
            <a:spLocks noGrp="1" noChangeArrowheads="1"/>
          </p:cNvSpPr>
          <p:nvPr>
            <p:ph type="title"/>
          </p:nvPr>
        </p:nvSpPr>
        <p:spPr>
          <a:ln/>
        </p:spPr>
        <p:txBody>
          <a:bodyPr/>
          <a:lstStyle/>
          <a:p>
            <a:pPr algn="ctr"/>
            <a:r>
              <a:rPr lang="en-US" dirty="0"/>
              <a:t>What is the cloud?</a:t>
            </a:r>
          </a:p>
        </p:txBody>
      </p:sp>
      <p:grpSp>
        <p:nvGrpSpPr>
          <p:cNvPr id="3" name="Group 14"/>
          <p:cNvGrpSpPr>
            <a:grpSpLocks/>
          </p:cNvGrpSpPr>
          <p:nvPr/>
        </p:nvGrpSpPr>
        <p:grpSpPr bwMode="auto">
          <a:xfrm>
            <a:off x="1321596" y="1794869"/>
            <a:ext cx="6384727" cy="3857625"/>
            <a:chOff x="0" y="0"/>
            <a:chExt cx="5720" cy="3456"/>
          </a:xfrm>
        </p:grpSpPr>
        <p:pic>
          <p:nvPicPr>
            <p:cNvPr id="16396" name="Picture 12"/>
            <p:cNvPicPr>
              <a:picLocks noChangeArrowheads="1"/>
            </p:cNvPicPr>
            <p:nvPr/>
          </p:nvPicPr>
          <p:blipFill>
            <a:blip r:embed="rId11" cstate="print"/>
            <a:srcRect/>
            <a:stretch>
              <a:fillRect/>
            </a:stretch>
          </p:blipFill>
          <p:spPr bwMode="auto">
            <a:xfrm>
              <a:off x="0" y="0"/>
              <a:ext cx="5720" cy="3456"/>
            </a:xfrm>
            <a:prstGeom prst="rect">
              <a:avLst/>
            </a:prstGeom>
            <a:noFill/>
            <a:ln w="9525" cap="flat">
              <a:noFill/>
              <a:miter lim="800000"/>
              <a:headEnd/>
              <a:tailEnd/>
            </a:ln>
          </p:spPr>
        </p:pic>
        <p:sp>
          <p:nvSpPr>
            <p:cNvPr id="16397" name="AutoShape 13"/>
            <p:cNvSpPr>
              <a:spLocks/>
            </p:cNvSpPr>
            <p:nvPr/>
          </p:nvSpPr>
          <p:spPr bwMode="auto">
            <a:xfrm>
              <a:off x="1119" y="1096"/>
              <a:ext cx="3216" cy="1728"/>
            </a:xfrm>
            <a:custGeom>
              <a:avLst/>
              <a:gdLst>
                <a:gd name="T0" fmla="*/ 10800 w 21600"/>
                <a:gd name="T1" fmla="*/ 10800 h 21600"/>
              </a:gdLst>
              <a:ahLst/>
              <a:cxnLst>
                <a:cxn ang="0">
                  <a:pos x="T0" y="T1"/>
                </a:cxn>
              </a:cxnLst>
              <a:rect l="0" t="0" r="r" b="b"/>
              <a:pathLst>
                <a:path w="21600" h="21600">
                  <a:moveTo>
                    <a:pt x="0" y="19600"/>
                  </a:moveTo>
                  <a:lnTo>
                    <a:pt x="0" y="2000"/>
                  </a:lnTo>
                  <a:cubicBezTo>
                    <a:pt x="0" y="895"/>
                    <a:pt x="481" y="0"/>
                    <a:pt x="1075" y="0"/>
                  </a:cubicBezTo>
                  <a:lnTo>
                    <a:pt x="20525" y="0"/>
                  </a:lnTo>
                  <a:cubicBezTo>
                    <a:pt x="21119" y="0"/>
                    <a:pt x="21600" y="895"/>
                    <a:pt x="21600" y="2000"/>
                  </a:cubicBezTo>
                  <a:lnTo>
                    <a:pt x="21600" y="19600"/>
                  </a:lnTo>
                  <a:cubicBezTo>
                    <a:pt x="21600" y="20705"/>
                    <a:pt x="21119" y="21600"/>
                    <a:pt x="20525" y="21600"/>
                  </a:cubicBezTo>
                  <a:lnTo>
                    <a:pt x="1075" y="21600"/>
                  </a:lnTo>
                  <a:cubicBezTo>
                    <a:pt x="481" y="21600"/>
                    <a:pt x="0" y="20705"/>
                    <a:pt x="0" y="19600"/>
                  </a:cubicBezTo>
                  <a:close/>
                  <a:moveTo>
                    <a:pt x="0" y="19600"/>
                  </a:moveTo>
                </a:path>
              </a:pathLst>
            </a:custGeom>
            <a:solidFill>
              <a:srgbClr val="92D050"/>
            </a:solidFill>
            <a:ln w="12700" cap="flat">
              <a:solidFill>
                <a:srgbClr val="1A1A1A"/>
              </a:solidFill>
              <a:prstDash val="solid"/>
              <a:round/>
              <a:headEnd type="none" w="med" len="med"/>
              <a:tailEnd type="none" w="med" len="med"/>
            </a:ln>
          </p:spPr>
          <p:txBody>
            <a:bodyPr lIns="0" tIns="0" rIns="57799" bIns="0" anchor="ctr"/>
            <a:lstStyle/>
            <a:p>
              <a:pPr marL="40182" algn="ctr" eaLnBrk="0" fontAlgn="base" hangingPunct="0">
                <a:spcBef>
                  <a:spcPct val="50000"/>
                </a:spcBef>
                <a:spcAft>
                  <a:spcPct val="0"/>
                </a:spcAft>
              </a:pPr>
              <a:r>
                <a:rPr lang="en-US" sz="2000" b="1" dirty="0">
                  <a:solidFill>
                    <a:srgbClr val="000000"/>
                  </a:solidFill>
                  <a:latin typeface="Verdana" pitchFamily="-111" charset="0"/>
                  <a:ea typeface="Gill Sans" charset="0"/>
                  <a:cs typeface="Gill Sans" charset="0"/>
                </a:rPr>
                <a:t>Remotely available</a:t>
              </a:r>
            </a:p>
            <a:p>
              <a:pPr marL="40182" algn="ctr" eaLnBrk="0" fontAlgn="base" hangingPunct="0">
                <a:spcBef>
                  <a:spcPct val="50000"/>
                </a:spcBef>
                <a:spcAft>
                  <a:spcPct val="0"/>
                </a:spcAft>
              </a:pPr>
              <a:r>
                <a:rPr lang="en-US" sz="2000" b="1" dirty="0">
                  <a:solidFill>
                    <a:srgbClr val="000000"/>
                  </a:solidFill>
                  <a:latin typeface="Verdana" pitchFamily="-111" charset="0"/>
                  <a:ea typeface="Gill Sans" charset="0"/>
                  <a:cs typeface="Gill Sans" charset="0"/>
                </a:rPr>
                <a:t>Pay-as-you-go</a:t>
              </a:r>
            </a:p>
            <a:p>
              <a:pPr marL="40182" algn="ctr" eaLnBrk="0" fontAlgn="base" hangingPunct="0">
                <a:spcBef>
                  <a:spcPct val="50000"/>
                </a:spcBef>
                <a:spcAft>
                  <a:spcPct val="0"/>
                </a:spcAft>
              </a:pPr>
              <a:r>
                <a:rPr lang="en-US" sz="2000" b="1" dirty="0">
                  <a:solidFill>
                    <a:srgbClr val="000000"/>
                  </a:solidFill>
                  <a:latin typeface="Verdana" pitchFamily="-111" charset="0"/>
                  <a:ea typeface="Gill Sans" charset="0"/>
                  <a:cs typeface="Gill Sans" charset="0"/>
                </a:rPr>
                <a:t>High scalability</a:t>
              </a:r>
            </a:p>
            <a:p>
              <a:pPr marL="40182" algn="ctr" eaLnBrk="0" fontAlgn="base" hangingPunct="0">
                <a:spcBef>
                  <a:spcPct val="50000"/>
                </a:spcBef>
                <a:spcAft>
                  <a:spcPct val="0"/>
                </a:spcAft>
              </a:pPr>
              <a:r>
                <a:rPr lang="en-US" sz="2000" b="1" dirty="0">
                  <a:solidFill>
                    <a:srgbClr val="000000"/>
                  </a:solidFill>
                  <a:latin typeface="Verdana" pitchFamily="-111" charset="0"/>
                  <a:ea typeface="Gill Sans" charset="0"/>
                  <a:cs typeface="Gill Sans" charset="0"/>
                </a:rPr>
                <a:t>Shared infrastructure</a:t>
              </a:r>
            </a:p>
          </p:txBody>
        </p:sp>
      </p:grpSp>
    </p:spTree>
    <p:extLst>
      <p:ext uri="{BB962C8B-B14F-4D97-AF65-F5344CB8AC3E}">
        <p14:creationId xmlns:p14="http://schemas.microsoft.com/office/powerpoint/2010/main" val="255520864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410444" y="1143002"/>
            <a:ext cx="8382000" cy="3606553"/>
          </a:xfrm>
          <a:prstGeom prst="rect">
            <a:avLst/>
          </a:prstGeom>
          <a:noFill/>
          <a:ln w="9525">
            <a:noFill/>
            <a:round/>
            <a:headEnd/>
            <a:tailEnd/>
          </a:ln>
        </p:spPr>
        <p:txBody>
          <a:bodyPr lIns="0" tIns="0" rIns="0" bIns="0"/>
          <a:lstStyle/>
          <a:p>
            <a:pPr marL="228600" indent="-228600" eaLnBrk="0" fontAlgn="base" hangingPunct="0">
              <a:spcBef>
                <a:spcPts val="1200"/>
              </a:spcBef>
              <a:buFont typeface="Arial" charset="0"/>
              <a:buChar char="•"/>
              <a:tabLst>
                <a:tab pos="228600" algn="l"/>
                <a:tab pos="344488" algn="l"/>
                <a:tab pos="801688" algn="l"/>
                <a:tab pos="1258888" algn="l"/>
                <a:tab pos="1716088" algn="l"/>
                <a:tab pos="2173288" algn="l"/>
                <a:tab pos="2630488" algn="l"/>
                <a:tab pos="3087688" algn="l"/>
                <a:tab pos="3544888" algn="l"/>
                <a:tab pos="4002088" algn="l"/>
                <a:tab pos="4459288" algn="l"/>
                <a:tab pos="4916488" algn="l"/>
                <a:tab pos="5373688" algn="l"/>
                <a:tab pos="5830888" algn="l"/>
                <a:tab pos="6288088" algn="l"/>
                <a:tab pos="6745288" algn="l"/>
                <a:tab pos="7202488" algn="l"/>
                <a:tab pos="7659688" algn="l"/>
                <a:tab pos="8116888" algn="l"/>
                <a:tab pos="8574088" algn="l"/>
                <a:tab pos="9031288" algn="l"/>
              </a:tabLst>
            </a:pPr>
            <a:r>
              <a:rPr lang="en-US" dirty="0">
                <a:solidFill>
                  <a:srgbClr val="000000"/>
                </a:solidFill>
                <a:latin typeface="Verdana" charset="0"/>
                <a:cs typeface="Arial" pitchFamily="-111" charset="-52"/>
              </a:rPr>
              <a:t>A style of computing where </a:t>
            </a:r>
            <a:r>
              <a:rPr lang="en-US" b="1" dirty="0">
                <a:solidFill>
                  <a:srgbClr val="FF0000"/>
                </a:solidFill>
                <a:latin typeface="Verdana" charset="0"/>
                <a:cs typeface="Arial" pitchFamily="-111" charset="-52"/>
              </a:rPr>
              <a:t>scalable</a:t>
            </a:r>
            <a:r>
              <a:rPr lang="en-US" dirty="0">
                <a:solidFill>
                  <a:srgbClr val="FF0000"/>
                </a:solidFill>
                <a:latin typeface="Verdana" charset="0"/>
                <a:cs typeface="Arial" pitchFamily="-111" charset="-52"/>
              </a:rPr>
              <a:t> </a:t>
            </a:r>
            <a:r>
              <a:rPr lang="en-US" dirty="0">
                <a:solidFill>
                  <a:srgbClr val="000000"/>
                </a:solidFill>
                <a:latin typeface="Verdana" charset="0"/>
                <a:cs typeface="Arial" pitchFamily="-111" charset="-52"/>
              </a:rPr>
              <a:t>and </a:t>
            </a:r>
            <a:r>
              <a:rPr lang="en-US" b="1" dirty="0">
                <a:solidFill>
                  <a:srgbClr val="FF0000"/>
                </a:solidFill>
                <a:latin typeface="Verdana" charset="0"/>
                <a:cs typeface="Arial" pitchFamily="-111" charset="-52"/>
              </a:rPr>
              <a:t>elastic </a:t>
            </a:r>
            <a:r>
              <a:rPr lang="en-US" dirty="0">
                <a:solidFill>
                  <a:srgbClr val="000000"/>
                </a:solidFill>
                <a:latin typeface="Verdana" charset="0"/>
                <a:cs typeface="Arial" pitchFamily="-111" charset="-52"/>
              </a:rPr>
              <a:t>IT-enabled capabilities are </a:t>
            </a:r>
            <a:r>
              <a:rPr lang="en-US" b="1" dirty="0">
                <a:solidFill>
                  <a:srgbClr val="FF0000"/>
                </a:solidFill>
                <a:latin typeface="Verdana" charset="0"/>
                <a:cs typeface="Arial" pitchFamily="-111" charset="-52"/>
              </a:rPr>
              <a:t>delivered as a service </a:t>
            </a:r>
            <a:r>
              <a:rPr lang="en-US" dirty="0">
                <a:solidFill>
                  <a:srgbClr val="000000"/>
                </a:solidFill>
                <a:latin typeface="Verdana" charset="0"/>
                <a:cs typeface="Arial" pitchFamily="-111" charset="-52"/>
              </a:rPr>
              <a:t>to external customers using </a:t>
            </a:r>
            <a:r>
              <a:rPr lang="en-US" b="1" dirty="0">
                <a:solidFill>
                  <a:srgbClr val="FF0000"/>
                </a:solidFill>
                <a:latin typeface="Verdana" charset="0"/>
                <a:cs typeface="Arial" pitchFamily="-111" charset="-52"/>
              </a:rPr>
              <a:t>Internet technologies</a:t>
            </a:r>
            <a:r>
              <a:rPr lang="en-US" dirty="0">
                <a:solidFill>
                  <a:srgbClr val="000000"/>
                </a:solidFill>
                <a:latin typeface="Verdana" charset="0"/>
                <a:cs typeface="Arial" pitchFamily="-111" charset="-52"/>
              </a:rPr>
              <a:t>. (Gartner) </a:t>
            </a:r>
          </a:p>
          <a:p>
            <a:pPr marL="228600" indent="-228600" eaLnBrk="0" fontAlgn="base" hangingPunct="0">
              <a:spcBef>
                <a:spcPts val="1200"/>
              </a:spcBef>
              <a:buFont typeface="Arial" charset="0"/>
              <a:buChar char="•"/>
              <a:tabLst>
                <a:tab pos="228600" algn="l"/>
                <a:tab pos="344488" algn="l"/>
                <a:tab pos="801688" algn="l"/>
                <a:tab pos="1258888" algn="l"/>
                <a:tab pos="1716088" algn="l"/>
                <a:tab pos="2173288" algn="l"/>
                <a:tab pos="2630488" algn="l"/>
                <a:tab pos="3087688" algn="l"/>
                <a:tab pos="3544888" algn="l"/>
                <a:tab pos="4002088" algn="l"/>
                <a:tab pos="4459288" algn="l"/>
                <a:tab pos="4916488" algn="l"/>
                <a:tab pos="5373688" algn="l"/>
                <a:tab pos="5830888" algn="l"/>
                <a:tab pos="6288088" algn="l"/>
                <a:tab pos="6745288" algn="l"/>
                <a:tab pos="7202488" algn="l"/>
                <a:tab pos="7659688" algn="l"/>
                <a:tab pos="8116888" algn="l"/>
                <a:tab pos="8574088" algn="l"/>
                <a:tab pos="9031288" algn="l"/>
              </a:tabLst>
            </a:pPr>
            <a:r>
              <a:rPr lang="en-US" dirty="0">
                <a:solidFill>
                  <a:srgbClr val="000000"/>
                </a:solidFill>
                <a:latin typeface="Verdana" charset="0"/>
                <a:cs typeface="Arial" pitchFamily="-111" charset="-52"/>
              </a:rPr>
              <a:t>Cloud computing is a model for enabling convenient, </a:t>
            </a:r>
            <a:r>
              <a:rPr lang="en-US" b="1" dirty="0">
                <a:solidFill>
                  <a:srgbClr val="FF0000"/>
                </a:solidFill>
                <a:latin typeface="Verdana" charset="0"/>
                <a:cs typeface="Arial" pitchFamily="-111" charset="-52"/>
              </a:rPr>
              <a:t>on-demand</a:t>
            </a:r>
            <a:r>
              <a:rPr lang="en-US" i="1" dirty="0">
                <a:solidFill>
                  <a:srgbClr val="067AB4"/>
                </a:solidFill>
                <a:latin typeface="Verdana" charset="0"/>
                <a:cs typeface="Arial" pitchFamily="-111" charset="-52"/>
              </a:rPr>
              <a:t> </a:t>
            </a:r>
            <a:r>
              <a:rPr lang="en-US" dirty="0">
                <a:solidFill>
                  <a:srgbClr val="000000"/>
                </a:solidFill>
                <a:latin typeface="Verdana" charset="0"/>
                <a:cs typeface="Arial" pitchFamily="-111" charset="-52"/>
              </a:rPr>
              <a:t>network access to a </a:t>
            </a:r>
            <a:r>
              <a:rPr lang="en-US" b="1" i="1" dirty="0">
                <a:solidFill>
                  <a:srgbClr val="FF0000"/>
                </a:solidFill>
                <a:latin typeface="Verdana" charset="0"/>
                <a:cs typeface="Arial" pitchFamily="-111" charset="-52"/>
              </a:rPr>
              <a:t>shared pool </a:t>
            </a:r>
            <a:r>
              <a:rPr lang="en-US" b="1" dirty="0">
                <a:solidFill>
                  <a:srgbClr val="FF0000"/>
                </a:solidFill>
                <a:latin typeface="Verdana" charset="0"/>
                <a:cs typeface="Arial" pitchFamily="-111" charset="-52"/>
              </a:rPr>
              <a:t>of configurable computing resources </a:t>
            </a:r>
            <a:r>
              <a:rPr lang="en-US" dirty="0">
                <a:solidFill>
                  <a:srgbClr val="000000"/>
                </a:solidFill>
                <a:latin typeface="Verdana" charset="0"/>
                <a:cs typeface="Arial" pitchFamily="-111" charset="-52"/>
              </a:rPr>
              <a:t>(e.g., networks, servers, storage, applications, and services) that can be </a:t>
            </a:r>
            <a:r>
              <a:rPr lang="en-US" b="1" dirty="0">
                <a:solidFill>
                  <a:srgbClr val="FF0000"/>
                </a:solidFill>
                <a:latin typeface="Verdana" charset="0"/>
                <a:cs typeface="Arial" pitchFamily="-111" charset="-52"/>
              </a:rPr>
              <a:t>rapidly provisioned </a:t>
            </a:r>
            <a:r>
              <a:rPr lang="en-US" dirty="0">
                <a:solidFill>
                  <a:srgbClr val="000000"/>
                </a:solidFill>
                <a:latin typeface="Verdana" charset="0"/>
                <a:cs typeface="Arial" pitchFamily="-111" charset="-52"/>
              </a:rPr>
              <a:t>and released with </a:t>
            </a:r>
            <a:r>
              <a:rPr lang="en-US" b="1" dirty="0">
                <a:solidFill>
                  <a:srgbClr val="FF0000"/>
                </a:solidFill>
                <a:latin typeface="Verdana" charset="0"/>
                <a:cs typeface="Arial" pitchFamily="-111" charset="-52"/>
              </a:rPr>
              <a:t>minimal management effort </a:t>
            </a:r>
            <a:r>
              <a:rPr lang="en-US" dirty="0">
                <a:solidFill>
                  <a:srgbClr val="000000"/>
                </a:solidFill>
                <a:latin typeface="Verdana" charset="0"/>
                <a:cs typeface="Arial" pitchFamily="-111" charset="-52"/>
              </a:rPr>
              <a:t>or service provider interaction. (NIST)</a:t>
            </a:r>
          </a:p>
          <a:p>
            <a:pPr marL="228600" indent="-228600" eaLnBrk="0" fontAlgn="base" hangingPunct="0">
              <a:spcBef>
                <a:spcPts val="1200"/>
              </a:spcBef>
              <a:buFont typeface="Arial" charset="0"/>
              <a:buChar char="•"/>
              <a:tabLst>
                <a:tab pos="228600" algn="l"/>
                <a:tab pos="344488" algn="l"/>
                <a:tab pos="801688" algn="l"/>
                <a:tab pos="1258888" algn="l"/>
                <a:tab pos="1716088" algn="l"/>
                <a:tab pos="2173288" algn="l"/>
                <a:tab pos="2630488" algn="l"/>
                <a:tab pos="3087688" algn="l"/>
                <a:tab pos="3544888" algn="l"/>
                <a:tab pos="4002088" algn="l"/>
                <a:tab pos="4459288" algn="l"/>
                <a:tab pos="4916488" algn="l"/>
                <a:tab pos="5373688" algn="l"/>
                <a:tab pos="5830888" algn="l"/>
                <a:tab pos="6288088" algn="l"/>
                <a:tab pos="6745288" algn="l"/>
                <a:tab pos="7202488" algn="l"/>
                <a:tab pos="7659688" algn="l"/>
                <a:tab pos="8116888" algn="l"/>
                <a:tab pos="8574088" algn="l"/>
                <a:tab pos="9031288" algn="l"/>
              </a:tabLst>
            </a:pPr>
            <a:r>
              <a:rPr lang="en-US" dirty="0">
                <a:solidFill>
                  <a:srgbClr val="000000"/>
                </a:solidFill>
                <a:latin typeface="Verdana" charset="0"/>
                <a:cs typeface="Arial" pitchFamily="-111" charset="-52"/>
              </a:rPr>
              <a:t>Cloud computing is</a:t>
            </a:r>
            <a:r>
              <a:rPr lang="en-US" b="1" dirty="0">
                <a:solidFill>
                  <a:srgbClr val="4D4D4D"/>
                </a:solidFill>
                <a:latin typeface="Verdana" charset="0"/>
                <a:cs typeface="Arial" pitchFamily="-111" charset="-52"/>
              </a:rPr>
              <a:t> </a:t>
            </a:r>
            <a:r>
              <a:rPr lang="en-US" b="1" dirty="0">
                <a:solidFill>
                  <a:srgbClr val="FF0000"/>
                </a:solidFill>
                <a:latin typeface="Verdana" charset="0"/>
                <a:cs typeface="Arial" pitchFamily="-111" charset="-52"/>
              </a:rPr>
              <a:t>on-demand</a:t>
            </a:r>
            <a:r>
              <a:rPr lang="en-US" b="1" dirty="0">
                <a:solidFill>
                  <a:srgbClr val="4D4D4D"/>
                </a:solidFill>
                <a:latin typeface="Verdana" charset="0"/>
                <a:cs typeface="Arial" pitchFamily="-111" charset="-52"/>
              </a:rPr>
              <a:t> </a:t>
            </a:r>
            <a:r>
              <a:rPr lang="en-US" dirty="0">
                <a:solidFill>
                  <a:srgbClr val="000000"/>
                </a:solidFill>
                <a:latin typeface="Verdana" charset="0"/>
                <a:cs typeface="Arial" pitchFamily="-111" charset="-52"/>
              </a:rPr>
              <a:t>access to </a:t>
            </a:r>
            <a:r>
              <a:rPr lang="en-US" b="1" dirty="0">
                <a:solidFill>
                  <a:srgbClr val="FF0000"/>
                </a:solidFill>
                <a:latin typeface="Verdana" charset="0"/>
                <a:cs typeface="Arial" pitchFamily="-111" charset="-52"/>
              </a:rPr>
              <a:t>virtualized IT resources </a:t>
            </a:r>
            <a:r>
              <a:rPr lang="en-US" dirty="0">
                <a:solidFill>
                  <a:srgbClr val="000000"/>
                </a:solidFill>
                <a:latin typeface="Verdana" charset="0"/>
                <a:cs typeface="Arial" pitchFamily="-111" charset="-52"/>
              </a:rPr>
              <a:t>that are housed outside of your own data center, shared by others, simple to use, </a:t>
            </a:r>
            <a:r>
              <a:rPr lang="en-US" b="1" dirty="0">
                <a:solidFill>
                  <a:srgbClr val="FF0000"/>
                </a:solidFill>
                <a:latin typeface="Verdana" charset="0"/>
                <a:cs typeface="Arial" pitchFamily="-111" charset="-52"/>
              </a:rPr>
              <a:t>paid for via subscription</a:t>
            </a:r>
            <a:r>
              <a:rPr lang="en-US" dirty="0">
                <a:solidFill>
                  <a:srgbClr val="000000"/>
                </a:solidFill>
                <a:latin typeface="Verdana" charset="0"/>
                <a:cs typeface="Arial" pitchFamily="-111" charset="-52"/>
              </a:rPr>
              <a:t>, and accessed over the Web. (Information Week)</a:t>
            </a:r>
          </a:p>
          <a:p>
            <a:pPr marL="228600" indent="-228600" eaLnBrk="0" fontAlgn="base" hangingPunct="0">
              <a:spcBef>
                <a:spcPts val="1200"/>
              </a:spcBef>
              <a:tabLst>
                <a:tab pos="228600" algn="l"/>
                <a:tab pos="344488" algn="l"/>
                <a:tab pos="801688" algn="l"/>
                <a:tab pos="1258888" algn="l"/>
                <a:tab pos="1716088" algn="l"/>
                <a:tab pos="2173288" algn="l"/>
                <a:tab pos="2630488" algn="l"/>
                <a:tab pos="3087688" algn="l"/>
                <a:tab pos="3544888" algn="l"/>
                <a:tab pos="4002088" algn="l"/>
                <a:tab pos="4459288" algn="l"/>
                <a:tab pos="4916488" algn="l"/>
                <a:tab pos="5373688" algn="l"/>
                <a:tab pos="5830888" algn="l"/>
                <a:tab pos="6288088" algn="l"/>
                <a:tab pos="6745288" algn="l"/>
                <a:tab pos="7202488" algn="l"/>
                <a:tab pos="7659688" algn="l"/>
                <a:tab pos="8116888" algn="l"/>
                <a:tab pos="8574088" algn="l"/>
                <a:tab pos="9031288" algn="l"/>
              </a:tabLst>
            </a:pPr>
            <a:endParaRPr lang="en-US" dirty="0">
              <a:solidFill>
                <a:srgbClr val="4D4D4D"/>
              </a:solidFill>
              <a:latin typeface="Verdana" charset="0"/>
              <a:cs typeface="Arial" pitchFamily="-111" charset="-52"/>
            </a:endParaRPr>
          </a:p>
        </p:txBody>
      </p:sp>
      <p:sp>
        <p:nvSpPr>
          <p:cNvPr id="6" name="Title 5"/>
          <p:cNvSpPr>
            <a:spLocks noGrp="1"/>
          </p:cNvSpPr>
          <p:nvPr>
            <p:ph type="title"/>
          </p:nvPr>
        </p:nvSpPr>
        <p:spPr>
          <a:xfrm>
            <a:off x="410444" y="381000"/>
            <a:ext cx="8328744" cy="838200"/>
          </a:xfrm>
        </p:spPr>
        <p:txBody>
          <a:bodyPr/>
          <a:lstStyle/>
          <a:p>
            <a:r>
              <a:rPr lang="en-US" dirty="0"/>
              <a:t>What is Cloud Computing? </a:t>
            </a:r>
            <a:br>
              <a:rPr lang="en-US" dirty="0"/>
            </a:br>
            <a:endParaRPr lang="en-US" dirty="0"/>
          </a:p>
        </p:txBody>
      </p:sp>
      <p:sp>
        <p:nvSpPr>
          <p:cNvPr id="7" name="Rectangle 6"/>
          <p:cNvSpPr/>
          <p:nvPr/>
        </p:nvSpPr>
        <p:spPr>
          <a:xfrm>
            <a:off x="410444" y="5126504"/>
            <a:ext cx="8123956" cy="969496"/>
          </a:xfrm>
          <a:prstGeom prst="rect">
            <a:avLst/>
          </a:prstGeom>
        </p:spPr>
        <p:txBody>
          <a:bodyPr wrap="square" lIns="0">
            <a:spAutoFit/>
          </a:bodyPr>
          <a:lstStyle/>
          <a:p>
            <a:pPr algn="ctr" eaLnBrk="0" fontAlgn="base" hangingPunct="0">
              <a:lnSpc>
                <a:spcPct val="95000"/>
              </a:lnSpc>
              <a:spcBef>
                <a:spcPts val="350"/>
              </a:spcBef>
              <a:spcAft>
                <a:spcPts val="350"/>
              </a:spcAft>
              <a:tabLst>
                <a:tab pos="344488" algn="l"/>
                <a:tab pos="801688" algn="l"/>
                <a:tab pos="1258888" algn="l"/>
                <a:tab pos="1716088" algn="l"/>
                <a:tab pos="2173288" algn="l"/>
                <a:tab pos="2630488" algn="l"/>
                <a:tab pos="3087688" algn="l"/>
                <a:tab pos="3544888" algn="l"/>
                <a:tab pos="4002088" algn="l"/>
                <a:tab pos="4459288" algn="l"/>
                <a:tab pos="4916488" algn="l"/>
                <a:tab pos="5373688" algn="l"/>
                <a:tab pos="5830888" algn="l"/>
                <a:tab pos="6288088" algn="l"/>
                <a:tab pos="6745288" algn="l"/>
                <a:tab pos="7202488" algn="l"/>
                <a:tab pos="7659688" algn="l"/>
                <a:tab pos="8116888" algn="l"/>
                <a:tab pos="8574088" algn="l"/>
                <a:tab pos="9031288" algn="l"/>
              </a:tabLst>
            </a:pPr>
            <a:r>
              <a:rPr lang="en-US" sz="2000" b="1" dirty="0">
                <a:solidFill>
                  <a:srgbClr val="000000"/>
                </a:solidFill>
                <a:latin typeface="Verdana" charset="0"/>
                <a:cs typeface="Arial" pitchFamily="-111" charset="-52"/>
              </a:rPr>
              <a:t>Key characteristics: </a:t>
            </a:r>
            <a:r>
              <a:rPr lang="en-US" sz="2000" dirty="0">
                <a:solidFill>
                  <a:srgbClr val="000000"/>
                </a:solidFill>
                <a:latin typeface="Verdana" charset="0"/>
                <a:cs typeface="Arial" pitchFamily="-111" charset="-52"/>
              </a:rPr>
              <a:t>delivered as a service, on-demand, dynamically scalable, rapid elasticity, network access, shared resource pooling, virtualized, </a:t>
            </a:r>
            <a:r>
              <a:rPr lang="en-CA" sz="2000" dirty="0">
                <a:solidFill>
                  <a:srgbClr val="000000"/>
                </a:solidFill>
                <a:latin typeface="Verdana" charset="0"/>
                <a:cs typeface="Arial" pitchFamily="-111" charset="-52"/>
              </a:rPr>
              <a:t>No capital costs, pay-as-you-go</a:t>
            </a:r>
          </a:p>
        </p:txBody>
      </p:sp>
      <p:sp>
        <p:nvSpPr>
          <p:cNvPr id="8" name="Slide Number Placeholder 3"/>
          <p:cNvSpPr>
            <a:spLocks noGrp="1"/>
          </p:cNvSpPr>
          <p:nvPr>
            <p:ph type="sldNum" sz="quarter" idx="10"/>
          </p:nvPr>
        </p:nvSpPr>
        <p:spPr>
          <a:xfrm>
            <a:off x="402167" y="6341880"/>
            <a:ext cx="385235" cy="152400"/>
          </a:xfrm>
        </p:spPr>
        <p:txBody>
          <a:bodyPr/>
          <a:lstStyle/>
          <a:p>
            <a:pPr eaLnBrk="0" fontAlgn="base" hangingPunct="0">
              <a:spcBef>
                <a:spcPct val="50000"/>
              </a:spcBef>
              <a:spcAft>
                <a:spcPct val="0"/>
              </a:spcAft>
            </a:pPr>
            <a:fld id="{1DEFE11F-158B-594E-8BEE-CC26B87FEB38}" type="slidenum">
              <a:rPr lang="en-US">
                <a:solidFill>
                  <a:srgbClr val="067AB4"/>
                </a:solidFill>
                <a:latin typeface="Verdana" pitchFamily="-111" charset="0"/>
                <a:cs typeface="Arial" pitchFamily="-111" charset="-52"/>
              </a:rPr>
              <a:pPr eaLnBrk="0" fontAlgn="base" hangingPunct="0">
                <a:spcBef>
                  <a:spcPct val="50000"/>
                </a:spcBef>
                <a:spcAft>
                  <a:spcPct val="0"/>
                </a:spcAft>
              </a:pPr>
              <a:t>15</a:t>
            </a:fld>
            <a:endParaRPr lang="en-US" dirty="0">
              <a:solidFill>
                <a:srgbClr val="067AB4"/>
              </a:solidFill>
              <a:latin typeface="Verdana" pitchFamily="-111" charset="0"/>
              <a:cs typeface="Arial" pitchFamily="-111" charset="-52"/>
            </a:endParaRPr>
          </a:p>
        </p:txBody>
      </p:sp>
    </p:spTree>
    <p:extLst>
      <p:ext uri="{BB962C8B-B14F-4D97-AF65-F5344CB8AC3E}">
        <p14:creationId xmlns:p14="http://schemas.microsoft.com/office/powerpoint/2010/main" val="41121794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12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2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2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build="p"/>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Rectangle 1"/>
          <p:cNvSpPr>
            <a:spLocks noGrp="1" noChangeArrowheads="1"/>
          </p:cNvSpPr>
          <p:nvPr>
            <p:ph type="title"/>
          </p:nvPr>
        </p:nvSpPr>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dirty="0"/>
              <a:t>Many Familiar Aspects</a:t>
            </a:r>
          </a:p>
        </p:txBody>
      </p:sp>
      <p:pic>
        <p:nvPicPr>
          <p:cNvPr id="39939" name="Picture 2"/>
          <p:cNvPicPr>
            <a:picLocks noChangeAspect="1" noChangeArrowheads="1"/>
          </p:cNvPicPr>
          <p:nvPr/>
        </p:nvPicPr>
        <p:blipFill>
          <a:blip r:embed="rId3" cstate="print"/>
          <a:stretch>
            <a:fillRect/>
          </a:stretch>
        </p:blipFill>
        <p:spPr bwMode="auto">
          <a:xfrm>
            <a:off x="4541069" y="1345196"/>
            <a:ext cx="2180865" cy="1515701"/>
          </a:xfrm>
          <a:prstGeom prst="rect">
            <a:avLst/>
          </a:prstGeom>
          <a:noFill/>
          <a:ln>
            <a:noFill/>
          </a:ln>
        </p:spPr>
      </p:pic>
      <p:pic>
        <p:nvPicPr>
          <p:cNvPr id="39940" name="Picture 3"/>
          <p:cNvPicPr>
            <a:picLocks noChangeAspect="1" noChangeArrowheads="1"/>
          </p:cNvPicPr>
          <p:nvPr/>
        </p:nvPicPr>
        <p:blipFill>
          <a:blip r:embed="rId4" cstate="print"/>
          <a:stretch>
            <a:fillRect/>
          </a:stretch>
        </p:blipFill>
        <p:spPr bwMode="auto">
          <a:xfrm>
            <a:off x="5123158" y="3949763"/>
            <a:ext cx="2739359" cy="1900623"/>
          </a:xfrm>
          <a:prstGeom prst="rect">
            <a:avLst/>
          </a:prstGeom>
          <a:noFill/>
          <a:ln>
            <a:noFill/>
          </a:ln>
        </p:spPr>
      </p:pic>
      <p:pic>
        <p:nvPicPr>
          <p:cNvPr id="39941" name="Picture 4"/>
          <p:cNvPicPr>
            <a:picLocks noChangeAspect="1" noChangeArrowheads="1"/>
          </p:cNvPicPr>
          <p:nvPr/>
        </p:nvPicPr>
        <p:blipFill>
          <a:blip r:embed="rId5" cstate="email"/>
          <a:srcRect/>
          <a:stretch>
            <a:fillRect/>
          </a:stretch>
        </p:blipFill>
        <p:spPr bwMode="auto">
          <a:xfrm>
            <a:off x="6894992" y="1053482"/>
            <a:ext cx="1838325" cy="2743200"/>
          </a:xfrm>
          <a:prstGeom prst="rect">
            <a:avLst/>
          </a:prstGeom>
          <a:noFill/>
          <a:ln w="9525">
            <a:noFill/>
            <a:round/>
            <a:headEnd/>
            <a:tailEnd/>
          </a:ln>
        </p:spPr>
      </p:pic>
      <p:sp>
        <p:nvSpPr>
          <p:cNvPr id="9" name="Slide Number Placeholder 3"/>
          <p:cNvSpPr>
            <a:spLocks noGrp="1"/>
          </p:cNvSpPr>
          <p:nvPr>
            <p:ph type="sldNum" sz="quarter" idx="10"/>
          </p:nvPr>
        </p:nvSpPr>
        <p:spPr>
          <a:xfrm>
            <a:off x="402167" y="6341880"/>
            <a:ext cx="385235" cy="152400"/>
          </a:xfrm>
        </p:spPr>
        <p:txBody>
          <a:bodyPr/>
          <a:lstStyle/>
          <a:p>
            <a:pPr eaLnBrk="0" fontAlgn="base" hangingPunct="0">
              <a:spcBef>
                <a:spcPct val="50000"/>
              </a:spcBef>
              <a:spcAft>
                <a:spcPct val="0"/>
              </a:spcAft>
            </a:pPr>
            <a:fld id="{1DEFE11F-158B-594E-8BEE-CC26B87FEB38}" type="slidenum">
              <a:rPr lang="en-US">
                <a:solidFill>
                  <a:srgbClr val="067AB4"/>
                </a:solidFill>
                <a:latin typeface="Verdana" pitchFamily="-111" charset="0"/>
                <a:cs typeface="Arial" pitchFamily="-111" charset="-52"/>
              </a:rPr>
              <a:pPr eaLnBrk="0" fontAlgn="base" hangingPunct="0">
                <a:spcBef>
                  <a:spcPct val="50000"/>
                </a:spcBef>
                <a:spcAft>
                  <a:spcPct val="0"/>
                </a:spcAft>
              </a:pPr>
              <a:t>16</a:t>
            </a:fld>
            <a:endParaRPr lang="en-US" dirty="0">
              <a:solidFill>
                <a:srgbClr val="067AB4"/>
              </a:solidFill>
              <a:latin typeface="Verdana" pitchFamily="-111" charset="0"/>
              <a:cs typeface="Arial" pitchFamily="-111" charset="-52"/>
            </a:endParaRPr>
          </a:p>
        </p:txBody>
      </p:sp>
      <p:sp>
        <p:nvSpPr>
          <p:cNvPr id="10" name="Text Box 2"/>
          <p:cNvSpPr txBox="1">
            <a:spLocks noChangeArrowheads="1"/>
          </p:cNvSpPr>
          <p:nvPr/>
        </p:nvSpPr>
        <p:spPr bwMode="auto">
          <a:xfrm>
            <a:off x="225912" y="1143002"/>
            <a:ext cx="4142100" cy="3606553"/>
          </a:xfrm>
          <a:prstGeom prst="rect">
            <a:avLst/>
          </a:prstGeom>
          <a:noFill/>
          <a:ln w="9525">
            <a:noFill/>
            <a:round/>
            <a:headEnd/>
            <a:tailEnd/>
          </a:ln>
        </p:spPr>
        <p:txBody>
          <a:bodyPr lIns="0" tIns="0" rIns="0" bIns="0"/>
          <a:lstStyle/>
          <a:p>
            <a:pPr marL="228600" indent="-228600" eaLnBrk="0" fontAlgn="base" hangingPunct="0">
              <a:spcBef>
                <a:spcPts val="1800"/>
              </a:spcBef>
              <a:buFont typeface="Arial" charset="0"/>
              <a:buChar char="•"/>
              <a:tabLst>
                <a:tab pos="228600" algn="l"/>
                <a:tab pos="344488" algn="l"/>
                <a:tab pos="801688" algn="l"/>
                <a:tab pos="1258888" algn="l"/>
                <a:tab pos="1716088" algn="l"/>
                <a:tab pos="2173288" algn="l"/>
                <a:tab pos="2630488" algn="l"/>
                <a:tab pos="3087688" algn="l"/>
                <a:tab pos="3544888" algn="l"/>
                <a:tab pos="4002088" algn="l"/>
                <a:tab pos="4459288" algn="l"/>
                <a:tab pos="4916488" algn="l"/>
                <a:tab pos="5373688" algn="l"/>
                <a:tab pos="5830888" algn="l"/>
                <a:tab pos="6288088" algn="l"/>
                <a:tab pos="6745288" algn="l"/>
                <a:tab pos="7202488" algn="l"/>
                <a:tab pos="7659688" algn="l"/>
                <a:tab pos="8116888" algn="l"/>
                <a:tab pos="8574088" algn="l"/>
                <a:tab pos="9031288" algn="l"/>
              </a:tabLst>
            </a:pPr>
            <a:r>
              <a:rPr lang="en-US" dirty="0">
                <a:solidFill>
                  <a:srgbClr val="000000"/>
                </a:solidFill>
                <a:latin typeface="Verdana" charset="0"/>
                <a:cs typeface="Arial" pitchFamily="-111" charset="-52"/>
              </a:rPr>
              <a:t>The basic idea of on-demand, “pay as you go” services is common in everyday life.</a:t>
            </a:r>
          </a:p>
          <a:p>
            <a:pPr marL="228600" indent="-228600" eaLnBrk="0" fontAlgn="base" hangingPunct="0">
              <a:spcBef>
                <a:spcPts val="1800"/>
              </a:spcBef>
              <a:buFont typeface="Arial" charset="0"/>
              <a:buChar char="•"/>
              <a:tabLst>
                <a:tab pos="228600" algn="l"/>
                <a:tab pos="344488" algn="l"/>
                <a:tab pos="801688" algn="l"/>
                <a:tab pos="1258888" algn="l"/>
                <a:tab pos="1716088" algn="l"/>
                <a:tab pos="2173288" algn="l"/>
                <a:tab pos="2630488" algn="l"/>
                <a:tab pos="3087688" algn="l"/>
                <a:tab pos="3544888" algn="l"/>
                <a:tab pos="4002088" algn="l"/>
                <a:tab pos="4459288" algn="l"/>
                <a:tab pos="4916488" algn="l"/>
                <a:tab pos="5373688" algn="l"/>
                <a:tab pos="5830888" algn="l"/>
                <a:tab pos="6288088" algn="l"/>
                <a:tab pos="6745288" algn="l"/>
                <a:tab pos="7202488" algn="l"/>
                <a:tab pos="7659688" algn="l"/>
                <a:tab pos="8116888" algn="l"/>
                <a:tab pos="8574088" algn="l"/>
                <a:tab pos="9031288" algn="l"/>
              </a:tabLst>
            </a:pPr>
            <a:r>
              <a:rPr lang="en-US" dirty="0">
                <a:solidFill>
                  <a:srgbClr val="000000"/>
                </a:solidFill>
                <a:latin typeface="Verdana" charset="0"/>
                <a:cs typeface="Arial" pitchFamily="-111" charset="-52"/>
              </a:rPr>
              <a:t>Similarity to timesharing systems from the 1960s (except cheaper, more dynamic/elastic and agile).</a:t>
            </a:r>
          </a:p>
          <a:p>
            <a:pPr marL="228600" indent="-228600" eaLnBrk="0" fontAlgn="base" hangingPunct="0">
              <a:spcBef>
                <a:spcPts val="1800"/>
              </a:spcBef>
              <a:buFont typeface="Arial" charset="0"/>
              <a:buChar char="•"/>
              <a:tabLst>
                <a:tab pos="228600" algn="l"/>
                <a:tab pos="344488" algn="l"/>
                <a:tab pos="801688" algn="l"/>
                <a:tab pos="1258888" algn="l"/>
                <a:tab pos="1716088" algn="l"/>
                <a:tab pos="2173288" algn="l"/>
                <a:tab pos="2630488" algn="l"/>
                <a:tab pos="3087688" algn="l"/>
                <a:tab pos="3544888" algn="l"/>
                <a:tab pos="4002088" algn="l"/>
                <a:tab pos="4459288" algn="l"/>
                <a:tab pos="4916488" algn="l"/>
                <a:tab pos="5373688" algn="l"/>
                <a:tab pos="5830888" algn="l"/>
                <a:tab pos="6288088" algn="l"/>
                <a:tab pos="6745288" algn="l"/>
                <a:tab pos="7202488" algn="l"/>
                <a:tab pos="7659688" algn="l"/>
                <a:tab pos="8116888" algn="l"/>
                <a:tab pos="8574088" algn="l"/>
                <a:tab pos="9031288" algn="l"/>
              </a:tabLst>
            </a:pPr>
            <a:r>
              <a:rPr lang="en-US" dirty="0">
                <a:solidFill>
                  <a:srgbClr val="000000"/>
                </a:solidFill>
                <a:latin typeface="Verdana" charset="0"/>
                <a:cs typeface="Arial" pitchFamily="-111" charset="-52"/>
              </a:rPr>
              <a:t>Evolution for utility/on-demand computing.</a:t>
            </a:r>
          </a:p>
          <a:p>
            <a:pPr marL="228600" indent="-228600" eaLnBrk="0" fontAlgn="base" hangingPunct="0">
              <a:spcBef>
                <a:spcPts val="1800"/>
              </a:spcBef>
              <a:buFont typeface="Arial" charset="0"/>
              <a:buChar char="•"/>
              <a:tabLst>
                <a:tab pos="228600" algn="l"/>
                <a:tab pos="344488" algn="l"/>
                <a:tab pos="801688" algn="l"/>
                <a:tab pos="1258888" algn="l"/>
                <a:tab pos="1716088" algn="l"/>
                <a:tab pos="2173288" algn="l"/>
                <a:tab pos="2630488" algn="l"/>
                <a:tab pos="3087688" algn="l"/>
                <a:tab pos="3544888" algn="l"/>
                <a:tab pos="4002088" algn="l"/>
                <a:tab pos="4459288" algn="l"/>
                <a:tab pos="4916488" algn="l"/>
                <a:tab pos="5373688" algn="l"/>
                <a:tab pos="5830888" algn="l"/>
                <a:tab pos="6288088" algn="l"/>
                <a:tab pos="6745288" algn="l"/>
                <a:tab pos="7202488" algn="l"/>
                <a:tab pos="7659688" algn="l"/>
                <a:tab pos="8116888" algn="l"/>
                <a:tab pos="8574088" algn="l"/>
                <a:tab pos="9031288" algn="l"/>
              </a:tabLst>
            </a:pPr>
            <a:r>
              <a:rPr lang="en-US" dirty="0">
                <a:solidFill>
                  <a:srgbClr val="000000"/>
                </a:solidFill>
                <a:latin typeface="Verdana" charset="0"/>
                <a:cs typeface="Arial" pitchFamily="-111" charset="-52"/>
              </a:rPr>
              <a:t>Related to/evolution from grid computing.</a:t>
            </a:r>
          </a:p>
          <a:p>
            <a:pPr marL="228600" indent="-228600" eaLnBrk="0" fontAlgn="base" hangingPunct="0">
              <a:spcBef>
                <a:spcPts val="1800"/>
              </a:spcBef>
              <a:buFont typeface="Arial" charset="0"/>
              <a:buChar char="•"/>
              <a:tabLst>
                <a:tab pos="228600" algn="l"/>
                <a:tab pos="344488" algn="l"/>
                <a:tab pos="801688" algn="l"/>
                <a:tab pos="1258888" algn="l"/>
                <a:tab pos="1716088" algn="l"/>
                <a:tab pos="2173288" algn="l"/>
                <a:tab pos="2630488" algn="l"/>
                <a:tab pos="3087688" algn="l"/>
                <a:tab pos="3544888" algn="l"/>
                <a:tab pos="4002088" algn="l"/>
                <a:tab pos="4459288" algn="l"/>
                <a:tab pos="4916488" algn="l"/>
                <a:tab pos="5373688" algn="l"/>
                <a:tab pos="5830888" algn="l"/>
                <a:tab pos="6288088" algn="l"/>
                <a:tab pos="6745288" algn="l"/>
                <a:tab pos="7202488" algn="l"/>
                <a:tab pos="7659688" algn="l"/>
                <a:tab pos="8116888" algn="l"/>
                <a:tab pos="8574088" algn="l"/>
                <a:tab pos="9031288" algn="l"/>
              </a:tabLst>
            </a:pPr>
            <a:endParaRPr lang="en-US" dirty="0">
              <a:solidFill>
                <a:srgbClr val="000000"/>
              </a:solidFill>
              <a:latin typeface="Verdana" charset="0"/>
              <a:cs typeface="Arial" pitchFamily="-111" charset="-52"/>
            </a:endParaRPr>
          </a:p>
        </p:txBody>
      </p:sp>
    </p:spTree>
    <p:extLst>
      <p:ext uri="{BB962C8B-B14F-4D97-AF65-F5344CB8AC3E}">
        <p14:creationId xmlns:p14="http://schemas.microsoft.com/office/powerpoint/2010/main" val="362783334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58498" name="Title 2">
            <a:extLst>
              <a:ext uri="{FF2B5EF4-FFF2-40B4-BE49-F238E27FC236}">
                <a16:creationId xmlns:a16="http://schemas.microsoft.com/office/drawing/2014/main" id="{42D78E65-ADB5-1A4F-89B5-EA884764AF1B}"/>
              </a:ext>
            </a:extLst>
          </p:cNvPr>
          <p:cNvSpPr>
            <a:spLocks noGrp="1"/>
          </p:cNvSpPr>
          <p:nvPr>
            <p:ph type="title" idx="4294967295"/>
          </p:nvPr>
        </p:nvSpPr>
        <p:spPr>
          <a:xfrm>
            <a:off x="381000" y="7938"/>
            <a:ext cx="8393113" cy="1079500"/>
          </a:xfrm>
        </p:spPr>
        <p:txBody>
          <a:bodyPr lIns="91380" tIns="45692" rIns="91380" bIns="45692" anchor="ctr"/>
          <a:lstStyle/>
          <a:p>
            <a:pPr eaLnBrk="1" hangingPunct="1">
              <a:defRPr/>
            </a:pPr>
            <a:r>
              <a:rPr lang="en-AU" altLang="en-US" sz="3600">
                <a:solidFill>
                  <a:srgbClr val="FFFF00"/>
                </a:solidFill>
              </a:rPr>
              <a:t>The Next Revolution in IT</a:t>
            </a:r>
            <a:br>
              <a:rPr lang="en-AU" altLang="en-US" sz="3600"/>
            </a:br>
            <a:r>
              <a:rPr lang="en-AU" altLang="en-US" sz="3600" b="0">
                <a:solidFill>
                  <a:srgbClr val="00FFFF"/>
                </a:solidFill>
              </a:rPr>
              <a:t>Cloud Computing</a:t>
            </a:r>
          </a:p>
        </p:txBody>
      </p:sp>
      <p:sp>
        <p:nvSpPr>
          <p:cNvPr id="1258499" name="Content Placeholder 3">
            <a:extLst>
              <a:ext uri="{FF2B5EF4-FFF2-40B4-BE49-F238E27FC236}">
                <a16:creationId xmlns:a16="http://schemas.microsoft.com/office/drawing/2014/main" id="{2A982F4D-D704-7241-8BFD-962066641B30}"/>
              </a:ext>
            </a:extLst>
          </p:cNvPr>
          <p:cNvSpPr>
            <a:spLocks noGrp="1"/>
          </p:cNvSpPr>
          <p:nvPr>
            <p:ph sz="half" idx="4294967295"/>
          </p:nvPr>
        </p:nvSpPr>
        <p:spPr>
          <a:xfrm>
            <a:off x="1131888" y="1368425"/>
            <a:ext cx="3722687" cy="4710113"/>
          </a:xfrm>
        </p:spPr>
        <p:txBody>
          <a:bodyPr lIns="91380" tIns="45692" rIns="91380" bIns="45692"/>
          <a:lstStyle/>
          <a:p>
            <a:pPr eaLnBrk="1" hangingPunct="1">
              <a:lnSpc>
                <a:spcPct val="120000"/>
              </a:lnSpc>
              <a:defRPr/>
            </a:pPr>
            <a:r>
              <a:rPr lang="en-AU" altLang="en-US" sz="2400" b="1"/>
              <a:t>Classical Computing</a:t>
            </a:r>
          </a:p>
          <a:p>
            <a:pPr lvl="1" eaLnBrk="1" hangingPunct="1">
              <a:lnSpc>
                <a:spcPct val="120000"/>
              </a:lnSpc>
              <a:defRPr/>
            </a:pPr>
            <a:r>
              <a:rPr lang="en-AU" altLang="en-US" sz="1600" b="1"/>
              <a:t>Buy &amp; Own</a:t>
            </a:r>
          </a:p>
          <a:p>
            <a:pPr lvl="2" eaLnBrk="1" hangingPunct="1">
              <a:lnSpc>
                <a:spcPct val="120000"/>
              </a:lnSpc>
              <a:defRPr/>
            </a:pPr>
            <a:r>
              <a:rPr lang="en-AU" altLang="en-US" sz="1600" b="1"/>
              <a:t>Hardware, System Software, Applications often to meet peak needs.</a:t>
            </a:r>
          </a:p>
          <a:p>
            <a:pPr lvl="1" eaLnBrk="1" hangingPunct="1">
              <a:lnSpc>
                <a:spcPct val="120000"/>
              </a:lnSpc>
              <a:defRPr/>
            </a:pPr>
            <a:r>
              <a:rPr lang="en-AU" altLang="en-US" sz="1600" b="1"/>
              <a:t>Install, Configure, Test, Verify, Evaluate</a:t>
            </a:r>
          </a:p>
          <a:p>
            <a:pPr lvl="1" eaLnBrk="1" hangingPunct="1">
              <a:lnSpc>
                <a:spcPct val="120000"/>
              </a:lnSpc>
              <a:defRPr/>
            </a:pPr>
            <a:r>
              <a:rPr lang="en-AU" altLang="en-US" sz="1600" b="1"/>
              <a:t>Manage</a:t>
            </a:r>
          </a:p>
          <a:p>
            <a:pPr lvl="1" eaLnBrk="1" hangingPunct="1">
              <a:lnSpc>
                <a:spcPct val="120000"/>
              </a:lnSpc>
              <a:defRPr/>
            </a:pPr>
            <a:r>
              <a:rPr lang="en-AU" altLang="en-US" sz="1600" b="1"/>
              <a:t>..</a:t>
            </a:r>
          </a:p>
          <a:p>
            <a:pPr lvl="1" eaLnBrk="1" hangingPunct="1">
              <a:lnSpc>
                <a:spcPct val="120000"/>
              </a:lnSpc>
              <a:defRPr/>
            </a:pPr>
            <a:r>
              <a:rPr lang="en-AU" altLang="en-US" sz="1600" b="1"/>
              <a:t>Finally, use it</a:t>
            </a:r>
          </a:p>
          <a:p>
            <a:pPr lvl="1" eaLnBrk="1" hangingPunct="1">
              <a:lnSpc>
                <a:spcPct val="120000"/>
              </a:lnSpc>
              <a:defRPr/>
            </a:pPr>
            <a:r>
              <a:rPr lang="en-AU" altLang="en-US" sz="1600" b="1"/>
              <a:t>$$$$....$(High CapEx)</a:t>
            </a:r>
          </a:p>
        </p:txBody>
      </p:sp>
      <p:sp>
        <p:nvSpPr>
          <p:cNvPr id="5" name="Content Placeholder 4">
            <a:extLst>
              <a:ext uri="{FF2B5EF4-FFF2-40B4-BE49-F238E27FC236}">
                <a16:creationId xmlns:a16="http://schemas.microsoft.com/office/drawing/2014/main" id="{745A6BB0-08D2-2543-BE10-C692CD66AD77}"/>
              </a:ext>
            </a:extLst>
          </p:cNvPr>
          <p:cNvSpPr>
            <a:spLocks noGrp="1"/>
          </p:cNvSpPr>
          <p:nvPr>
            <p:ph sz="half" idx="4294967295"/>
          </p:nvPr>
        </p:nvSpPr>
        <p:spPr>
          <a:xfrm>
            <a:off x="4732338" y="1571625"/>
            <a:ext cx="4114800" cy="4189413"/>
          </a:xfrm>
        </p:spPr>
        <p:txBody>
          <a:bodyPr lIns="91380" tIns="45692" rIns="91380" bIns="45692"/>
          <a:lstStyle/>
          <a:p>
            <a:pPr eaLnBrk="1" hangingPunct="1">
              <a:defRPr/>
            </a:pPr>
            <a:r>
              <a:rPr lang="en-AU" altLang="en-US" sz="2400" b="1"/>
              <a:t>Cloud Computing</a:t>
            </a:r>
          </a:p>
          <a:p>
            <a:pPr lvl="1" eaLnBrk="1" hangingPunct="1">
              <a:defRPr/>
            </a:pPr>
            <a:r>
              <a:rPr lang="en-AU" altLang="en-US" sz="1800" b="1"/>
              <a:t>Subscribe</a:t>
            </a:r>
          </a:p>
          <a:p>
            <a:pPr lvl="1" eaLnBrk="1" hangingPunct="1">
              <a:defRPr/>
            </a:pPr>
            <a:r>
              <a:rPr lang="en-AU" altLang="en-US" sz="1800" b="1"/>
              <a:t>Use</a:t>
            </a:r>
          </a:p>
          <a:p>
            <a:pPr lvl="1" eaLnBrk="1" hangingPunct="1">
              <a:defRPr/>
            </a:pPr>
            <a:endParaRPr lang="en-AU" altLang="en-US" sz="1800" b="1"/>
          </a:p>
          <a:p>
            <a:pPr lvl="1" eaLnBrk="1" hangingPunct="1">
              <a:defRPr/>
            </a:pPr>
            <a:endParaRPr lang="en-AU" altLang="en-US" sz="2000" b="1"/>
          </a:p>
          <a:p>
            <a:pPr lvl="1" eaLnBrk="1" hangingPunct="1">
              <a:defRPr/>
            </a:pPr>
            <a:endParaRPr lang="en-AU" altLang="en-US" sz="2000" b="1"/>
          </a:p>
          <a:p>
            <a:pPr lvl="1" eaLnBrk="1" hangingPunct="1">
              <a:defRPr/>
            </a:pPr>
            <a:endParaRPr lang="en-AU" altLang="en-US" sz="2000" b="1"/>
          </a:p>
          <a:p>
            <a:pPr lvl="1" eaLnBrk="1" hangingPunct="1">
              <a:defRPr/>
            </a:pPr>
            <a:endParaRPr lang="en-AU" altLang="en-US" sz="2000" b="1"/>
          </a:p>
          <a:p>
            <a:pPr lvl="1" eaLnBrk="1" hangingPunct="1">
              <a:defRPr/>
            </a:pPr>
            <a:endParaRPr lang="en-AU" altLang="en-US" sz="2000" b="1"/>
          </a:p>
          <a:p>
            <a:pPr lvl="1" eaLnBrk="1" hangingPunct="1">
              <a:defRPr/>
            </a:pPr>
            <a:endParaRPr lang="en-AU" altLang="en-US" sz="2000" b="1"/>
          </a:p>
          <a:p>
            <a:pPr lvl="1" eaLnBrk="1" hangingPunct="1">
              <a:defRPr/>
            </a:pPr>
            <a:r>
              <a:rPr lang="en-AU" altLang="en-US" sz="1800" b="1"/>
              <a:t>$ - pay for what you use, based on QoS</a:t>
            </a:r>
          </a:p>
        </p:txBody>
      </p:sp>
      <p:grpSp>
        <p:nvGrpSpPr>
          <p:cNvPr id="36868" name="Group 9">
            <a:extLst>
              <a:ext uri="{FF2B5EF4-FFF2-40B4-BE49-F238E27FC236}">
                <a16:creationId xmlns:a16="http://schemas.microsoft.com/office/drawing/2014/main" id="{4201170A-9950-F844-BB11-DEC11E40F81E}"/>
              </a:ext>
            </a:extLst>
          </p:cNvPr>
          <p:cNvGrpSpPr>
            <a:grpSpLocks/>
          </p:cNvGrpSpPr>
          <p:nvPr/>
        </p:nvGrpSpPr>
        <p:grpSpPr bwMode="auto">
          <a:xfrm>
            <a:off x="698500" y="2441575"/>
            <a:ext cx="895350" cy="3557588"/>
            <a:chOff x="276193" y="2562896"/>
            <a:chExt cx="1024573" cy="3052293"/>
          </a:xfrm>
        </p:grpSpPr>
        <p:sp>
          <p:nvSpPr>
            <p:cNvPr id="1258502" name="Freeform 7">
              <a:extLst>
                <a:ext uri="{FF2B5EF4-FFF2-40B4-BE49-F238E27FC236}">
                  <a16:creationId xmlns:a16="http://schemas.microsoft.com/office/drawing/2014/main" id="{730E35B2-CBC5-E34C-A2B6-3586273A3C41}"/>
                </a:ext>
              </a:extLst>
            </p:cNvPr>
            <p:cNvSpPr>
              <a:spLocks/>
            </p:cNvSpPr>
            <p:nvPr/>
          </p:nvSpPr>
          <p:spPr bwMode="auto">
            <a:xfrm>
              <a:off x="663133" y="2562896"/>
              <a:ext cx="637633" cy="3052293"/>
            </a:xfrm>
            <a:custGeom>
              <a:avLst/>
              <a:gdLst>
                <a:gd name="T0" fmla="*/ 598868 w 637504"/>
                <a:gd name="T1" fmla="*/ 3052293 h 3052293"/>
                <a:gd name="T2" fmla="*/ 6439 w 637504"/>
                <a:gd name="T3" fmla="*/ 1764470 h 3052293"/>
                <a:gd name="T4" fmla="*/ 637504 w 637504"/>
                <a:gd name="T5" fmla="*/ 0 h 3052293"/>
                <a:gd name="T6" fmla="*/ 0 60000 65536"/>
                <a:gd name="T7" fmla="*/ 0 60000 65536"/>
                <a:gd name="T8" fmla="*/ 0 60000 65536"/>
                <a:gd name="T9" fmla="*/ 0 w 637504"/>
                <a:gd name="T10" fmla="*/ 0 h 3052293"/>
                <a:gd name="T11" fmla="*/ 637504 w 637504"/>
                <a:gd name="T12" fmla="*/ 3052293 h 3052293"/>
              </a:gdLst>
              <a:ahLst/>
              <a:cxnLst>
                <a:cxn ang="T6">
                  <a:pos x="T0" y="T1"/>
                </a:cxn>
                <a:cxn ang="T7">
                  <a:pos x="T2" y="T3"/>
                </a:cxn>
                <a:cxn ang="T8">
                  <a:pos x="T4" y="T5"/>
                </a:cxn>
              </a:cxnLst>
              <a:rect l="T9" t="T10" r="T11" b="T12"/>
              <a:pathLst>
                <a:path w="637504" h="3052293">
                  <a:moveTo>
                    <a:pt x="598868" y="3052293"/>
                  </a:moveTo>
                  <a:cubicBezTo>
                    <a:pt x="299434" y="2662706"/>
                    <a:pt x="0" y="2273120"/>
                    <a:pt x="6439" y="1764405"/>
                  </a:cubicBezTo>
                  <a:cubicBezTo>
                    <a:pt x="12878" y="1255690"/>
                    <a:pt x="530180" y="291921"/>
                    <a:pt x="637504" y="0"/>
                  </a:cubicBezTo>
                </a:path>
              </a:pathLst>
            </a:custGeom>
            <a:noFill/>
            <a:ln w="38100" cap="flat" cmpd="sng">
              <a:solidFill>
                <a:srgbClr val="FF0000"/>
              </a:solidFill>
              <a:prstDash val="solid"/>
              <a:round/>
              <a:headEnd type="none" w="med" len="med"/>
              <a:tailEnd type="arrow" w="med" len="med"/>
            </a:ln>
            <a:extLst>
              <a:ext uri="{909E8E84-426E-40dd-AFC4-6F175D3DCCD1}"/>
            </a:extLst>
          </p:spPr>
          <p:txBody>
            <a:bodyPr lIns="91380" tIns="45692" rIns="91380" bIns="45692"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Arial" charset="0"/>
                <a:ea typeface="ＭＳ Ｐゴシック" charset="0"/>
                <a:cs typeface="+mn-cs"/>
              </a:endParaRPr>
            </a:p>
          </p:txBody>
        </p:sp>
        <p:sp>
          <p:nvSpPr>
            <p:cNvPr id="36873" name="TextBox 8">
              <a:extLst>
                <a:ext uri="{FF2B5EF4-FFF2-40B4-BE49-F238E27FC236}">
                  <a16:creationId xmlns:a16="http://schemas.microsoft.com/office/drawing/2014/main" id="{E8517897-3811-C64E-9517-37F67444FC35}"/>
                </a:ext>
              </a:extLst>
            </p:cNvPr>
            <p:cNvSpPr txBox="1">
              <a:spLocks noChangeArrowheads="1"/>
            </p:cNvSpPr>
            <p:nvPr/>
          </p:nvSpPr>
          <p:spPr bwMode="auto">
            <a:xfrm rot="5400000" flipH="1" flipV="1">
              <a:off x="-675561" y="4070355"/>
              <a:ext cx="2357662" cy="454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0000"/>
                </a:spcBef>
                <a:buClr>
                  <a:schemeClr val="tx2"/>
                </a:buClr>
                <a:buSzPct val="75000"/>
                <a:buFont typeface="Wingdings" pitchFamily="2"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lnSpc>
                  <a:spcPct val="90000"/>
                </a:lnSpc>
                <a:spcBef>
                  <a:spcPct val="30000"/>
                </a:spcBef>
                <a:buClr>
                  <a:schemeClr val="tx2"/>
                </a:buClr>
                <a:buSzPct val="75000"/>
                <a:buFont typeface="Wingdings" pitchFamily="2" charset="2"/>
                <a:buChar char="Ø"/>
                <a:defRPr sz="2400">
                  <a:solidFill>
                    <a:schemeClr val="tx1"/>
                  </a:solidFill>
                  <a:latin typeface="Arial" panose="020B0604020202020204" pitchFamily="34" charset="0"/>
                  <a:ea typeface="ＭＳ Ｐゴシック" panose="020B0600070205080204" pitchFamily="34" charset="-128"/>
                </a:defRPr>
              </a:lvl2pPr>
              <a:lvl3pPr marL="1143000" indent="-228600">
                <a:lnSpc>
                  <a:spcPct val="90000"/>
                </a:lnSpc>
                <a:spcBef>
                  <a:spcPct val="30000"/>
                </a:spcBef>
                <a:buClr>
                  <a:schemeClr val="tx2"/>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3pPr>
              <a:lvl4pPr marL="1600200" indent="-228600">
                <a:lnSpc>
                  <a:spcPct val="90000"/>
                </a:lnSpc>
                <a:spcBef>
                  <a:spcPct val="30000"/>
                </a:spcBef>
                <a:buClr>
                  <a:schemeClr val="tx2"/>
                </a:buClr>
                <a:buSzPct val="75000"/>
                <a:buFont typeface="Wingdings" pitchFamily="2" charset="2"/>
                <a:buChar char="§"/>
                <a:defRPr>
                  <a:solidFill>
                    <a:schemeClr val="tx1"/>
                  </a:solidFill>
                  <a:latin typeface="Arial" panose="020B0604020202020204" pitchFamily="34" charset="0"/>
                  <a:ea typeface="ＭＳ Ｐゴシック" panose="020B0600070205080204" pitchFamily="34" charset="-128"/>
                </a:defRPr>
              </a:lvl4pPr>
              <a:lvl5pPr marL="2057400" indent="-228600">
                <a:lnSpc>
                  <a:spcPct val="90000"/>
                </a:lnSpc>
                <a:spcBef>
                  <a:spcPct val="30000"/>
                </a:spcBef>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AU" altLang="en-US" sz="2000" b="0" i="0" u="none" strike="noStrike" kern="1200" cap="none" spc="0" normalizeH="0" baseline="0" noProof="0">
                  <a:ln>
                    <a:noFill/>
                  </a:ln>
                  <a:solidFill>
                    <a:srgbClr val="00FFFF"/>
                  </a:solidFill>
                  <a:effectLst/>
                  <a:uLnTx/>
                  <a:uFillTx/>
                  <a:latin typeface="Verdana" panose="020B0604030504040204" pitchFamily="34" charset="0"/>
                  <a:ea typeface="宋体" panose="02010600030101010101" pitchFamily="2" charset="-122"/>
                  <a:cs typeface="+mn-cs"/>
                </a:rPr>
                <a:t>Every 18 months?</a:t>
              </a:r>
            </a:p>
          </p:txBody>
        </p:sp>
      </p:grpSp>
      <p:pic>
        <p:nvPicPr>
          <p:cNvPr id="36869" name="Picture 7">
            <a:extLst>
              <a:ext uri="{FF2B5EF4-FFF2-40B4-BE49-F238E27FC236}">
                <a16:creationId xmlns:a16="http://schemas.microsoft.com/office/drawing/2014/main" id="{ECED4DDC-1B68-7B4A-ABC7-A70FFE50845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59438" y="2940050"/>
            <a:ext cx="3143250" cy="206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0">
            <a:extLst>
              <a:ext uri="{FF2B5EF4-FFF2-40B4-BE49-F238E27FC236}">
                <a16:creationId xmlns:a16="http://schemas.microsoft.com/office/drawing/2014/main" id="{CF7CDC9B-CA5A-3B4B-B161-3EEC013DEE45}"/>
              </a:ext>
            </a:extLst>
          </p:cNvPr>
          <p:cNvSpPr txBox="1">
            <a:spLocks noChangeArrowheads="1"/>
          </p:cNvSpPr>
          <p:nvPr/>
        </p:nvSpPr>
        <p:spPr bwMode="auto">
          <a:xfrm>
            <a:off x="2352675" y="6451600"/>
            <a:ext cx="4022725" cy="244475"/>
          </a:xfrm>
          <a:prstGeom prst="rect">
            <a:avLst/>
          </a:prstGeom>
          <a:noFill/>
          <a:ln>
            <a:noFill/>
          </a:ln>
          <a:effectLst/>
          <a:extLst>
            <a:ext uri="{909E8E84-426E-40dd-AFC4-6F175D3DCCD1}"/>
            <a:ext uri="{91240B29-F687-4f45-9708-019B960494DF}"/>
            <a:ext uri="{AF507438-7753-43e0-B8FC-AC1667EBCBE1}"/>
          </a:extLst>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1"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rPr>
              <a:t>Copyright © 2012, Elsevier Inc. All rights reserved.</a:t>
            </a:r>
            <a:endParaRPr kumimoji="0" lang="en-US" altLang="en-US" sz="1000" b="1"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ＭＳ Ｐゴシック" panose="020B0600070205080204" pitchFamily="34" charset="-128"/>
              <a:cs typeface="+mn-cs"/>
            </a:endParaRPr>
          </a:p>
        </p:txBody>
      </p:sp>
      <p:sp>
        <p:nvSpPr>
          <p:cNvPr id="40977" name="Text Box 17">
            <a:extLst>
              <a:ext uri="{FF2B5EF4-FFF2-40B4-BE49-F238E27FC236}">
                <a16:creationId xmlns:a16="http://schemas.microsoft.com/office/drawing/2014/main" id="{41853FDF-BC7F-5B4D-97DB-44DD1DDADB36}"/>
              </a:ext>
            </a:extLst>
          </p:cNvPr>
          <p:cNvSpPr txBox="1">
            <a:spLocks noChangeArrowheads="1"/>
          </p:cNvSpPr>
          <p:nvPr/>
        </p:nvSpPr>
        <p:spPr bwMode="auto">
          <a:xfrm>
            <a:off x="5703888" y="5830888"/>
            <a:ext cx="2332037" cy="274637"/>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a:ln>
                  <a:noFill/>
                </a:ln>
                <a:solidFill>
                  <a:srgbClr val="66FFFF"/>
                </a:solidFill>
                <a:effectLst/>
                <a:uLnTx/>
                <a:uFillTx/>
                <a:latin typeface="Arial"/>
                <a:ea typeface="ＭＳ Ｐゴシック"/>
                <a:cs typeface="+mn-cs"/>
              </a:rPr>
              <a:t>(Courtesy of Raj Buyya, 2012)</a:t>
            </a:r>
          </a:p>
        </p:txBody>
      </p:sp>
    </p:spTree>
    <p:extLst>
      <p:ext uri="{BB962C8B-B14F-4D97-AF65-F5344CB8AC3E}">
        <p14:creationId xmlns:p14="http://schemas.microsoft.com/office/powerpoint/2010/main" val="892078950"/>
      </p:ext>
    </p:extLst>
  </p:cSld>
  <p:clrMapOvr>
    <a:masterClrMapping/>
  </p:clrMapOvr>
  <p:transition>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 calcmode="lin" valueType="num">
                                      <p:cBhvr additive="base">
                                        <p:cTn id="1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
                                            <p:txEl>
                                              <p:pRg st="10" end="10"/>
                                            </p:txEl>
                                          </p:spTgt>
                                        </p:tgtEl>
                                        <p:attrNameLst>
                                          <p:attrName>style.visibility</p:attrName>
                                        </p:attrNameLst>
                                      </p:cBhvr>
                                      <p:to>
                                        <p:strVal val="visible"/>
                                      </p:to>
                                    </p:set>
                                    <p:anim calcmode="lin" valueType="num">
                                      <p:cBhvr additive="base">
                                        <p:cTn id="19"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18212" name="Text Box 4">
            <a:extLst>
              <a:ext uri="{FF2B5EF4-FFF2-40B4-BE49-F238E27FC236}">
                <a16:creationId xmlns:a16="http://schemas.microsoft.com/office/drawing/2014/main" id="{2DCBA9CA-A35C-B84E-8F2F-D99D7D205EA4}"/>
              </a:ext>
            </a:extLst>
          </p:cNvPr>
          <p:cNvSpPr txBox="1">
            <a:spLocks noChangeArrowheads="1"/>
          </p:cNvSpPr>
          <p:nvPr/>
        </p:nvSpPr>
        <p:spPr bwMode="auto">
          <a:xfrm>
            <a:off x="1" y="460375"/>
            <a:ext cx="9144000" cy="561885"/>
          </a:xfrm>
          <a:prstGeom prst="rect">
            <a:avLst/>
          </a:prstGeom>
          <a:noFill/>
          <a:ln>
            <a:noFill/>
          </a:ln>
          <a:effectLst/>
          <a:extLst>
            <a:ext uri="{909E8E84-426E-40dd-AFC4-6F175D3DCCD1}"/>
            <a:ext uri="{91240B29-F687-4f45-9708-019B960494DF}"/>
            <a:ext uri="{AF507438-7753-43e0-B8FC-AC1667EBCBE1}"/>
          </a:extLst>
        </p:spPr>
        <p:txBody>
          <a:bodyPr wrap="square">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20000"/>
              </a:lnSpc>
              <a:spcBef>
                <a:spcPct val="50000"/>
              </a:spcBef>
              <a:spcAft>
                <a:spcPts val="0"/>
              </a:spcAft>
              <a:buClrTx/>
              <a:buSzTx/>
              <a:buFontTx/>
              <a:buNone/>
              <a:tabLst/>
              <a:defRPr/>
            </a:pPr>
            <a:r>
              <a:rPr kumimoji="0" lang="en-US" altLang="en-US" sz="28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Arial" panose="020B0604020202020204" pitchFamily="34" charset="0"/>
                <a:ea typeface="ＭＳ Ｐゴシック" panose="020B0600070205080204" pitchFamily="34" charset="-128"/>
                <a:cs typeface="+mn-cs"/>
              </a:rPr>
              <a:t>Basic Concept of Internet - based Cloud Services</a:t>
            </a:r>
          </a:p>
        </p:txBody>
      </p:sp>
      <p:pic>
        <p:nvPicPr>
          <p:cNvPr id="35842" name="Picture 5">
            <a:extLst>
              <a:ext uri="{FF2B5EF4-FFF2-40B4-BE49-F238E27FC236}">
                <a16:creationId xmlns:a16="http://schemas.microsoft.com/office/drawing/2014/main" id="{5CA96274-1C62-9045-9FCF-8D169529E1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8654" r="11340" b="33844"/>
          <a:stretch>
            <a:fillRect/>
          </a:stretch>
        </p:blipFill>
        <p:spPr bwMode="auto">
          <a:xfrm>
            <a:off x="536575" y="1793875"/>
            <a:ext cx="8389938" cy="355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18467504"/>
      </p:ext>
    </p:extLst>
  </p:cSld>
  <p:clrMapOvr>
    <a:masterClrMapping/>
  </p:clrMapOvr>
  <p:transition>
    <p:zoom/>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268288" y="381000"/>
            <a:ext cx="8647112" cy="609600"/>
          </a:xfrm>
          <a:prstGeom prst="rect">
            <a:avLst/>
          </a:prstGeom>
        </p:spPr>
        <p:txBody>
          <a:bodyPr/>
          <a:lstStyle/>
          <a:p>
            <a:r>
              <a:rPr lang="en-US" dirty="0">
                <a:solidFill>
                  <a:schemeClr val="tx2"/>
                </a:solidFill>
              </a:rPr>
              <a:t>‘Cloud’ services grouped in 3  categories</a:t>
            </a:r>
          </a:p>
        </p:txBody>
      </p:sp>
      <p:graphicFrame>
        <p:nvGraphicFramePr>
          <p:cNvPr id="433155" name="Group 3"/>
          <p:cNvGraphicFramePr>
            <a:graphicFrameLocks noGrp="1"/>
          </p:cNvGraphicFramePr>
          <p:nvPr>
            <p:extLst>
              <p:ext uri="{D42A27DB-BD31-4B8C-83A1-F6EECF244321}">
                <p14:modId xmlns:p14="http://schemas.microsoft.com/office/powerpoint/2010/main" val="2197211874"/>
              </p:ext>
            </p:extLst>
          </p:nvPr>
        </p:nvGraphicFramePr>
        <p:xfrm>
          <a:off x="406400" y="1087438"/>
          <a:ext cx="8394700" cy="5009198"/>
        </p:xfrm>
        <a:graphic>
          <a:graphicData uri="http://schemas.openxmlformats.org/drawingml/2006/table">
            <a:tbl>
              <a:tblPr/>
              <a:tblGrid>
                <a:gridCol w="3556000">
                  <a:extLst>
                    <a:ext uri="{9D8B030D-6E8A-4147-A177-3AD203B41FA5}">
                      <a16:colId xmlns:a16="http://schemas.microsoft.com/office/drawing/2014/main" val="20000"/>
                    </a:ext>
                  </a:extLst>
                </a:gridCol>
                <a:gridCol w="520700">
                  <a:extLst>
                    <a:ext uri="{9D8B030D-6E8A-4147-A177-3AD203B41FA5}">
                      <a16:colId xmlns:a16="http://schemas.microsoft.com/office/drawing/2014/main" val="20001"/>
                    </a:ext>
                  </a:extLst>
                </a:gridCol>
                <a:gridCol w="530225">
                  <a:extLst>
                    <a:ext uri="{9D8B030D-6E8A-4147-A177-3AD203B41FA5}">
                      <a16:colId xmlns:a16="http://schemas.microsoft.com/office/drawing/2014/main" val="20002"/>
                    </a:ext>
                  </a:extLst>
                </a:gridCol>
                <a:gridCol w="698500">
                  <a:extLst>
                    <a:ext uri="{9D8B030D-6E8A-4147-A177-3AD203B41FA5}">
                      <a16:colId xmlns:a16="http://schemas.microsoft.com/office/drawing/2014/main" val="20003"/>
                    </a:ext>
                  </a:extLst>
                </a:gridCol>
                <a:gridCol w="3089275">
                  <a:extLst>
                    <a:ext uri="{9D8B030D-6E8A-4147-A177-3AD203B41FA5}">
                      <a16:colId xmlns:a16="http://schemas.microsoft.com/office/drawing/2014/main" val="20004"/>
                    </a:ext>
                  </a:extLst>
                </a:gridCol>
              </a:tblGrid>
              <a:tr h="0">
                <a:tc>
                  <a:txBody>
                    <a:bodyPr/>
                    <a:lstStyle/>
                    <a:p>
                      <a:pPr marL="0" marR="0" lvl="1" indent="1588" algn="ctr" defTabSz="947738" rtl="0" eaLnBrk="1" fontAlgn="base" latinLnBrk="0" hangingPunct="1">
                        <a:lnSpc>
                          <a:spcPct val="90000"/>
                        </a:lnSpc>
                        <a:spcBef>
                          <a:spcPct val="0"/>
                        </a:spcBef>
                        <a:spcAft>
                          <a:spcPct val="0"/>
                        </a:spcAft>
                        <a:buClr>
                          <a:schemeClr val="tx2"/>
                        </a:buClr>
                        <a:buSzPct val="80000"/>
                        <a:buFontTx/>
                        <a:buNone/>
                        <a:tabLst/>
                      </a:pPr>
                      <a:r>
                        <a:rPr kumimoji="0" lang="en-US" sz="1000" b="1" i="0" u="none" strike="noStrike" cap="none" normalizeH="0" baseline="0" dirty="0">
                          <a:ln>
                            <a:noFill/>
                          </a:ln>
                          <a:solidFill>
                            <a:srgbClr val="808080"/>
                          </a:solidFill>
                          <a:effectLst/>
                          <a:latin typeface="Verdana" pitchFamily="34" charset="0"/>
                        </a:rPr>
                        <a:t>What is Purchased</a:t>
                      </a:r>
                    </a:p>
                  </a:txBody>
                  <a:tcPr marL="0" marT="137160" marB="137160" anchor="ctr" horzOverflow="overflow">
                    <a:lnL>
                      <a:noFill/>
                    </a:lnL>
                    <a:lnR>
                      <a:noFill/>
                    </a:lnR>
                    <a:lnT>
                      <a:noFill/>
                    </a:lnT>
                    <a:lnB>
                      <a:noFill/>
                    </a:lnB>
                    <a:lnTlToBr>
                      <a:noFill/>
                    </a:lnTlToBr>
                    <a:lnBlToTr>
                      <a:noFill/>
                    </a:lnBlToTr>
                    <a:noFill/>
                  </a:tcPr>
                </a:tc>
                <a:tc>
                  <a:txBody>
                    <a:bodyPr/>
                    <a:lstStyle/>
                    <a:p>
                      <a:pPr marL="114300" marR="0" lvl="1" indent="1588" algn="l" defTabSz="947738" rtl="0" eaLnBrk="1" fontAlgn="base" latinLnBrk="0" hangingPunct="1">
                        <a:lnSpc>
                          <a:spcPct val="90000"/>
                        </a:lnSpc>
                        <a:spcBef>
                          <a:spcPct val="0"/>
                        </a:spcBef>
                        <a:spcAft>
                          <a:spcPct val="0"/>
                        </a:spcAft>
                        <a:buClr>
                          <a:schemeClr val="tx2"/>
                        </a:buClr>
                        <a:buSzPct val="80000"/>
                        <a:buFontTx/>
                        <a:buNone/>
                        <a:tabLst/>
                      </a:pPr>
                      <a:r>
                        <a:rPr kumimoji="0" lang="en-US" sz="1000" b="1" i="0" u="none" strike="noStrike" cap="none" normalizeH="0" baseline="0">
                          <a:ln>
                            <a:noFill/>
                          </a:ln>
                          <a:solidFill>
                            <a:srgbClr val="808080"/>
                          </a:solidFill>
                          <a:effectLst/>
                          <a:latin typeface="Verdana" pitchFamily="34" charset="0"/>
                        </a:rPr>
                        <a:t>Bus</a:t>
                      </a:r>
                    </a:p>
                  </a:txBody>
                  <a:tcPr marL="0" marT="137160" marB="137160" anchor="ctr" horzOverflow="overflow">
                    <a:lnL>
                      <a:noFill/>
                    </a:lnL>
                    <a:lnR>
                      <a:noFill/>
                    </a:lnR>
                    <a:lnT>
                      <a:noFill/>
                    </a:lnT>
                    <a:lnB>
                      <a:noFill/>
                    </a:lnB>
                    <a:lnTlToBr>
                      <a:noFill/>
                    </a:lnTlToBr>
                    <a:lnBlToTr>
                      <a:noFill/>
                    </a:lnBlToTr>
                    <a:noFill/>
                  </a:tcPr>
                </a:tc>
                <a:tc>
                  <a:txBody>
                    <a:bodyPr/>
                    <a:lstStyle/>
                    <a:p>
                      <a:pPr marL="114300" marR="0" lvl="1" indent="1588" algn="l" defTabSz="947738" rtl="0" eaLnBrk="1" fontAlgn="base" latinLnBrk="0" hangingPunct="1">
                        <a:lnSpc>
                          <a:spcPct val="90000"/>
                        </a:lnSpc>
                        <a:spcBef>
                          <a:spcPct val="0"/>
                        </a:spcBef>
                        <a:spcAft>
                          <a:spcPct val="0"/>
                        </a:spcAft>
                        <a:buClr>
                          <a:schemeClr val="tx2"/>
                        </a:buClr>
                        <a:buSzPct val="80000"/>
                        <a:buFontTx/>
                        <a:buNone/>
                        <a:tabLst/>
                      </a:pPr>
                      <a:r>
                        <a:rPr kumimoji="0" lang="en-US" sz="1000" b="1" i="0" u="none" strike="noStrike" cap="none" normalizeH="0" baseline="0">
                          <a:ln>
                            <a:noFill/>
                          </a:ln>
                          <a:solidFill>
                            <a:srgbClr val="808080"/>
                          </a:solidFill>
                          <a:effectLst/>
                          <a:latin typeface="Verdana" pitchFamily="34" charset="0"/>
                        </a:rPr>
                        <a:t>Dev</a:t>
                      </a:r>
                    </a:p>
                  </a:txBody>
                  <a:tcPr marL="0" marT="137160" marB="137160" anchor="ctr" horzOverflow="overflow">
                    <a:lnL>
                      <a:noFill/>
                    </a:lnL>
                    <a:lnR>
                      <a:noFill/>
                    </a:lnR>
                    <a:lnT>
                      <a:noFill/>
                    </a:lnT>
                    <a:lnB>
                      <a:noFill/>
                    </a:lnB>
                    <a:lnTlToBr>
                      <a:noFill/>
                    </a:lnTlToBr>
                    <a:lnBlToTr>
                      <a:noFill/>
                    </a:lnBlToTr>
                    <a:noFill/>
                  </a:tcPr>
                </a:tc>
                <a:tc>
                  <a:txBody>
                    <a:bodyPr/>
                    <a:lstStyle/>
                    <a:p>
                      <a:pPr marL="114300" marR="0" lvl="1" indent="1588" algn="l" defTabSz="947738" rtl="0" eaLnBrk="1" fontAlgn="base" latinLnBrk="0" hangingPunct="1">
                        <a:lnSpc>
                          <a:spcPct val="90000"/>
                        </a:lnSpc>
                        <a:spcBef>
                          <a:spcPct val="0"/>
                        </a:spcBef>
                        <a:spcAft>
                          <a:spcPct val="0"/>
                        </a:spcAft>
                        <a:buClr>
                          <a:schemeClr val="tx2"/>
                        </a:buClr>
                        <a:buSzPct val="80000"/>
                        <a:buFontTx/>
                        <a:buNone/>
                        <a:tabLst/>
                      </a:pPr>
                      <a:r>
                        <a:rPr kumimoji="0" lang="en-US" sz="1000" b="1" i="0" u="none" strike="noStrike" cap="none" normalizeH="0" baseline="0" dirty="0">
                          <a:ln>
                            <a:noFill/>
                          </a:ln>
                          <a:solidFill>
                            <a:srgbClr val="808080"/>
                          </a:solidFill>
                          <a:effectLst/>
                          <a:latin typeface="Verdana" pitchFamily="34" charset="0"/>
                        </a:rPr>
                        <a:t>Cons</a:t>
                      </a:r>
                    </a:p>
                  </a:txBody>
                  <a:tcPr marL="0" marT="137160" marB="137160" anchor="ctr" horzOverflow="overflow">
                    <a:lnL>
                      <a:noFill/>
                    </a:lnL>
                    <a:lnR>
                      <a:noFill/>
                    </a:lnR>
                    <a:lnT>
                      <a:noFill/>
                    </a:lnT>
                    <a:lnB>
                      <a:noFill/>
                    </a:lnB>
                    <a:lnTlToBr>
                      <a:noFill/>
                    </a:lnTlToBr>
                    <a:lnBlToTr>
                      <a:noFill/>
                    </a:lnBlToTr>
                    <a:noFill/>
                  </a:tcPr>
                </a:tc>
                <a:tc>
                  <a:txBody>
                    <a:bodyPr/>
                    <a:lstStyle/>
                    <a:p>
                      <a:pPr marL="0" marR="0" lvl="1" indent="1588" algn="ctr" defTabSz="947738" rtl="0" eaLnBrk="1" fontAlgn="base" latinLnBrk="0" hangingPunct="1">
                        <a:lnSpc>
                          <a:spcPct val="90000"/>
                        </a:lnSpc>
                        <a:spcBef>
                          <a:spcPct val="0"/>
                        </a:spcBef>
                        <a:spcAft>
                          <a:spcPct val="0"/>
                        </a:spcAft>
                        <a:buClr>
                          <a:schemeClr val="tx2"/>
                        </a:buClr>
                        <a:buSzPct val="80000"/>
                        <a:buFontTx/>
                        <a:buNone/>
                        <a:tabLst/>
                      </a:pPr>
                      <a:endParaRPr kumimoji="0" lang="en-US" sz="900" b="0" i="0" u="none" strike="noStrike" cap="none" normalizeH="0" baseline="0" dirty="0">
                        <a:ln>
                          <a:noFill/>
                        </a:ln>
                        <a:solidFill>
                          <a:srgbClr val="808080"/>
                        </a:solidFill>
                        <a:effectLst/>
                        <a:latin typeface="Verdana" pitchFamily="34" charset="0"/>
                      </a:endParaRPr>
                    </a:p>
                  </a:txBody>
                  <a:tcPr marL="0" marT="137160" marB="13716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1292225">
                <a:tc>
                  <a:txBody>
                    <a:bodyPr/>
                    <a:lstStyle/>
                    <a:p>
                      <a:pPr marL="520700" marR="0" lvl="0" indent="0" algn="l" defTabSz="947738" rtl="0" eaLnBrk="1" fontAlgn="base" latinLnBrk="0" hangingPunct="1">
                        <a:lnSpc>
                          <a:spcPct val="100000"/>
                        </a:lnSpc>
                        <a:spcBef>
                          <a:spcPct val="0"/>
                        </a:spcBef>
                        <a:spcAft>
                          <a:spcPct val="0"/>
                        </a:spcAft>
                        <a:buClr>
                          <a:schemeClr val="tx2"/>
                        </a:buClr>
                        <a:buSzPct val="100000"/>
                        <a:buFontTx/>
                        <a:buNone/>
                        <a:tabLst/>
                      </a:pPr>
                      <a:r>
                        <a:rPr kumimoji="0" lang="en-US" sz="1800" b="1" i="0" u="none" strike="noStrike" cap="none" normalizeH="0" baseline="0">
                          <a:ln>
                            <a:noFill/>
                          </a:ln>
                          <a:solidFill>
                            <a:schemeClr val="tx2"/>
                          </a:solidFill>
                          <a:effectLst/>
                          <a:latin typeface="Verdana" pitchFamily="34" charset="0"/>
                        </a:rPr>
                        <a:t>Software as a Service</a:t>
                      </a:r>
                    </a:p>
                    <a:p>
                      <a:pPr marL="520700" marR="0" lvl="0" indent="0" algn="l" defTabSz="947738" rtl="0" eaLnBrk="1" fontAlgn="base" latinLnBrk="0" hangingPunct="1">
                        <a:lnSpc>
                          <a:spcPct val="100000"/>
                        </a:lnSpc>
                        <a:spcBef>
                          <a:spcPct val="0"/>
                        </a:spcBef>
                        <a:spcAft>
                          <a:spcPct val="0"/>
                        </a:spcAft>
                        <a:buClr>
                          <a:schemeClr val="tx2"/>
                        </a:buClr>
                        <a:buSzPct val="100000"/>
                        <a:buFontTx/>
                        <a:buNone/>
                        <a:tabLst/>
                      </a:pPr>
                      <a:r>
                        <a:rPr kumimoji="0" lang="en-US" sz="1200" b="0" i="0" u="none" strike="noStrike" cap="none" normalizeH="0" baseline="0">
                          <a:ln>
                            <a:noFill/>
                          </a:ln>
                          <a:solidFill>
                            <a:schemeClr val="tx2"/>
                          </a:solidFill>
                          <a:effectLst/>
                          <a:latin typeface="Verdana" pitchFamily="34" charset="0"/>
                        </a:rPr>
                        <a:t>Application that is run on a multi-tenant platform and delivered over the Internet</a:t>
                      </a:r>
                    </a:p>
                  </a:txBody>
                  <a:tcPr marL="0" marT="137160" marB="137160" anchor="ctr" horzOverflow="overflow">
                    <a:lnL>
                      <a:noFill/>
                    </a:lnL>
                    <a:lnR>
                      <a:noFill/>
                    </a:lnR>
                    <a:lnT>
                      <a:noFill/>
                    </a:lnT>
                    <a:lnB>
                      <a:noFill/>
                    </a:lnB>
                    <a:lnTlToBr>
                      <a:noFill/>
                    </a:lnTlToBr>
                    <a:lnBlToTr>
                      <a:noFill/>
                    </a:lnBlToTr>
                    <a:noFill/>
                  </a:tcPr>
                </a:tc>
                <a:tc>
                  <a:txBody>
                    <a:bodyPr/>
                    <a:lstStyle/>
                    <a:p>
                      <a:pPr marL="0" marR="0" lvl="1" indent="1588" algn="ctr" defTabSz="947738" rtl="0" eaLnBrk="1" fontAlgn="base" latinLnBrk="0" hangingPunct="1">
                        <a:lnSpc>
                          <a:spcPct val="100000"/>
                        </a:lnSpc>
                        <a:spcBef>
                          <a:spcPct val="10000"/>
                        </a:spcBef>
                        <a:spcAft>
                          <a:spcPct val="10000"/>
                        </a:spcAft>
                        <a:buClr>
                          <a:schemeClr val="tx2"/>
                        </a:buClr>
                        <a:buSzPct val="80000"/>
                        <a:buFontTx/>
                        <a:buNone/>
                        <a:tabLst/>
                      </a:pPr>
                      <a:r>
                        <a:rPr kumimoji="0" lang="en-US" sz="2000" b="0" i="0" u="none" strike="noStrike" cap="none" normalizeH="0" baseline="0" dirty="0">
                          <a:ln>
                            <a:noFill/>
                          </a:ln>
                          <a:solidFill>
                            <a:schemeClr val="tx2"/>
                          </a:solidFill>
                          <a:effectLst/>
                          <a:latin typeface="Verdana" pitchFamily="34" charset="0"/>
                          <a:sym typeface="Wingdings" pitchFamily="2" charset="2"/>
                        </a:rPr>
                        <a:t></a:t>
                      </a:r>
                    </a:p>
                  </a:txBody>
                  <a:tcPr marL="0" marT="137160" marB="137160" anchor="ctr" horzOverflow="overflow">
                    <a:lnL>
                      <a:noFill/>
                    </a:lnL>
                    <a:lnR>
                      <a:noFill/>
                    </a:lnR>
                    <a:lnT>
                      <a:noFill/>
                    </a:lnT>
                    <a:lnB>
                      <a:noFill/>
                    </a:lnB>
                    <a:lnTlToBr>
                      <a:noFill/>
                    </a:lnTlToBr>
                    <a:lnBlToTr>
                      <a:noFill/>
                    </a:lnBlToTr>
                    <a:noFill/>
                  </a:tcPr>
                </a:tc>
                <a:tc>
                  <a:txBody>
                    <a:bodyPr/>
                    <a:lstStyle/>
                    <a:p>
                      <a:pPr marL="0" marR="0" lvl="1" indent="1588" algn="ctr" defTabSz="947738" rtl="0" eaLnBrk="1" fontAlgn="base" latinLnBrk="0" hangingPunct="1">
                        <a:lnSpc>
                          <a:spcPct val="100000"/>
                        </a:lnSpc>
                        <a:spcBef>
                          <a:spcPct val="10000"/>
                        </a:spcBef>
                        <a:spcAft>
                          <a:spcPct val="10000"/>
                        </a:spcAft>
                        <a:buClr>
                          <a:schemeClr val="tx2"/>
                        </a:buClr>
                        <a:buSzPct val="80000"/>
                        <a:buFontTx/>
                        <a:buNone/>
                        <a:tabLst/>
                      </a:pPr>
                      <a:endParaRPr kumimoji="0" lang="en-US" sz="1200" b="0" i="0" u="none" strike="noStrike" cap="none" normalizeH="0" baseline="0">
                        <a:ln>
                          <a:noFill/>
                        </a:ln>
                        <a:solidFill>
                          <a:schemeClr val="tx2"/>
                        </a:solidFill>
                        <a:effectLst/>
                        <a:latin typeface="Verdana" pitchFamily="34" charset="0"/>
                      </a:endParaRPr>
                    </a:p>
                  </a:txBody>
                  <a:tcPr marL="0" marT="137160" marB="137160" anchor="ctr" horzOverflow="overflow">
                    <a:lnL>
                      <a:noFill/>
                    </a:lnL>
                    <a:lnR>
                      <a:noFill/>
                    </a:lnR>
                    <a:lnT>
                      <a:noFill/>
                    </a:lnT>
                    <a:lnB>
                      <a:noFill/>
                    </a:lnB>
                    <a:lnTlToBr>
                      <a:noFill/>
                    </a:lnTlToBr>
                    <a:lnBlToTr>
                      <a:noFill/>
                    </a:lnBlToTr>
                    <a:noFill/>
                  </a:tcPr>
                </a:tc>
                <a:tc>
                  <a:txBody>
                    <a:bodyPr/>
                    <a:lstStyle/>
                    <a:p>
                      <a:pPr marL="0" marR="0" lvl="1" indent="1588" algn="ctr" defTabSz="947738" rtl="0" eaLnBrk="1" fontAlgn="base" latinLnBrk="0" hangingPunct="1">
                        <a:lnSpc>
                          <a:spcPct val="100000"/>
                        </a:lnSpc>
                        <a:spcBef>
                          <a:spcPct val="10000"/>
                        </a:spcBef>
                        <a:spcAft>
                          <a:spcPct val="10000"/>
                        </a:spcAft>
                        <a:buClr>
                          <a:schemeClr val="tx2"/>
                        </a:buClr>
                        <a:buSzPct val="80000"/>
                        <a:buFontTx/>
                        <a:buNone/>
                        <a:tabLst/>
                      </a:pPr>
                      <a:r>
                        <a:rPr kumimoji="0" lang="en-US" sz="2000" b="0" i="0" u="none" strike="noStrike" cap="none" normalizeH="0" baseline="0">
                          <a:ln>
                            <a:noFill/>
                          </a:ln>
                          <a:solidFill>
                            <a:schemeClr val="tx2"/>
                          </a:solidFill>
                          <a:effectLst/>
                          <a:latin typeface="Verdana" pitchFamily="34" charset="0"/>
                          <a:sym typeface="Wingdings" pitchFamily="2" charset="2"/>
                        </a:rPr>
                        <a:t></a:t>
                      </a:r>
                      <a:endParaRPr kumimoji="0" lang="en-US" sz="1200" b="0" i="0" u="none" strike="noStrike" cap="none" normalizeH="0" baseline="0">
                        <a:ln>
                          <a:noFill/>
                        </a:ln>
                        <a:solidFill>
                          <a:schemeClr val="tx2"/>
                        </a:solidFill>
                        <a:effectLst/>
                        <a:latin typeface="Verdana" pitchFamily="34" charset="0"/>
                      </a:endParaRPr>
                    </a:p>
                  </a:txBody>
                  <a:tcPr marL="0" marT="137160" marB="137160" anchor="ctr" horzOverflow="overflow">
                    <a:lnL>
                      <a:noFill/>
                    </a:lnL>
                    <a:lnR>
                      <a:noFill/>
                    </a:lnR>
                    <a:lnT>
                      <a:noFill/>
                    </a:lnT>
                    <a:lnB>
                      <a:noFill/>
                    </a:lnB>
                    <a:lnTlToBr>
                      <a:noFill/>
                    </a:lnTlToBr>
                    <a:lnBlToTr>
                      <a:noFill/>
                    </a:lnBlToTr>
                    <a:noFill/>
                  </a:tcPr>
                </a:tc>
                <a:tc>
                  <a:txBody>
                    <a:bodyPr/>
                    <a:lstStyle/>
                    <a:p>
                      <a:pPr marL="228600" marR="0" lvl="0" indent="0" algn="l" defTabSz="947738" rtl="0" eaLnBrk="1" fontAlgn="base" latinLnBrk="0" hangingPunct="1">
                        <a:lnSpc>
                          <a:spcPct val="100000"/>
                        </a:lnSpc>
                        <a:spcBef>
                          <a:spcPct val="0"/>
                        </a:spcBef>
                        <a:spcAft>
                          <a:spcPct val="0"/>
                        </a:spcAft>
                        <a:buClr>
                          <a:schemeClr val="tx2"/>
                        </a:buClr>
                        <a:buSzPct val="100000"/>
                        <a:buFontTx/>
                        <a:buNone/>
                        <a:tabLst/>
                      </a:pPr>
                      <a:endParaRPr kumimoji="0" lang="en-US" sz="1200" b="0" i="0" u="none" strike="noStrike" cap="none" normalizeH="0" baseline="0">
                        <a:ln>
                          <a:noFill/>
                        </a:ln>
                        <a:solidFill>
                          <a:schemeClr val="tx2"/>
                        </a:solidFill>
                        <a:effectLst/>
                        <a:latin typeface="Verdana" pitchFamily="34" charset="0"/>
                      </a:endParaRPr>
                    </a:p>
                  </a:txBody>
                  <a:tcPr marL="0" marT="137160" marB="13716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1331913">
                <a:tc>
                  <a:txBody>
                    <a:bodyPr/>
                    <a:lstStyle/>
                    <a:p>
                      <a:pPr marL="457200" marR="0" lvl="0" indent="0" algn="l" defTabSz="947738" rtl="0" eaLnBrk="1" fontAlgn="base" latinLnBrk="0" hangingPunct="1">
                        <a:lnSpc>
                          <a:spcPct val="100000"/>
                        </a:lnSpc>
                        <a:spcBef>
                          <a:spcPct val="0"/>
                        </a:spcBef>
                        <a:spcAft>
                          <a:spcPct val="0"/>
                        </a:spcAft>
                        <a:buClr>
                          <a:schemeClr val="tx2"/>
                        </a:buClr>
                        <a:buSzPct val="100000"/>
                        <a:buFontTx/>
                        <a:buNone/>
                        <a:tabLst/>
                      </a:pPr>
                      <a:r>
                        <a:rPr kumimoji="0" lang="en-US" sz="1800" b="1" i="0" u="none" strike="noStrike" cap="none" normalizeH="0" baseline="0">
                          <a:ln>
                            <a:noFill/>
                          </a:ln>
                          <a:solidFill>
                            <a:schemeClr val="tx2"/>
                          </a:solidFill>
                          <a:effectLst/>
                          <a:latin typeface="Verdana" pitchFamily="34" charset="0"/>
                        </a:rPr>
                        <a:t>Platform as a Service</a:t>
                      </a:r>
                    </a:p>
                    <a:p>
                      <a:pPr marL="457200" marR="0" lvl="0" indent="0" algn="l" defTabSz="947738" rtl="0" eaLnBrk="1" fontAlgn="base" latinLnBrk="0" hangingPunct="1">
                        <a:lnSpc>
                          <a:spcPct val="100000"/>
                        </a:lnSpc>
                        <a:spcBef>
                          <a:spcPct val="0"/>
                        </a:spcBef>
                        <a:spcAft>
                          <a:spcPct val="0"/>
                        </a:spcAft>
                        <a:buClr>
                          <a:schemeClr val="tx2"/>
                        </a:buClr>
                        <a:buSzPct val="100000"/>
                        <a:buFontTx/>
                        <a:buNone/>
                        <a:tabLst/>
                      </a:pPr>
                      <a:r>
                        <a:rPr kumimoji="0" lang="en-US" sz="1200" b="0" i="0" u="none" strike="noStrike" cap="none" normalizeH="0" baseline="0">
                          <a:ln>
                            <a:noFill/>
                          </a:ln>
                          <a:solidFill>
                            <a:schemeClr val="tx2"/>
                          </a:solidFill>
                          <a:effectLst/>
                          <a:latin typeface="Verdana" pitchFamily="34" charset="0"/>
                        </a:rPr>
                        <a:t>Service that provides platform to create and run applications</a:t>
                      </a:r>
                    </a:p>
                  </a:txBody>
                  <a:tcPr marL="0" marT="137160" marB="137160" anchor="ctr" horzOverflow="overflow">
                    <a:lnL>
                      <a:noFill/>
                    </a:lnL>
                    <a:lnR>
                      <a:noFill/>
                    </a:lnR>
                    <a:lnT>
                      <a:noFill/>
                    </a:lnT>
                    <a:lnB>
                      <a:noFill/>
                    </a:lnB>
                    <a:lnTlToBr>
                      <a:noFill/>
                    </a:lnTlToBr>
                    <a:lnBlToTr>
                      <a:noFill/>
                    </a:lnBlToTr>
                    <a:noFill/>
                  </a:tcPr>
                </a:tc>
                <a:tc>
                  <a:txBody>
                    <a:bodyPr/>
                    <a:lstStyle/>
                    <a:p>
                      <a:pPr marL="0" marR="0" lvl="1" indent="1588" algn="ctr" defTabSz="947738" rtl="0" eaLnBrk="1" fontAlgn="base" latinLnBrk="0" hangingPunct="1">
                        <a:lnSpc>
                          <a:spcPct val="100000"/>
                        </a:lnSpc>
                        <a:spcBef>
                          <a:spcPct val="10000"/>
                        </a:spcBef>
                        <a:spcAft>
                          <a:spcPct val="10000"/>
                        </a:spcAft>
                        <a:buClr>
                          <a:schemeClr val="tx2"/>
                        </a:buClr>
                        <a:buSzPct val="80000"/>
                        <a:buFontTx/>
                        <a:buNone/>
                        <a:tabLst/>
                      </a:pPr>
                      <a:r>
                        <a:rPr kumimoji="0" lang="en-US" sz="2000" b="0" i="0" u="none" strike="noStrike" cap="none" normalizeH="0" baseline="0">
                          <a:ln>
                            <a:noFill/>
                          </a:ln>
                          <a:solidFill>
                            <a:schemeClr val="tx2"/>
                          </a:solidFill>
                          <a:effectLst/>
                          <a:latin typeface="Verdana" pitchFamily="34" charset="0"/>
                          <a:sym typeface="Wingdings" pitchFamily="2" charset="2"/>
                        </a:rPr>
                        <a:t></a:t>
                      </a:r>
                      <a:endParaRPr kumimoji="0" lang="en-US" sz="1400" b="0" i="0" u="none" strike="noStrike" cap="none" normalizeH="0" baseline="0">
                        <a:ln>
                          <a:noFill/>
                        </a:ln>
                        <a:solidFill>
                          <a:schemeClr val="tx2"/>
                        </a:solidFill>
                        <a:effectLst/>
                        <a:latin typeface="Verdana" pitchFamily="34" charset="0"/>
                      </a:endParaRPr>
                    </a:p>
                  </a:txBody>
                  <a:tcPr marL="0" marT="137160" marB="137160" anchor="ctr" horzOverflow="overflow">
                    <a:lnL>
                      <a:noFill/>
                    </a:lnL>
                    <a:lnR>
                      <a:noFill/>
                    </a:lnR>
                    <a:lnT>
                      <a:noFill/>
                    </a:lnT>
                    <a:lnB>
                      <a:noFill/>
                    </a:lnB>
                    <a:lnTlToBr>
                      <a:noFill/>
                    </a:lnTlToBr>
                    <a:lnBlToTr>
                      <a:noFill/>
                    </a:lnBlToTr>
                    <a:noFill/>
                  </a:tcPr>
                </a:tc>
                <a:tc>
                  <a:txBody>
                    <a:bodyPr/>
                    <a:lstStyle/>
                    <a:p>
                      <a:pPr marL="0" marR="0" lvl="1" indent="1588" algn="ctr" defTabSz="947738" rtl="0" eaLnBrk="1" fontAlgn="base" latinLnBrk="0" hangingPunct="1">
                        <a:lnSpc>
                          <a:spcPct val="100000"/>
                        </a:lnSpc>
                        <a:spcBef>
                          <a:spcPct val="10000"/>
                        </a:spcBef>
                        <a:spcAft>
                          <a:spcPct val="10000"/>
                        </a:spcAft>
                        <a:buClr>
                          <a:schemeClr val="tx2"/>
                        </a:buClr>
                        <a:buSzPct val="80000"/>
                        <a:buFontTx/>
                        <a:buNone/>
                        <a:tabLst/>
                      </a:pPr>
                      <a:r>
                        <a:rPr kumimoji="0" lang="en-US" sz="2000" b="0" i="0" u="none" strike="noStrike" cap="none" normalizeH="0" baseline="0">
                          <a:ln>
                            <a:noFill/>
                          </a:ln>
                          <a:solidFill>
                            <a:schemeClr val="tx2"/>
                          </a:solidFill>
                          <a:effectLst/>
                          <a:latin typeface="Verdana" pitchFamily="34" charset="0"/>
                          <a:sym typeface="Wingdings" pitchFamily="2" charset="2"/>
                        </a:rPr>
                        <a:t></a:t>
                      </a:r>
                    </a:p>
                  </a:txBody>
                  <a:tcPr marL="0" marT="137160" marB="137160" anchor="ctr" horzOverflow="overflow">
                    <a:lnL>
                      <a:noFill/>
                    </a:lnL>
                    <a:lnR>
                      <a:noFill/>
                    </a:lnR>
                    <a:lnT>
                      <a:noFill/>
                    </a:lnT>
                    <a:lnB>
                      <a:noFill/>
                    </a:lnB>
                    <a:lnTlToBr>
                      <a:noFill/>
                    </a:lnTlToBr>
                    <a:lnBlToTr>
                      <a:noFill/>
                    </a:lnBlToTr>
                    <a:noFill/>
                  </a:tcPr>
                </a:tc>
                <a:tc>
                  <a:txBody>
                    <a:bodyPr/>
                    <a:lstStyle/>
                    <a:p>
                      <a:pPr marL="0" marR="0" lvl="1" indent="1588" algn="ctr" defTabSz="947738" rtl="0" eaLnBrk="1" fontAlgn="base" latinLnBrk="0" hangingPunct="1">
                        <a:lnSpc>
                          <a:spcPct val="100000"/>
                        </a:lnSpc>
                        <a:spcBef>
                          <a:spcPct val="10000"/>
                        </a:spcBef>
                        <a:spcAft>
                          <a:spcPct val="10000"/>
                        </a:spcAft>
                        <a:buClr>
                          <a:schemeClr val="tx2"/>
                        </a:buClr>
                        <a:buSzPct val="80000"/>
                        <a:buFontTx/>
                        <a:buNone/>
                        <a:tabLst/>
                      </a:pPr>
                      <a:endParaRPr kumimoji="0" lang="en-US" sz="1400" b="0" i="0" u="none" strike="noStrike" cap="none" normalizeH="0" baseline="0" dirty="0">
                        <a:ln>
                          <a:noFill/>
                        </a:ln>
                        <a:solidFill>
                          <a:schemeClr val="bg1"/>
                        </a:solidFill>
                        <a:effectLst/>
                        <a:latin typeface="Verdana" pitchFamily="34" charset="0"/>
                      </a:endParaRPr>
                    </a:p>
                  </a:txBody>
                  <a:tcPr marL="0" marT="137160" marB="137160" anchor="ctr" horzOverflow="overflow">
                    <a:lnL>
                      <a:noFill/>
                    </a:lnL>
                    <a:lnR>
                      <a:noFill/>
                    </a:lnR>
                    <a:lnT>
                      <a:noFill/>
                    </a:lnT>
                    <a:lnB>
                      <a:noFill/>
                    </a:lnB>
                    <a:lnTlToBr>
                      <a:noFill/>
                    </a:lnTlToBr>
                    <a:lnBlToTr>
                      <a:noFill/>
                    </a:lnBlToTr>
                    <a:noFill/>
                  </a:tcPr>
                </a:tc>
                <a:tc>
                  <a:txBody>
                    <a:bodyPr/>
                    <a:lstStyle/>
                    <a:p>
                      <a:pPr marL="228600" marR="0" lvl="0" indent="0" algn="l" defTabSz="947738" rtl="0" eaLnBrk="1" fontAlgn="base" latinLnBrk="0" hangingPunct="1">
                        <a:lnSpc>
                          <a:spcPct val="100000"/>
                        </a:lnSpc>
                        <a:spcBef>
                          <a:spcPct val="0"/>
                        </a:spcBef>
                        <a:spcAft>
                          <a:spcPct val="0"/>
                        </a:spcAft>
                        <a:buClr>
                          <a:schemeClr val="tx2"/>
                        </a:buClr>
                        <a:buSzPct val="100000"/>
                        <a:buFontTx/>
                        <a:buNone/>
                        <a:tabLst/>
                      </a:pPr>
                      <a:endParaRPr kumimoji="0" lang="en-US" sz="1200" b="0" i="0" u="none" strike="noStrike" cap="none" normalizeH="0" baseline="0">
                        <a:ln>
                          <a:noFill/>
                        </a:ln>
                        <a:solidFill>
                          <a:schemeClr val="tx2"/>
                        </a:solidFill>
                        <a:effectLst/>
                        <a:latin typeface="Verdana" pitchFamily="34" charset="0"/>
                      </a:endParaRPr>
                    </a:p>
                  </a:txBody>
                  <a:tcPr marL="0" marT="137160" marB="13716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1333500">
                <a:tc>
                  <a:txBody>
                    <a:bodyPr/>
                    <a:lstStyle/>
                    <a:p>
                      <a:pPr marL="457200" marR="0" lvl="0" indent="0" algn="l" defTabSz="947738" rtl="0" eaLnBrk="1" fontAlgn="base" latinLnBrk="0" hangingPunct="1">
                        <a:lnSpc>
                          <a:spcPct val="100000"/>
                        </a:lnSpc>
                        <a:spcBef>
                          <a:spcPct val="20000"/>
                        </a:spcBef>
                        <a:spcAft>
                          <a:spcPct val="0"/>
                        </a:spcAft>
                        <a:buClr>
                          <a:schemeClr val="tx2"/>
                        </a:buClr>
                        <a:buSzPct val="100000"/>
                        <a:buFontTx/>
                        <a:buNone/>
                        <a:tabLst/>
                      </a:pPr>
                      <a:r>
                        <a:rPr kumimoji="0" lang="en-US" sz="1800" b="1" i="0" u="none" strike="noStrike" cap="none" normalizeH="0" baseline="0" dirty="0">
                          <a:ln>
                            <a:noFill/>
                          </a:ln>
                          <a:solidFill>
                            <a:schemeClr val="tx2"/>
                          </a:solidFill>
                          <a:effectLst/>
                          <a:latin typeface="Verdana" pitchFamily="34" charset="0"/>
                        </a:rPr>
                        <a:t>Infrastructure as a Service</a:t>
                      </a:r>
                    </a:p>
                    <a:p>
                      <a:pPr marL="457200" marR="0" lvl="0" indent="0" algn="l" defTabSz="947738" rtl="0" eaLnBrk="1" fontAlgn="base" latinLnBrk="0" hangingPunct="1">
                        <a:lnSpc>
                          <a:spcPct val="100000"/>
                        </a:lnSpc>
                        <a:spcBef>
                          <a:spcPct val="0"/>
                        </a:spcBef>
                        <a:spcAft>
                          <a:spcPct val="0"/>
                        </a:spcAft>
                        <a:buClr>
                          <a:schemeClr val="tx2"/>
                        </a:buClr>
                        <a:buSzPct val="100000"/>
                        <a:buFontTx/>
                        <a:buNone/>
                        <a:tabLst/>
                      </a:pPr>
                      <a:r>
                        <a:rPr kumimoji="0" lang="en-US" sz="1100" b="0" i="0" u="none" strike="noStrike" cap="none" normalizeH="0" baseline="0" dirty="0">
                          <a:ln>
                            <a:noFill/>
                          </a:ln>
                          <a:solidFill>
                            <a:schemeClr val="tx2"/>
                          </a:solidFill>
                          <a:effectLst/>
                          <a:latin typeface="Verdana" pitchFamily="34" charset="0"/>
                        </a:rPr>
                        <a:t>Compute on demand (servers, storage, networking) using shared platform</a:t>
                      </a:r>
                    </a:p>
                  </a:txBody>
                  <a:tcPr marL="0" marT="137160" marB="137160" anchor="ctr" horzOverflow="overflow">
                    <a:lnL>
                      <a:noFill/>
                    </a:lnL>
                    <a:lnR>
                      <a:noFill/>
                    </a:lnR>
                    <a:lnT>
                      <a:noFill/>
                    </a:lnT>
                    <a:lnB>
                      <a:noFill/>
                    </a:lnB>
                    <a:lnTlToBr>
                      <a:noFill/>
                    </a:lnTlToBr>
                    <a:lnBlToTr>
                      <a:noFill/>
                    </a:lnBlToTr>
                    <a:noFill/>
                  </a:tcPr>
                </a:tc>
                <a:tc>
                  <a:txBody>
                    <a:bodyPr/>
                    <a:lstStyle/>
                    <a:p>
                      <a:pPr marL="0" marR="0" lvl="1" indent="1588" algn="ctr" defTabSz="947738" rtl="0" eaLnBrk="1" fontAlgn="base" latinLnBrk="0" hangingPunct="1">
                        <a:lnSpc>
                          <a:spcPct val="100000"/>
                        </a:lnSpc>
                        <a:spcBef>
                          <a:spcPct val="10000"/>
                        </a:spcBef>
                        <a:spcAft>
                          <a:spcPct val="10000"/>
                        </a:spcAft>
                        <a:buClr>
                          <a:schemeClr val="tx2"/>
                        </a:buClr>
                        <a:buSzPct val="80000"/>
                        <a:buFontTx/>
                        <a:buNone/>
                        <a:tabLst/>
                      </a:pPr>
                      <a:r>
                        <a:rPr kumimoji="0" lang="en-US" sz="2000" b="0" i="0" u="none" strike="noStrike" cap="none" normalizeH="0" baseline="0">
                          <a:ln>
                            <a:noFill/>
                          </a:ln>
                          <a:solidFill>
                            <a:schemeClr val="tx2"/>
                          </a:solidFill>
                          <a:effectLst/>
                          <a:latin typeface="Verdana" pitchFamily="34" charset="0"/>
                          <a:sym typeface="Wingdings" pitchFamily="2" charset="2"/>
                        </a:rPr>
                        <a:t></a:t>
                      </a:r>
                      <a:endParaRPr kumimoji="0" lang="en-US" sz="1800" b="0" i="0" u="none" strike="noStrike" cap="none" normalizeH="0" baseline="0">
                        <a:ln>
                          <a:noFill/>
                        </a:ln>
                        <a:solidFill>
                          <a:schemeClr val="tx2"/>
                        </a:solidFill>
                        <a:effectLst/>
                        <a:latin typeface="Verdana" pitchFamily="34" charset="0"/>
                      </a:endParaRPr>
                    </a:p>
                  </a:txBody>
                  <a:tcPr marL="0" marT="137160" marB="137160" anchor="ctr" horzOverflow="overflow">
                    <a:lnL>
                      <a:noFill/>
                    </a:lnL>
                    <a:lnR>
                      <a:noFill/>
                    </a:lnR>
                    <a:lnT>
                      <a:noFill/>
                    </a:lnT>
                    <a:lnB>
                      <a:noFill/>
                    </a:lnB>
                    <a:lnTlToBr>
                      <a:noFill/>
                    </a:lnTlToBr>
                    <a:lnBlToTr>
                      <a:noFill/>
                    </a:lnBlToTr>
                    <a:noFill/>
                  </a:tcPr>
                </a:tc>
                <a:tc>
                  <a:txBody>
                    <a:bodyPr/>
                    <a:lstStyle/>
                    <a:p>
                      <a:pPr marL="0" marR="0" lvl="1" indent="1588" algn="ctr" defTabSz="947738" rtl="0" eaLnBrk="1" fontAlgn="base" latinLnBrk="0" hangingPunct="1">
                        <a:lnSpc>
                          <a:spcPct val="100000"/>
                        </a:lnSpc>
                        <a:spcBef>
                          <a:spcPct val="10000"/>
                        </a:spcBef>
                        <a:spcAft>
                          <a:spcPct val="10000"/>
                        </a:spcAft>
                        <a:buClr>
                          <a:schemeClr val="tx2"/>
                        </a:buClr>
                        <a:buSzPct val="80000"/>
                        <a:buFontTx/>
                        <a:buNone/>
                        <a:tabLst/>
                      </a:pPr>
                      <a:r>
                        <a:rPr kumimoji="0" lang="en-US" sz="2000" b="0" i="0" u="none" strike="noStrike" cap="none" normalizeH="0" baseline="0">
                          <a:ln>
                            <a:noFill/>
                          </a:ln>
                          <a:solidFill>
                            <a:schemeClr val="tx2"/>
                          </a:solidFill>
                          <a:effectLst/>
                          <a:latin typeface="Verdana" pitchFamily="34" charset="0"/>
                          <a:sym typeface="Wingdings" pitchFamily="2" charset="2"/>
                        </a:rPr>
                        <a:t></a:t>
                      </a:r>
                    </a:p>
                  </a:txBody>
                  <a:tcPr marL="0" marT="137160" marB="137160" anchor="ctr" horzOverflow="overflow">
                    <a:lnL>
                      <a:noFill/>
                    </a:lnL>
                    <a:lnR>
                      <a:noFill/>
                    </a:lnR>
                    <a:lnT>
                      <a:noFill/>
                    </a:lnT>
                    <a:lnB>
                      <a:noFill/>
                    </a:lnB>
                    <a:lnTlToBr>
                      <a:noFill/>
                    </a:lnTlToBr>
                    <a:lnBlToTr>
                      <a:noFill/>
                    </a:lnBlToTr>
                    <a:noFill/>
                  </a:tcPr>
                </a:tc>
                <a:tc>
                  <a:txBody>
                    <a:bodyPr/>
                    <a:lstStyle/>
                    <a:p>
                      <a:pPr marL="0" marR="0" lvl="1" indent="1588" algn="ctr" defTabSz="947738" rtl="0" eaLnBrk="1" fontAlgn="base" latinLnBrk="0" hangingPunct="1">
                        <a:lnSpc>
                          <a:spcPct val="100000"/>
                        </a:lnSpc>
                        <a:spcBef>
                          <a:spcPct val="10000"/>
                        </a:spcBef>
                        <a:spcAft>
                          <a:spcPct val="10000"/>
                        </a:spcAft>
                        <a:buClr>
                          <a:schemeClr val="tx2"/>
                        </a:buClr>
                        <a:buSzPct val="80000"/>
                        <a:buFontTx/>
                        <a:buNone/>
                        <a:tabLst/>
                      </a:pPr>
                      <a:endParaRPr kumimoji="0" lang="en-US" sz="1800" b="0" i="0" u="none" strike="noStrike" cap="none" normalizeH="0" baseline="0">
                        <a:ln>
                          <a:noFill/>
                        </a:ln>
                        <a:solidFill>
                          <a:schemeClr val="bg1"/>
                        </a:solidFill>
                        <a:effectLst/>
                        <a:latin typeface="Verdana" pitchFamily="34" charset="0"/>
                      </a:endParaRPr>
                    </a:p>
                  </a:txBody>
                  <a:tcPr marL="0" marT="137160" marB="137160" anchor="ctr" horzOverflow="overflow">
                    <a:lnL>
                      <a:noFill/>
                    </a:lnL>
                    <a:lnR>
                      <a:noFill/>
                    </a:lnR>
                    <a:lnT>
                      <a:noFill/>
                    </a:lnT>
                    <a:lnB>
                      <a:noFill/>
                    </a:lnB>
                    <a:lnTlToBr>
                      <a:noFill/>
                    </a:lnTlToBr>
                    <a:lnBlToTr>
                      <a:noFill/>
                    </a:lnBlToTr>
                    <a:noFill/>
                  </a:tcPr>
                </a:tc>
                <a:tc>
                  <a:txBody>
                    <a:bodyPr/>
                    <a:lstStyle/>
                    <a:p>
                      <a:pPr marL="228600" marR="0" lvl="0" indent="0" algn="l" defTabSz="947738" rtl="0" eaLnBrk="1" fontAlgn="base" latinLnBrk="0" hangingPunct="1">
                        <a:lnSpc>
                          <a:spcPct val="100000"/>
                        </a:lnSpc>
                        <a:spcBef>
                          <a:spcPct val="0"/>
                        </a:spcBef>
                        <a:spcAft>
                          <a:spcPct val="0"/>
                        </a:spcAft>
                        <a:buClr>
                          <a:schemeClr val="tx2"/>
                        </a:buClr>
                        <a:buSzPct val="100000"/>
                        <a:buFontTx/>
                        <a:buNone/>
                        <a:tabLst/>
                      </a:pPr>
                      <a:endParaRPr kumimoji="0" lang="en-US" sz="1200" b="0" i="0" u="none" strike="noStrike" cap="none" normalizeH="0" baseline="0">
                        <a:ln>
                          <a:noFill/>
                        </a:ln>
                        <a:solidFill>
                          <a:schemeClr val="tx2"/>
                        </a:solidFill>
                        <a:effectLst/>
                        <a:latin typeface="Verdana" pitchFamily="34" charset="0"/>
                      </a:endParaRPr>
                    </a:p>
                  </a:txBody>
                  <a:tcPr marL="0" marT="137160" marB="13716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457200">
                <a:tc gridSpan="5">
                  <a:txBody>
                    <a:bodyPr/>
                    <a:lstStyle/>
                    <a:p>
                      <a:pPr marL="63500" marR="0" lvl="0" indent="0" algn="ctr" defTabSz="947738" rtl="0" eaLnBrk="1" fontAlgn="base" latinLnBrk="0" hangingPunct="1">
                        <a:lnSpc>
                          <a:spcPct val="100000"/>
                        </a:lnSpc>
                        <a:spcBef>
                          <a:spcPct val="20000"/>
                        </a:spcBef>
                        <a:spcAft>
                          <a:spcPct val="0"/>
                        </a:spcAft>
                        <a:buClr>
                          <a:schemeClr val="tx2"/>
                        </a:buClr>
                        <a:buSzPct val="100000"/>
                        <a:buFontTx/>
                        <a:buNone/>
                        <a:tabLst/>
                      </a:pPr>
                      <a:r>
                        <a:rPr kumimoji="0" lang="en-US" sz="1200" b="1" i="0" u="none" strike="noStrike" cap="none" normalizeH="0" baseline="0" dirty="0">
                          <a:ln>
                            <a:noFill/>
                          </a:ln>
                          <a:solidFill>
                            <a:srgbClr val="067AB4"/>
                          </a:solidFill>
                          <a:effectLst/>
                          <a:latin typeface="Verdana" pitchFamily="34" charset="0"/>
                        </a:rPr>
                        <a:t>Enabler:</a:t>
                      </a:r>
                      <a:r>
                        <a:rPr kumimoji="0" lang="en-US" sz="1200" b="1" i="0" u="none" strike="noStrike" cap="none" normalizeH="0" baseline="0" dirty="0">
                          <a:ln>
                            <a:noFill/>
                          </a:ln>
                          <a:solidFill>
                            <a:schemeClr val="tx1"/>
                          </a:solidFill>
                          <a:effectLst/>
                          <a:latin typeface="Verdana" pitchFamily="34" charset="0"/>
                        </a:rPr>
                        <a:t> virtualization  </a:t>
                      </a:r>
                      <a:r>
                        <a:rPr kumimoji="0" lang="en-US" sz="1200" b="1" i="0" u="none" strike="noStrike" cap="none" normalizeH="0" baseline="0" dirty="0">
                          <a:ln>
                            <a:noFill/>
                          </a:ln>
                          <a:solidFill>
                            <a:srgbClr val="067AB4"/>
                          </a:solidFill>
                          <a:effectLst/>
                          <a:latin typeface="Verdana" pitchFamily="34" charset="0"/>
                        </a:rPr>
                        <a:t>Early service versions:</a:t>
                      </a:r>
                      <a:r>
                        <a:rPr kumimoji="0" lang="en-US" sz="1200" b="1" i="0" u="none" strike="noStrike" cap="none" normalizeH="0" baseline="0" dirty="0">
                          <a:ln>
                            <a:noFill/>
                          </a:ln>
                          <a:solidFill>
                            <a:schemeClr val="tx1"/>
                          </a:solidFill>
                          <a:effectLst/>
                          <a:latin typeface="Verdana" pitchFamily="34" charset="0"/>
                        </a:rPr>
                        <a:t> </a:t>
                      </a:r>
                      <a:r>
                        <a:rPr kumimoji="0" lang="en-US" sz="1200" b="1" i="0" u="none" strike="noStrike" cap="none" normalizeH="0" baseline="0" dirty="0">
                          <a:ln>
                            <a:noFill/>
                          </a:ln>
                          <a:solidFill>
                            <a:srgbClr val="FF0000"/>
                          </a:solidFill>
                          <a:effectLst/>
                          <a:latin typeface="Verdana" pitchFamily="34" charset="0"/>
                        </a:rPr>
                        <a:t>private server virtualization, utility hosting &amp; storage</a:t>
                      </a:r>
                    </a:p>
                  </a:txBody>
                  <a:tcPr marL="0" marT="137160" marB="137160" anchor="ctr" horzOverflow="overflow">
                    <a:lnL>
                      <a:noFill/>
                    </a:lnL>
                    <a:lnR>
                      <a:noFill/>
                    </a:lnR>
                    <a:lnT>
                      <a:noFill/>
                    </a:lnT>
                    <a:lnB>
                      <a:noFill/>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bl>
          </a:graphicData>
        </a:graphic>
      </p:graphicFrame>
      <p:grpSp>
        <p:nvGrpSpPr>
          <p:cNvPr id="2" name="Group 3"/>
          <p:cNvGrpSpPr>
            <a:grpSpLocks/>
          </p:cNvGrpSpPr>
          <p:nvPr/>
        </p:nvGrpSpPr>
        <p:grpSpPr bwMode="auto">
          <a:xfrm>
            <a:off x="293447" y="3317083"/>
            <a:ext cx="455566" cy="519351"/>
            <a:chOff x="7696200" y="2744070"/>
            <a:chExt cx="685800" cy="976394"/>
          </a:xfrm>
        </p:grpSpPr>
        <p:sp>
          <p:nvSpPr>
            <p:cNvPr id="86" name="Oval 85"/>
            <p:cNvSpPr/>
            <p:nvPr/>
          </p:nvSpPr>
          <p:spPr bwMode="auto">
            <a:xfrm>
              <a:off x="7696200" y="2744070"/>
              <a:ext cx="685800" cy="976394"/>
            </a:xfrm>
            <a:prstGeom prst="ellipse">
              <a:avLst/>
            </a:prstGeom>
            <a:solidFill>
              <a:srgbClr val="067AB4"/>
            </a:solidFill>
            <a:ln w="2857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spAutoFit/>
            </a:bodyPr>
            <a:lstStyle/>
            <a:p>
              <a:pPr algn="ctr" eaLnBrk="0" fontAlgn="base" hangingPunct="0">
                <a:spcBef>
                  <a:spcPct val="50000"/>
                </a:spcBef>
                <a:spcAft>
                  <a:spcPct val="0"/>
                </a:spcAft>
                <a:defRPr/>
              </a:pPr>
              <a:endParaRPr lang="en-US" b="1">
                <a:solidFill>
                  <a:srgbClr val="CCCCCC"/>
                </a:solidFill>
                <a:latin typeface="Arial" charset="0"/>
                <a:ea typeface="ＭＳ Ｐゴシック" pitchFamily="-64" charset="-128"/>
                <a:cs typeface="Arial" pitchFamily="-111" charset="-52"/>
              </a:endParaRPr>
            </a:p>
          </p:txBody>
        </p:sp>
        <p:grpSp>
          <p:nvGrpSpPr>
            <p:cNvPr id="3" name="Group 376"/>
            <p:cNvGrpSpPr/>
            <p:nvPr/>
          </p:nvGrpSpPr>
          <p:grpSpPr bwMode="auto">
            <a:xfrm>
              <a:off x="7812983" y="2895593"/>
              <a:ext cx="452235" cy="380999"/>
              <a:chOff x="3794125" y="2095512"/>
              <a:chExt cx="361950" cy="304776"/>
            </a:xfrm>
            <a:solidFill>
              <a:srgbClr val="FFFFFF"/>
            </a:solidFill>
            <a:effectLst>
              <a:outerShdw blurRad="50800" dist="38100" dir="2700000" algn="tl" rotWithShape="0">
                <a:prstClr val="black">
                  <a:alpha val="40000"/>
                </a:prstClr>
              </a:outerShdw>
            </a:effectLst>
          </p:grpSpPr>
          <p:sp>
            <p:nvSpPr>
              <p:cNvPr id="88" name="Gear"/>
              <p:cNvSpPr>
                <a:spLocks noEditPoints="1" noChangeArrowheads="1"/>
              </p:cNvSpPr>
              <p:nvPr/>
            </p:nvSpPr>
            <p:spPr bwMode="auto">
              <a:xfrm>
                <a:off x="3794125" y="2195591"/>
                <a:ext cx="233392" cy="204697"/>
              </a:xfrm>
              <a:custGeom>
                <a:avLst/>
                <a:gdLst>
                  <a:gd name="T0" fmla="*/ 10800 w 21600"/>
                  <a:gd name="T1" fmla="*/ 0 h 21600"/>
                  <a:gd name="T2" fmla="*/ 21600 w 21600"/>
                  <a:gd name="T3" fmla="*/ 10800 h 21600"/>
                  <a:gd name="T4" fmla="*/ 10800 w 21600"/>
                  <a:gd name="T5" fmla="*/ 21600 h 21600"/>
                  <a:gd name="T6" fmla="*/ 0 w 21600"/>
                  <a:gd name="T7" fmla="*/ 10800 h 21600"/>
                  <a:gd name="T8" fmla="*/ 4374 w 21600"/>
                  <a:gd name="T9" fmla="*/ 3964 h 21600"/>
                  <a:gd name="T10" fmla="*/ 17841 w 21600"/>
                  <a:gd name="T11" fmla="*/ 17635 h 21600"/>
                </a:gdLst>
                <a:ahLst/>
                <a:cxnLst>
                  <a:cxn ang="0">
                    <a:pos x="T0" y="T1"/>
                  </a:cxn>
                  <a:cxn ang="0">
                    <a:pos x="T2" y="T3"/>
                  </a:cxn>
                  <a:cxn ang="0">
                    <a:pos x="T4" y="T5"/>
                  </a:cxn>
                  <a:cxn ang="0">
                    <a:pos x="T6" y="T7"/>
                  </a:cxn>
                </a:cxnLst>
                <a:rect l="T8" t="T9" r="T10" b="T11"/>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grpFill/>
              <a:ln w="12700">
                <a:noFill/>
                <a:miter lim="800000"/>
                <a:headEnd/>
                <a:tailEnd/>
              </a:ln>
              <a:effectLst/>
            </p:spPr>
            <p:txBody>
              <a:bodyPr>
                <a:flatTx/>
              </a:bodyPr>
              <a:lstStyle/>
              <a:p>
                <a:pPr algn="ctr" eaLnBrk="0" hangingPunct="0">
                  <a:defRPr/>
                </a:pPr>
                <a:endParaRPr lang="en-US" b="1">
                  <a:solidFill>
                    <a:srgbClr val="CCCCCC"/>
                  </a:solidFill>
                  <a:latin typeface="Verdana"/>
                  <a:ea typeface="ＭＳ Ｐゴシック" pitchFamily="-64" charset="-128"/>
                  <a:cs typeface="Arial" pitchFamily="34" charset="0"/>
                </a:endParaRPr>
              </a:p>
            </p:txBody>
          </p:sp>
          <p:sp>
            <p:nvSpPr>
              <p:cNvPr id="89" name="AutoShape 5"/>
              <p:cNvSpPr>
                <a:spLocks noEditPoints="1" noChangeArrowheads="1"/>
              </p:cNvSpPr>
              <p:nvPr/>
            </p:nvSpPr>
            <p:spPr bwMode="auto">
              <a:xfrm>
                <a:off x="3954026" y="2095512"/>
                <a:ext cx="175126" cy="153522"/>
              </a:xfrm>
              <a:custGeom>
                <a:avLst/>
                <a:gdLst>
                  <a:gd name="T0" fmla="*/ 10800 w 21600"/>
                  <a:gd name="T1" fmla="*/ 0 h 21600"/>
                  <a:gd name="T2" fmla="*/ 21600 w 21600"/>
                  <a:gd name="T3" fmla="*/ 10800 h 21600"/>
                  <a:gd name="T4" fmla="*/ 10800 w 21600"/>
                  <a:gd name="T5" fmla="*/ 21600 h 21600"/>
                  <a:gd name="T6" fmla="*/ 0 w 21600"/>
                  <a:gd name="T7" fmla="*/ 10800 h 21600"/>
                  <a:gd name="T8" fmla="*/ 4374 w 21600"/>
                  <a:gd name="T9" fmla="*/ 3964 h 21600"/>
                  <a:gd name="T10" fmla="*/ 17841 w 21600"/>
                  <a:gd name="T11" fmla="*/ 17635 h 21600"/>
                </a:gdLst>
                <a:ahLst/>
                <a:cxnLst>
                  <a:cxn ang="0">
                    <a:pos x="T0" y="T1"/>
                  </a:cxn>
                  <a:cxn ang="0">
                    <a:pos x="T2" y="T3"/>
                  </a:cxn>
                  <a:cxn ang="0">
                    <a:pos x="T4" y="T5"/>
                  </a:cxn>
                  <a:cxn ang="0">
                    <a:pos x="T6" y="T7"/>
                  </a:cxn>
                </a:cxnLst>
                <a:rect l="T8" t="T9" r="T10" b="T11"/>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grpFill/>
              <a:ln w="12700">
                <a:noFill/>
                <a:miter lim="800000"/>
                <a:headEnd/>
                <a:tailEnd/>
              </a:ln>
              <a:effectLst/>
            </p:spPr>
            <p:txBody>
              <a:bodyPr>
                <a:flatTx/>
              </a:bodyPr>
              <a:lstStyle/>
              <a:p>
                <a:pPr algn="ctr" eaLnBrk="0" hangingPunct="0">
                  <a:defRPr/>
                </a:pPr>
                <a:endParaRPr lang="en-US" b="1">
                  <a:solidFill>
                    <a:srgbClr val="CCCCCC"/>
                  </a:solidFill>
                  <a:latin typeface="Verdana"/>
                  <a:ea typeface="ＭＳ Ｐゴシック" pitchFamily="-64" charset="-128"/>
                  <a:cs typeface="Arial" pitchFamily="34" charset="0"/>
                </a:endParaRPr>
              </a:p>
            </p:txBody>
          </p:sp>
          <p:sp>
            <p:nvSpPr>
              <p:cNvPr id="90" name="AutoShape 5"/>
              <p:cNvSpPr>
                <a:spLocks noEditPoints="1" noChangeArrowheads="1"/>
              </p:cNvSpPr>
              <p:nvPr/>
            </p:nvSpPr>
            <p:spPr bwMode="auto">
              <a:xfrm>
                <a:off x="4022725" y="2247912"/>
                <a:ext cx="133350" cy="116900"/>
              </a:xfrm>
              <a:custGeom>
                <a:avLst/>
                <a:gdLst>
                  <a:gd name="T0" fmla="*/ 10800 w 21600"/>
                  <a:gd name="T1" fmla="*/ 0 h 21600"/>
                  <a:gd name="T2" fmla="*/ 21600 w 21600"/>
                  <a:gd name="T3" fmla="*/ 10800 h 21600"/>
                  <a:gd name="T4" fmla="*/ 10800 w 21600"/>
                  <a:gd name="T5" fmla="*/ 21600 h 21600"/>
                  <a:gd name="T6" fmla="*/ 0 w 21600"/>
                  <a:gd name="T7" fmla="*/ 10800 h 21600"/>
                  <a:gd name="T8" fmla="*/ 4374 w 21600"/>
                  <a:gd name="T9" fmla="*/ 3964 h 21600"/>
                  <a:gd name="T10" fmla="*/ 17841 w 21600"/>
                  <a:gd name="T11" fmla="*/ 17635 h 21600"/>
                </a:gdLst>
                <a:ahLst/>
                <a:cxnLst>
                  <a:cxn ang="0">
                    <a:pos x="T0" y="T1"/>
                  </a:cxn>
                  <a:cxn ang="0">
                    <a:pos x="T2" y="T3"/>
                  </a:cxn>
                  <a:cxn ang="0">
                    <a:pos x="T4" y="T5"/>
                  </a:cxn>
                  <a:cxn ang="0">
                    <a:pos x="T6" y="T7"/>
                  </a:cxn>
                </a:cxnLst>
                <a:rect l="T8" t="T9" r="T10" b="T11"/>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grpFill/>
              <a:ln w="12700">
                <a:noFill/>
                <a:miter lim="800000"/>
                <a:headEnd/>
                <a:tailEnd/>
              </a:ln>
              <a:effectLst/>
            </p:spPr>
            <p:txBody>
              <a:bodyPr>
                <a:flatTx/>
              </a:bodyPr>
              <a:lstStyle/>
              <a:p>
                <a:pPr algn="ctr" eaLnBrk="0" hangingPunct="0">
                  <a:defRPr/>
                </a:pPr>
                <a:endParaRPr lang="en-US" b="1">
                  <a:solidFill>
                    <a:srgbClr val="CCCCCC"/>
                  </a:solidFill>
                  <a:latin typeface="Verdana"/>
                  <a:ea typeface="ＭＳ Ｐゴシック" pitchFamily="-64" charset="-128"/>
                  <a:cs typeface="Arial" pitchFamily="34" charset="0"/>
                </a:endParaRPr>
              </a:p>
            </p:txBody>
          </p:sp>
        </p:grpSp>
      </p:grpSp>
      <p:grpSp>
        <p:nvGrpSpPr>
          <p:cNvPr id="4" name="Group 9"/>
          <p:cNvGrpSpPr>
            <a:grpSpLocks/>
          </p:cNvGrpSpPr>
          <p:nvPr/>
        </p:nvGrpSpPr>
        <p:grpSpPr bwMode="auto">
          <a:xfrm>
            <a:off x="306147" y="1950239"/>
            <a:ext cx="455566" cy="519351"/>
            <a:chOff x="6596063" y="2596371"/>
            <a:chExt cx="685800" cy="976532"/>
          </a:xfrm>
        </p:grpSpPr>
        <p:sp>
          <p:nvSpPr>
            <p:cNvPr id="71" name="Oval 70"/>
            <p:cNvSpPr/>
            <p:nvPr/>
          </p:nvSpPr>
          <p:spPr bwMode="auto">
            <a:xfrm>
              <a:off x="6596063" y="2596371"/>
              <a:ext cx="685800" cy="976532"/>
            </a:xfrm>
            <a:prstGeom prst="ellipse">
              <a:avLst/>
            </a:prstGeom>
            <a:solidFill>
              <a:srgbClr val="067AB4"/>
            </a:solidFill>
            <a:ln w="2857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spAutoFit/>
            </a:bodyPr>
            <a:lstStyle/>
            <a:p>
              <a:pPr algn="ctr" eaLnBrk="0" fontAlgn="base" hangingPunct="0">
                <a:spcBef>
                  <a:spcPct val="50000"/>
                </a:spcBef>
                <a:spcAft>
                  <a:spcPct val="0"/>
                </a:spcAft>
                <a:defRPr/>
              </a:pPr>
              <a:endParaRPr lang="en-US" b="1">
                <a:solidFill>
                  <a:srgbClr val="CCCCCC"/>
                </a:solidFill>
                <a:latin typeface="Arial" charset="0"/>
                <a:ea typeface="ＭＳ Ｐゴシック" pitchFamily="-64" charset="-128"/>
                <a:cs typeface="Arial" pitchFamily="-111" charset="-52"/>
              </a:endParaRPr>
            </a:p>
          </p:txBody>
        </p:sp>
        <p:grpSp>
          <p:nvGrpSpPr>
            <p:cNvPr id="5" name="Group 98"/>
            <p:cNvGrpSpPr>
              <a:grpSpLocks/>
            </p:cNvGrpSpPr>
            <p:nvPr/>
          </p:nvGrpSpPr>
          <p:grpSpPr bwMode="auto">
            <a:xfrm>
              <a:off x="6858000" y="2971800"/>
              <a:ext cx="268039" cy="182673"/>
              <a:chOff x="5957891" y="5867396"/>
              <a:chExt cx="268039" cy="182673"/>
            </a:xfrm>
          </p:grpSpPr>
          <p:grpSp>
            <p:nvGrpSpPr>
              <p:cNvPr id="6" name="Group 367"/>
              <p:cNvGrpSpPr/>
              <p:nvPr/>
            </p:nvGrpSpPr>
            <p:grpSpPr bwMode="auto">
              <a:xfrm>
                <a:off x="5957891" y="5867396"/>
                <a:ext cx="268039" cy="180992"/>
                <a:chOff x="3429000" y="2895589"/>
                <a:chExt cx="304800" cy="205585"/>
              </a:xfrm>
              <a:solidFill>
                <a:srgbClr val="067AB4"/>
              </a:solidFill>
              <a:effectLst>
                <a:outerShdw blurRad="50800" dist="38100" dir="2700000" algn="tl" rotWithShape="0">
                  <a:prstClr val="black">
                    <a:alpha val="40000"/>
                  </a:prstClr>
                </a:outerShdw>
              </a:effectLst>
            </p:grpSpPr>
            <p:sp>
              <p:nvSpPr>
                <p:cNvPr id="79" name="Rectangle 78"/>
                <p:cNvSpPr/>
                <p:nvPr/>
              </p:nvSpPr>
              <p:spPr bwMode="auto">
                <a:xfrm>
                  <a:off x="3429000" y="2895589"/>
                  <a:ext cx="304800" cy="204786"/>
                </a:xfrm>
                <a:prstGeom prst="rect">
                  <a:avLst/>
                </a:prstGeom>
                <a:grpFill/>
                <a:ln w="12700" cap="flat" cmpd="sng" algn="ctr">
                  <a:solidFill>
                    <a:srgbClr val="FFFFFF"/>
                  </a:solidFill>
                  <a:prstDash val="solid"/>
                  <a:round/>
                  <a:headEnd type="none" w="med" len="med"/>
                  <a:tailEnd type="none" w="med" len="med"/>
                </a:ln>
                <a:effectLst/>
              </p:spPr>
              <p:txBody>
                <a:bodyPr anchor="ctr"/>
                <a:lstStyle/>
                <a:p>
                  <a:pPr algn="ctr" eaLnBrk="0" hangingPunct="0">
                    <a:defRPr/>
                  </a:pPr>
                  <a:endParaRPr lang="en-US" b="1">
                    <a:solidFill>
                      <a:srgbClr val="CCCCCC"/>
                    </a:solidFill>
                    <a:latin typeface="Verdana"/>
                    <a:ea typeface="ＭＳ Ｐゴシック" pitchFamily="-64" charset="-128"/>
                    <a:cs typeface="Arial" pitchFamily="-111" charset="-52"/>
                  </a:endParaRPr>
                </a:p>
              </p:txBody>
            </p:sp>
            <p:cxnSp>
              <p:nvCxnSpPr>
                <p:cNvPr id="80" name="Straight Connector 79"/>
                <p:cNvCxnSpPr/>
                <p:nvPr/>
              </p:nvCxnSpPr>
              <p:spPr bwMode="auto">
                <a:xfrm rot="16200000" flipH="1">
                  <a:off x="3403601" y="2997987"/>
                  <a:ext cx="204787" cy="1588"/>
                </a:xfrm>
                <a:prstGeom prst="line">
                  <a:avLst/>
                </a:prstGeom>
                <a:grpFill/>
                <a:ln w="12700" cap="flat" cmpd="sng" algn="ctr">
                  <a:solidFill>
                    <a:srgbClr val="FFFFFF"/>
                  </a:solidFill>
                  <a:prstDash val="solid"/>
                  <a:round/>
                  <a:headEnd type="none" w="med" len="med"/>
                  <a:tailEnd type="none" w="med" len="med"/>
                </a:ln>
                <a:effectLst/>
              </p:spPr>
            </p:cxnSp>
            <p:cxnSp>
              <p:nvCxnSpPr>
                <p:cNvPr id="81" name="Straight Connector 80"/>
                <p:cNvCxnSpPr/>
                <p:nvPr/>
              </p:nvCxnSpPr>
              <p:spPr bwMode="auto">
                <a:xfrm rot="16200000" flipH="1">
                  <a:off x="3479801" y="2997197"/>
                  <a:ext cx="204787" cy="1588"/>
                </a:xfrm>
                <a:prstGeom prst="line">
                  <a:avLst/>
                </a:prstGeom>
                <a:grpFill/>
                <a:ln w="12700" cap="flat" cmpd="sng" algn="ctr">
                  <a:solidFill>
                    <a:srgbClr val="FFFFFF"/>
                  </a:solidFill>
                  <a:prstDash val="solid"/>
                  <a:round/>
                  <a:headEnd type="none" w="med" len="med"/>
                  <a:tailEnd type="none" w="med" len="med"/>
                </a:ln>
                <a:effectLst/>
              </p:spPr>
            </p:cxnSp>
            <p:cxnSp>
              <p:nvCxnSpPr>
                <p:cNvPr id="82" name="Straight Connector 81"/>
                <p:cNvCxnSpPr/>
                <p:nvPr/>
              </p:nvCxnSpPr>
              <p:spPr bwMode="auto">
                <a:xfrm rot="16200000" flipH="1">
                  <a:off x="3556001" y="2997198"/>
                  <a:ext cx="204787" cy="1588"/>
                </a:xfrm>
                <a:prstGeom prst="line">
                  <a:avLst/>
                </a:prstGeom>
                <a:grpFill/>
                <a:ln w="12700" cap="flat" cmpd="sng" algn="ctr">
                  <a:solidFill>
                    <a:srgbClr val="FFFFFF"/>
                  </a:solidFill>
                  <a:prstDash val="solid"/>
                  <a:round/>
                  <a:headEnd type="none" w="med" len="med"/>
                  <a:tailEnd type="none" w="med" len="med"/>
                </a:ln>
                <a:effectLst/>
              </p:spPr>
            </p:cxnSp>
            <p:grpSp>
              <p:nvGrpSpPr>
                <p:cNvPr id="7" name="Group 363"/>
                <p:cNvGrpSpPr/>
                <p:nvPr/>
              </p:nvGrpSpPr>
              <p:grpSpPr>
                <a:xfrm>
                  <a:off x="3429000" y="2959098"/>
                  <a:ext cx="304800" cy="77788"/>
                  <a:chOff x="3429000" y="2971800"/>
                  <a:chExt cx="304800" cy="77788"/>
                </a:xfrm>
                <a:grpFill/>
              </p:grpSpPr>
              <p:cxnSp>
                <p:nvCxnSpPr>
                  <p:cNvPr id="84" name="Straight Connector 83"/>
                  <p:cNvCxnSpPr/>
                  <p:nvPr/>
                </p:nvCxnSpPr>
                <p:spPr bwMode="auto">
                  <a:xfrm flipH="1">
                    <a:off x="3429000" y="2971800"/>
                    <a:ext cx="304800" cy="1588"/>
                  </a:xfrm>
                  <a:prstGeom prst="line">
                    <a:avLst/>
                  </a:prstGeom>
                  <a:grpFill/>
                  <a:ln w="12700" cap="flat" cmpd="sng" algn="ctr">
                    <a:solidFill>
                      <a:srgbClr val="FFFFFF"/>
                    </a:solidFill>
                    <a:prstDash val="solid"/>
                    <a:round/>
                    <a:headEnd type="none" w="med" len="med"/>
                    <a:tailEnd type="none" w="med" len="med"/>
                  </a:ln>
                  <a:effectLst/>
                </p:spPr>
              </p:cxnSp>
              <p:cxnSp>
                <p:nvCxnSpPr>
                  <p:cNvPr id="85" name="Straight Connector 84"/>
                  <p:cNvCxnSpPr/>
                  <p:nvPr/>
                </p:nvCxnSpPr>
                <p:spPr bwMode="auto">
                  <a:xfrm flipH="1">
                    <a:off x="3429000" y="3048000"/>
                    <a:ext cx="304800" cy="1588"/>
                  </a:xfrm>
                  <a:prstGeom prst="line">
                    <a:avLst/>
                  </a:prstGeom>
                  <a:grpFill/>
                  <a:ln w="12700" cap="flat" cmpd="sng" algn="ctr">
                    <a:solidFill>
                      <a:srgbClr val="FFFFFF"/>
                    </a:solidFill>
                    <a:prstDash val="solid"/>
                    <a:round/>
                    <a:headEnd type="none" w="med" len="med"/>
                    <a:tailEnd type="none" w="med" len="med"/>
                  </a:ln>
                  <a:effectLst/>
                </p:spPr>
              </p:cxnSp>
            </p:grpSp>
          </p:grpSp>
          <p:sp>
            <p:nvSpPr>
              <p:cNvPr id="78" name="Freeform 77"/>
              <p:cNvSpPr/>
              <p:nvPr/>
            </p:nvSpPr>
            <p:spPr bwMode="auto">
              <a:xfrm>
                <a:off x="5956806" y="5875547"/>
                <a:ext cx="270047" cy="173129"/>
              </a:xfrm>
              <a:custGeom>
                <a:avLst/>
                <a:gdLst>
                  <a:gd name="connsiteX0" fmla="*/ 0 w 290513"/>
                  <a:gd name="connsiteY0" fmla="*/ 161925 h 161925"/>
                  <a:gd name="connsiteX1" fmla="*/ 33338 w 290513"/>
                  <a:gd name="connsiteY1" fmla="*/ 95250 h 161925"/>
                  <a:gd name="connsiteX2" fmla="*/ 71438 w 290513"/>
                  <a:gd name="connsiteY2" fmla="*/ 138113 h 161925"/>
                  <a:gd name="connsiteX3" fmla="*/ 114300 w 290513"/>
                  <a:gd name="connsiteY3" fmla="*/ 61913 h 161925"/>
                  <a:gd name="connsiteX4" fmla="*/ 171450 w 290513"/>
                  <a:gd name="connsiteY4" fmla="*/ 85725 h 161925"/>
                  <a:gd name="connsiteX5" fmla="*/ 214313 w 290513"/>
                  <a:gd name="connsiteY5" fmla="*/ 9525 h 161925"/>
                  <a:gd name="connsiteX6" fmla="*/ 290513 w 290513"/>
                  <a:gd name="connsiteY6" fmla="*/ 0 h 161925"/>
                  <a:gd name="connsiteX0" fmla="*/ 0 w 290513"/>
                  <a:gd name="connsiteY0" fmla="*/ 161925 h 161925"/>
                  <a:gd name="connsiteX1" fmla="*/ 33338 w 290513"/>
                  <a:gd name="connsiteY1" fmla="*/ 95250 h 161925"/>
                  <a:gd name="connsiteX2" fmla="*/ 71438 w 290513"/>
                  <a:gd name="connsiteY2" fmla="*/ 138113 h 161925"/>
                  <a:gd name="connsiteX3" fmla="*/ 114300 w 290513"/>
                  <a:gd name="connsiteY3" fmla="*/ 61913 h 161925"/>
                  <a:gd name="connsiteX4" fmla="*/ 171450 w 290513"/>
                  <a:gd name="connsiteY4" fmla="*/ 85725 h 161925"/>
                  <a:gd name="connsiteX5" fmla="*/ 214313 w 290513"/>
                  <a:gd name="connsiteY5" fmla="*/ 9525 h 161925"/>
                  <a:gd name="connsiteX6" fmla="*/ 290513 w 290513"/>
                  <a:gd name="connsiteY6" fmla="*/ 0 h 161925"/>
                  <a:gd name="connsiteX0" fmla="*/ 0 w 290513"/>
                  <a:gd name="connsiteY0" fmla="*/ 238125 h 238125"/>
                  <a:gd name="connsiteX1" fmla="*/ 33338 w 290513"/>
                  <a:gd name="connsiteY1" fmla="*/ 171450 h 238125"/>
                  <a:gd name="connsiteX2" fmla="*/ 71438 w 290513"/>
                  <a:gd name="connsiteY2" fmla="*/ 214313 h 238125"/>
                  <a:gd name="connsiteX3" fmla="*/ 114300 w 290513"/>
                  <a:gd name="connsiteY3" fmla="*/ 138113 h 238125"/>
                  <a:gd name="connsiteX4" fmla="*/ 171450 w 290513"/>
                  <a:gd name="connsiteY4" fmla="*/ 161925 h 238125"/>
                  <a:gd name="connsiteX5" fmla="*/ 214313 w 290513"/>
                  <a:gd name="connsiteY5" fmla="*/ 85725 h 238125"/>
                  <a:gd name="connsiteX6" fmla="*/ 290513 w 290513"/>
                  <a:gd name="connsiteY6" fmla="*/ 0 h 238125"/>
                  <a:gd name="connsiteX0" fmla="*/ 0 w 290513"/>
                  <a:gd name="connsiteY0" fmla="*/ 238125 h 238125"/>
                  <a:gd name="connsiteX1" fmla="*/ 33338 w 290513"/>
                  <a:gd name="connsiteY1" fmla="*/ 171450 h 238125"/>
                  <a:gd name="connsiteX2" fmla="*/ 71438 w 290513"/>
                  <a:gd name="connsiteY2" fmla="*/ 214313 h 238125"/>
                  <a:gd name="connsiteX3" fmla="*/ 114300 w 290513"/>
                  <a:gd name="connsiteY3" fmla="*/ 138113 h 238125"/>
                  <a:gd name="connsiteX4" fmla="*/ 171450 w 290513"/>
                  <a:gd name="connsiteY4" fmla="*/ 161925 h 238125"/>
                  <a:gd name="connsiteX5" fmla="*/ 214313 w 290513"/>
                  <a:gd name="connsiteY5" fmla="*/ 85725 h 238125"/>
                  <a:gd name="connsiteX6" fmla="*/ 290513 w 290513"/>
                  <a:gd name="connsiteY6" fmla="*/ 0 h 238125"/>
                  <a:gd name="connsiteX0" fmla="*/ 0 w 290513"/>
                  <a:gd name="connsiteY0" fmla="*/ 238125 h 238125"/>
                  <a:gd name="connsiteX1" fmla="*/ 33338 w 290513"/>
                  <a:gd name="connsiteY1" fmla="*/ 171450 h 238125"/>
                  <a:gd name="connsiteX2" fmla="*/ 71438 w 290513"/>
                  <a:gd name="connsiteY2" fmla="*/ 214313 h 238125"/>
                  <a:gd name="connsiteX3" fmla="*/ 114300 w 290513"/>
                  <a:gd name="connsiteY3" fmla="*/ 138113 h 238125"/>
                  <a:gd name="connsiteX4" fmla="*/ 171450 w 290513"/>
                  <a:gd name="connsiteY4" fmla="*/ 161925 h 238125"/>
                  <a:gd name="connsiteX5" fmla="*/ 290513 w 290513"/>
                  <a:gd name="connsiteY5" fmla="*/ 0 h 238125"/>
                  <a:gd name="connsiteX0" fmla="*/ 0 w 290513"/>
                  <a:gd name="connsiteY0" fmla="*/ 238125 h 238125"/>
                  <a:gd name="connsiteX1" fmla="*/ 33338 w 290513"/>
                  <a:gd name="connsiteY1" fmla="*/ 171450 h 238125"/>
                  <a:gd name="connsiteX2" fmla="*/ 71438 w 290513"/>
                  <a:gd name="connsiteY2" fmla="*/ 214313 h 238125"/>
                  <a:gd name="connsiteX3" fmla="*/ 114300 w 290513"/>
                  <a:gd name="connsiteY3" fmla="*/ 138113 h 238125"/>
                  <a:gd name="connsiteX4" fmla="*/ 171450 w 290513"/>
                  <a:gd name="connsiteY4" fmla="*/ 161925 h 238125"/>
                  <a:gd name="connsiteX5" fmla="*/ 290513 w 290513"/>
                  <a:gd name="connsiteY5" fmla="*/ 0 h 238125"/>
                  <a:gd name="connsiteX0" fmla="*/ 0 w 423863"/>
                  <a:gd name="connsiteY0" fmla="*/ 100012 h 100012"/>
                  <a:gd name="connsiteX1" fmla="*/ 33338 w 423863"/>
                  <a:gd name="connsiteY1" fmla="*/ 33337 h 100012"/>
                  <a:gd name="connsiteX2" fmla="*/ 71438 w 423863"/>
                  <a:gd name="connsiteY2" fmla="*/ 76200 h 100012"/>
                  <a:gd name="connsiteX3" fmla="*/ 114300 w 423863"/>
                  <a:gd name="connsiteY3" fmla="*/ 0 h 100012"/>
                  <a:gd name="connsiteX4" fmla="*/ 171450 w 423863"/>
                  <a:gd name="connsiteY4" fmla="*/ 23812 h 100012"/>
                  <a:gd name="connsiteX5" fmla="*/ 423863 w 423863"/>
                  <a:gd name="connsiteY5" fmla="*/ 80962 h 100012"/>
                  <a:gd name="connsiteX0" fmla="*/ 0 w 271463"/>
                  <a:gd name="connsiteY0" fmla="*/ 185738 h 185738"/>
                  <a:gd name="connsiteX1" fmla="*/ 33338 w 271463"/>
                  <a:gd name="connsiteY1" fmla="*/ 119063 h 185738"/>
                  <a:gd name="connsiteX2" fmla="*/ 71438 w 271463"/>
                  <a:gd name="connsiteY2" fmla="*/ 161926 h 185738"/>
                  <a:gd name="connsiteX3" fmla="*/ 114300 w 271463"/>
                  <a:gd name="connsiteY3" fmla="*/ 85726 h 185738"/>
                  <a:gd name="connsiteX4" fmla="*/ 171450 w 271463"/>
                  <a:gd name="connsiteY4" fmla="*/ 109538 h 185738"/>
                  <a:gd name="connsiteX5" fmla="*/ 271463 w 271463"/>
                  <a:gd name="connsiteY5" fmla="*/ 0 h 185738"/>
                  <a:gd name="connsiteX0" fmla="*/ 0 w 361951"/>
                  <a:gd name="connsiteY0" fmla="*/ 276225 h 276225"/>
                  <a:gd name="connsiteX1" fmla="*/ 123826 w 361951"/>
                  <a:gd name="connsiteY1" fmla="*/ 119063 h 276225"/>
                  <a:gd name="connsiteX2" fmla="*/ 161926 w 361951"/>
                  <a:gd name="connsiteY2" fmla="*/ 161926 h 276225"/>
                  <a:gd name="connsiteX3" fmla="*/ 204788 w 361951"/>
                  <a:gd name="connsiteY3" fmla="*/ 85726 h 276225"/>
                  <a:gd name="connsiteX4" fmla="*/ 261938 w 361951"/>
                  <a:gd name="connsiteY4" fmla="*/ 109538 h 276225"/>
                  <a:gd name="connsiteX5" fmla="*/ 361951 w 361951"/>
                  <a:gd name="connsiteY5" fmla="*/ 0 h 276225"/>
                  <a:gd name="connsiteX0" fmla="*/ 0 w 295276"/>
                  <a:gd name="connsiteY0" fmla="*/ 204788 h 204788"/>
                  <a:gd name="connsiteX1" fmla="*/ 57151 w 295276"/>
                  <a:gd name="connsiteY1" fmla="*/ 119063 h 204788"/>
                  <a:gd name="connsiteX2" fmla="*/ 95251 w 295276"/>
                  <a:gd name="connsiteY2" fmla="*/ 161926 h 204788"/>
                  <a:gd name="connsiteX3" fmla="*/ 138113 w 295276"/>
                  <a:gd name="connsiteY3" fmla="*/ 85726 h 204788"/>
                  <a:gd name="connsiteX4" fmla="*/ 195263 w 295276"/>
                  <a:gd name="connsiteY4" fmla="*/ 109538 h 204788"/>
                  <a:gd name="connsiteX5" fmla="*/ 295276 w 295276"/>
                  <a:gd name="connsiteY5" fmla="*/ 0 h 204788"/>
                  <a:gd name="connsiteX0" fmla="*/ 0 w 400051"/>
                  <a:gd name="connsiteY0" fmla="*/ 304801 h 304801"/>
                  <a:gd name="connsiteX1" fmla="*/ 161926 w 400051"/>
                  <a:gd name="connsiteY1" fmla="*/ 119063 h 304801"/>
                  <a:gd name="connsiteX2" fmla="*/ 200026 w 400051"/>
                  <a:gd name="connsiteY2" fmla="*/ 161926 h 304801"/>
                  <a:gd name="connsiteX3" fmla="*/ 242888 w 400051"/>
                  <a:gd name="connsiteY3" fmla="*/ 85726 h 304801"/>
                  <a:gd name="connsiteX4" fmla="*/ 300038 w 400051"/>
                  <a:gd name="connsiteY4" fmla="*/ 109538 h 304801"/>
                  <a:gd name="connsiteX5" fmla="*/ 400051 w 400051"/>
                  <a:gd name="connsiteY5" fmla="*/ 0 h 304801"/>
                  <a:gd name="connsiteX0" fmla="*/ 0 w 304801"/>
                  <a:gd name="connsiteY0" fmla="*/ 200026 h 200026"/>
                  <a:gd name="connsiteX1" fmla="*/ 66676 w 304801"/>
                  <a:gd name="connsiteY1" fmla="*/ 119063 h 200026"/>
                  <a:gd name="connsiteX2" fmla="*/ 104776 w 304801"/>
                  <a:gd name="connsiteY2" fmla="*/ 161926 h 200026"/>
                  <a:gd name="connsiteX3" fmla="*/ 147638 w 304801"/>
                  <a:gd name="connsiteY3" fmla="*/ 85726 h 200026"/>
                  <a:gd name="connsiteX4" fmla="*/ 204788 w 304801"/>
                  <a:gd name="connsiteY4" fmla="*/ 109538 h 200026"/>
                  <a:gd name="connsiteX5" fmla="*/ 304801 w 304801"/>
                  <a:gd name="connsiteY5" fmla="*/ 0 h 200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801" h="200026">
                    <a:moveTo>
                      <a:pt x="0" y="200026"/>
                    </a:moveTo>
                    <a:lnTo>
                      <a:pt x="66676" y="119063"/>
                    </a:lnTo>
                    <a:lnTo>
                      <a:pt x="104776" y="161926"/>
                    </a:lnTo>
                    <a:lnTo>
                      <a:pt x="147638" y="85726"/>
                    </a:lnTo>
                    <a:lnTo>
                      <a:pt x="204788" y="109538"/>
                    </a:lnTo>
                    <a:lnTo>
                      <a:pt x="304801" y="0"/>
                    </a:lnTo>
                  </a:path>
                </a:pathLst>
              </a:custGeom>
              <a:noFill/>
              <a:ln w="25400" cap="flat" cmpd="sng" algn="ctr">
                <a:solidFill>
                  <a:srgbClr val="FFFFFF"/>
                </a:solidFill>
                <a:prstDash val="solid"/>
                <a:round/>
                <a:headEnd type="none" w="med" len="med"/>
                <a:tailEnd type="stealth" w="med" len="med"/>
              </a:ln>
              <a:effectLst>
                <a:outerShdw blurRad="50800" dist="38100" dir="2700000" algn="tl" rotWithShape="0">
                  <a:prstClr val="black">
                    <a:alpha val="40000"/>
                  </a:prstClr>
                </a:outerShdw>
              </a:effectLst>
            </p:spPr>
            <p:txBody>
              <a:bodyPr anchor="ctr"/>
              <a:lstStyle/>
              <a:p>
                <a:pPr algn="ctr" eaLnBrk="0" hangingPunct="0">
                  <a:defRPr/>
                </a:pPr>
                <a:endParaRPr lang="en-US" b="1">
                  <a:solidFill>
                    <a:srgbClr val="CCCCCC"/>
                  </a:solidFill>
                  <a:latin typeface="Verdana"/>
                  <a:ea typeface="ＭＳ Ｐゴシック" pitchFamily="-64" charset="-128"/>
                  <a:cs typeface="Arial" pitchFamily="-111" charset="-52"/>
                </a:endParaRPr>
              </a:p>
            </p:txBody>
          </p:sp>
        </p:grpSp>
        <p:grpSp>
          <p:nvGrpSpPr>
            <p:cNvPr id="8" name="Group 265"/>
            <p:cNvGrpSpPr/>
            <p:nvPr/>
          </p:nvGrpSpPr>
          <p:grpSpPr bwMode="auto">
            <a:xfrm>
              <a:off x="6691309" y="2743204"/>
              <a:ext cx="268224" cy="180300"/>
              <a:chOff x="3352800" y="2667000"/>
              <a:chExt cx="304800" cy="228600"/>
            </a:xfrm>
            <a:solidFill>
              <a:srgbClr val="FFFFFF"/>
            </a:solidFill>
            <a:effectLst>
              <a:outerShdw blurRad="50800" dist="38100" dir="2700000" algn="tl" rotWithShape="0">
                <a:prstClr val="black">
                  <a:alpha val="40000"/>
                </a:prstClr>
              </a:outerShdw>
            </a:effectLst>
          </p:grpSpPr>
          <p:sp>
            <p:nvSpPr>
              <p:cNvPr id="74" name="Rectangle 73"/>
              <p:cNvSpPr/>
              <p:nvPr/>
            </p:nvSpPr>
            <p:spPr bwMode="auto">
              <a:xfrm>
                <a:off x="3352800" y="2667000"/>
                <a:ext cx="304800" cy="228600"/>
              </a:xfrm>
              <a:prstGeom prst="rect">
                <a:avLst/>
              </a:prstGeom>
              <a:grpFill/>
              <a:ln w="12700" cap="flat" cmpd="sng" algn="ctr">
                <a:solidFill>
                  <a:srgbClr val="067AB4"/>
                </a:solidFill>
                <a:prstDash val="solid"/>
                <a:round/>
                <a:headEnd type="none" w="med" len="med"/>
                <a:tailEnd type="none" w="med" len="med"/>
              </a:ln>
              <a:effectLst/>
            </p:spPr>
            <p:txBody>
              <a:bodyPr anchor="ctr"/>
              <a:lstStyle/>
              <a:p>
                <a:pPr algn="ctr" eaLnBrk="0" hangingPunct="0">
                  <a:defRPr/>
                </a:pPr>
                <a:endParaRPr lang="en-US" b="1">
                  <a:solidFill>
                    <a:srgbClr val="CCCCCC"/>
                  </a:solidFill>
                  <a:latin typeface="Verdana"/>
                  <a:ea typeface="ＭＳ Ｐゴシック" pitchFamily="-64" charset="-128"/>
                  <a:cs typeface="Arial" pitchFamily="-111" charset="-52"/>
                </a:endParaRPr>
              </a:p>
            </p:txBody>
          </p:sp>
          <p:sp>
            <p:nvSpPr>
              <p:cNvPr id="75" name="Isosceles Triangle 74"/>
              <p:cNvSpPr/>
              <p:nvPr/>
            </p:nvSpPr>
            <p:spPr bwMode="auto">
              <a:xfrm>
                <a:off x="3352800" y="2743200"/>
                <a:ext cx="304800" cy="152400"/>
              </a:xfrm>
              <a:prstGeom prst="triangle">
                <a:avLst/>
              </a:prstGeom>
              <a:grpFill/>
              <a:ln w="12700" cap="flat" cmpd="sng" algn="ctr">
                <a:solidFill>
                  <a:srgbClr val="067AB4"/>
                </a:solidFill>
                <a:prstDash val="solid"/>
                <a:round/>
                <a:headEnd type="none" w="med" len="med"/>
                <a:tailEnd type="none" w="med" len="med"/>
              </a:ln>
              <a:effectLst/>
            </p:spPr>
            <p:txBody>
              <a:bodyPr anchor="ctr"/>
              <a:lstStyle/>
              <a:p>
                <a:pPr algn="ctr" eaLnBrk="0" hangingPunct="0">
                  <a:defRPr/>
                </a:pPr>
                <a:endParaRPr lang="en-US" b="1">
                  <a:solidFill>
                    <a:srgbClr val="CCCCCC"/>
                  </a:solidFill>
                  <a:latin typeface="Verdana"/>
                  <a:ea typeface="ＭＳ Ｐゴシック" pitchFamily="-64" charset="-128"/>
                  <a:cs typeface="Arial" pitchFamily="-111" charset="-52"/>
                </a:endParaRPr>
              </a:p>
            </p:txBody>
          </p:sp>
          <p:sp>
            <p:nvSpPr>
              <p:cNvPr id="76" name="Isosceles Triangle 75"/>
              <p:cNvSpPr/>
              <p:nvPr/>
            </p:nvSpPr>
            <p:spPr bwMode="auto">
              <a:xfrm flipV="1">
                <a:off x="3352800" y="2667000"/>
                <a:ext cx="304800" cy="152400"/>
              </a:xfrm>
              <a:prstGeom prst="triangle">
                <a:avLst/>
              </a:prstGeom>
              <a:grpFill/>
              <a:ln w="12700" cap="flat" cmpd="sng" algn="ctr">
                <a:solidFill>
                  <a:srgbClr val="067AB4"/>
                </a:solidFill>
                <a:prstDash val="solid"/>
                <a:round/>
                <a:headEnd type="none" w="med" len="med"/>
                <a:tailEnd type="none" w="med" len="med"/>
              </a:ln>
              <a:effectLst/>
            </p:spPr>
            <p:txBody>
              <a:bodyPr anchor="ctr"/>
              <a:lstStyle/>
              <a:p>
                <a:pPr algn="ctr" eaLnBrk="0" hangingPunct="0">
                  <a:defRPr/>
                </a:pPr>
                <a:endParaRPr lang="en-US" b="1">
                  <a:solidFill>
                    <a:srgbClr val="CCCCCC"/>
                  </a:solidFill>
                  <a:latin typeface="Verdana"/>
                  <a:ea typeface="ＭＳ Ｐゴシック" pitchFamily="-64" charset="-128"/>
                  <a:cs typeface="Arial" pitchFamily="-111" charset="-52"/>
                </a:endParaRPr>
              </a:p>
            </p:txBody>
          </p:sp>
        </p:grpSp>
      </p:grpSp>
      <p:grpSp>
        <p:nvGrpSpPr>
          <p:cNvPr id="9" name="Group 25"/>
          <p:cNvGrpSpPr>
            <a:grpSpLocks/>
          </p:cNvGrpSpPr>
          <p:nvPr/>
        </p:nvGrpSpPr>
        <p:grpSpPr bwMode="auto">
          <a:xfrm>
            <a:off x="318847" y="4706139"/>
            <a:ext cx="455566" cy="519351"/>
            <a:chOff x="7086600" y="3277408"/>
            <a:chExt cx="685800" cy="976532"/>
          </a:xfrm>
        </p:grpSpPr>
        <p:sp>
          <p:nvSpPr>
            <p:cNvPr id="58" name="Oval 57"/>
            <p:cNvSpPr/>
            <p:nvPr/>
          </p:nvSpPr>
          <p:spPr bwMode="auto">
            <a:xfrm>
              <a:off x="7086600" y="3277408"/>
              <a:ext cx="685800" cy="976532"/>
            </a:xfrm>
            <a:prstGeom prst="ellipse">
              <a:avLst/>
            </a:prstGeom>
            <a:solidFill>
              <a:srgbClr val="067AB4"/>
            </a:solidFill>
            <a:ln w="2857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spAutoFit/>
            </a:bodyPr>
            <a:lstStyle/>
            <a:p>
              <a:pPr algn="ctr" eaLnBrk="0" fontAlgn="base" hangingPunct="0">
                <a:spcBef>
                  <a:spcPct val="50000"/>
                </a:spcBef>
                <a:spcAft>
                  <a:spcPct val="0"/>
                </a:spcAft>
                <a:defRPr/>
              </a:pPr>
              <a:endParaRPr lang="en-US" b="1">
                <a:solidFill>
                  <a:srgbClr val="CCCCCC"/>
                </a:solidFill>
                <a:latin typeface="Arial" charset="0"/>
                <a:ea typeface="ＭＳ Ｐゴシック" pitchFamily="-64" charset="-128"/>
                <a:cs typeface="Arial" pitchFamily="-111" charset="-52"/>
              </a:endParaRPr>
            </a:p>
          </p:txBody>
        </p:sp>
        <p:grpSp>
          <p:nvGrpSpPr>
            <p:cNvPr id="10" name="Group 113"/>
            <p:cNvGrpSpPr>
              <a:grpSpLocks/>
            </p:cNvGrpSpPr>
            <p:nvPr/>
          </p:nvGrpSpPr>
          <p:grpSpPr bwMode="auto">
            <a:xfrm>
              <a:off x="7188992" y="3424767"/>
              <a:ext cx="442912" cy="389466"/>
              <a:chOff x="7177088" y="3429000"/>
              <a:chExt cx="442912" cy="389466"/>
            </a:xfrm>
          </p:grpSpPr>
          <p:grpSp>
            <p:nvGrpSpPr>
              <p:cNvPr id="11" name="Group 112"/>
              <p:cNvGrpSpPr/>
              <p:nvPr/>
            </p:nvGrpSpPr>
            <p:grpSpPr>
              <a:xfrm>
                <a:off x="7177088" y="3429000"/>
                <a:ext cx="304800" cy="237067"/>
                <a:chOff x="5638800" y="4953000"/>
                <a:chExt cx="685800" cy="533400"/>
              </a:xfrm>
              <a:effectLst>
                <a:outerShdw blurRad="50800" dist="38100" dir="2700000" algn="tl" rotWithShape="0">
                  <a:prstClr val="black">
                    <a:alpha val="40000"/>
                  </a:prstClr>
                </a:outerShdw>
              </a:effectLst>
            </p:grpSpPr>
            <p:grpSp>
              <p:nvGrpSpPr>
                <p:cNvPr id="12" name="Group 106"/>
                <p:cNvGrpSpPr/>
                <p:nvPr/>
              </p:nvGrpSpPr>
              <p:grpSpPr>
                <a:xfrm>
                  <a:off x="5638800" y="4953000"/>
                  <a:ext cx="685800" cy="228600"/>
                  <a:chOff x="5638800" y="4953000"/>
                  <a:chExt cx="685800" cy="228600"/>
                </a:xfrm>
              </p:grpSpPr>
              <p:sp>
                <p:nvSpPr>
                  <p:cNvPr id="69" name="Rounded Rectangle 68"/>
                  <p:cNvSpPr/>
                  <p:nvPr/>
                </p:nvSpPr>
                <p:spPr bwMode="auto">
                  <a:xfrm>
                    <a:off x="5638800" y="4953000"/>
                    <a:ext cx="685800" cy="228600"/>
                  </a:xfrm>
                  <a:prstGeom prst="roundRect">
                    <a:avLst/>
                  </a:prstGeom>
                  <a:solidFill>
                    <a:srgbClr val="FFFFFF"/>
                  </a:solidFill>
                  <a:ln w="12700" cap="flat" cmpd="sng" algn="ctr">
                    <a:solidFill>
                      <a:srgbClr val="067AB4"/>
                    </a:solidFill>
                    <a:prstDash val="solid"/>
                    <a:round/>
                    <a:headEnd type="none" w="med" len="med"/>
                    <a:tailEnd type="none" w="med" len="med"/>
                  </a:ln>
                  <a:effectLst/>
                </p:spPr>
                <p:txBody>
                  <a:bodyPr wrap="none"/>
                  <a:lstStyle/>
                  <a:p>
                    <a:pPr algn="ctr" eaLnBrk="0" fontAlgn="base" hangingPunct="0">
                      <a:spcBef>
                        <a:spcPct val="50000"/>
                      </a:spcBef>
                      <a:spcAft>
                        <a:spcPct val="0"/>
                      </a:spcAft>
                      <a:defRPr/>
                    </a:pPr>
                    <a:endParaRPr lang="en-US" b="1">
                      <a:solidFill>
                        <a:srgbClr val="CCCCCC"/>
                      </a:solidFill>
                      <a:latin typeface="Arial" charset="0"/>
                      <a:ea typeface="ＭＳ Ｐゴシック" pitchFamily="-64" charset="-128"/>
                      <a:cs typeface="Arial" pitchFamily="-111" charset="-52"/>
                    </a:endParaRPr>
                  </a:p>
                </p:txBody>
              </p:sp>
              <p:sp>
                <p:nvSpPr>
                  <p:cNvPr id="70" name="Oval 69"/>
                  <p:cNvSpPr/>
                  <p:nvPr/>
                </p:nvSpPr>
                <p:spPr bwMode="auto">
                  <a:xfrm>
                    <a:off x="5715000" y="5029200"/>
                    <a:ext cx="76200" cy="76200"/>
                  </a:xfrm>
                  <a:prstGeom prst="ellipse">
                    <a:avLst/>
                  </a:prstGeom>
                  <a:solidFill>
                    <a:srgbClr val="067AB4"/>
                  </a:solidFill>
                  <a:ln w="28575" cap="flat" cmpd="sng" algn="ctr">
                    <a:noFill/>
                    <a:prstDash val="solid"/>
                    <a:round/>
                    <a:headEnd type="none" w="med" len="med"/>
                    <a:tailEnd type="none" w="med" len="med"/>
                  </a:ln>
                  <a:effectLst/>
                </p:spPr>
                <p:txBody>
                  <a:bodyPr wrap="none"/>
                  <a:lstStyle/>
                  <a:p>
                    <a:pPr algn="ctr" eaLnBrk="0" fontAlgn="base" hangingPunct="0">
                      <a:spcBef>
                        <a:spcPct val="50000"/>
                      </a:spcBef>
                      <a:spcAft>
                        <a:spcPct val="0"/>
                      </a:spcAft>
                      <a:defRPr/>
                    </a:pPr>
                    <a:endParaRPr lang="en-US" b="1">
                      <a:solidFill>
                        <a:srgbClr val="CCCCCC"/>
                      </a:solidFill>
                      <a:latin typeface="Arial" charset="0"/>
                      <a:ea typeface="ＭＳ Ｐゴシック" pitchFamily="-64" charset="-128"/>
                      <a:cs typeface="Arial" pitchFamily="-111" charset="-52"/>
                    </a:endParaRPr>
                  </a:p>
                </p:txBody>
              </p:sp>
            </p:grpSp>
            <p:grpSp>
              <p:nvGrpSpPr>
                <p:cNvPr id="13" name="Group 109"/>
                <p:cNvGrpSpPr/>
                <p:nvPr/>
              </p:nvGrpSpPr>
              <p:grpSpPr>
                <a:xfrm>
                  <a:off x="5638800" y="5257800"/>
                  <a:ext cx="685800" cy="228600"/>
                  <a:chOff x="5638800" y="4953000"/>
                  <a:chExt cx="685800" cy="228600"/>
                </a:xfrm>
              </p:grpSpPr>
              <p:sp>
                <p:nvSpPr>
                  <p:cNvPr id="67" name="Rounded Rectangle 66"/>
                  <p:cNvSpPr/>
                  <p:nvPr/>
                </p:nvSpPr>
                <p:spPr bwMode="auto">
                  <a:xfrm>
                    <a:off x="5638800" y="4953000"/>
                    <a:ext cx="685800" cy="228600"/>
                  </a:xfrm>
                  <a:prstGeom prst="roundRect">
                    <a:avLst/>
                  </a:prstGeom>
                  <a:solidFill>
                    <a:srgbClr val="FFFFFF"/>
                  </a:solidFill>
                  <a:ln w="12700" cap="flat" cmpd="sng" algn="ctr">
                    <a:solidFill>
                      <a:srgbClr val="067AB4"/>
                    </a:solidFill>
                    <a:prstDash val="solid"/>
                    <a:round/>
                    <a:headEnd type="none" w="med" len="med"/>
                    <a:tailEnd type="none" w="med" len="med"/>
                  </a:ln>
                  <a:effectLst/>
                </p:spPr>
                <p:txBody>
                  <a:bodyPr wrap="none"/>
                  <a:lstStyle/>
                  <a:p>
                    <a:pPr algn="ctr" eaLnBrk="0" fontAlgn="base" hangingPunct="0">
                      <a:spcBef>
                        <a:spcPct val="50000"/>
                      </a:spcBef>
                      <a:spcAft>
                        <a:spcPct val="0"/>
                      </a:spcAft>
                      <a:defRPr/>
                    </a:pPr>
                    <a:endParaRPr lang="en-US" b="1">
                      <a:solidFill>
                        <a:srgbClr val="CCCCCC"/>
                      </a:solidFill>
                      <a:latin typeface="Arial" charset="0"/>
                      <a:ea typeface="ＭＳ Ｐゴシック" pitchFamily="-64" charset="-128"/>
                      <a:cs typeface="Arial" pitchFamily="-111" charset="-52"/>
                    </a:endParaRPr>
                  </a:p>
                </p:txBody>
              </p:sp>
              <p:sp>
                <p:nvSpPr>
                  <p:cNvPr id="68" name="Oval 67"/>
                  <p:cNvSpPr/>
                  <p:nvPr/>
                </p:nvSpPr>
                <p:spPr bwMode="auto">
                  <a:xfrm>
                    <a:off x="5715000" y="5029200"/>
                    <a:ext cx="76200" cy="76200"/>
                  </a:xfrm>
                  <a:prstGeom prst="ellipse">
                    <a:avLst/>
                  </a:prstGeom>
                  <a:solidFill>
                    <a:srgbClr val="067AB4"/>
                  </a:solidFill>
                  <a:ln w="28575" cap="flat" cmpd="sng" algn="ctr">
                    <a:noFill/>
                    <a:prstDash val="solid"/>
                    <a:round/>
                    <a:headEnd type="none" w="med" len="med"/>
                    <a:tailEnd type="none" w="med" len="med"/>
                  </a:ln>
                  <a:effectLst/>
                </p:spPr>
                <p:txBody>
                  <a:bodyPr wrap="none"/>
                  <a:lstStyle/>
                  <a:p>
                    <a:pPr algn="ctr" eaLnBrk="0" fontAlgn="base" hangingPunct="0">
                      <a:spcBef>
                        <a:spcPct val="50000"/>
                      </a:spcBef>
                      <a:spcAft>
                        <a:spcPct val="0"/>
                      </a:spcAft>
                      <a:defRPr/>
                    </a:pPr>
                    <a:endParaRPr lang="en-US" b="1">
                      <a:solidFill>
                        <a:srgbClr val="CCCCCC"/>
                      </a:solidFill>
                      <a:latin typeface="Arial" charset="0"/>
                      <a:ea typeface="ＭＳ Ｐゴシック" pitchFamily="-64" charset="-128"/>
                      <a:cs typeface="Arial" pitchFamily="-111" charset="-52"/>
                    </a:endParaRPr>
                  </a:p>
                </p:txBody>
              </p:sp>
            </p:grpSp>
          </p:grpSp>
          <p:grpSp>
            <p:nvGrpSpPr>
              <p:cNvPr id="14" name="Group 94"/>
              <p:cNvGrpSpPr/>
              <p:nvPr/>
            </p:nvGrpSpPr>
            <p:grpSpPr>
              <a:xfrm>
                <a:off x="7405688" y="3589867"/>
                <a:ext cx="214312" cy="228599"/>
                <a:chOff x="6019800" y="1676400"/>
                <a:chExt cx="285749" cy="304799"/>
              </a:xfrm>
              <a:effectLst>
                <a:outerShdw blurRad="50800" dist="38100" dir="2700000" algn="tl" rotWithShape="0">
                  <a:prstClr val="black">
                    <a:alpha val="40000"/>
                  </a:prstClr>
                </a:outerShdw>
              </a:effectLst>
            </p:grpSpPr>
            <p:sp>
              <p:nvSpPr>
                <p:cNvPr id="62" name="Can 61"/>
                <p:cNvSpPr/>
                <p:nvPr/>
              </p:nvSpPr>
              <p:spPr bwMode="auto">
                <a:xfrm>
                  <a:off x="6019800" y="1828800"/>
                  <a:ext cx="285749" cy="152399"/>
                </a:xfrm>
                <a:prstGeom prst="can">
                  <a:avLst>
                    <a:gd name="adj" fmla="val 50000"/>
                  </a:avLst>
                </a:prstGeom>
                <a:solidFill>
                  <a:srgbClr val="FFFFFF"/>
                </a:solidFill>
                <a:ln w="12700" cap="flat" cmpd="sng" algn="ctr">
                  <a:solidFill>
                    <a:srgbClr val="067AB4"/>
                  </a:solidFill>
                  <a:prstDash val="solid"/>
                  <a:round/>
                  <a:headEnd type="none" w="med" len="med"/>
                  <a:tailEnd type="none" w="med" len="med"/>
                </a:ln>
                <a:effectLst/>
              </p:spPr>
              <p:txBody>
                <a:bodyPr wrap="none"/>
                <a:lstStyle/>
                <a:p>
                  <a:pPr algn="ctr" eaLnBrk="0" fontAlgn="base" hangingPunct="0">
                    <a:spcBef>
                      <a:spcPct val="50000"/>
                    </a:spcBef>
                    <a:spcAft>
                      <a:spcPct val="0"/>
                    </a:spcAft>
                    <a:defRPr/>
                  </a:pPr>
                  <a:endParaRPr lang="en-US" b="1">
                    <a:solidFill>
                      <a:srgbClr val="CCCCCC"/>
                    </a:solidFill>
                    <a:latin typeface="Arial" charset="0"/>
                    <a:ea typeface="ＭＳ Ｐゴシック" pitchFamily="-64" charset="-128"/>
                    <a:cs typeface="Arial" pitchFamily="-111" charset="-52"/>
                  </a:endParaRPr>
                </a:p>
              </p:txBody>
            </p:sp>
            <p:sp>
              <p:nvSpPr>
                <p:cNvPr id="63" name="Can 62"/>
                <p:cNvSpPr/>
                <p:nvPr/>
              </p:nvSpPr>
              <p:spPr bwMode="auto">
                <a:xfrm>
                  <a:off x="6019800" y="1752600"/>
                  <a:ext cx="285749" cy="152399"/>
                </a:xfrm>
                <a:prstGeom prst="can">
                  <a:avLst>
                    <a:gd name="adj" fmla="val 50000"/>
                  </a:avLst>
                </a:prstGeom>
                <a:solidFill>
                  <a:srgbClr val="FFFFFF"/>
                </a:solidFill>
                <a:ln w="12700" cap="flat" cmpd="sng" algn="ctr">
                  <a:solidFill>
                    <a:srgbClr val="067AB4"/>
                  </a:solidFill>
                  <a:prstDash val="solid"/>
                  <a:round/>
                  <a:headEnd type="none" w="med" len="med"/>
                  <a:tailEnd type="none" w="med" len="med"/>
                </a:ln>
                <a:effectLst/>
              </p:spPr>
              <p:txBody>
                <a:bodyPr wrap="none"/>
                <a:lstStyle/>
                <a:p>
                  <a:pPr algn="ctr" eaLnBrk="0" fontAlgn="base" hangingPunct="0">
                    <a:spcBef>
                      <a:spcPct val="50000"/>
                    </a:spcBef>
                    <a:spcAft>
                      <a:spcPct val="0"/>
                    </a:spcAft>
                    <a:defRPr/>
                  </a:pPr>
                  <a:endParaRPr lang="en-US" b="1">
                    <a:solidFill>
                      <a:srgbClr val="CCCCCC"/>
                    </a:solidFill>
                    <a:latin typeface="Arial" charset="0"/>
                    <a:ea typeface="ＭＳ Ｐゴシック" pitchFamily="-64" charset="-128"/>
                    <a:cs typeface="Arial" pitchFamily="-111" charset="-52"/>
                  </a:endParaRPr>
                </a:p>
              </p:txBody>
            </p:sp>
            <p:sp>
              <p:nvSpPr>
                <p:cNvPr id="64" name="Can 63"/>
                <p:cNvSpPr/>
                <p:nvPr/>
              </p:nvSpPr>
              <p:spPr bwMode="auto">
                <a:xfrm>
                  <a:off x="6019800" y="1676400"/>
                  <a:ext cx="285749" cy="152399"/>
                </a:xfrm>
                <a:prstGeom prst="can">
                  <a:avLst>
                    <a:gd name="adj" fmla="val 50000"/>
                  </a:avLst>
                </a:prstGeom>
                <a:solidFill>
                  <a:srgbClr val="FFFFFF"/>
                </a:solidFill>
                <a:ln w="12700" cap="flat" cmpd="sng" algn="ctr">
                  <a:solidFill>
                    <a:srgbClr val="067AB4"/>
                  </a:solidFill>
                  <a:prstDash val="solid"/>
                  <a:round/>
                  <a:headEnd type="none" w="med" len="med"/>
                  <a:tailEnd type="none" w="med" len="med"/>
                </a:ln>
                <a:effectLst/>
              </p:spPr>
              <p:txBody>
                <a:bodyPr wrap="none"/>
                <a:lstStyle/>
                <a:p>
                  <a:pPr algn="ctr" eaLnBrk="0" fontAlgn="base" hangingPunct="0">
                    <a:spcBef>
                      <a:spcPct val="50000"/>
                    </a:spcBef>
                    <a:spcAft>
                      <a:spcPct val="0"/>
                    </a:spcAft>
                    <a:defRPr/>
                  </a:pPr>
                  <a:endParaRPr lang="en-US" b="1">
                    <a:solidFill>
                      <a:srgbClr val="CCCCCC"/>
                    </a:solidFill>
                    <a:latin typeface="Arial" charset="0"/>
                    <a:ea typeface="ＭＳ Ｐゴシック" pitchFamily="-64" charset="-128"/>
                    <a:cs typeface="Arial" pitchFamily="-111" charset="-52"/>
                  </a:endParaRPr>
                </a:p>
              </p:txBody>
            </p:sp>
          </p:grpSp>
        </p:grpSp>
      </p:grpSp>
      <p:sp>
        <p:nvSpPr>
          <p:cNvPr id="10268" name="AutoShape 45"/>
          <p:cNvSpPr>
            <a:spLocks noChangeArrowheads="1"/>
          </p:cNvSpPr>
          <p:nvPr/>
        </p:nvSpPr>
        <p:spPr bwMode="auto">
          <a:xfrm>
            <a:off x="190500" y="1587500"/>
            <a:ext cx="8661400" cy="1193800"/>
          </a:xfrm>
          <a:prstGeom prst="roundRect">
            <a:avLst>
              <a:gd name="adj" fmla="val 16667"/>
            </a:avLst>
          </a:prstGeom>
          <a:noFill/>
          <a:ln w="9525">
            <a:solidFill>
              <a:srgbClr val="067AB4"/>
            </a:solidFill>
            <a:round/>
            <a:headEnd/>
            <a:tailEnd/>
          </a:ln>
        </p:spPr>
        <p:txBody>
          <a:bodyPr wrap="none" anchor="ctr"/>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sp>
        <p:nvSpPr>
          <p:cNvPr id="10269" name="AutoShape 46"/>
          <p:cNvSpPr>
            <a:spLocks noChangeArrowheads="1"/>
          </p:cNvSpPr>
          <p:nvPr/>
        </p:nvSpPr>
        <p:spPr bwMode="auto">
          <a:xfrm>
            <a:off x="203200" y="2959100"/>
            <a:ext cx="8648700" cy="1104900"/>
          </a:xfrm>
          <a:prstGeom prst="roundRect">
            <a:avLst>
              <a:gd name="adj" fmla="val 16667"/>
            </a:avLst>
          </a:prstGeom>
          <a:noFill/>
          <a:ln w="9525">
            <a:solidFill>
              <a:schemeClr val="accent2"/>
            </a:solidFill>
            <a:round/>
            <a:headEnd/>
            <a:tailEnd/>
          </a:ln>
        </p:spPr>
        <p:txBody>
          <a:bodyPr wrap="none" anchor="ctr"/>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sp>
        <p:nvSpPr>
          <p:cNvPr id="10270" name="AutoShape 47"/>
          <p:cNvSpPr>
            <a:spLocks noChangeArrowheads="1"/>
          </p:cNvSpPr>
          <p:nvPr/>
        </p:nvSpPr>
        <p:spPr bwMode="auto">
          <a:xfrm>
            <a:off x="165100" y="4343400"/>
            <a:ext cx="8686800" cy="1092200"/>
          </a:xfrm>
          <a:prstGeom prst="roundRect">
            <a:avLst>
              <a:gd name="adj" fmla="val 16667"/>
            </a:avLst>
          </a:prstGeom>
          <a:noFill/>
          <a:ln w="9525">
            <a:solidFill>
              <a:schemeClr val="hlink"/>
            </a:solidFill>
            <a:round/>
            <a:headEnd/>
            <a:tailEnd/>
          </a:ln>
        </p:spPr>
        <p:txBody>
          <a:bodyPr wrap="none" anchor="ctr"/>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sp>
        <p:nvSpPr>
          <p:cNvPr id="10271" name="AutoShape 48"/>
          <p:cNvSpPr>
            <a:spLocks noChangeArrowheads="1"/>
          </p:cNvSpPr>
          <p:nvPr/>
        </p:nvSpPr>
        <p:spPr bwMode="auto">
          <a:xfrm>
            <a:off x="165100" y="5588000"/>
            <a:ext cx="8686800" cy="558800"/>
          </a:xfrm>
          <a:prstGeom prst="roundRect">
            <a:avLst>
              <a:gd name="adj" fmla="val 16667"/>
            </a:avLst>
          </a:prstGeom>
          <a:noFill/>
          <a:ln w="9525">
            <a:solidFill>
              <a:srgbClr val="B2B2B2"/>
            </a:solidFill>
            <a:round/>
            <a:headEnd/>
            <a:tailEnd/>
          </a:ln>
        </p:spPr>
        <p:txBody>
          <a:bodyPr wrap="none" anchor="ctr"/>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pic>
        <p:nvPicPr>
          <p:cNvPr id="10272" name="Picture 62" descr="microsoft-logo"/>
          <p:cNvPicPr>
            <a:picLocks noChangeAspect="1" noChangeArrowheads="1"/>
          </p:cNvPicPr>
          <p:nvPr/>
        </p:nvPicPr>
        <p:blipFill>
          <a:blip r:embed="rId5" cstate="print"/>
          <a:srcRect/>
          <a:stretch>
            <a:fillRect/>
          </a:stretch>
        </p:blipFill>
        <p:spPr bwMode="gray">
          <a:xfrm>
            <a:off x="6016625" y="2146300"/>
            <a:ext cx="598488" cy="184150"/>
          </a:xfrm>
          <a:prstGeom prst="rect">
            <a:avLst/>
          </a:prstGeom>
          <a:noFill/>
          <a:ln w="9525">
            <a:noFill/>
            <a:miter lim="800000"/>
            <a:headEnd/>
            <a:tailEnd/>
          </a:ln>
        </p:spPr>
      </p:pic>
      <p:pic>
        <p:nvPicPr>
          <p:cNvPr id="10273" name="Picture 39" descr="salesfor"/>
          <p:cNvPicPr>
            <a:picLocks noChangeAspect="1" noChangeArrowheads="1"/>
          </p:cNvPicPr>
          <p:nvPr/>
        </p:nvPicPr>
        <p:blipFill>
          <a:blip r:embed="rId6" cstate="print"/>
          <a:srcRect/>
          <a:stretch>
            <a:fillRect/>
          </a:stretch>
        </p:blipFill>
        <p:spPr bwMode="auto">
          <a:xfrm>
            <a:off x="6908800" y="1993902"/>
            <a:ext cx="838200" cy="180975"/>
          </a:xfrm>
          <a:prstGeom prst="rect">
            <a:avLst/>
          </a:prstGeom>
          <a:noFill/>
          <a:ln w="9525">
            <a:noFill/>
            <a:miter lim="800000"/>
            <a:headEnd/>
            <a:tailEnd/>
          </a:ln>
        </p:spPr>
      </p:pic>
      <p:pic>
        <p:nvPicPr>
          <p:cNvPr id="10274" name="Picture 42" descr="Intuit logo"/>
          <p:cNvPicPr>
            <a:picLocks noChangeAspect="1" noChangeArrowheads="1"/>
          </p:cNvPicPr>
          <p:nvPr/>
        </p:nvPicPr>
        <p:blipFill>
          <a:blip r:embed="rId7" cstate="print"/>
          <a:srcRect/>
          <a:stretch>
            <a:fillRect/>
          </a:stretch>
        </p:blipFill>
        <p:spPr bwMode="auto">
          <a:xfrm>
            <a:off x="8128000" y="2355850"/>
            <a:ext cx="533400" cy="158750"/>
          </a:xfrm>
          <a:prstGeom prst="rect">
            <a:avLst/>
          </a:prstGeom>
          <a:noFill/>
          <a:ln w="9525">
            <a:noFill/>
            <a:miter lim="800000"/>
            <a:headEnd/>
            <a:tailEnd/>
          </a:ln>
        </p:spPr>
      </p:pic>
      <p:pic>
        <p:nvPicPr>
          <p:cNvPr id="10275" name="Picture 52" descr="symantec"/>
          <p:cNvPicPr>
            <a:picLocks noChangeAspect="1" noChangeArrowheads="1"/>
          </p:cNvPicPr>
          <p:nvPr/>
        </p:nvPicPr>
        <p:blipFill>
          <a:blip r:embed="rId8" cstate="print"/>
          <a:srcRect/>
          <a:stretch>
            <a:fillRect/>
          </a:stretch>
        </p:blipFill>
        <p:spPr bwMode="auto">
          <a:xfrm>
            <a:off x="7075488" y="2560638"/>
            <a:ext cx="1676400" cy="190500"/>
          </a:xfrm>
          <a:prstGeom prst="rect">
            <a:avLst/>
          </a:prstGeom>
          <a:noFill/>
          <a:ln w="9525">
            <a:noFill/>
            <a:miter lim="800000"/>
            <a:headEnd/>
            <a:tailEnd/>
          </a:ln>
        </p:spPr>
      </p:pic>
      <p:pic>
        <p:nvPicPr>
          <p:cNvPr id="10276" name="Picture 54" descr="Oracle"/>
          <p:cNvPicPr>
            <a:picLocks noChangeAspect="1" noChangeArrowheads="1"/>
          </p:cNvPicPr>
          <p:nvPr/>
        </p:nvPicPr>
        <p:blipFill>
          <a:blip r:embed="rId9" cstate="print"/>
          <a:srcRect/>
          <a:stretch>
            <a:fillRect/>
          </a:stretch>
        </p:blipFill>
        <p:spPr bwMode="auto">
          <a:xfrm>
            <a:off x="7340602" y="2425700"/>
            <a:ext cx="557213" cy="76200"/>
          </a:xfrm>
          <a:prstGeom prst="rect">
            <a:avLst/>
          </a:prstGeom>
          <a:noFill/>
          <a:ln w="9525">
            <a:noFill/>
            <a:miter lim="800000"/>
            <a:headEnd/>
            <a:tailEnd/>
          </a:ln>
        </p:spPr>
      </p:pic>
      <p:pic>
        <p:nvPicPr>
          <p:cNvPr id="10277" name="Picture 54"/>
          <p:cNvPicPr>
            <a:picLocks noChangeAspect="1" noChangeArrowheads="1"/>
          </p:cNvPicPr>
          <p:nvPr/>
        </p:nvPicPr>
        <p:blipFill>
          <a:blip r:embed="rId10" cstate="print"/>
          <a:srcRect/>
          <a:stretch>
            <a:fillRect/>
          </a:stretch>
        </p:blipFill>
        <p:spPr bwMode="auto">
          <a:xfrm>
            <a:off x="7875588" y="2012950"/>
            <a:ext cx="900112" cy="190500"/>
          </a:xfrm>
          <a:prstGeom prst="rect">
            <a:avLst/>
          </a:prstGeom>
          <a:noFill/>
          <a:ln w="9525">
            <a:noFill/>
            <a:miter lim="800000"/>
            <a:headEnd/>
            <a:tailEnd/>
          </a:ln>
        </p:spPr>
      </p:pic>
      <p:pic>
        <p:nvPicPr>
          <p:cNvPr id="10278" name="Picture 55"/>
          <p:cNvPicPr>
            <a:picLocks noChangeAspect="1" noChangeArrowheads="1"/>
          </p:cNvPicPr>
          <p:nvPr/>
        </p:nvPicPr>
        <p:blipFill>
          <a:blip r:embed="rId11" cstate="print"/>
          <a:srcRect/>
          <a:stretch>
            <a:fillRect/>
          </a:stretch>
        </p:blipFill>
        <p:spPr bwMode="auto">
          <a:xfrm>
            <a:off x="8153400" y="1628777"/>
            <a:ext cx="533400" cy="276225"/>
          </a:xfrm>
          <a:prstGeom prst="rect">
            <a:avLst/>
          </a:prstGeom>
          <a:noFill/>
          <a:ln w="9525">
            <a:noFill/>
            <a:miter lim="800000"/>
            <a:headEnd/>
            <a:tailEnd/>
          </a:ln>
        </p:spPr>
      </p:pic>
      <p:pic>
        <p:nvPicPr>
          <p:cNvPr id="10279" name="Picture 8"/>
          <p:cNvPicPr>
            <a:picLocks noChangeAspect="1" noChangeArrowheads="1"/>
          </p:cNvPicPr>
          <p:nvPr/>
        </p:nvPicPr>
        <p:blipFill>
          <a:blip r:embed="rId12" cstate="print"/>
          <a:srcRect t="12305" b="24869"/>
          <a:stretch>
            <a:fillRect/>
          </a:stretch>
        </p:blipFill>
        <p:spPr bwMode="auto">
          <a:xfrm>
            <a:off x="6329365" y="2312988"/>
            <a:ext cx="655637" cy="246062"/>
          </a:xfrm>
          <a:prstGeom prst="rect">
            <a:avLst/>
          </a:prstGeom>
          <a:noFill/>
          <a:ln w="12700" algn="ctr">
            <a:noFill/>
            <a:miter lim="800000"/>
            <a:headEnd/>
            <a:tailEnd/>
          </a:ln>
        </p:spPr>
      </p:pic>
      <p:pic>
        <p:nvPicPr>
          <p:cNvPr id="10280" name="Picture 9"/>
          <p:cNvPicPr>
            <a:picLocks noChangeAspect="1" noChangeArrowheads="1"/>
          </p:cNvPicPr>
          <p:nvPr/>
        </p:nvPicPr>
        <p:blipFill>
          <a:blip r:embed="rId13" cstate="print"/>
          <a:srcRect/>
          <a:stretch>
            <a:fillRect/>
          </a:stretch>
        </p:blipFill>
        <p:spPr bwMode="auto">
          <a:xfrm>
            <a:off x="7048500" y="1684338"/>
            <a:ext cx="355600" cy="247650"/>
          </a:xfrm>
          <a:prstGeom prst="rect">
            <a:avLst/>
          </a:prstGeom>
          <a:noFill/>
          <a:ln w="12700" algn="ctr">
            <a:noFill/>
            <a:miter lim="800000"/>
            <a:headEnd/>
            <a:tailEnd/>
          </a:ln>
        </p:spPr>
      </p:pic>
      <p:pic>
        <p:nvPicPr>
          <p:cNvPr id="10281" name="Picture 3"/>
          <p:cNvPicPr>
            <a:picLocks noChangeAspect="1" noChangeArrowheads="1"/>
          </p:cNvPicPr>
          <p:nvPr/>
        </p:nvPicPr>
        <p:blipFill>
          <a:blip r:embed="rId14" cstate="print"/>
          <a:srcRect/>
          <a:stretch>
            <a:fillRect/>
          </a:stretch>
        </p:blipFill>
        <p:spPr bwMode="auto">
          <a:xfrm>
            <a:off x="7569200" y="2205040"/>
            <a:ext cx="488950" cy="130175"/>
          </a:xfrm>
          <a:prstGeom prst="rect">
            <a:avLst/>
          </a:prstGeom>
          <a:noFill/>
          <a:ln w="12700" algn="ctr">
            <a:noFill/>
            <a:miter lim="800000"/>
            <a:headEnd/>
            <a:tailEnd/>
          </a:ln>
        </p:spPr>
      </p:pic>
      <p:pic>
        <p:nvPicPr>
          <p:cNvPr id="10282" name="Picture 9"/>
          <p:cNvPicPr>
            <a:picLocks noChangeAspect="1" noChangeArrowheads="1"/>
          </p:cNvPicPr>
          <p:nvPr/>
        </p:nvPicPr>
        <p:blipFill>
          <a:blip r:embed="rId15" cstate="print"/>
          <a:srcRect/>
          <a:stretch>
            <a:fillRect/>
          </a:stretch>
        </p:blipFill>
        <p:spPr bwMode="auto">
          <a:xfrm>
            <a:off x="6137275" y="1811338"/>
            <a:ext cx="711200" cy="252412"/>
          </a:xfrm>
          <a:prstGeom prst="rect">
            <a:avLst/>
          </a:prstGeom>
          <a:noFill/>
          <a:ln w="12700" algn="ctr">
            <a:noFill/>
            <a:miter lim="800000"/>
            <a:headEnd/>
            <a:tailEnd/>
          </a:ln>
        </p:spPr>
      </p:pic>
      <p:pic>
        <p:nvPicPr>
          <p:cNvPr id="10283" name="Picture 37"/>
          <p:cNvPicPr>
            <a:picLocks noChangeAspect="1" noChangeArrowheads="1"/>
          </p:cNvPicPr>
          <p:nvPr/>
        </p:nvPicPr>
        <p:blipFill>
          <a:blip r:embed="rId16" cstate="print"/>
          <a:srcRect/>
          <a:stretch>
            <a:fillRect/>
          </a:stretch>
        </p:blipFill>
        <p:spPr bwMode="auto">
          <a:xfrm>
            <a:off x="7426327" y="1676400"/>
            <a:ext cx="479425" cy="236538"/>
          </a:xfrm>
          <a:prstGeom prst="rect">
            <a:avLst/>
          </a:prstGeom>
          <a:noFill/>
          <a:ln w="9525">
            <a:noFill/>
            <a:miter lim="800000"/>
            <a:headEnd/>
            <a:tailEnd/>
          </a:ln>
        </p:spPr>
      </p:pic>
      <p:pic>
        <p:nvPicPr>
          <p:cNvPr id="10284" name="Picture 11"/>
          <p:cNvPicPr>
            <a:picLocks noChangeAspect="1" noChangeArrowheads="1"/>
          </p:cNvPicPr>
          <p:nvPr/>
        </p:nvPicPr>
        <p:blipFill>
          <a:blip r:embed="rId17" cstate="print"/>
          <a:srcRect/>
          <a:stretch>
            <a:fillRect/>
          </a:stretch>
        </p:blipFill>
        <p:spPr bwMode="auto">
          <a:xfrm>
            <a:off x="5959475" y="2540002"/>
            <a:ext cx="947738" cy="231775"/>
          </a:xfrm>
          <a:prstGeom prst="rect">
            <a:avLst/>
          </a:prstGeom>
          <a:noFill/>
          <a:ln w="12700" algn="ctr">
            <a:noFill/>
            <a:miter lim="800000"/>
            <a:headEnd/>
            <a:tailEnd/>
          </a:ln>
        </p:spPr>
      </p:pic>
      <p:pic>
        <p:nvPicPr>
          <p:cNvPr id="10285" name="Picture 20" descr="heroku.jpg"/>
          <p:cNvPicPr>
            <a:picLocks noChangeAspect="1"/>
          </p:cNvPicPr>
          <p:nvPr/>
        </p:nvPicPr>
        <p:blipFill>
          <a:blip r:embed="rId18" cstate="print"/>
          <a:srcRect/>
          <a:stretch>
            <a:fillRect/>
          </a:stretch>
        </p:blipFill>
        <p:spPr bwMode="auto">
          <a:xfrm>
            <a:off x="7213600" y="3695702"/>
            <a:ext cx="958850" cy="276225"/>
          </a:xfrm>
          <a:prstGeom prst="rect">
            <a:avLst/>
          </a:prstGeom>
          <a:noFill/>
          <a:ln w="9525">
            <a:noFill/>
            <a:miter lim="800000"/>
            <a:headEnd/>
            <a:tailEnd/>
          </a:ln>
        </p:spPr>
      </p:pic>
      <p:pic>
        <p:nvPicPr>
          <p:cNvPr id="10286" name="Picture 14"/>
          <p:cNvPicPr>
            <a:picLocks noChangeAspect="1" noChangeArrowheads="1"/>
          </p:cNvPicPr>
          <p:nvPr/>
        </p:nvPicPr>
        <p:blipFill>
          <a:blip r:embed="rId19" cstate="print"/>
          <a:srcRect/>
          <a:stretch>
            <a:fillRect/>
          </a:stretch>
        </p:blipFill>
        <p:spPr bwMode="auto">
          <a:xfrm>
            <a:off x="6345240" y="3698875"/>
            <a:ext cx="650875" cy="311150"/>
          </a:xfrm>
          <a:prstGeom prst="rect">
            <a:avLst/>
          </a:prstGeom>
          <a:noFill/>
          <a:ln w="12700" algn="ctr">
            <a:noFill/>
            <a:miter lim="800000"/>
            <a:headEnd/>
            <a:tailEnd/>
          </a:ln>
        </p:spPr>
      </p:pic>
      <p:pic>
        <p:nvPicPr>
          <p:cNvPr id="10287" name="Picture 64" descr="google-app-engine-logo"/>
          <p:cNvPicPr>
            <a:picLocks noChangeAspect="1" noChangeArrowheads="1"/>
          </p:cNvPicPr>
          <p:nvPr/>
        </p:nvPicPr>
        <p:blipFill>
          <a:blip r:embed="rId20" cstate="print"/>
          <a:srcRect/>
          <a:stretch>
            <a:fillRect/>
          </a:stretch>
        </p:blipFill>
        <p:spPr bwMode="auto">
          <a:xfrm>
            <a:off x="6589713" y="3035302"/>
            <a:ext cx="455612" cy="417513"/>
          </a:xfrm>
          <a:prstGeom prst="rect">
            <a:avLst/>
          </a:prstGeom>
          <a:noFill/>
          <a:ln w="9525">
            <a:noFill/>
            <a:miter lim="800000"/>
            <a:headEnd/>
            <a:tailEnd/>
          </a:ln>
        </p:spPr>
      </p:pic>
      <p:pic>
        <p:nvPicPr>
          <p:cNvPr id="10288" name="Picture 65"/>
          <p:cNvPicPr>
            <a:picLocks noChangeAspect="1" noChangeArrowheads="1"/>
          </p:cNvPicPr>
          <p:nvPr/>
        </p:nvPicPr>
        <p:blipFill>
          <a:blip r:embed="rId21" cstate="print"/>
          <a:srcRect/>
          <a:stretch>
            <a:fillRect/>
          </a:stretch>
        </p:blipFill>
        <p:spPr bwMode="auto">
          <a:xfrm>
            <a:off x="7143752" y="3021013"/>
            <a:ext cx="962025" cy="265112"/>
          </a:xfrm>
          <a:prstGeom prst="rect">
            <a:avLst/>
          </a:prstGeom>
          <a:noFill/>
          <a:ln w="9525">
            <a:noFill/>
            <a:miter lim="800000"/>
            <a:headEnd/>
            <a:tailEnd/>
          </a:ln>
        </p:spPr>
      </p:pic>
      <p:pic>
        <p:nvPicPr>
          <p:cNvPr id="10289" name="Picture 39" descr="salesfor"/>
          <p:cNvPicPr>
            <a:picLocks noChangeAspect="1" noChangeArrowheads="1"/>
          </p:cNvPicPr>
          <p:nvPr/>
        </p:nvPicPr>
        <p:blipFill>
          <a:blip r:embed="rId6" cstate="print"/>
          <a:srcRect/>
          <a:stretch>
            <a:fillRect/>
          </a:stretch>
        </p:blipFill>
        <p:spPr bwMode="auto">
          <a:xfrm>
            <a:off x="7226300" y="3390902"/>
            <a:ext cx="838200" cy="180975"/>
          </a:xfrm>
          <a:prstGeom prst="rect">
            <a:avLst/>
          </a:prstGeom>
          <a:noFill/>
          <a:ln w="9525">
            <a:noFill/>
            <a:miter lim="800000"/>
            <a:headEnd/>
            <a:tailEnd/>
          </a:ln>
        </p:spPr>
      </p:pic>
      <p:sp>
        <p:nvSpPr>
          <p:cNvPr id="10290" name="Text Box 67"/>
          <p:cNvSpPr txBox="1">
            <a:spLocks noChangeArrowheads="1"/>
          </p:cNvSpPr>
          <p:nvPr/>
        </p:nvSpPr>
        <p:spPr bwMode="auto">
          <a:xfrm>
            <a:off x="8115300" y="2997202"/>
            <a:ext cx="685800" cy="396875"/>
          </a:xfrm>
          <a:prstGeom prst="rect">
            <a:avLst/>
          </a:prstGeom>
          <a:noFill/>
          <a:ln w="9525">
            <a:noFill/>
            <a:miter lim="800000"/>
            <a:headEnd/>
            <a:tailEnd/>
          </a:ln>
        </p:spPr>
        <p:txBody>
          <a:bodyPr>
            <a:spAutoFit/>
          </a:bodyPr>
          <a:lstStyle/>
          <a:p>
            <a:pPr algn="ctr" eaLnBrk="0" fontAlgn="base" hangingPunct="0">
              <a:spcBef>
                <a:spcPct val="50000"/>
              </a:spcBef>
              <a:spcAft>
                <a:spcPct val="0"/>
              </a:spcAft>
            </a:pPr>
            <a:r>
              <a:rPr lang="en-US" sz="1000" b="1">
                <a:solidFill>
                  <a:srgbClr val="CCCCCC"/>
                </a:solidFill>
                <a:latin typeface="Verdana" pitchFamily="-111" charset="0"/>
                <a:cs typeface="Arial" pitchFamily="-111" charset="-52"/>
              </a:rPr>
              <a:t>Apple iPhone</a:t>
            </a:r>
          </a:p>
        </p:txBody>
      </p:sp>
      <p:pic>
        <p:nvPicPr>
          <p:cNvPr id="10291" name="Picture 20" descr="AWS home page">
            <a:hlinkClick r:id="rId22"/>
          </p:cNvPr>
          <p:cNvPicPr>
            <a:picLocks noChangeAspect="1" noChangeArrowheads="1"/>
          </p:cNvPicPr>
          <p:nvPr>
            <p:custDataLst>
              <p:tags r:id="rId1"/>
            </p:custDataLst>
          </p:nvPr>
        </p:nvPicPr>
        <p:blipFill>
          <a:blip r:embed="rId23" cstate="print">
            <a:clrChange>
              <a:clrFrom>
                <a:srgbClr val="FFFFFF"/>
              </a:clrFrom>
              <a:clrTo>
                <a:srgbClr val="FFFFFF">
                  <a:alpha val="0"/>
                </a:srgbClr>
              </a:clrTo>
            </a:clrChange>
          </a:blip>
          <a:srcRect/>
          <a:stretch>
            <a:fillRect/>
          </a:stretch>
        </p:blipFill>
        <p:spPr bwMode="gray">
          <a:xfrm>
            <a:off x="6807200" y="4775202"/>
            <a:ext cx="685800" cy="257175"/>
          </a:xfrm>
          <a:prstGeom prst="rect">
            <a:avLst/>
          </a:prstGeom>
          <a:noFill/>
          <a:ln w="9525">
            <a:noFill/>
            <a:miter lim="800000"/>
            <a:headEnd/>
            <a:tailEnd/>
          </a:ln>
        </p:spPr>
      </p:pic>
      <p:pic>
        <p:nvPicPr>
          <p:cNvPr id="10292" name="Picture 47" descr="rackspace"/>
          <p:cNvPicPr>
            <a:picLocks noChangeAspect="1" noChangeArrowheads="1"/>
          </p:cNvPicPr>
          <p:nvPr/>
        </p:nvPicPr>
        <p:blipFill>
          <a:blip r:embed="rId24" cstate="print"/>
          <a:srcRect/>
          <a:stretch>
            <a:fillRect/>
          </a:stretch>
        </p:blipFill>
        <p:spPr bwMode="auto">
          <a:xfrm>
            <a:off x="8048627" y="4403725"/>
            <a:ext cx="638175" cy="241300"/>
          </a:xfrm>
          <a:prstGeom prst="rect">
            <a:avLst/>
          </a:prstGeom>
          <a:noFill/>
          <a:ln w="9525">
            <a:noFill/>
            <a:miter lim="800000"/>
            <a:headEnd/>
            <a:tailEnd/>
          </a:ln>
        </p:spPr>
      </p:pic>
      <p:pic>
        <p:nvPicPr>
          <p:cNvPr id="10293" name="Picture 50" descr="Akamai Logo"/>
          <p:cNvPicPr>
            <a:picLocks noChangeAspect="1" noChangeArrowheads="1"/>
          </p:cNvPicPr>
          <p:nvPr/>
        </p:nvPicPr>
        <p:blipFill>
          <a:blip r:embed="rId25" cstate="print"/>
          <a:srcRect/>
          <a:stretch>
            <a:fillRect/>
          </a:stretch>
        </p:blipFill>
        <p:spPr bwMode="auto">
          <a:xfrm>
            <a:off x="7861300" y="5130800"/>
            <a:ext cx="914400" cy="266700"/>
          </a:xfrm>
          <a:prstGeom prst="rect">
            <a:avLst/>
          </a:prstGeom>
          <a:noFill/>
          <a:ln w="9525">
            <a:noFill/>
            <a:miter lim="800000"/>
            <a:headEnd/>
            <a:tailEnd/>
          </a:ln>
        </p:spPr>
      </p:pic>
      <p:pic>
        <p:nvPicPr>
          <p:cNvPr id="10294" name="Picture 17" descr="verizon-logo.png"/>
          <p:cNvPicPr>
            <a:picLocks noChangeAspect="1"/>
          </p:cNvPicPr>
          <p:nvPr/>
        </p:nvPicPr>
        <p:blipFill>
          <a:blip r:embed="rId26" cstate="print"/>
          <a:srcRect/>
          <a:stretch>
            <a:fillRect/>
          </a:stretch>
        </p:blipFill>
        <p:spPr bwMode="auto">
          <a:xfrm>
            <a:off x="7239000" y="5140327"/>
            <a:ext cx="368300" cy="219075"/>
          </a:xfrm>
          <a:prstGeom prst="rect">
            <a:avLst/>
          </a:prstGeom>
          <a:noFill/>
          <a:ln w="9525">
            <a:noFill/>
            <a:miter lim="800000"/>
            <a:headEnd/>
            <a:tailEnd/>
          </a:ln>
        </p:spPr>
      </p:pic>
      <p:pic>
        <p:nvPicPr>
          <p:cNvPr id="10295" name="Picture 19" descr="terremark_logo.png"/>
          <p:cNvPicPr>
            <a:picLocks noChangeAspect="1"/>
          </p:cNvPicPr>
          <p:nvPr/>
        </p:nvPicPr>
        <p:blipFill>
          <a:blip r:embed="rId27" cstate="print"/>
          <a:srcRect/>
          <a:stretch>
            <a:fillRect/>
          </a:stretch>
        </p:blipFill>
        <p:spPr bwMode="auto">
          <a:xfrm>
            <a:off x="6049965" y="5118102"/>
            <a:ext cx="1011237" cy="193675"/>
          </a:xfrm>
          <a:prstGeom prst="rect">
            <a:avLst/>
          </a:prstGeom>
          <a:noFill/>
          <a:ln w="9525">
            <a:noFill/>
            <a:miter lim="800000"/>
            <a:headEnd/>
            <a:tailEnd/>
          </a:ln>
        </p:spPr>
      </p:pic>
      <p:pic>
        <p:nvPicPr>
          <p:cNvPr id="10296" name="Picture 6" descr="titlelogo_light"/>
          <p:cNvPicPr>
            <a:picLocks noChangeAspect="1" noChangeArrowheads="1"/>
          </p:cNvPicPr>
          <p:nvPr/>
        </p:nvPicPr>
        <p:blipFill>
          <a:blip r:embed="rId28" cstate="print"/>
          <a:srcRect/>
          <a:stretch>
            <a:fillRect/>
          </a:stretch>
        </p:blipFill>
        <p:spPr bwMode="auto">
          <a:xfrm>
            <a:off x="6191250" y="4787900"/>
            <a:ext cx="469900" cy="215900"/>
          </a:xfrm>
          <a:prstGeom prst="rect">
            <a:avLst/>
          </a:prstGeom>
          <a:solidFill>
            <a:schemeClr val="bg1"/>
          </a:solidFill>
          <a:ln w="9525">
            <a:noFill/>
            <a:miter lim="800000"/>
            <a:headEnd/>
            <a:tailEnd/>
          </a:ln>
        </p:spPr>
      </p:pic>
      <p:pic>
        <p:nvPicPr>
          <p:cNvPr id="10297" name="Picture 22"/>
          <p:cNvPicPr>
            <a:picLocks noChangeAspect="1" noChangeArrowheads="1"/>
          </p:cNvPicPr>
          <p:nvPr/>
        </p:nvPicPr>
        <p:blipFill>
          <a:blip r:embed="rId29" cstate="print"/>
          <a:srcRect/>
          <a:stretch>
            <a:fillRect/>
          </a:stretch>
        </p:blipFill>
        <p:spPr bwMode="auto">
          <a:xfrm>
            <a:off x="5981702" y="4513265"/>
            <a:ext cx="822325" cy="179387"/>
          </a:xfrm>
          <a:prstGeom prst="rect">
            <a:avLst/>
          </a:prstGeom>
          <a:noFill/>
          <a:ln w="12700" algn="ctr">
            <a:noFill/>
            <a:miter lim="800000"/>
            <a:headEnd/>
            <a:tailEnd/>
          </a:ln>
        </p:spPr>
      </p:pic>
      <p:pic>
        <p:nvPicPr>
          <p:cNvPr id="10298" name="Picture 75" descr="nirvanix logo"/>
          <p:cNvPicPr>
            <a:picLocks noChangeAspect="1" noChangeArrowheads="1"/>
          </p:cNvPicPr>
          <p:nvPr/>
        </p:nvPicPr>
        <p:blipFill>
          <a:blip r:embed="rId30" cstate="print"/>
          <a:srcRect/>
          <a:stretch>
            <a:fillRect/>
          </a:stretch>
        </p:blipFill>
        <p:spPr bwMode="auto">
          <a:xfrm>
            <a:off x="7632702" y="4902202"/>
            <a:ext cx="1103313" cy="195263"/>
          </a:xfrm>
          <a:prstGeom prst="rect">
            <a:avLst/>
          </a:prstGeom>
          <a:noFill/>
          <a:ln w="9525">
            <a:noFill/>
            <a:miter lim="800000"/>
            <a:headEnd/>
            <a:tailEnd/>
          </a:ln>
        </p:spPr>
      </p:pic>
      <p:pic>
        <p:nvPicPr>
          <p:cNvPr id="10299" name="Picture 76" descr="GoGridLogo"/>
          <p:cNvPicPr>
            <a:picLocks noChangeAspect="1" noChangeArrowheads="1"/>
          </p:cNvPicPr>
          <p:nvPr/>
        </p:nvPicPr>
        <p:blipFill>
          <a:blip r:embed="rId31" cstate="print"/>
          <a:srcRect/>
          <a:stretch>
            <a:fillRect/>
          </a:stretch>
        </p:blipFill>
        <p:spPr bwMode="auto">
          <a:xfrm>
            <a:off x="6972302" y="4508502"/>
            <a:ext cx="919163" cy="201613"/>
          </a:xfrm>
          <a:prstGeom prst="rect">
            <a:avLst/>
          </a:prstGeom>
          <a:noFill/>
          <a:ln w="9525">
            <a:noFill/>
            <a:miter lim="800000"/>
            <a:headEnd/>
            <a:tailEnd/>
          </a:ln>
        </p:spPr>
      </p:pic>
      <p:pic>
        <p:nvPicPr>
          <p:cNvPr id="10300" name="Picture 25"/>
          <p:cNvPicPr preferRelativeResize="0">
            <a:picLocks noChangeAspect="1" noChangeArrowheads="1"/>
          </p:cNvPicPr>
          <p:nvPr/>
        </p:nvPicPr>
        <p:blipFill>
          <a:blip r:embed="rId32" cstate="print"/>
          <a:srcRect/>
          <a:stretch>
            <a:fillRect/>
          </a:stretch>
        </p:blipFill>
        <p:spPr bwMode="gray">
          <a:xfrm>
            <a:off x="2155825" y="5878513"/>
            <a:ext cx="609600" cy="188912"/>
          </a:xfrm>
          <a:prstGeom prst="rect">
            <a:avLst/>
          </a:prstGeom>
          <a:noFill/>
          <a:ln w="9525">
            <a:noFill/>
            <a:miter lim="800000"/>
            <a:headEnd/>
            <a:tailEnd/>
          </a:ln>
        </p:spPr>
      </p:pic>
      <p:pic>
        <p:nvPicPr>
          <p:cNvPr id="10301" name="Picture 78" descr="HP"/>
          <p:cNvPicPr>
            <a:picLocks noChangeAspect="1" noChangeArrowheads="1"/>
          </p:cNvPicPr>
          <p:nvPr/>
        </p:nvPicPr>
        <p:blipFill>
          <a:blip r:embed="rId33" cstate="print"/>
          <a:srcRect/>
          <a:stretch>
            <a:fillRect/>
          </a:stretch>
        </p:blipFill>
        <p:spPr bwMode="auto">
          <a:xfrm>
            <a:off x="3019425" y="5864225"/>
            <a:ext cx="223838" cy="215900"/>
          </a:xfrm>
          <a:prstGeom prst="rect">
            <a:avLst/>
          </a:prstGeom>
          <a:noFill/>
          <a:ln w="9525">
            <a:noFill/>
            <a:miter lim="800000"/>
            <a:headEnd/>
            <a:tailEnd/>
          </a:ln>
        </p:spPr>
      </p:pic>
      <p:pic>
        <p:nvPicPr>
          <p:cNvPr id="10302" name="Picture 62" descr="microsoft-logo"/>
          <p:cNvPicPr>
            <a:picLocks noChangeAspect="1" noChangeArrowheads="1"/>
          </p:cNvPicPr>
          <p:nvPr/>
        </p:nvPicPr>
        <p:blipFill>
          <a:blip r:embed="rId5" cstate="print"/>
          <a:srcRect/>
          <a:stretch>
            <a:fillRect/>
          </a:stretch>
        </p:blipFill>
        <p:spPr bwMode="gray">
          <a:xfrm>
            <a:off x="6181725" y="5880100"/>
            <a:ext cx="598488" cy="184150"/>
          </a:xfrm>
          <a:prstGeom prst="rect">
            <a:avLst/>
          </a:prstGeom>
          <a:noFill/>
          <a:ln w="9525">
            <a:noFill/>
            <a:miter lim="800000"/>
            <a:headEnd/>
            <a:tailEnd/>
          </a:ln>
        </p:spPr>
      </p:pic>
      <p:pic>
        <p:nvPicPr>
          <p:cNvPr id="10303" name="Picture 80"/>
          <p:cNvPicPr>
            <a:picLocks noChangeAspect="1" noChangeArrowheads="1"/>
          </p:cNvPicPr>
          <p:nvPr/>
        </p:nvPicPr>
        <p:blipFill>
          <a:blip r:embed="rId34" cstate="print"/>
          <a:srcRect/>
          <a:stretch>
            <a:fillRect/>
          </a:stretch>
        </p:blipFill>
        <p:spPr bwMode="auto">
          <a:xfrm>
            <a:off x="7031040" y="5876925"/>
            <a:ext cx="593725" cy="190500"/>
          </a:xfrm>
          <a:prstGeom prst="rect">
            <a:avLst/>
          </a:prstGeom>
          <a:noFill/>
          <a:ln w="9525">
            <a:noFill/>
            <a:miter lim="800000"/>
            <a:headEnd/>
            <a:tailEnd/>
          </a:ln>
        </p:spPr>
      </p:pic>
      <p:pic>
        <p:nvPicPr>
          <p:cNvPr id="10304" name="Picture 41" descr="logo_netsuite"/>
          <p:cNvPicPr>
            <a:picLocks noChangeAspect="1" noChangeArrowheads="1"/>
          </p:cNvPicPr>
          <p:nvPr/>
        </p:nvPicPr>
        <p:blipFill>
          <a:blip r:embed="rId35" cstate="print"/>
          <a:srcRect/>
          <a:stretch>
            <a:fillRect/>
          </a:stretch>
        </p:blipFill>
        <p:spPr bwMode="auto">
          <a:xfrm>
            <a:off x="6832602" y="2144715"/>
            <a:ext cx="608013" cy="242887"/>
          </a:xfrm>
          <a:prstGeom prst="rect">
            <a:avLst/>
          </a:prstGeom>
          <a:noFill/>
          <a:ln w="9525">
            <a:noFill/>
            <a:miter lim="800000"/>
            <a:headEnd/>
            <a:tailEnd/>
          </a:ln>
        </p:spPr>
      </p:pic>
      <p:pic>
        <p:nvPicPr>
          <p:cNvPr id="10305" name="Picture 44" descr="McAfee"/>
          <p:cNvPicPr>
            <a:picLocks noChangeAspect="1" noChangeArrowheads="1"/>
          </p:cNvPicPr>
          <p:nvPr/>
        </p:nvPicPr>
        <p:blipFill>
          <a:blip r:embed="rId36" cstate="print"/>
          <a:srcRect/>
          <a:stretch>
            <a:fillRect/>
          </a:stretch>
        </p:blipFill>
        <p:spPr bwMode="auto">
          <a:xfrm>
            <a:off x="6369050" y="1630363"/>
            <a:ext cx="552450" cy="127000"/>
          </a:xfrm>
          <a:prstGeom prst="rect">
            <a:avLst/>
          </a:prstGeom>
          <a:noFill/>
          <a:ln w="9525">
            <a:noFill/>
            <a:miter lim="800000"/>
            <a:headEnd/>
            <a:tailEnd/>
          </a:ln>
        </p:spPr>
      </p:pic>
      <p:pic>
        <p:nvPicPr>
          <p:cNvPr id="10306" name="Picture 83"/>
          <p:cNvPicPr>
            <a:picLocks noChangeAspect="1" noChangeArrowheads="1"/>
          </p:cNvPicPr>
          <p:nvPr/>
        </p:nvPicPr>
        <p:blipFill>
          <a:blip r:embed="rId37" cstate="print"/>
          <a:srcRect/>
          <a:stretch>
            <a:fillRect/>
          </a:stretch>
        </p:blipFill>
        <p:spPr bwMode="auto">
          <a:xfrm>
            <a:off x="1262065" y="5818188"/>
            <a:ext cx="612775" cy="309562"/>
          </a:xfrm>
          <a:prstGeom prst="rect">
            <a:avLst/>
          </a:prstGeom>
          <a:noFill/>
          <a:ln w="12700" algn="ctr">
            <a:noFill/>
            <a:miter lim="800000"/>
            <a:headEnd/>
            <a:tailEnd/>
          </a:ln>
        </p:spPr>
      </p:pic>
      <p:sp>
        <p:nvSpPr>
          <p:cNvPr id="10307" name="TextBox 38"/>
          <p:cNvSpPr txBox="1">
            <a:spLocks noChangeArrowheads="1"/>
          </p:cNvSpPr>
          <p:nvPr/>
        </p:nvSpPr>
        <p:spPr bwMode="auto">
          <a:xfrm>
            <a:off x="6946900" y="4953000"/>
            <a:ext cx="565150" cy="338554"/>
          </a:xfrm>
          <a:prstGeom prst="rect">
            <a:avLst/>
          </a:prstGeom>
          <a:noFill/>
          <a:ln w="9525">
            <a:noFill/>
            <a:miter lim="800000"/>
            <a:headEnd/>
            <a:tailEnd/>
          </a:ln>
        </p:spPr>
        <p:txBody>
          <a:bodyPr>
            <a:spAutoFit/>
          </a:bodyPr>
          <a:lstStyle/>
          <a:p>
            <a:pPr algn="ctr" eaLnBrk="0" fontAlgn="base" hangingPunct="0">
              <a:spcBef>
                <a:spcPct val="50000"/>
              </a:spcBef>
              <a:spcAft>
                <a:spcPct val="0"/>
              </a:spcAft>
            </a:pPr>
            <a:r>
              <a:rPr lang="en-US" sz="800">
                <a:solidFill>
                  <a:srgbClr val="CCCCCC"/>
                </a:solidFill>
                <a:latin typeface="Verdana" pitchFamily="-111" charset="0"/>
                <a:cs typeface="Arial" pitchFamily="-111" charset="-52"/>
              </a:rPr>
              <a:t>EC2, S3</a:t>
            </a:r>
          </a:p>
        </p:txBody>
      </p:sp>
      <p:grpSp>
        <p:nvGrpSpPr>
          <p:cNvPr id="15" name="Group 85"/>
          <p:cNvGrpSpPr>
            <a:grpSpLocks/>
          </p:cNvGrpSpPr>
          <p:nvPr/>
        </p:nvGrpSpPr>
        <p:grpSpPr bwMode="auto">
          <a:xfrm>
            <a:off x="5594803" y="3393619"/>
            <a:ext cx="831850" cy="515938"/>
            <a:chOff x="3768" y="2136"/>
            <a:chExt cx="524" cy="325"/>
          </a:xfrm>
        </p:grpSpPr>
        <p:pic>
          <p:nvPicPr>
            <p:cNvPr id="10323" name="Picture 20" descr="AWS home page">
              <a:hlinkClick r:id="rId22"/>
            </p:cNvPr>
            <p:cNvPicPr>
              <a:picLocks noChangeAspect="1" noChangeArrowheads="1"/>
            </p:cNvPicPr>
            <p:nvPr>
              <p:custDataLst>
                <p:tags r:id="rId2"/>
              </p:custDataLst>
            </p:nvPr>
          </p:nvPicPr>
          <p:blipFill>
            <a:blip r:embed="rId23" cstate="print">
              <a:clrChange>
                <a:clrFrom>
                  <a:srgbClr val="FFFFFF"/>
                </a:clrFrom>
                <a:clrTo>
                  <a:srgbClr val="FFFFFF">
                    <a:alpha val="0"/>
                  </a:srgbClr>
                </a:clrTo>
              </a:clrChange>
            </a:blip>
            <a:srcRect/>
            <a:stretch>
              <a:fillRect/>
            </a:stretch>
          </p:blipFill>
          <p:spPr bwMode="gray">
            <a:xfrm>
              <a:off x="3768" y="2136"/>
              <a:ext cx="432" cy="162"/>
            </a:xfrm>
            <a:prstGeom prst="rect">
              <a:avLst/>
            </a:prstGeom>
            <a:noFill/>
            <a:ln w="9525">
              <a:noFill/>
              <a:miter lim="800000"/>
              <a:headEnd/>
              <a:tailEnd/>
            </a:ln>
          </p:spPr>
        </p:pic>
        <p:sp>
          <p:nvSpPr>
            <p:cNvPr id="10324" name="TextBox 38"/>
            <p:cNvSpPr txBox="1">
              <a:spLocks noChangeArrowheads="1"/>
            </p:cNvSpPr>
            <p:nvPr/>
          </p:nvSpPr>
          <p:spPr bwMode="auto">
            <a:xfrm>
              <a:off x="3856" y="2248"/>
              <a:ext cx="436" cy="213"/>
            </a:xfrm>
            <a:prstGeom prst="rect">
              <a:avLst/>
            </a:prstGeom>
            <a:noFill/>
            <a:ln w="9525">
              <a:noFill/>
              <a:miter lim="800000"/>
              <a:headEnd/>
              <a:tailEnd/>
            </a:ln>
          </p:spPr>
          <p:txBody>
            <a:bodyPr>
              <a:spAutoFit/>
            </a:bodyPr>
            <a:lstStyle/>
            <a:p>
              <a:pPr algn="ctr" eaLnBrk="0" fontAlgn="base" hangingPunct="0">
                <a:spcBef>
                  <a:spcPct val="50000"/>
                </a:spcBef>
                <a:spcAft>
                  <a:spcPct val="0"/>
                </a:spcAft>
              </a:pPr>
              <a:r>
                <a:rPr lang="en-US" sz="800">
                  <a:solidFill>
                    <a:srgbClr val="CCCCCC"/>
                  </a:solidFill>
                  <a:latin typeface="Verdana" pitchFamily="-111" charset="0"/>
                  <a:cs typeface="Arial" pitchFamily="-111" charset="-52"/>
                </a:rPr>
                <a:t>Simple DB</a:t>
              </a:r>
            </a:p>
          </p:txBody>
        </p:sp>
      </p:grpSp>
      <p:grpSp>
        <p:nvGrpSpPr>
          <p:cNvPr id="16" name="Group 88"/>
          <p:cNvGrpSpPr>
            <a:grpSpLocks/>
          </p:cNvGrpSpPr>
          <p:nvPr/>
        </p:nvGrpSpPr>
        <p:grpSpPr bwMode="auto">
          <a:xfrm>
            <a:off x="5575302" y="1955800"/>
            <a:ext cx="568325" cy="382588"/>
            <a:chOff x="4287" y="2382"/>
            <a:chExt cx="358" cy="241"/>
          </a:xfrm>
        </p:grpSpPr>
        <p:pic>
          <p:nvPicPr>
            <p:cNvPr id="10321" name="Picture 17" descr="verizon-logo.png"/>
            <p:cNvPicPr>
              <a:picLocks noChangeAspect="1"/>
            </p:cNvPicPr>
            <p:nvPr/>
          </p:nvPicPr>
          <p:blipFill>
            <a:blip r:embed="rId26" cstate="print"/>
            <a:srcRect/>
            <a:stretch>
              <a:fillRect/>
            </a:stretch>
          </p:blipFill>
          <p:spPr bwMode="auto">
            <a:xfrm>
              <a:off x="4287" y="2382"/>
              <a:ext cx="232" cy="138"/>
            </a:xfrm>
            <a:prstGeom prst="rect">
              <a:avLst/>
            </a:prstGeom>
            <a:noFill/>
            <a:ln w="9525">
              <a:noFill/>
              <a:miter lim="800000"/>
              <a:headEnd/>
              <a:tailEnd/>
            </a:ln>
          </p:spPr>
        </p:pic>
        <p:sp>
          <p:nvSpPr>
            <p:cNvPr id="10322" name="Text Box 90"/>
            <p:cNvSpPr txBox="1">
              <a:spLocks noChangeArrowheads="1"/>
            </p:cNvSpPr>
            <p:nvPr/>
          </p:nvSpPr>
          <p:spPr bwMode="auto">
            <a:xfrm>
              <a:off x="4368" y="2488"/>
              <a:ext cx="277" cy="135"/>
            </a:xfrm>
            <a:prstGeom prst="rect">
              <a:avLst/>
            </a:prstGeom>
            <a:noFill/>
            <a:ln w="9525">
              <a:noFill/>
              <a:miter lim="800000"/>
              <a:headEnd/>
              <a:tailEnd/>
            </a:ln>
          </p:spPr>
          <p:txBody>
            <a:bodyPr wrap="none">
              <a:spAutoFit/>
            </a:bodyPr>
            <a:lstStyle/>
            <a:p>
              <a:pPr algn="ctr" eaLnBrk="0" fontAlgn="base" hangingPunct="0">
                <a:spcBef>
                  <a:spcPct val="50000"/>
                </a:spcBef>
                <a:spcAft>
                  <a:spcPct val="0"/>
                </a:spcAft>
              </a:pPr>
              <a:r>
                <a:rPr lang="en-US" sz="800">
                  <a:solidFill>
                    <a:srgbClr val="CCCCCC"/>
                  </a:solidFill>
                  <a:latin typeface="Verdana" pitchFamily="34" charset="0"/>
                  <a:cs typeface="Arial" pitchFamily="-111" charset="-52"/>
                </a:rPr>
                <a:t>Brew</a:t>
              </a:r>
            </a:p>
          </p:txBody>
        </p:sp>
      </p:grpSp>
      <p:grpSp>
        <p:nvGrpSpPr>
          <p:cNvPr id="17" name="Group 91"/>
          <p:cNvGrpSpPr>
            <a:grpSpLocks/>
          </p:cNvGrpSpPr>
          <p:nvPr/>
        </p:nvGrpSpPr>
        <p:grpSpPr bwMode="auto">
          <a:xfrm>
            <a:off x="5916615" y="3062288"/>
            <a:ext cx="579437" cy="398462"/>
            <a:chOff x="1334" y="3051"/>
            <a:chExt cx="365" cy="251"/>
          </a:xfrm>
        </p:grpSpPr>
        <p:sp>
          <p:nvSpPr>
            <p:cNvPr id="10319" name="Text Box 92"/>
            <p:cNvSpPr txBox="1">
              <a:spLocks noChangeArrowheads="1"/>
            </p:cNvSpPr>
            <p:nvPr/>
          </p:nvSpPr>
          <p:spPr bwMode="auto">
            <a:xfrm>
              <a:off x="1334" y="3167"/>
              <a:ext cx="365" cy="135"/>
            </a:xfrm>
            <a:prstGeom prst="rect">
              <a:avLst/>
            </a:prstGeom>
            <a:noFill/>
            <a:ln w="9525">
              <a:noFill/>
              <a:miter lim="800000"/>
              <a:headEnd/>
              <a:tailEnd/>
            </a:ln>
          </p:spPr>
          <p:txBody>
            <a:bodyPr wrap="none">
              <a:spAutoFit/>
            </a:bodyPr>
            <a:lstStyle/>
            <a:p>
              <a:pPr algn="ctr" eaLnBrk="0" fontAlgn="base" hangingPunct="0">
                <a:spcBef>
                  <a:spcPct val="50000"/>
                </a:spcBef>
                <a:spcAft>
                  <a:spcPct val="0"/>
                </a:spcAft>
              </a:pPr>
              <a:r>
                <a:rPr lang="en-US" sz="800">
                  <a:solidFill>
                    <a:srgbClr val="CCCCCC"/>
                  </a:solidFill>
                  <a:latin typeface="Verdana" pitchFamily="34" charset="0"/>
                  <a:cs typeface="Arial" pitchFamily="-111" charset="-52"/>
                </a:rPr>
                <a:t>Android</a:t>
              </a:r>
            </a:p>
          </p:txBody>
        </p:sp>
        <p:pic>
          <p:nvPicPr>
            <p:cNvPr id="10320" name="Picture 37"/>
            <p:cNvPicPr>
              <a:picLocks noChangeAspect="1" noChangeArrowheads="1"/>
            </p:cNvPicPr>
            <p:nvPr/>
          </p:nvPicPr>
          <p:blipFill>
            <a:blip r:embed="rId16" cstate="print"/>
            <a:srcRect/>
            <a:stretch>
              <a:fillRect/>
            </a:stretch>
          </p:blipFill>
          <p:spPr bwMode="auto">
            <a:xfrm>
              <a:off x="1347" y="3051"/>
              <a:ext cx="302" cy="149"/>
            </a:xfrm>
            <a:prstGeom prst="rect">
              <a:avLst/>
            </a:prstGeom>
            <a:noFill/>
            <a:ln w="9525">
              <a:noFill/>
              <a:miter lim="800000"/>
              <a:headEnd/>
              <a:tailEnd/>
            </a:ln>
          </p:spPr>
        </p:pic>
      </p:grpSp>
      <p:grpSp>
        <p:nvGrpSpPr>
          <p:cNvPr id="18" name="Group 94"/>
          <p:cNvGrpSpPr>
            <a:grpSpLocks/>
          </p:cNvGrpSpPr>
          <p:nvPr/>
        </p:nvGrpSpPr>
        <p:grpSpPr bwMode="auto">
          <a:xfrm>
            <a:off x="5430840" y="1652595"/>
            <a:ext cx="873125" cy="392113"/>
            <a:chOff x="1255" y="2698"/>
            <a:chExt cx="550" cy="247"/>
          </a:xfrm>
        </p:grpSpPr>
        <p:pic>
          <p:nvPicPr>
            <p:cNvPr id="10317" name="Picture 6" descr="titlelogo_light"/>
            <p:cNvPicPr>
              <a:picLocks noChangeAspect="1" noChangeArrowheads="1"/>
            </p:cNvPicPr>
            <p:nvPr/>
          </p:nvPicPr>
          <p:blipFill>
            <a:blip r:embed="rId28" cstate="print"/>
            <a:srcRect/>
            <a:stretch>
              <a:fillRect/>
            </a:stretch>
          </p:blipFill>
          <p:spPr bwMode="auto">
            <a:xfrm>
              <a:off x="1367" y="2698"/>
              <a:ext cx="296" cy="136"/>
            </a:xfrm>
            <a:prstGeom prst="rect">
              <a:avLst/>
            </a:prstGeom>
            <a:solidFill>
              <a:schemeClr val="bg1"/>
            </a:solidFill>
            <a:ln w="9525">
              <a:noFill/>
              <a:miter lim="800000"/>
              <a:headEnd/>
              <a:tailEnd/>
            </a:ln>
          </p:spPr>
        </p:pic>
        <p:sp>
          <p:nvSpPr>
            <p:cNvPr id="10318" name="Text Box 96"/>
            <p:cNvSpPr txBox="1">
              <a:spLocks noChangeArrowheads="1"/>
            </p:cNvSpPr>
            <p:nvPr/>
          </p:nvSpPr>
          <p:spPr bwMode="auto">
            <a:xfrm>
              <a:off x="1255" y="2809"/>
              <a:ext cx="550" cy="136"/>
            </a:xfrm>
            <a:prstGeom prst="rect">
              <a:avLst/>
            </a:prstGeom>
            <a:noFill/>
            <a:ln w="9525">
              <a:noFill/>
              <a:miter lim="800000"/>
              <a:headEnd/>
              <a:tailEnd/>
            </a:ln>
          </p:spPr>
          <p:txBody>
            <a:bodyPr wrap="none">
              <a:spAutoFit/>
            </a:bodyPr>
            <a:lstStyle/>
            <a:p>
              <a:pPr algn="ctr" eaLnBrk="0" fontAlgn="base" hangingPunct="0">
                <a:spcBef>
                  <a:spcPct val="50000"/>
                </a:spcBef>
                <a:spcAft>
                  <a:spcPct val="0"/>
                </a:spcAft>
              </a:pPr>
              <a:r>
                <a:rPr lang="en-US" sz="800">
                  <a:solidFill>
                    <a:srgbClr val="CCCCCC"/>
                  </a:solidFill>
                  <a:latin typeface="Verdana" pitchFamily="-111" charset="0"/>
                  <a:cs typeface="Arial" pitchFamily="-111" charset="-52"/>
                </a:rPr>
                <a:t>Connect / UC</a:t>
              </a:r>
            </a:p>
          </p:txBody>
        </p:sp>
      </p:grpSp>
      <p:grpSp>
        <p:nvGrpSpPr>
          <p:cNvPr id="19" name="Group 97"/>
          <p:cNvGrpSpPr>
            <a:grpSpLocks/>
          </p:cNvGrpSpPr>
          <p:nvPr/>
        </p:nvGrpSpPr>
        <p:grpSpPr bwMode="auto">
          <a:xfrm>
            <a:off x="8232777" y="3517902"/>
            <a:ext cx="542925" cy="396875"/>
            <a:chOff x="3098" y="3021"/>
            <a:chExt cx="342" cy="250"/>
          </a:xfrm>
        </p:grpSpPr>
        <p:pic>
          <p:nvPicPr>
            <p:cNvPr id="10315" name="Picture 6" descr="titlelogo_light"/>
            <p:cNvPicPr>
              <a:picLocks noChangeAspect="1" noChangeArrowheads="1"/>
            </p:cNvPicPr>
            <p:nvPr/>
          </p:nvPicPr>
          <p:blipFill>
            <a:blip r:embed="rId28" cstate="print"/>
            <a:srcRect/>
            <a:stretch>
              <a:fillRect/>
            </a:stretch>
          </p:blipFill>
          <p:spPr bwMode="auto">
            <a:xfrm>
              <a:off x="3098" y="3021"/>
              <a:ext cx="296" cy="136"/>
            </a:xfrm>
            <a:prstGeom prst="rect">
              <a:avLst/>
            </a:prstGeom>
            <a:solidFill>
              <a:schemeClr val="bg1"/>
            </a:solidFill>
            <a:ln w="9525">
              <a:noFill/>
              <a:miter lim="800000"/>
              <a:headEnd/>
              <a:tailEnd/>
            </a:ln>
          </p:spPr>
        </p:pic>
        <p:sp>
          <p:nvSpPr>
            <p:cNvPr id="10316" name="Text Box 99"/>
            <p:cNvSpPr txBox="1">
              <a:spLocks noChangeArrowheads="1"/>
            </p:cNvSpPr>
            <p:nvPr/>
          </p:nvSpPr>
          <p:spPr bwMode="auto">
            <a:xfrm>
              <a:off x="3104" y="3127"/>
              <a:ext cx="336" cy="144"/>
            </a:xfrm>
            <a:prstGeom prst="rect">
              <a:avLst/>
            </a:prstGeom>
            <a:noFill/>
            <a:ln w="9525">
              <a:noFill/>
              <a:miter lim="800000"/>
              <a:headEnd/>
              <a:tailEnd/>
            </a:ln>
          </p:spPr>
          <p:txBody>
            <a:bodyPr>
              <a:spAutoFit/>
            </a:bodyPr>
            <a:lstStyle/>
            <a:p>
              <a:pPr algn="ctr" eaLnBrk="0" fontAlgn="base" hangingPunct="0">
                <a:spcBef>
                  <a:spcPct val="50000"/>
                </a:spcBef>
                <a:spcAft>
                  <a:spcPct val="0"/>
                </a:spcAft>
              </a:pPr>
              <a:r>
                <a:rPr lang="en-US" sz="900">
                  <a:solidFill>
                    <a:srgbClr val="CCCCCC"/>
                  </a:solidFill>
                  <a:latin typeface="Verdana" pitchFamily="-111" charset="0"/>
                  <a:cs typeface="Arial" pitchFamily="-111" charset="-52"/>
                </a:rPr>
                <a:t>MEAP</a:t>
              </a:r>
            </a:p>
          </p:txBody>
        </p:sp>
      </p:grpSp>
      <p:sp>
        <p:nvSpPr>
          <p:cNvPr id="10313" name="Text Box 100"/>
          <p:cNvSpPr txBox="1">
            <a:spLocks noChangeArrowheads="1"/>
          </p:cNvSpPr>
          <p:nvPr/>
        </p:nvSpPr>
        <p:spPr bwMode="auto">
          <a:xfrm>
            <a:off x="6699250" y="3392488"/>
            <a:ext cx="655638" cy="369332"/>
          </a:xfrm>
          <a:prstGeom prst="rect">
            <a:avLst/>
          </a:prstGeom>
          <a:solidFill>
            <a:schemeClr val="bg1"/>
          </a:solidFill>
          <a:ln w="9525">
            <a:noFill/>
            <a:miter lim="800000"/>
            <a:headEnd/>
            <a:tailEnd/>
          </a:ln>
        </p:spPr>
        <p:txBody>
          <a:bodyPr>
            <a:spAutoFit/>
          </a:bodyPr>
          <a:lstStyle/>
          <a:p>
            <a:pPr algn="ctr" eaLnBrk="0" fontAlgn="base" hangingPunct="0">
              <a:spcBef>
                <a:spcPct val="50000"/>
              </a:spcBef>
              <a:spcAft>
                <a:spcPct val="0"/>
              </a:spcAft>
            </a:pPr>
            <a:r>
              <a:rPr lang="en-US" sz="900" b="1">
                <a:solidFill>
                  <a:srgbClr val="CCCCCC"/>
                </a:solidFill>
                <a:latin typeface="Verdana" pitchFamily="-111" charset="0"/>
                <a:cs typeface="Arial" pitchFamily="-111" charset="-52"/>
              </a:rPr>
              <a:t>Apple iPhone</a:t>
            </a:r>
          </a:p>
        </p:txBody>
      </p:sp>
      <p:sp>
        <p:nvSpPr>
          <p:cNvPr id="10314" name="Text Box 101"/>
          <p:cNvSpPr txBox="1">
            <a:spLocks noChangeArrowheads="1"/>
          </p:cNvSpPr>
          <p:nvPr/>
        </p:nvSpPr>
        <p:spPr bwMode="auto">
          <a:xfrm>
            <a:off x="5189540" y="2298700"/>
            <a:ext cx="935037" cy="458788"/>
          </a:xfrm>
          <a:prstGeom prst="rect">
            <a:avLst/>
          </a:prstGeom>
          <a:noFill/>
          <a:ln w="9525">
            <a:noFill/>
            <a:miter lim="800000"/>
            <a:headEnd/>
            <a:tailEnd/>
          </a:ln>
        </p:spPr>
        <p:txBody>
          <a:bodyPr>
            <a:spAutoFit/>
          </a:bodyPr>
          <a:lstStyle/>
          <a:p>
            <a:pPr algn="ctr" eaLnBrk="0" fontAlgn="base" hangingPunct="0">
              <a:spcBef>
                <a:spcPct val="50000"/>
              </a:spcBef>
              <a:spcAft>
                <a:spcPct val="0"/>
              </a:spcAft>
            </a:pPr>
            <a:r>
              <a:rPr lang="en-US" sz="800" b="1">
                <a:solidFill>
                  <a:srgbClr val="FF7200"/>
                </a:solidFill>
                <a:latin typeface="Verdana" pitchFamily="-111" charset="0"/>
                <a:cs typeface="Arial" pitchFamily="-111" charset="-52"/>
              </a:rPr>
              <a:t>Mobile Apps / Vertically Integrated</a:t>
            </a:r>
          </a:p>
        </p:txBody>
      </p:sp>
      <p:grpSp>
        <p:nvGrpSpPr>
          <p:cNvPr id="97" name="Group 8">
            <a:extLst>
              <a:ext uri="{FF2B5EF4-FFF2-40B4-BE49-F238E27FC236}">
                <a16:creationId xmlns:a16="http://schemas.microsoft.com/office/drawing/2014/main" id="{23129D6C-E2FE-714B-8240-06FF055C4221}"/>
              </a:ext>
            </a:extLst>
          </p:cNvPr>
          <p:cNvGrpSpPr>
            <a:grpSpLocks/>
          </p:cNvGrpSpPr>
          <p:nvPr/>
        </p:nvGrpSpPr>
        <p:grpSpPr bwMode="auto">
          <a:xfrm>
            <a:off x="5235575" y="3745436"/>
            <a:ext cx="901700" cy="301625"/>
            <a:chOff x="10" y="0"/>
            <a:chExt cx="1702" cy="728"/>
          </a:xfrm>
        </p:grpSpPr>
        <p:pic>
          <p:nvPicPr>
            <p:cNvPr id="98" name="Picture 6">
              <a:extLst>
                <a:ext uri="{FF2B5EF4-FFF2-40B4-BE49-F238E27FC236}">
                  <a16:creationId xmlns:a16="http://schemas.microsoft.com/office/drawing/2014/main" id="{CFE6F4C6-1AD5-D140-BAD6-0452EF396768}"/>
                </a:ext>
              </a:extLst>
            </p:cNvPr>
            <p:cNvPicPr>
              <a:picLocks noChangeAspect="1" noChangeArrowheads="1"/>
            </p:cNvPicPr>
            <p:nvPr/>
          </p:nvPicPr>
          <p:blipFill>
            <a:blip r:embed="rId38" cstate="print"/>
            <a:srcRect t="6667" r="81105" b="6667"/>
            <a:stretch>
              <a:fillRect/>
            </a:stretch>
          </p:blipFill>
          <p:spPr bwMode="auto">
            <a:xfrm>
              <a:off x="10" y="0"/>
              <a:ext cx="854" cy="728"/>
            </a:xfrm>
            <a:prstGeom prst="rect">
              <a:avLst/>
            </a:prstGeom>
            <a:noFill/>
            <a:ln w="12700" cap="flat">
              <a:noFill/>
              <a:miter lim="800000"/>
              <a:headEnd/>
              <a:tailEnd/>
            </a:ln>
          </p:spPr>
        </p:pic>
        <p:sp>
          <p:nvSpPr>
            <p:cNvPr id="99" name="Rectangle 7">
              <a:extLst>
                <a:ext uri="{FF2B5EF4-FFF2-40B4-BE49-F238E27FC236}">
                  <a16:creationId xmlns:a16="http://schemas.microsoft.com/office/drawing/2014/main" id="{86F099FC-C539-AF43-BCED-66783CE1A325}"/>
                </a:ext>
              </a:extLst>
            </p:cNvPr>
            <p:cNvSpPr>
              <a:spLocks/>
            </p:cNvSpPr>
            <p:nvPr/>
          </p:nvSpPr>
          <p:spPr bwMode="auto">
            <a:xfrm>
              <a:off x="878" y="127"/>
              <a:ext cx="834" cy="473"/>
            </a:xfrm>
            <a:prstGeom prst="rect">
              <a:avLst/>
            </a:prstGeom>
            <a:noFill/>
            <a:ln w="12700" cap="flat">
              <a:noFill/>
              <a:miter lim="800000"/>
              <a:headEnd type="none" w="med" len="med"/>
              <a:tailEnd type="none" w="med" len="med"/>
            </a:ln>
          </p:spPr>
          <p:txBody>
            <a:bodyPr wrap="none" lIns="0" tIns="0" rIns="0" bIns="0" anchor="ctr">
              <a:spAutoFit/>
            </a:bodyPr>
            <a:lstStyle/>
            <a:p>
              <a:pPr algn="ctr" eaLnBrk="0" fontAlgn="base" hangingPunct="0">
                <a:spcBef>
                  <a:spcPct val="50000"/>
                </a:spcBef>
                <a:spcAft>
                  <a:spcPct val="0"/>
                </a:spcAft>
              </a:pPr>
              <a:r>
                <a:rPr lang="en-US" sz="1400" dirty="0">
                  <a:solidFill>
                    <a:srgbClr val="CCCCCC"/>
                  </a:solidFill>
                  <a:latin typeface="Verdana" pitchFamily="-111" charset="0"/>
                  <a:cs typeface="Arial" pitchFamily="34" charset="0"/>
                  <a:sym typeface="Arial" pitchFamily="34" charset="0"/>
                </a:rPr>
                <a:t>Azure</a:t>
              </a:r>
            </a:p>
          </p:txBody>
        </p:sp>
      </p:grpSp>
    </p:spTree>
    <p:extLst>
      <p:ext uri="{BB962C8B-B14F-4D97-AF65-F5344CB8AC3E}">
        <p14:creationId xmlns:p14="http://schemas.microsoft.com/office/powerpoint/2010/main" val="847144996"/>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 name="Slide Number Placeholder 3"/>
          <p:cNvSpPr>
            <a:spLocks noGrp="1"/>
          </p:cNvSpPr>
          <p:nvPr>
            <p:ph type="sldNum" sz="quarter" idx="10"/>
          </p:nvPr>
        </p:nvSpPr>
        <p:spPr/>
        <p:txBody>
          <a:bodyPr/>
          <a:lstStyle/>
          <a:p>
            <a:pPr eaLnBrk="0" fontAlgn="base" hangingPunct="0">
              <a:spcBef>
                <a:spcPct val="50000"/>
              </a:spcBef>
              <a:spcAft>
                <a:spcPct val="0"/>
              </a:spcAft>
            </a:pPr>
            <a:fld id="{0BB4C505-8F2A-4BF7-AFF4-22FD0ECDA64F}" type="slidenum">
              <a:rPr lang="en-US">
                <a:solidFill>
                  <a:srgbClr val="067AB4"/>
                </a:solidFill>
                <a:latin typeface="Verdana" pitchFamily="-111" charset="0"/>
                <a:cs typeface="Arial" pitchFamily="-111" charset="-52"/>
              </a:rPr>
              <a:pPr eaLnBrk="0" fontAlgn="base" hangingPunct="0">
                <a:spcBef>
                  <a:spcPct val="50000"/>
                </a:spcBef>
                <a:spcAft>
                  <a:spcPct val="0"/>
                </a:spcAft>
              </a:pPr>
              <a:t>20</a:t>
            </a:fld>
            <a:endParaRPr lang="en-US">
              <a:solidFill>
                <a:srgbClr val="067AB4"/>
              </a:solidFill>
              <a:latin typeface="Verdana" pitchFamily="-111" charset="0"/>
              <a:cs typeface="Arial" pitchFamily="-111" charset="-52"/>
            </a:endParaRPr>
          </a:p>
        </p:txBody>
      </p:sp>
      <p:sp>
        <p:nvSpPr>
          <p:cNvPr id="18434" name="Rectangle 2"/>
          <p:cNvSpPr>
            <a:spLocks noGrp="1" noChangeArrowheads="1"/>
          </p:cNvSpPr>
          <p:nvPr>
            <p:ph type="title"/>
          </p:nvPr>
        </p:nvSpPr>
        <p:spPr>
          <a:ln/>
        </p:spPr>
        <p:txBody>
          <a:bodyPr/>
          <a:lstStyle/>
          <a:p>
            <a:r>
              <a:rPr lang="en-US" dirty="0"/>
              <a:t>The Cloud Stack</a:t>
            </a:r>
          </a:p>
        </p:txBody>
      </p:sp>
      <p:pic>
        <p:nvPicPr>
          <p:cNvPr id="18435" name="Picture 3"/>
          <p:cNvPicPr>
            <a:picLocks noChangeAspect="1" noChangeArrowheads="1"/>
          </p:cNvPicPr>
          <p:nvPr/>
        </p:nvPicPr>
        <p:blipFill>
          <a:blip r:embed="rId3" cstate="print"/>
          <a:srcRect/>
          <a:stretch>
            <a:fillRect/>
          </a:stretch>
        </p:blipFill>
        <p:spPr bwMode="auto">
          <a:xfrm>
            <a:off x="351926" y="5250626"/>
            <a:ext cx="2057176" cy="750094"/>
          </a:xfrm>
          <a:prstGeom prst="rect">
            <a:avLst/>
          </a:prstGeom>
          <a:noFill/>
          <a:ln w="12700" cap="flat">
            <a:noFill/>
            <a:miter lim="800000"/>
            <a:headEnd/>
            <a:tailEnd/>
          </a:ln>
        </p:spPr>
      </p:pic>
      <p:grpSp>
        <p:nvGrpSpPr>
          <p:cNvPr id="2" name="Group 6"/>
          <p:cNvGrpSpPr>
            <a:grpSpLocks/>
          </p:cNvGrpSpPr>
          <p:nvPr/>
        </p:nvGrpSpPr>
        <p:grpSpPr bwMode="auto">
          <a:xfrm>
            <a:off x="964406" y="1511351"/>
            <a:ext cx="2920008" cy="1256854"/>
            <a:chOff x="0" y="-14"/>
            <a:chExt cx="2616" cy="1126"/>
          </a:xfrm>
        </p:grpSpPr>
        <p:sp>
          <p:nvSpPr>
            <p:cNvPr id="18436" name="AutoShape 4"/>
            <p:cNvSpPr>
              <a:spLocks/>
            </p:cNvSpPr>
            <p:nvPr/>
          </p:nvSpPr>
          <p:spPr bwMode="auto">
            <a:xfrm>
              <a:off x="0" y="0"/>
              <a:ext cx="2616" cy="1112"/>
            </a:xfrm>
            <a:prstGeom prst="roundRect">
              <a:avLst>
                <a:gd name="adj" fmla="val 10787"/>
              </a:avLst>
            </a:prstGeom>
            <a:noFill/>
            <a:ln w="50800" cap="flat">
              <a:solidFill>
                <a:schemeClr val="tx1"/>
              </a:solidFill>
              <a:prstDash val="solid"/>
              <a:miter lim="800000"/>
              <a:headEnd type="none" w="med" len="med"/>
              <a:tailEnd type="none" w="med" len="med"/>
            </a:ln>
          </p:spPr>
          <p:txBody>
            <a:bodyPr lIns="0" tIns="0" rIns="0" bIns="0"/>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pic>
          <p:nvPicPr>
            <p:cNvPr id="18437" name="Picture 5"/>
            <p:cNvPicPr>
              <a:picLocks noChangeAspect="1" noChangeArrowheads="1"/>
            </p:cNvPicPr>
            <p:nvPr/>
          </p:nvPicPr>
          <p:blipFill>
            <a:blip r:embed="rId4" cstate="print"/>
            <a:srcRect/>
            <a:stretch>
              <a:fillRect/>
            </a:stretch>
          </p:blipFill>
          <p:spPr bwMode="auto">
            <a:xfrm>
              <a:off x="243" y="-14"/>
              <a:ext cx="756" cy="756"/>
            </a:xfrm>
            <a:prstGeom prst="rect">
              <a:avLst/>
            </a:prstGeom>
            <a:noFill/>
            <a:ln w="12700" cap="flat">
              <a:noFill/>
              <a:miter lim="800000"/>
              <a:headEnd/>
              <a:tailEnd/>
            </a:ln>
          </p:spPr>
        </p:pic>
      </p:grpSp>
      <p:sp>
        <p:nvSpPr>
          <p:cNvPr id="18439" name="Rectangle 7"/>
          <p:cNvSpPr>
            <a:spLocks/>
          </p:cNvSpPr>
          <p:nvPr/>
        </p:nvSpPr>
        <p:spPr bwMode="auto">
          <a:xfrm>
            <a:off x="491320" y="1106911"/>
            <a:ext cx="3895297" cy="384721"/>
          </a:xfrm>
          <a:prstGeom prst="rect">
            <a:avLst/>
          </a:prstGeom>
          <a:noFill/>
          <a:ln w="12700" cap="flat">
            <a:noFill/>
            <a:miter lim="800000"/>
            <a:headEnd type="none" w="med" len="med"/>
            <a:tailEnd type="none" w="med" len="med"/>
          </a:ln>
        </p:spPr>
        <p:txBody>
          <a:bodyPr wrap="none" lIns="0" tIns="0" rIns="0" bIns="0" anchor="ctr">
            <a:spAutoFit/>
          </a:bodyPr>
          <a:lstStyle/>
          <a:p>
            <a:pPr algn="ctr" eaLnBrk="0" fontAlgn="base" hangingPunct="0">
              <a:spcBef>
                <a:spcPct val="50000"/>
              </a:spcBef>
              <a:spcAft>
                <a:spcPct val="0"/>
              </a:spcAft>
            </a:pPr>
            <a:r>
              <a:rPr lang="en-US" sz="2500" b="1" dirty="0">
                <a:solidFill>
                  <a:srgbClr val="000000"/>
                </a:solidFill>
                <a:latin typeface="Verdana" pitchFamily="-111" charset="0"/>
                <a:ea typeface="Gill Sans" charset="0"/>
                <a:cs typeface="Gill Sans" charset="0"/>
              </a:rPr>
              <a:t>Software as a Service</a:t>
            </a:r>
          </a:p>
        </p:txBody>
      </p:sp>
      <p:sp>
        <p:nvSpPr>
          <p:cNvPr id="18440" name="Rectangle 8"/>
          <p:cNvSpPr>
            <a:spLocks/>
          </p:cNvSpPr>
          <p:nvPr/>
        </p:nvSpPr>
        <p:spPr bwMode="auto">
          <a:xfrm>
            <a:off x="507947" y="2919638"/>
            <a:ext cx="3824766" cy="384721"/>
          </a:xfrm>
          <a:prstGeom prst="rect">
            <a:avLst/>
          </a:prstGeom>
          <a:noFill/>
          <a:ln w="12700" cap="flat">
            <a:noFill/>
            <a:miter lim="800000"/>
            <a:headEnd type="none" w="med" len="med"/>
            <a:tailEnd type="none" w="med" len="med"/>
          </a:ln>
        </p:spPr>
        <p:txBody>
          <a:bodyPr wrap="none" lIns="0" tIns="0" rIns="0" bIns="0" anchor="ctr">
            <a:spAutoFit/>
          </a:bodyPr>
          <a:lstStyle/>
          <a:p>
            <a:pPr algn="ctr" eaLnBrk="0" fontAlgn="base" hangingPunct="0">
              <a:spcBef>
                <a:spcPct val="50000"/>
              </a:spcBef>
              <a:spcAft>
                <a:spcPct val="0"/>
              </a:spcAft>
            </a:pPr>
            <a:r>
              <a:rPr lang="en-US" sz="2500" b="1" dirty="0">
                <a:solidFill>
                  <a:srgbClr val="000000"/>
                </a:solidFill>
                <a:latin typeface="Verdana" pitchFamily="-111" charset="0"/>
                <a:ea typeface="Gill Sans" charset="0"/>
                <a:cs typeface="Gill Sans" charset="0"/>
              </a:rPr>
              <a:t>Platform as a Service</a:t>
            </a:r>
          </a:p>
        </p:txBody>
      </p:sp>
      <p:sp>
        <p:nvSpPr>
          <p:cNvPr id="18441" name="Rectangle 9"/>
          <p:cNvSpPr>
            <a:spLocks/>
          </p:cNvSpPr>
          <p:nvPr/>
        </p:nvSpPr>
        <p:spPr bwMode="auto">
          <a:xfrm>
            <a:off x="61098" y="4669856"/>
            <a:ext cx="4834658" cy="384721"/>
          </a:xfrm>
          <a:prstGeom prst="rect">
            <a:avLst/>
          </a:prstGeom>
          <a:noFill/>
          <a:ln w="12700" cap="flat">
            <a:noFill/>
            <a:miter lim="800000"/>
            <a:headEnd type="none" w="med" len="med"/>
            <a:tailEnd type="none" w="med" len="med"/>
          </a:ln>
        </p:spPr>
        <p:txBody>
          <a:bodyPr wrap="none" lIns="0" tIns="0" rIns="0" bIns="0" anchor="ctr">
            <a:spAutoFit/>
          </a:bodyPr>
          <a:lstStyle/>
          <a:p>
            <a:pPr algn="ctr" eaLnBrk="0" fontAlgn="base" hangingPunct="0">
              <a:spcBef>
                <a:spcPct val="50000"/>
              </a:spcBef>
              <a:spcAft>
                <a:spcPct val="0"/>
              </a:spcAft>
            </a:pPr>
            <a:r>
              <a:rPr lang="en-US" sz="2500" b="1" dirty="0">
                <a:solidFill>
                  <a:srgbClr val="000000"/>
                </a:solidFill>
                <a:latin typeface="Verdana" pitchFamily="-111" charset="0"/>
                <a:ea typeface="Gill Sans" charset="0"/>
                <a:cs typeface="Gill Sans" charset="0"/>
              </a:rPr>
              <a:t>Infrastructure as a Service</a:t>
            </a:r>
          </a:p>
        </p:txBody>
      </p:sp>
      <p:grpSp>
        <p:nvGrpSpPr>
          <p:cNvPr id="3" name="Group 15"/>
          <p:cNvGrpSpPr>
            <a:grpSpLocks/>
          </p:cNvGrpSpPr>
          <p:nvPr/>
        </p:nvGrpSpPr>
        <p:grpSpPr bwMode="auto">
          <a:xfrm>
            <a:off x="507947" y="3321843"/>
            <a:ext cx="3376467" cy="1214438"/>
            <a:chOff x="0" y="0"/>
            <a:chExt cx="2616" cy="1088"/>
          </a:xfrm>
        </p:grpSpPr>
        <p:pic>
          <p:nvPicPr>
            <p:cNvPr id="18442" name="Picture 10"/>
            <p:cNvPicPr>
              <a:picLocks noChangeAspect="1" noChangeArrowheads="1"/>
            </p:cNvPicPr>
            <p:nvPr/>
          </p:nvPicPr>
          <p:blipFill>
            <a:blip r:embed="rId5" cstate="print"/>
            <a:srcRect/>
            <a:stretch>
              <a:fillRect/>
            </a:stretch>
          </p:blipFill>
          <p:spPr bwMode="auto">
            <a:xfrm>
              <a:off x="216" y="24"/>
              <a:ext cx="808" cy="752"/>
            </a:xfrm>
            <a:prstGeom prst="rect">
              <a:avLst/>
            </a:prstGeom>
            <a:noFill/>
            <a:ln w="12700" cap="flat">
              <a:noFill/>
              <a:miter lim="800000"/>
              <a:headEnd/>
              <a:tailEnd/>
            </a:ln>
          </p:spPr>
        </p:pic>
        <p:grpSp>
          <p:nvGrpSpPr>
            <p:cNvPr id="4" name="Group 13"/>
            <p:cNvGrpSpPr>
              <a:grpSpLocks/>
            </p:cNvGrpSpPr>
            <p:nvPr/>
          </p:nvGrpSpPr>
          <p:grpSpPr bwMode="auto">
            <a:xfrm>
              <a:off x="1203" y="192"/>
              <a:ext cx="1246" cy="504"/>
              <a:chOff x="34" y="0"/>
              <a:chExt cx="1246" cy="503"/>
            </a:xfrm>
          </p:grpSpPr>
          <p:pic>
            <p:nvPicPr>
              <p:cNvPr id="18443" name="Picture 11"/>
              <p:cNvPicPr>
                <a:picLocks noChangeAspect="1" noChangeArrowheads="1"/>
              </p:cNvPicPr>
              <p:nvPr/>
            </p:nvPicPr>
            <p:blipFill>
              <a:blip r:embed="rId6" cstate="print"/>
              <a:srcRect t="6667" r="81105" b="6667"/>
              <a:stretch>
                <a:fillRect/>
              </a:stretch>
            </p:blipFill>
            <p:spPr bwMode="auto">
              <a:xfrm>
                <a:off x="34" y="0"/>
                <a:ext cx="591" cy="503"/>
              </a:xfrm>
              <a:prstGeom prst="rect">
                <a:avLst/>
              </a:prstGeom>
              <a:noFill/>
              <a:ln w="12700" cap="flat">
                <a:noFill/>
                <a:miter lim="800000"/>
                <a:headEnd/>
                <a:tailEnd/>
              </a:ln>
            </p:spPr>
          </p:pic>
          <p:sp>
            <p:nvSpPr>
              <p:cNvPr id="18444" name="Rectangle 12"/>
              <p:cNvSpPr>
                <a:spLocks/>
              </p:cNvSpPr>
              <p:nvPr/>
            </p:nvSpPr>
            <p:spPr bwMode="auto">
              <a:xfrm>
                <a:off x="564" y="85"/>
                <a:ext cx="716" cy="333"/>
              </a:xfrm>
              <a:prstGeom prst="rect">
                <a:avLst/>
              </a:prstGeom>
              <a:noFill/>
              <a:ln w="12700" cap="flat">
                <a:noFill/>
                <a:miter lim="800000"/>
                <a:headEnd type="none" w="med" len="med"/>
                <a:tailEnd type="none" w="med" len="med"/>
              </a:ln>
            </p:spPr>
            <p:txBody>
              <a:bodyPr lIns="0" tIns="0" rIns="0" bIns="0" anchor="ctr"/>
              <a:lstStyle/>
              <a:p>
                <a:pPr algn="ctr" eaLnBrk="0" fontAlgn="base" hangingPunct="0">
                  <a:spcBef>
                    <a:spcPct val="50000"/>
                  </a:spcBef>
                  <a:spcAft>
                    <a:spcPct val="0"/>
                  </a:spcAft>
                </a:pPr>
                <a:r>
                  <a:rPr lang="en-US" sz="2100" dirty="0">
                    <a:solidFill>
                      <a:srgbClr val="CCCCCC"/>
                    </a:solidFill>
                    <a:latin typeface="Verdana" pitchFamily="-111" charset="0"/>
                    <a:cs typeface="Arial" pitchFamily="34" charset="0"/>
                    <a:sym typeface="Arial" pitchFamily="34" charset="0"/>
                  </a:rPr>
                  <a:t>Azure</a:t>
                </a:r>
              </a:p>
            </p:txBody>
          </p:sp>
        </p:grpSp>
        <p:sp>
          <p:nvSpPr>
            <p:cNvPr id="18446" name="AutoShape 14"/>
            <p:cNvSpPr>
              <a:spLocks/>
            </p:cNvSpPr>
            <p:nvPr/>
          </p:nvSpPr>
          <p:spPr bwMode="auto">
            <a:xfrm>
              <a:off x="0" y="0"/>
              <a:ext cx="2616" cy="1088"/>
            </a:xfrm>
            <a:prstGeom prst="roundRect">
              <a:avLst>
                <a:gd name="adj" fmla="val 11028"/>
              </a:avLst>
            </a:prstGeom>
            <a:noFill/>
            <a:ln w="50800" cap="flat">
              <a:solidFill>
                <a:schemeClr val="tx1"/>
              </a:solidFill>
              <a:prstDash val="solid"/>
              <a:miter lim="800000"/>
              <a:headEnd type="none" w="med" len="med"/>
              <a:tailEnd type="none" w="med" len="med"/>
            </a:ln>
          </p:spPr>
          <p:txBody>
            <a:bodyPr lIns="0" tIns="0" rIns="0" bIns="0"/>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grpSp>
      <p:sp>
        <p:nvSpPr>
          <p:cNvPr id="18448" name="AutoShape 16"/>
          <p:cNvSpPr>
            <a:spLocks/>
          </p:cNvSpPr>
          <p:nvPr/>
        </p:nvSpPr>
        <p:spPr bwMode="auto">
          <a:xfrm>
            <a:off x="276820" y="5080994"/>
            <a:ext cx="4393406" cy="1455539"/>
          </a:xfrm>
          <a:prstGeom prst="roundRect">
            <a:avLst>
              <a:gd name="adj" fmla="val 9199"/>
            </a:avLst>
          </a:prstGeom>
          <a:noFill/>
          <a:ln w="50800" cap="flat">
            <a:solidFill>
              <a:schemeClr val="tx1"/>
            </a:solidFill>
            <a:prstDash val="solid"/>
            <a:miter lim="800000"/>
            <a:headEnd type="none" w="med" len="med"/>
            <a:tailEnd type="none" w="med" len="med"/>
          </a:ln>
        </p:spPr>
        <p:txBody>
          <a:bodyPr lIns="0" tIns="0" rIns="0" bIns="0"/>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sp>
        <p:nvSpPr>
          <p:cNvPr id="18449" name="Rectangle 17"/>
          <p:cNvSpPr>
            <a:spLocks/>
          </p:cNvSpPr>
          <p:nvPr/>
        </p:nvSpPr>
        <p:spPr bwMode="auto">
          <a:xfrm>
            <a:off x="553643" y="2370832"/>
            <a:ext cx="3750469" cy="410766"/>
          </a:xfrm>
          <a:prstGeom prst="rect">
            <a:avLst/>
          </a:prstGeom>
          <a:noFill/>
          <a:ln w="12700" cap="flat">
            <a:noFill/>
            <a:miter lim="800000"/>
            <a:headEnd type="none" w="med" len="med"/>
            <a:tailEnd type="none" w="med" len="med"/>
          </a:ln>
        </p:spPr>
        <p:txBody>
          <a:bodyPr lIns="0" tIns="0" rIns="0" bIns="0" anchor="ctr"/>
          <a:lstStyle/>
          <a:p>
            <a:pPr algn="ctr" eaLnBrk="0" fontAlgn="base" hangingPunct="0">
              <a:spcBef>
                <a:spcPct val="50000"/>
              </a:spcBef>
              <a:spcAft>
                <a:spcPct val="0"/>
              </a:spcAft>
            </a:pPr>
            <a:r>
              <a:rPr lang="en-US" sz="2300" dirty="0">
                <a:solidFill>
                  <a:srgbClr val="343434"/>
                </a:solidFill>
                <a:latin typeface="Verdana" pitchFamily="-111" charset="0"/>
                <a:ea typeface="Gill Sans" charset="0"/>
                <a:cs typeface="Gill Sans" charset="0"/>
              </a:rPr>
              <a:t>Office apps, CRM</a:t>
            </a:r>
          </a:p>
        </p:txBody>
      </p:sp>
      <p:sp>
        <p:nvSpPr>
          <p:cNvPr id="18450" name="Rectangle 18"/>
          <p:cNvSpPr>
            <a:spLocks/>
          </p:cNvSpPr>
          <p:nvPr/>
        </p:nvSpPr>
        <p:spPr bwMode="auto">
          <a:xfrm>
            <a:off x="568797" y="4098729"/>
            <a:ext cx="3750469" cy="428625"/>
          </a:xfrm>
          <a:prstGeom prst="rect">
            <a:avLst/>
          </a:prstGeom>
          <a:noFill/>
          <a:ln w="12700" cap="flat">
            <a:noFill/>
            <a:miter lim="800000"/>
            <a:headEnd type="none" w="med" len="med"/>
            <a:tailEnd type="none" w="med" len="med"/>
          </a:ln>
        </p:spPr>
        <p:txBody>
          <a:bodyPr lIns="0" tIns="0" rIns="0" bIns="0" anchor="ctr"/>
          <a:lstStyle/>
          <a:p>
            <a:pPr algn="ctr" eaLnBrk="0" fontAlgn="base" hangingPunct="0">
              <a:spcBef>
                <a:spcPct val="50000"/>
              </a:spcBef>
              <a:spcAft>
                <a:spcPct val="0"/>
              </a:spcAft>
            </a:pPr>
            <a:r>
              <a:rPr lang="en-US" sz="2400" dirty="0">
                <a:solidFill>
                  <a:srgbClr val="343434"/>
                </a:solidFill>
                <a:latin typeface="Verdana" pitchFamily="-111" charset="0"/>
                <a:ea typeface="Gill Sans" charset="0"/>
                <a:cs typeface="Gill Sans" charset="0"/>
              </a:rPr>
              <a:t>Software platforms</a:t>
            </a:r>
          </a:p>
        </p:txBody>
      </p:sp>
      <p:sp>
        <p:nvSpPr>
          <p:cNvPr id="18451" name="Rectangle 19"/>
          <p:cNvSpPr>
            <a:spLocks/>
          </p:cNvSpPr>
          <p:nvPr/>
        </p:nvSpPr>
        <p:spPr bwMode="auto">
          <a:xfrm>
            <a:off x="642939" y="6072190"/>
            <a:ext cx="3750469" cy="428625"/>
          </a:xfrm>
          <a:prstGeom prst="rect">
            <a:avLst/>
          </a:prstGeom>
          <a:noFill/>
          <a:ln w="12700" cap="flat">
            <a:noFill/>
            <a:miter lim="800000"/>
            <a:headEnd type="none" w="med" len="med"/>
            <a:tailEnd type="none" w="med" len="med"/>
          </a:ln>
        </p:spPr>
        <p:txBody>
          <a:bodyPr lIns="0" tIns="0" rIns="0" bIns="0" anchor="ctr"/>
          <a:lstStyle/>
          <a:p>
            <a:pPr algn="ctr" eaLnBrk="0" fontAlgn="base" hangingPunct="0">
              <a:spcBef>
                <a:spcPct val="50000"/>
              </a:spcBef>
              <a:spcAft>
                <a:spcPct val="0"/>
              </a:spcAft>
            </a:pPr>
            <a:r>
              <a:rPr lang="en-US" sz="2500" dirty="0">
                <a:solidFill>
                  <a:srgbClr val="000000"/>
                </a:solidFill>
                <a:latin typeface="Verdana" pitchFamily="-111" charset="0"/>
                <a:ea typeface="Gill Sans" charset="0"/>
                <a:cs typeface="Gill Sans" charset="0"/>
              </a:rPr>
              <a:t>Servers &amp; storage</a:t>
            </a:r>
          </a:p>
        </p:txBody>
      </p:sp>
      <p:pic>
        <p:nvPicPr>
          <p:cNvPr id="18452" name="Picture 20"/>
          <p:cNvPicPr>
            <a:picLocks noChangeArrowheads="1"/>
          </p:cNvPicPr>
          <p:nvPr/>
        </p:nvPicPr>
        <p:blipFill>
          <a:blip r:embed="rId7" cstate="print"/>
          <a:srcRect/>
          <a:stretch>
            <a:fillRect/>
          </a:stretch>
        </p:blipFill>
        <p:spPr bwMode="auto">
          <a:xfrm>
            <a:off x="2197820" y="1843980"/>
            <a:ext cx="1589484" cy="464344"/>
          </a:xfrm>
          <a:prstGeom prst="rect">
            <a:avLst/>
          </a:prstGeom>
          <a:noFill/>
          <a:ln w="12700" cap="flat">
            <a:noFill/>
            <a:miter lim="800000"/>
            <a:headEnd/>
            <a:tailEnd/>
          </a:ln>
        </p:spPr>
      </p:pic>
      <p:sp>
        <p:nvSpPr>
          <p:cNvPr id="18454" name="Rectangle 22"/>
          <p:cNvSpPr>
            <a:spLocks/>
          </p:cNvSpPr>
          <p:nvPr/>
        </p:nvSpPr>
        <p:spPr bwMode="auto">
          <a:xfrm>
            <a:off x="4964906" y="1638600"/>
            <a:ext cx="3545086" cy="875109"/>
          </a:xfrm>
          <a:prstGeom prst="rect">
            <a:avLst/>
          </a:prstGeom>
          <a:noFill/>
          <a:ln w="12700" cap="flat">
            <a:noFill/>
            <a:miter lim="800000"/>
            <a:headEnd type="none" w="med" len="med"/>
            <a:tailEnd type="none" w="med" len="med"/>
          </a:ln>
        </p:spPr>
        <p:txBody>
          <a:bodyPr lIns="0" tIns="0" rIns="0" bIns="0" anchor="ctr"/>
          <a:lstStyle/>
          <a:p>
            <a:pPr algn="ctr" eaLnBrk="0" fontAlgn="base" hangingPunct="0">
              <a:spcBef>
                <a:spcPct val="50000"/>
              </a:spcBef>
              <a:spcAft>
                <a:spcPct val="0"/>
              </a:spcAft>
            </a:pPr>
            <a:r>
              <a:rPr lang="en-US" sz="2400" dirty="0">
                <a:solidFill>
                  <a:srgbClr val="00B0F0"/>
                </a:solidFill>
                <a:latin typeface="Verdana" pitchFamily="-111" charset="0"/>
                <a:ea typeface="Gill Sans" charset="0"/>
                <a:cs typeface="Gill Sans" charset="0"/>
              </a:rPr>
              <a:t>Hosted applications</a:t>
            </a:r>
          </a:p>
          <a:p>
            <a:pPr algn="ctr" eaLnBrk="0" fontAlgn="base" hangingPunct="0">
              <a:spcBef>
                <a:spcPct val="50000"/>
              </a:spcBef>
              <a:spcAft>
                <a:spcPct val="0"/>
              </a:spcAft>
            </a:pPr>
            <a:r>
              <a:rPr lang="en-US" sz="2400" dirty="0">
                <a:solidFill>
                  <a:srgbClr val="00B0F0"/>
                </a:solidFill>
                <a:latin typeface="Verdana" pitchFamily="-111" charset="0"/>
                <a:ea typeface="Gill Sans" charset="0"/>
                <a:cs typeface="Gill Sans" charset="0"/>
              </a:rPr>
              <a:t>Managed by provider</a:t>
            </a:r>
          </a:p>
        </p:txBody>
      </p:sp>
      <p:sp>
        <p:nvSpPr>
          <p:cNvPr id="18455" name="Rectangle 23"/>
          <p:cNvSpPr>
            <a:spLocks/>
          </p:cNvSpPr>
          <p:nvPr/>
        </p:nvSpPr>
        <p:spPr bwMode="auto">
          <a:xfrm>
            <a:off x="4482705" y="3299520"/>
            <a:ext cx="4259461" cy="1250156"/>
          </a:xfrm>
          <a:prstGeom prst="rect">
            <a:avLst/>
          </a:prstGeom>
          <a:noFill/>
          <a:ln w="12700" cap="flat">
            <a:noFill/>
            <a:miter lim="800000"/>
            <a:headEnd type="none" w="med" len="med"/>
            <a:tailEnd type="none" w="med" len="med"/>
          </a:ln>
        </p:spPr>
        <p:txBody>
          <a:bodyPr lIns="0" tIns="0" rIns="0" bIns="0" anchor="ctr"/>
          <a:lstStyle/>
          <a:p>
            <a:pPr algn="ctr" eaLnBrk="0" fontAlgn="base" hangingPunct="0">
              <a:spcBef>
                <a:spcPct val="50000"/>
              </a:spcBef>
              <a:spcAft>
                <a:spcPct val="0"/>
              </a:spcAft>
            </a:pPr>
            <a:r>
              <a:rPr lang="en-US" sz="2400" dirty="0">
                <a:solidFill>
                  <a:srgbClr val="FF7200">
                    <a:lumMod val="75000"/>
                  </a:srgbClr>
                </a:solidFill>
                <a:latin typeface="Verdana" pitchFamily="-111" charset="0"/>
                <a:ea typeface="Gill Sans" charset="0"/>
                <a:cs typeface="Gill Sans" charset="0"/>
              </a:rPr>
              <a:t>Platform to let you run </a:t>
            </a:r>
            <a:br>
              <a:rPr lang="en-US" sz="2400" dirty="0">
                <a:solidFill>
                  <a:srgbClr val="FF7200">
                    <a:lumMod val="75000"/>
                  </a:srgbClr>
                </a:solidFill>
                <a:latin typeface="Verdana" pitchFamily="-111" charset="0"/>
                <a:ea typeface="Gill Sans" charset="0"/>
                <a:cs typeface="Gill Sans" charset="0"/>
              </a:rPr>
            </a:br>
            <a:r>
              <a:rPr lang="en-US" sz="2400" dirty="0">
                <a:solidFill>
                  <a:srgbClr val="FF7200">
                    <a:lumMod val="75000"/>
                  </a:srgbClr>
                </a:solidFill>
                <a:latin typeface="Verdana" pitchFamily="-111" charset="0"/>
                <a:ea typeface="Gill Sans" charset="0"/>
                <a:cs typeface="Gill Sans" charset="0"/>
              </a:rPr>
              <a:t>your own apps</a:t>
            </a:r>
          </a:p>
          <a:p>
            <a:pPr algn="ctr" eaLnBrk="0" fontAlgn="base" hangingPunct="0">
              <a:spcBef>
                <a:spcPct val="50000"/>
              </a:spcBef>
              <a:spcAft>
                <a:spcPct val="0"/>
              </a:spcAft>
            </a:pPr>
            <a:r>
              <a:rPr lang="en-US" sz="2400" dirty="0">
                <a:solidFill>
                  <a:srgbClr val="FF7200">
                    <a:lumMod val="75000"/>
                  </a:srgbClr>
                </a:solidFill>
                <a:latin typeface="Verdana" pitchFamily="-111" charset="0"/>
                <a:ea typeface="Gill Sans" charset="0"/>
                <a:cs typeface="Gill Sans" charset="0"/>
              </a:rPr>
              <a:t>Provider handles scalability</a:t>
            </a:r>
          </a:p>
        </p:txBody>
      </p:sp>
      <p:sp>
        <p:nvSpPr>
          <p:cNvPr id="18456" name="Rectangle 24"/>
          <p:cNvSpPr>
            <a:spLocks/>
          </p:cNvSpPr>
          <p:nvPr/>
        </p:nvSpPr>
        <p:spPr bwMode="auto">
          <a:xfrm>
            <a:off x="5170289" y="5183684"/>
            <a:ext cx="3545086" cy="1250156"/>
          </a:xfrm>
          <a:prstGeom prst="rect">
            <a:avLst/>
          </a:prstGeom>
          <a:noFill/>
          <a:ln w="12700" cap="flat">
            <a:noFill/>
            <a:miter lim="800000"/>
            <a:headEnd type="none" w="med" len="med"/>
            <a:tailEnd type="none" w="med" len="med"/>
          </a:ln>
        </p:spPr>
        <p:txBody>
          <a:bodyPr lIns="0" tIns="0" rIns="0" bIns="0" anchor="ctr"/>
          <a:lstStyle/>
          <a:p>
            <a:pPr algn="ctr" eaLnBrk="0" fontAlgn="base" hangingPunct="0">
              <a:spcBef>
                <a:spcPct val="50000"/>
              </a:spcBef>
              <a:spcAft>
                <a:spcPct val="0"/>
              </a:spcAft>
            </a:pPr>
            <a:r>
              <a:rPr lang="en-US" sz="2400" dirty="0">
                <a:solidFill>
                  <a:srgbClr val="000000"/>
                </a:solidFill>
                <a:latin typeface="Verdana" pitchFamily="-111" charset="0"/>
                <a:ea typeface="Gill Sans" charset="0"/>
                <a:cs typeface="Gill Sans" charset="0"/>
              </a:rPr>
              <a:t>Raw infrastructure</a:t>
            </a:r>
          </a:p>
          <a:p>
            <a:pPr algn="ctr" eaLnBrk="0" fontAlgn="base" hangingPunct="0">
              <a:spcBef>
                <a:spcPct val="50000"/>
              </a:spcBef>
              <a:spcAft>
                <a:spcPct val="0"/>
              </a:spcAft>
            </a:pPr>
            <a:r>
              <a:rPr lang="en-US" sz="2400" dirty="0">
                <a:solidFill>
                  <a:srgbClr val="000000"/>
                </a:solidFill>
                <a:latin typeface="Verdana" pitchFamily="-111" charset="0"/>
                <a:ea typeface="Gill Sans" charset="0"/>
                <a:cs typeface="Gill Sans" charset="0"/>
              </a:rPr>
              <a:t>Can do whatever you want with it</a:t>
            </a:r>
          </a:p>
        </p:txBody>
      </p:sp>
      <p:pic>
        <p:nvPicPr>
          <p:cNvPr id="27" name="Picture 11">
            <a:extLst>
              <a:ext uri="{FF2B5EF4-FFF2-40B4-BE49-F238E27FC236}">
                <a16:creationId xmlns:a16="http://schemas.microsoft.com/office/drawing/2014/main" id="{BF6C6099-C935-E646-B7C6-345DC7018487}"/>
              </a:ext>
            </a:extLst>
          </p:cNvPr>
          <p:cNvPicPr>
            <a:picLocks noChangeAspect="1" noChangeArrowheads="1"/>
          </p:cNvPicPr>
          <p:nvPr/>
        </p:nvPicPr>
        <p:blipFill>
          <a:blip r:embed="rId6" cstate="print"/>
          <a:srcRect t="6667" r="81105" b="6667"/>
          <a:stretch>
            <a:fillRect/>
          </a:stretch>
        </p:blipFill>
        <p:spPr bwMode="auto">
          <a:xfrm>
            <a:off x="507947" y="2272421"/>
            <a:ext cx="659681" cy="562571"/>
          </a:xfrm>
          <a:prstGeom prst="rect">
            <a:avLst/>
          </a:prstGeom>
          <a:noFill/>
          <a:ln w="12700" cap="flat">
            <a:noFill/>
            <a:miter lim="800000"/>
            <a:headEnd/>
            <a:tailEnd/>
          </a:ln>
        </p:spPr>
      </p:pic>
      <p:pic>
        <p:nvPicPr>
          <p:cNvPr id="28" name="Picture 11">
            <a:extLst>
              <a:ext uri="{FF2B5EF4-FFF2-40B4-BE49-F238E27FC236}">
                <a16:creationId xmlns:a16="http://schemas.microsoft.com/office/drawing/2014/main" id="{4DE911B8-0E21-5540-A0FE-4D540F52FB2C}"/>
              </a:ext>
            </a:extLst>
          </p:cNvPr>
          <p:cNvPicPr>
            <a:picLocks noChangeAspect="1" noChangeArrowheads="1"/>
          </p:cNvPicPr>
          <p:nvPr/>
        </p:nvPicPr>
        <p:blipFill>
          <a:blip r:embed="rId6" cstate="print"/>
          <a:srcRect t="6667" r="81105" b="6667"/>
          <a:stretch>
            <a:fillRect/>
          </a:stretch>
        </p:blipFill>
        <p:spPr bwMode="auto">
          <a:xfrm>
            <a:off x="2484208" y="5183684"/>
            <a:ext cx="659681" cy="562571"/>
          </a:xfrm>
          <a:prstGeom prst="rect">
            <a:avLst/>
          </a:prstGeom>
          <a:noFill/>
          <a:ln w="12700" cap="flat">
            <a:noFill/>
            <a:miter lim="800000"/>
            <a:headEnd/>
            <a:tailEnd/>
          </a:ln>
        </p:spPr>
      </p:pic>
      <p:sp>
        <p:nvSpPr>
          <p:cNvPr id="29" name="Rectangle 12">
            <a:extLst>
              <a:ext uri="{FF2B5EF4-FFF2-40B4-BE49-F238E27FC236}">
                <a16:creationId xmlns:a16="http://schemas.microsoft.com/office/drawing/2014/main" id="{1ADA0320-DA27-564E-A50A-DCEC6758CC70}"/>
              </a:ext>
            </a:extLst>
          </p:cNvPr>
          <p:cNvSpPr>
            <a:spLocks/>
          </p:cNvSpPr>
          <p:nvPr/>
        </p:nvSpPr>
        <p:spPr bwMode="auto">
          <a:xfrm>
            <a:off x="2497570" y="5721650"/>
            <a:ext cx="799207" cy="372438"/>
          </a:xfrm>
          <a:prstGeom prst="rect">
            <a:avLst/>
          </a:prstGeom>
          <a:noFill/>
          <a:ln w="12700" cap="flat">
            <a:noFill/>
            <a:miter lim="800000"/>
            <a:headEnd type="none" w="med" len="med"/>
            <a:tailEnd type="none" w="med" len="med"/>
          </a:ln>
        </p:spPr>
        <p:txBody>
          <a:bodyPr lIns="0" tIns="0" rIns="0" bIns="0" anchor="ctr"/>
          <a:lstStyle/>
          <a:p>
            <a:pPr algn="ctr" eaLnBrk="0" fontAlgn="base" hangingPunct="0">
              <a:spcBef>
                <a:spcPct val="50000"/>
              </a:spcBef>
              <a:spcAft>
                <a:spcPct val="0"/>
              </a:spcAft>
            </a:pPr>
            <a:r>
              <a:rPr lang="en-US" sz="2100" dirty="0">
                <a:solidFill>
                  <a:srgbClr val="CCCCCC"/>
                </a:solidFill>
                <a:latin typeface="Verdana" pitchFamily="-111" charset="0"/>
                <a:cs typeface="Arial" pitchFamily="34" charset="0"/>
                <a:sym typeface="Arial" pitchFamily="34" charset="0"/>
              </a:rPr>
              <a:t>Azure</a:t>
            </a:r>
          </a:p>
        </p:txBody>
      </p:sp>
      <p:pic>
        <p:nvPicPr>
          <p:cNvPr id="1026" name="Picture 2" descr="Google Cloud Platform Tutorial: From Zero to Hero with GCP">
            <a:extLst>
              <a:ext uri="{FF2B5EF4-FFF2-40B4-BE49-F238E27FC236}">
                <a16:creationId xmlns:a16="http://schemas.microsoft.com/office/drawing/2014/main" id="{A49C4357-9D6A-1341-90B7-70F7F77AC23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88440" y="5197079"/>
            <a:ext cx="1563303" cy="87935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ow Does Google's Serverless App Engine Work? – CloudSavvy IT">
            <a:extLst>
              <a:ext uri="{FF2B5EF4-FFF2-40B4-BE49-F238E27FC236}">
                <a16:creationId xmlns:a16="http://schemas.microsoft.com/office/drawing/2014/main" id="{6830D634-BC81-AB47-A08B-F601078B5AC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8797" y="3325759"/>
            <a:ext cx="1530951" cy="830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0958253"/>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22" name="AutoShape 26"/>
          <p:cNvSpPr>
            <a:spLocks noChangeArrowheads="1"/>
          </p:cNvSpPr>
          <p:nvPr/>
        </p:nvSpPr>
        <p:spPr bwMode="auto">
          <a:xfrm>
            <a:off x="228600" y="5657334"/>
            <a:ext cx="6019800" cy="808116"/>
          </a:xfrm>
          <a:prstGeom prst="roundRect">
            <a:avLst>
              <a:gd name="adj" fmla="val 16667"/>
            </a:avLst>
          </a:prstGeom>
          <a:solidFill>
            <a:schemeClr val="accent3">
              <a:lumMod val="60000"/>
              <a:lumOff val="40000"/>
            </a:schemeClr>
          </a:solidFill>
          <a:ln w="9525">
            <a:solidFill>
              <a:schemeClr val="tx1"/>
            </a:solidFill>
            <a:round/>
            <a:headEnd/>
            <a:tailEnd/>
          </a:ln>
        </p:spPr>
        <p:txBody>
          <a:bodyPr anchor="ctr"/>
          <a:lstStyle/>
          <a:p>
            <a:pPr algn="ctr" eaLnBrk="0" fontAlgn="base" hangingPunct="0">
              <a:spcBef>
                <a:spcPct val="50000"/>
              </a:spcBef>
              <a:spcAft>
                <a:spcPct val="0"/>
              </a:spcAft>
            </a:pPr>
            <a:endParaRPr lang="en-US" sz="2400">
              <a:solidFill>
                <a:srgbClr val="FFFFFF"/>
              </a:solidFill>
              <a:latin typeface="Verdana" pitchFamily="-111" charset="0"/>
              <a:cs typeface="Arial" pitchFamily="-111" charset="-52"/>
            </a:endParaRPr>
          </a:p>
        </p:txBody>
      </p:sp>
      <p:sp>
        <p:nvSpPr>
          <p:cNvPr id="4099" name="Rectangle 3"/>
          <p:cNvSpPr>
            <a:spLocks noGrp="1" noChangeArrowheads="1"/>
          </p:cNvSpPr>
          <p:nvPr>
            <p:ph type="body" idx="1"/>
          </p:nvPr>
        </p:nvSpPr>
        <p:spPr>
          <a:xfrm>
            <a:off x="228600" y="889686"/>
            <a:ext cx="6324600" cy="4766048"/>
          </a:xfrm>
        </p:spPr>
        <p:txBody>
          <a:bodyPr/>
          <a:lstStyle/>
          <a:p>
            <a:pPr>
              <a:lnSpc>
                <a:spcPct val="90000"/>
              </a:lnSpc>
              <a:defRPr/>
            </a:pPr>
            <a:r>
              <a:rPr lang="en-US" sz="1800" dirty="0"/>
              <a:t>Rent computation and storage resources on </a:t>
            </a:r>
            <a:br>
              <a:rPr lang="en-US" sz="1800" dirty="0"/>
            </a:br>
            <a:r>
              <a:rPr lang="en-US" sz="1800" dirty="0"/>
              <a:t>demand</a:t>
            </a:r>
          </a:p>
          <a:p>
            <a:pPr lvl="1">
              <a:lnSpc>
                <a:spcPct val="90000"/>
              </a:lnSpc>
              <a:defRPr/>
            </a:pPr>
            <a:r>
              <a:rPr lang="en-US" dirty="0">
                <a:solidFill>
                  <a:srgbClr val="000000"/>
                </a:solidFill>
              </a:rPr>
              <a:t>Fundamental Value Proposition</a:t>
            </a:r>
            <a:r>
              <a:rPr lang="en-US" dirty="0">
                <a:solidFill>
                  <a:schemeClr val="tx2"/>
                </a:solidFill>
              </a:rPr>
              <a:t>:</a:t>
            </a:r>
          </a:p>
          <a:p>
            <a:pPr lvl="2">
              <a:lnSpc>
                <a:spcPct val="90000"/>
              </a:lnSpc>
              <a:defRPr/>
            </a:pPr>
            <a:r>
              <a:rPr lang="en-US" dirty="0">
                <a:solidFill>
                  <a:schemeClr val="tx2"/>
                </a:solidFill>
              </a:rPr>
              <a:t>Shared, dynamic allocation of resources </a:t>
            </a:r>
          </a:p>
          <a:p>
            <a:pPr lvl="2">
              <a:lnSpc>
                <a:spcPct val="90000"/>
              </a:lnSpc>
              <a:buFont typeface="IB Wb Regular" charset="0"/>
              <a:buNone/>
              <a:defRPr/>
            </a:pPr>
            <a:r>
              <a:rPr lang="en-US" dirty="0">
                <a:solidFill>
                  <a:schemeClr val="tx2"/>
                </a:solidFill>
              </a:rPr>
              <a:t>to reduce cost through multiplexing</a:t>
            </a:r>
            <a:endParaRPr lang="en-US" dirty="0"/>
          </a:p>
          <a:p>
            <a:pPr marL="455612">
              <a:lnSpc>
                <a:spcPct val="90000"/>
              </a:lnSpc>
              <a:buFont typeface="Arial" pitchFamily="34" charset="0"/>
              <a:buChar char="•"/>
              <a:defRPr/>
            </a:pPr>
            <a:r>
              <a:rPr lang="en-US" dirty="0"/>
              <a:t>Virtualization is a key component</a:t>
            </a:r>
          </a:p>
          <a:p>
            <a:pPr marL="0" lvl="1" indent="0">
              <a:lnSpc>
                <a:spcPct val="90000"/>
              </a:lnSpc>
              <a:spcBef>
                <a:spcPct val="20000"/>
              </a:spcBef>
              <a:spcAft>
                <a:spcPct val="20000"/>
              </a:spcAft>
              <a:buClr>
                <a:schemeClr val="tx2"/>
              </a:buClr>
              <a:buSzPct val="100000"/>
              <a:defRPr/>
            </a:pPr>
            <a:r>
              <a:rPr lang="en-US" sz="1800" dirty="0"/>
              <a:t> Accessed by multiple enterprise sites</a:t>
            </a:r>
          </a:p>
          <a:p>
            <a:pPr>
              <a:lnSpc>
                <a:spcPct val="90000"/>
              </a:lnSpc>
              <a:defRPr/>
            </a:pPr>
            <a:endParaRPr lang="en-US" sz="1800" dirty="0"/>
          </a:p>
          <a:p>
            <a:pPr>
              <a:lnSpc>
                <a:spcPct val="90000"/>
              </a:lnSpc>
              <a:defRPr/>
            </a:pPr>
            <a:r>
              <a:rPr lang="en-US" sz="1800" dirty="0"/>
              <a:t>Cloud Platform types:</a:t>
            </a:r>
          </a:p>
          <a:p>
            <a:pPr lvl="1">
              <a:lnSpc>
                <a:spcPct val="90000"/>
              </a:lnSpc>
              <a:defRPr/>
            </a:pPr>
            <a:r>
              <a:rPr lang="en-US" sz="1800" dirty="0"/>
              <a:t>Software as a Service</a:t>
            </a:r>
          </a:p>
          <a:p>
            <a:pPr lvl="2">
              <a:lnSpc>
                <a:spcPct val="90000"/>
              </a:lnSpc>
              <a:defRPr/>
            </a:pPr>
            <a:r>
              <a:rPr lang="en-US" sz="1600" dirty="0"/>
              <a:t>Hotmail, Google Docs, Microsoft Office 365</a:t>
            </a:r>
          </a:p>
          <a:p>
            <a:pPr lvl="2">
              <a:lnSpc>
                <a:spcPct val="90000"/>
              </a:lnSpc>
              <a:defRPr/>
            </a:pPr>
            <a:endParaRPr lang="en-US" sz="1400" dirty="0"/>
          </a:p>
          <a:p>
            <a:pPr lvl="1">
              <a:lnSpc>
                <a:spcPct val="90000"/>
              </a:lnSpc>
              <a:defRPr/>
            </a:pPr>
            <a:r>
              <a:rPr lang="en-US" sz="1800" dirty="0"/>
              <a:t>Platform as a Service</a:t>
            </a:r>
          </a:p>
          <a:p>
            <a:pPr lvl="2">
              <a:lnSpc>
                <a:spcPct val="90000"/>
              </a:lnSpc>
              <a:defRPr/>
            </a:pPr>
            <a:r>
              <a:rPr lang="en-US" sz="1600" dirty="0"/>
              <a:t>Google App Engine, Microsoft Azure</a:t>
            </a:r>
          </a:p>
          <a:p>
            <a:pPr marL="1028700" lvl="4">
              <a:lnSpc>
                <a:spcPct val="90000"/>
              </a:lnSpc>
              <a:defRPr/>
            </a:pPr>
            <a:endParaRPr lang="en-US" sz="1400" dirty="0"/>
          </a:p>
          <a:p>
            <a:pPr lvl="1">
              <a:lnSpc>
                <a:spcPct val="90000"/>
              </a:lnSpc>
              <a:defRPr/>
            </a:pPr>
            <a:r>
              <a:rPr lang="en-US" sz="1800" b="1" dirty="0">
                <a:solidFill>
                  <a:schemeClr val="tx2"/>
                </a:solidFill>
              </a:rPr>
              <a:t>Infrastructure as a Service</a:t>
            </a:r>
            <a:endParaRPr lang="en-US" sz="1800" dirty="0">
              <a:solidFill>
                <a:schemeClr val="tx2"/>
              </a:solidFill>
            </a:endParaRPr>
          </a:p>
          <a:p>
            <a:pPr lvl="2">
              <a:lnSpc>
                <a:spcPct val="90000"/>
              </a:lnSpc>
              <a:defRPr/>
            </a:pPr>
            <a:r>
              <a:rPr lang="en-US" sz="1600" dirty="0">
                <a:solidFill>
                  <a:schemeClr val="tx2"/>
                </a:solidFill>
              </a:rPr>
              <a:t>Amazon EC2, VMware </a:t>
            </a:r>
            <a:r>
              <a:rPr lang="en-US" sz="1600" dirty="0" err="1">
                <a:solidFill>
                  <a:schemeClr val="tx2"/>
                </a:solidFill>
              </a:rPr>
              <a:t>vCloud</a:t>
            </a:r>
            <a:r>
              <a:rPr lang="en-US" sz="1600" dirty="0">
                <a:solidFill>
                  <a:schemeClr val="tx2"/>
                </a:solidFill>
              </a:rPr>
              <a:t>, Google Cloud, Azure Cloud</a:t>
            </a:r>
          </a:p>
          <a:p>
            <a:pPr>
              <a:lnSpc>
                <a:spcPct val="90000"/>
              </a:lnSpc>
              <a:defRPr/>
            </a:pPr>
            <a:endParaRPr lang="en-US" sz="2400" dirty="0"/>
          </a:p>
        </p:txBody>
      </p:sp>
      <p:sp>
        <p:nvSpPr>
          <p:cNvPr id="8196" name="Rectangle 2"/>
          <p:cNvSpPr>
            <a:spLocks noGrp="1" noChangeArrowheads="1"/>
          </p:cNvSpPr>
          <p:nvPr>
            <p:ph type="title"/>
          </p:nvPr>
        </p:nvSpPr>
        <p:spPr>
          <a:xfrm>
            <a:off x="457202" y="275964"/>
            <a:ext cx="8037513" cy="638432"/>
          </a:xfrm>
        </p:spPr>
        <p:txBody>
          <a:bodyPr/>
          <a:lstStyle/>
          <a:p>
            <a:r>
              <a:rPr lang="en-US" dirty="0"/>
              <a:t>Cloud Computing</a:t>
            </a:r>
          </a:p>
        </p:txBody>
      </p:sp>
      <p:pic>
        <p:nvPicPr>
          <p:cNvPr id="8197" name="Picture 44" descr="usa2"/>
          <p:cNvPicPr>
            <a:picLocks noChangeAspect="1" noChangeArrowheads="1"/>
          </p:cNvPicPr>
          <p:nvPr/>
        </p:nvPicPr>
        <p:blipFill>
          <a:blip r:embed="rId3" cstate="print"/>
          <a:srcRect/>
          <a:stretch>
            <a:fillRect/>
          </a:stretch>
        </p:blipFill>
        <p:spPr bwMode="auto">
          <a:xfrm>
            <a:off x="5562602" y="2895602"/>
            <a:ext cx="3565525" cy="2874963"/>
          </a:xfrm>
          <a:prstGeom prst="rect">
            <a:avLst/>
          </a:prstGeom>
          <a:noFill/>
          <a:ln w="9525">
            <a:noFill/>
            <a:miter lim="800000"/>
            <a:headEnd/>
            <a:tailEnd/>
          </a:ln>
        </p:spPr>
      </p:pic>
      <p:pic>
        <p:nvPicPr>
          <p:cNvPr id="8198" name="Picture 27" descr="ICON_Cloud_Q308"/>
          <p:cNvPicPr>
            <a:picLocks noChangeAspect="1" noChangeArrowheads="1"/>
          </p:cNvPicPr>
          <p:nvPr/>
        </p:nvPicPr>
        <p:blipFill>
          <a:blip r:embed="rId4" cstate="print"/>
          <a:srcRect/>
          <a:stretch>
            <a:fillRect/>
          </a:stretch>
        </p:blipFill>
        <p:spPr bwMode="auto">
          <a:xfrm>
            <a:off x="5791200" y="1981200"/>
            <a:ext cx="2895600" cy="1428750"/>
          </a:xfrm>
          <a:prstGeom prst="rect">
            <a:avLst/>
          </a:prstGeom>
          <a:noFill/>
          <a:ln w="9525">
            <a:noFill/>
            <a:miter lim="800000"/>
            <a:headEnd/>
            <a:tailEnd/>
          </a:ln>
        </p:spPr>
      </p:pic>
      <p:sp>
        <p:nvSpPr>
          <p:cNvPr id="8199" name="Text Box 64"/>
          <p:cNvSpPr txBox="1">
            <a:spLocks noChangeArrowheads="1"/>
          </p:cNvSpPr>
          <p:nvPr/>
        </p:nvSpPr>
        <p:spPr bwMode="auto">
          <a:xfrm>
            <a:off x="6061854" y="1600202"/>
            <a:ext cx="2760692" cy="461665"/>
          </a:xfrm>
          <a:prstGeom prst="rect">
            <a:avLst/>
          </a:prstGeom>
          <a:noFill/>
          <a:ln w="9525">
            <a:noFill/>
            <a:miter lim="800000"/>
            <a:headEnd/>
            <a:tailEnd/>
          </a:ln>
        </p:spPr>
        <p:txBody>
          <a:bodyPr wrap="none">
            <a:spAutoFit/>
          </a:bodyPr>
          <a:lstStyle/>
          <a:p>
            <a:pPr algn="ctr" eaLnBrk="0" fontAlgn="base" hangingPunct="0">
              <a:spcBef>
                <a:spcPct val="50000"/>
              </a:spcBef>
              <a:spcAft>
                <a:spcPct val="0"/>
              </a:spcAft>
            </a:pPr>
            <a:r>
              <a:rPr lang="en-US" sz="2400" b="1" dirty="0">
                <a:solidFill>
                  <a:srgbClr val="000000"/>
                </a:solidFill>
                <a:latin typeface="Verdana" pitchFamily="-111" charset="0"/>
                <a:cs typeface="Arial" pitchFamily="-111" charset="-52"/>
              </a:rPr>
              <a:t>Cloud Platform</a:t>
            </a:r>
            <a:endParaRPr lang="en-US" sz="2400" dirty="0">
              <a:solidFill>
                <a:srgbClr val="000000"/>
              </a:solidFill>
              <a:latin typeface="Verdana" pitchFamily="-111" charset="0"/>
              <a:cs typeface="Arial" pitchFamily="-111" charset="-52"/>
            </a:endParaRPr>
          </a:p>
        </p:txBody>
      </p:sp>
      <p:pic>
        <p:nvPicPr>
          <p:cNvPr id="8200" name="Picture 66" descr="drive-harddisk"/>
          <p:cNvPicPr>
            <a:picLocks noChangeAspect="1" noChangeArrowheads="1"/>
          </p:cNvPicPr>
          <p:nvPr/>
        </p:nvPicPr>
        <p:blipFill>
          <a:blip r:embed="rId5" cstate="print"/>
          <a:srcRect/>
          <a:stretch>
            <a:fillRect/>
          </a:stretch>
        </p:blipFill>
        <p:spPr bwMode="auto">
          <a:xfrm>
            <a:off x="7772400" y="2438400"/>
            <a:ext cx="457200" cy="457200"/>
          </a:xfrm>
          <a:prstGeom prst="rect">
            <a:avLst/>
          </a:prstGeom>
          <a:noFill/>
          <a:ln w="9525">
            <a:noFill/>
            <a:miter lim="800000"/>
            <a:headEnd/>
            <a:tailEnd/>
          </a:ln>
        </p:spPr>
      </p:pic>
      <p:grpSp>
        <p:nvGrpSpPr>
          <p:cNvPr id="2" name="Group 67"/>
          <p:cNvGrpSpPr>
            <a:grpSpLocks/>
          </p:cNvGrpSpPr>
          <p:nvPr/>
        </p:nvGrpSpPr>
        <p:grpSpPr bwMode="auto">
          <a:xfrm>
            <a:off x="7086600" y="2133600"/>
            <a:ext cx="609600" cy="838200"/>
            <a:chOff x="4464" y="1824"/>
            <a:chExt cx="384" cy="528"/>
          </a:xfrm>
        </p:grpSpPr>
        <p:pic>
          <p:nvPicPr>
            <p:cNvPr id="8252" name="Picture 68" descr="drive-harddisk"/>
            <p:cNvPicPr>
              <a:picLocks noChangeAspect="1" noChangeArrowheads="1"/>
            </p:cNvPicPr>
            <p:nvPr/>
          </p:nvPicPr>
          <p:blipFill>
            <a:blip r:embed="rId5" cstate="print"/>
            <a:srcRect/>
            <a:stretch>
              <a:fillRect/>
            </a:stretch>
          </p:blipFill>
          <p:spPr bwMode="auto">
            <a:xfrm>
              <a:off x="4464" y="1824"/>
              <a:ext cx="288" cy="288"/>
            </a:xfrm>
            <a:prstGeom prst="rect">
              <a:avLst/>
            </a:prstGeom>
            <a:noFill/>
            <a:ln w="9525">
              <a:noFill/>
              <a:miter lim="800000"/>
              <a:headEnd/>
              <a:tailEnd/>
            </a:ln>
          </p:spPr>
        </p:pic>
        <p:pic>
          <p:nvPicPr>
            <p:cNvPr id="8253" name="Picture 69" descr="drive-harddisk"/>
            <p:cNvPicPr>
              <a:picLocks noChangeAspect="1" noChangeArrowheads="1"/>
            </p:cNvPicPr>
            <p:nvPr/>
          </p:nvPicPr>
          <p:blipFill>
            <a:blip r:embed="rId5" cstate="print"/>
            <a:srcRect/>
            <a:stretch>
              <a:fillRect/>
            </a:stretch>
          </p:blipFill>
          <p:spPr bwMode="auto">
            <a:xfrm>
              <a:off x="4560" y="2064"/>
              <a:ext cx="288" cy="288"/>
            </a:xfrm>
            <a:prstGeom prst="rect">
              <a:avLst/>
            </a:prstGeom>
            <a:noFill/>
            <a:ln w="9525">
              <a:noFill/>
              <a:miter lim="800000"/>
              <a:headEnd/>
              <a:tailEnd/>
            </a:ln>
          </p:spPr>
        </p:pic>
      </p:grpSp>
      <p:grpSp>
        <p:nvGrpSpPr>
          <p:cNvPr id="3" name="Group 70"/>
          <p:cNvGrpSpPr>
            <a:grpSpLocks/>
          </p:cNvGrpSpPr>
          <p:nvPr/>
        </p:nvGrpSpPr>
        <p:grpSpPr bwMode="auto">
          <a:xfrm>
            <a:off x="6172200" y="2667000"/>
            <a:ext cx="2286000" cy="609600"/>
            <a:chOff x="3840" y="1968"/>
            <a:chExt cx="1440" cy="384"/>
          </a:xfrm>
        </p:grpSpPr>
        <p:pic>
          <p:nvPicPr>
            <p:cNvPr id="8250" name="Picture 71" descr="drive-harddisk"/>
            <p:cNvPicPr>
              <a:picLocks noChangeAspect="1" noChangeArrowheads="1"/>
            </p:cNvPicPr>
            <p:nvPr/>
          </p:nvPicPr>
          <p:blipFill>
            <a:blip r:embed="rId5" cstate="print"/>
            <a:srcRect/>
            <a:stretch>
              <a:fillRect/>
            </a:stretch>
          </p:blipFill>
          <p:spPr bwMode="auto">
            <a:xfrm>
              <a:off x="3840" y="1968"/>
              <a:ext cx="288" cy="288"/>
            </a:xfrm>
            <a:prstGeom prst="rect">
              <a:avLst/>
            </a:prstGeom>
            <a:noFill/>
            <a:ln w="9525">
              <a:noFill/>
              <a:miter lim="800000"/>
              <a:headEnd/>
              <a:tailEnd/>
            </a:ln>
          </p:spPr>
        </p:pic>
        <p:pic>
          <p:nvPicPr>
            <p:cNvPr id="8251" name="Picture 72" descr="drive-harddisk"/>
            <p:cNvPicPr>
              <a:picLocks noChangeAspect="1" noChangeArrowheads="1"/>
            </p:cNvPicPr>
            <p:nvPr/>
          </p:nvPicPr>
          <p:blipFill>
            <a:blip r:embed="rId5" cstate="print"/>
            <a:srcRect/>
            <a:stretch>
              <a:fillRect/>
            </a:stretch>
          </p:blipFill>
          <p:spPr bwMode="auto">
            <a:xfrm>
              <a:off x="4992" y="2064"/>
              <a:ext cx="288" cy="288"/>
            </a:xfrm>
            <a:prstGeom prst="rect">
              <a:avLst/>
            </a:prstGeom>
            <a:noFill/>
            <a:ln w="9525">
              <a:noFill/>
              <a:miter lim="800000"/>
              <a:headEnd/>
              <a:tailEnd/>
            </a:ln>
          </p:spPr>
        </p:pic>
      </p:grpSp>
      <p:pic>
        <p:nvPicPr>
          <p:cNvPr id="8203" name="Picture 73" descr="drive-harddisk"/>
          <p:cNvPicPr>
            <a:picLocks noChangeAspect="1" noChangeArrowheads="1"/>
          </p:cNvPicPr>
          <p:nvPr/>
        </p:nvPicPr>
        <p:blipFill>
          <a:blip r:embed="rId5" cstate="print"/>
          <a:srcRect/>
          <a:stretch>
            <a:fillRect/>
          </a:stretch>
        </p:blipFill>
        <p:spPr bwMode="auto">
          <a:xfrm>
            <a:off x="6477000" y="2286000"/>
            <a:ext cx="457200" cy="457200"/>
          </a:xfrm>
          <a:prstGeom prst="rect">
            <a:avLst/>
          </a:prstGeom>
          <a:noFill/>
          <a:ln w="9525">
            <a:noFill/>
            <a:miter lim="800000"/>
            <a:headEnd/>
            <a:tailEnd/>
          </a:ln>
        </p:spPr>
      </p:pic>
      <p:sp>
        <p:nvSpPr>
          <p:cNvPr id="4170" name="Text Box 74"/>
          <p:cNvSpPr txBox="1">
            <a:spLocks noChangeArrowheads="1"/>
          </p:cNvSpPr>
          <p:nvPr/>
        </p:nvSpPr>
        <p:spPr bwMode="auto">
          <a:xfrm>
            <a:off x="6198359" y="5562602"/>
            <a:ext cx="2929008" cy="461665"/>
          </a:xfrm>
          <a:prstGeom prst="rect">
            <a:avLst/>
          </a:prstGeom>
          <a:noFill/>
          <a:ln w="9525">
            <a:noFill/>
            <a:miter lim="800000"/>
            <a:headEnd/>
            <a:tailEnd/>
          </a:ln>
        </p:spPr>
        <p:txBody>
          <a:bodyPr wrap="none">
            <a:spAutoFit/>
          </a:bodyPr>
          <a:lstStyle/>
          <a:p>
            <a:pPr algn="ctr" eaLnBrk="0" fontAlgn="base" hangingPunct="0">
              <a:spcBef>
                <a:spcPct val="50000"/>
              </a:spcBef>
              <a:spcAft>
                <a:spcPct val="0"/>
              </a:spcAft>
            </a:pPr>
            <a:r>
              <a:rPr lang="en-US" sz="2400" b="1" dirty="0">
                <a:solidFill>
                  <a:srgbClr val="067AB4"/>
                </a:solidFill>
                <a:latin typeface="Verdana" pitchFamily="-111" charset="0"/>
                <a:cs typeface="Arial" pitchFamily="-111" charset="-52"/>
              </a:rPr>
              <a:t>Enterprise Sites</a:t>
            </a:r>
            <a:endParaRPr lang="en-US" sz="2400" dirty="0">
              <a:solidFill>
                <a:srgbClr val="067AB4"/>
              </a:solidFill>
              <a:latin typeface="Verdana" pitchFamily="-111" charset="0"/>
              <a:cs typeface="Arial" pitchFamily="-111" charset="-52"/>
            </a:endParaRPr>
          </a:p>
        </p:txBody>
      </p:sp>
      <p:grpSp>
        <p:nvGrpSpPr>
          <p:cNvPr id="4" name="Group 82"/>
          <p:cNvGrpSpPr>
            <a:grpSpLocks/>
          </p:cNvGrpSpPr>
          <p:nvPr/>
        </p:nvGrpSpPr>
        <p:grpSpPr bwMode="auto">
          <a:xfrm>
            <a:off x="5638800" y="2819400"/>
            <a:ext cx="3200400" cy="2362200"/>
            <a:chOff x="3600" y="1824"/>
            <a:chExt cx="2016" cy="1488"/>
          </a:xfrm>
        </p:grpSpPr>
        <p:grpSp>
          <p:nvGrpSpPr>
            <p:cNvPr id="5" name="Group 52"/>
            <p:cNvGrpSpPr>
              <a:grpSpLocks/>
            </p:cNvGrpSpPr>
            <p:nvPr/>
          </p:nvGrpSpPr>
          <p:grpSpPr bwMode="auto">
            <a:xfrm>
              <a:off x="3600" y="2675"/>
              <a:ext cx="384" cy="349"/>
              <a:chOff x="528" y="3552"/>
              <a:chExt cx="528" cy="480"/>
            </a:xfrm>
          </p:grpSpPr>
          <p:sp>
            <p:nvSpPr>
              <p:cNvPr id="8248" name="Oval 53"/>
              <p:cNvSpPr>
                <a:spLocks noChangeArrowheads="1"/>
              </p:cNvSpPr>
              <p:nvPr/>
            </p:nvSpPr>
            <p:spPr bwMode="auto">
              <a:xfrm>
                <a:off x="528" y="3888"/>
                <a:ext cx="528" cy="144"/>
              </a:xfrm>
              <a:prstGeom prst="ellipse">
                <a:avLst/>
              </a:prstGeom>
              <a:solidFill>
                <a:schemeClr val="hlink"/>
              </a:solidFill>
              <a:ln w="19050">
                <a:solidFill>
                  <a:schemeClr val="tx1"/>
                </a:solidFill>
                <a:round/>
                <a:headEnd/>
                <a:tailEnd/>
              </a:ln>
            </p:spPr>
            <p:txBody>
              <a:bodyPr wrap="none" anchor="ctr"/>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pic>
            <p:nvPicPr>
              <p:cNvPr id="8249" name="Picture 214" descr="ICON_People_Green_Q408"/>
              <p:cNvPicPr>
                <a:picLocks noChangeAspect="1" noChangeArrowheads="1"/>
              </p:cNvPicPr>
              <p:nvPr/>
            </p:nvPicPr>
            <p:blipFill>
              <a:blip r:embed="rId6" cstate="print"/>
              <a:srcRect/>
              <a:stretch>
                <a:fillRect/>
              </a:stretch>
            </p:blipFill>
            <p:spPr bwMode="auto">
              <a:xfrm>
                <a:off x="576" y="3552"/>
                <a:ext cx="418" cy="480"/>
              </a:xfrm>
              <a:prstGeom prst="rect">
                <a:avLst/>
              </a:prstGeom>
              <a:noFill/>
              <a:ln w="9525">
                <a:noFill/>
                <a:miter lim="800000"/>
                <a:headEnd/>
                <a:tailEnd/>
              </a:ln>
            </p:spPr>
          </p:pic>
        </p:grpSp>
        <p:grpSp>
          <p:nvGrpSpPr>
            <p:cNvPr id="6" name="Group 81"/>
            <p:cNvGrpSpPr>
              <a:grpSpLocks/>
            </p:cNvGrpSpPr>
            <p:nvPr/>
          </p:nvGrpSpPr>
          <p:grpSpPr bwMode="auto">
            <a:xfrm>
              <a:off x="3696" y="1824"/>
              <a:ext cx="1920" cy="1488"/>
              <a:chOff x="3696" y="1824"/>
              <a:chExt cx="1920" cy="1488"/>
            </a:xfrm>
          </p:grpSpPr>
          <p:grpSp>
            <p:nvGrpSpPr>
              <p:cNvPr id="7" name="Group 46"/>
              <p:cNvGrpSpPr>
                <a:grpSpLocks/>
              </p:cNvGrpSpPr>
              <p:nvPr/>
            </p:nvGrpSpPr>
            <p:grpSpPr bwMode="auto">
              <a:xfrm>
                <a:off x="5088" y="2784"/>
                <a:ext cx="384" cy="349"/>
                <a:chOff x="528" y="3552"/>
                <a:chExt cx="528" cy="480"/>
              </a:xfrm>
            </p:grpSpPr>
            <p:sp>
              <p:nvSpPr>
                <p:cNvPr id="8246" name="Oval 47"/>
                <p:cNvSpPr>
                  <a:spLocks noChangeArrowheads="1"/>
                </p:cNvSpPr>
                <p:nvPr/>
              </p:nvSpPr>
              <p:spPr bwMode="auto">
                <a:xfrm>
                  <a:off x="528" y="3888"/>
                  <a:ext cx="528" cy="144"/>
                </a:xfrm>
                <a:prstGeom prst="ellipse">
                  <a:avLst/>
                </a:prstGeom>
                <a:solidFill>
                  <a:schemeClr val="hlink"/>
                </a:solidFill>
                <a:ln w="19050">
                  <a:solidFill>
                    <a:schemeClr val="tx1"/>
                  </a:solidFill>
                  <a:round/>
                  <a:headEnd/>
                  <a:tailEnd/>
                </a:ln>
              </p:spPr>
              <p:txBody>
                <a:bodyPr wrap="none" anchor="ctr"/>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pic>
              <p:nvPicPr>
                <p:cNvPr id="8247" name="Picture 214" descr="ICON_People_Green_Q408"/>
                <p:cNvPicPr>
                  <a:picLocks noChangeAspect="1" noChangeArrowheads="1"/>
                </p:cNvPicPr>
                <p:nvPr/>
              </p:nvPicPr>
              <p:blipFill>
                <a:blip r:embed="rId6" cstate="print"/>
                <a:srcRect/>
                <a:stretch>
                  <a:fillRect/>
                </a:stretch>
              </p:blipFill>
              <p:spPr bwMode="auto">
                <a:xfrm>
                  <a:off x="576" y="3552"/>
                  <a:ext cx="418" cy="480"/>
                </a:xfrm>
                <a:prstGeom prst="rect">
                  <a:avLst/>
                </a:prstGeom>
                <a:noFill/>
                <a:ln w="9525">
                  <a:noFill/>
                  <a:miter lim="800000"/>
                  <a:headEnd/>
                  <a:tailEnd/>
                </a:ln>
              </p:spPr>
            </p:pic>
          </p:grpSp>
          <p:grpSp>
            <p:nvGrpSpPr>
              <p:cNvPr id="8" name="Group 49"/>
              <p:cNvGrpSpPr>
                <a:grpSpLocks/>
              </p:cNvGrpSpPr>
              <p:nvPr/>
            </p:nvGrpSpPr>
            <p:grpSpPr bwMode="auto">
              <a:xfrm>
                <a:off x="4368" y="2963"/>
                <a:ext cx="384" cy="349"/>
                <a:chOff x="672" y="2736"/>
                <a:chExt cx="528" cy="480"/>
              </a:xfrm>
            </p:grpSpPr>
            <p:sp>
              <p:nvSpPr>
                <p:cNvPr id="8244" name="Oval 50"/>
                <p:cNvSpPr>
                  <a:spLocks noChangeArrowheads="1"/>
                </p:cNvSpPr>
                <p:nvPr/>
              </p:nvSpPr>
              <p:spPr bwMode="auto">
                <a:xfrm>
                  <a:off x="672" y="3072"/>
                  <a:ext cx="528" cy="144"/>
                </a:xfrm>
                <a:prstGeom prst="ellipse">
                  <a:avLst/>
                </a:prstGeom>
                <a:solidFill>
                  <a:schemeClr val="accent2"/>
                </a:solidFill>
                <a:ln w="19050">
                  <a:solidFill>
                    <a:schemeClr val="tx1"/>
                  </a:solidFill>
                  <a:round/>
                  <a:headEnd/>
                  <a:tailEnd/>
                </a:ln>
              </p:spPr>
              <p:txBody>
                <a:bodyPr wrap="none" anchor="ctr"/>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pic>
              <p:nvPicPr>
                <p:cNvPr id="8245" name="Picture 217" descr="ICON_People_Orange_Q408"/>
                <p:cNvPicPr>
                  <a:picLocks noChangeAspect="1" noChangeArrowheads="1"/>
                </p:cNvPicPr>
                <p:nvPr/>
              </p:nvPicPr>
              <p:blipFill>
                <a:blip r:embed="rId7" cstate="print"/>
                <a:srcRect/>
                <a:stretch>
                  <a:fillRect/>
                </a:stretch>
              </p:blipFill>
              <p:spPr bwMode="auto">
                <a:xfrm>
                  <a:off x="720" y="2736"/>
                  <a:ext cx="430" cy="473"/>
                </a:xfrm>
                <a:prstGeom prst="rect">
                  <a:avLst/>
                </a:prstGeom>
                <a:noFill/>
                <a:ln w="9525">
                  <a:noFill/>
                  <a:miter lim="800000"/>
                  <a:headEnd/>
                  <a:tailEnd/>
                </a:ln>
              </p:spPr>
            </p:pic>
          </p:grpSp>
          <p:grpSp>
            <p:nvGrpSpPr>
              <p:cNvPr id="9" name="Group 55"/>
              <p:cNvGrpSpPr>
                <a:grpSpLocks/>
              </p:cNvGrpSpPr>
              <p:nvPr/>
            </p:nvGrpSpPr>
            <p:grpSpPr bwMode="auto">
              <a:xfrm>
                <a:off x="3696" y="2235"/>
                <a:ext cx="384" cy="349"/>
                <a:chOff x="528" y="3552"/>
                <a:chExt cx="528" cy="480"/>
              </a:xfrm>
            </p:grpSpPr>
            <p:sp>
              <p:nvSpPr>
                <p:cNvPr id="8242" name="Oval 56"/>
                <p:cNvSpPr>
                  <a:spLocks noChangeArrowheads="1"/>
                </p:cNvSpPr>
                <p:nvPr/>
              </p:nvSpPr>
              <p:spPr bwMode="auto">
                <a:xfrm>
                  <a:off x="528" y="3888"/>
                  <a:ext cx="528" cy="144"/>
                </a:xfrm>
                <a:prstGeom prst="ellipse">
                  <a:avLst/>
                </a:prstGeom>
                <a:solidFill>
                  <a:schemeClr val="hlink"/>
                </a:solidFill>
                <a:ln w="19050">
                  <a:solidFill>
                    <a:schemeClr val="tx1"/>
                  </a:solidFill>
                  <a:round/>
                  <a:headEnd/>
                  <a:tailEnd/>
                </a:ln>
              </p:spPr>
              <p:txBody>
                <a:bodyPr wrap="none" anchor="ctr"/>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pic>
              <p:nvPicPr>
                <p:cNvPr id="8243" name="Picture 214" descr="ICON_People_Green_Q408"/>
                <p:cNvPicPr>
                  <a:picLocks noChangeAspect="1" noChangeArrowheads="1"/>
                </p:cNvPicPr>
                <p:nvPr/>
              </p:nvPicPr>
              <p:blipFill>
                <a:blip r:embed="rId6" cstate="print"/>
                <a:srcRect/>
                <a:stretch>
                  <a:fillRect/>
                </a:stretch>
              </p:blipFill>
              <p:spPr bwMode="auto">
                <a:xfrm>
                  <a:off x="576" y="3552"/>
                  <a:ext cx="418" cy="480"/>
                </a:xfrm>
                <a:prstGeom prst="rect">
                  <a:avLst/>
                </a:prstGeom>
                <a:noFill/>
                <a:ln w="9525">
                  <a:noFill/>
                  <a:miter lim="800000"/>
                  <a:headEnd/>
                  <a:tailEnd/>
                </a:ln>
              </p:spPr>
            </p:pic>
          </p:grpSp>
          <p:grpSp>
            <p:nvGrpSpPr>
              <p:cNvPr id="10" name="Group 58"/>
              <p:cNvGrpSpPr>
                <a:grpSpLocks/>
              </p:cNvGrpSpPr>
              <p:nvPr/>
            </p:nvGrpSpPr>
            <p:grpSpPr bwMode="auto">
              <a:xfrm>
                <a:off x="5232" y="2448"/>
                <a:ext cx="384" cy="349"/>
                <a:chOff x="672" y="2736"/>
                <a:chExt cx="528" cy="480"/>
              </a:xfrm>
            </p:grpSpPr>
            <p:sp>
              <p:nvSpPr>
                <p:cNvPr id="8240" name="Oval 59"/>
                <p:cNvSpPr>
                  <a:spLocks noChangeArrowheads="1"/>
                </p:cNvSpPr>
                <p:nvPr/>
              </p:nvSpPr>
              <p:spPr bwMode="auto">
                <a:xfrm>
                  <a:off x="672" y="3072"/>
                  <a:ext cx="528" cy="144"/>
                </a:xfrm>
                <a:prstGeom prst="ellipse">
                  <a:avLst/>
                </a:prstGeom>
                <a:solidFill>
                  <a:schemeClr val="accent2"/>
                </a:solidFill>
                <a:ln w="19050">
                  <a:solidFill>
                    <a:schemeClr val="tx1"/>
                  </a:solidFill>
                  <a:round/>
                  <a:headEnd/>
                  <a:tailEnd/>
                </a:ln>
              </p:spPr>
              <p:txBody>
                <a:bodyPr wrap="none" anchor="ctr"/>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pic>
              <p:nvPicPr>
                <p:cNvPr id="8241" name="Picture 217" descr="ICON_People_Orange_Q408"/>
                <p:cNvPicPr>
                  <a:picLocks noChangeAspect="1" noChangeArrowheads="1"/>
                </p:cNvPicPr>
                <p:nvPr/>
              </p:nvPicPr>
              <p:blipFill>
                <a:blip r:embed="rId7" cstate="print"/>
                <a:srcRect/>
                <a:stretch>
                  <a:fillRect/>
                </a:stretch>
              </p:blipFill>
              <p:spPr bwMode="auto">
                <a:xfrm>
                  <a:off x="720" y="2736"/>
                  <a:ext cx="430" cy="473"/>
                </a:xfrm>
                <a:prstGeom prst="rect">
                  <a:avLst/>
                </a:prstGeom>
                <a:noFill/>
                <a:ln w="9525">
                  <a:noFill/>
                  <a:miter lim="800000"/>
                  <a:headEnd/>
                  <a:tailEnd/>
                </a:ln>
              </p:spPr>
            </p:pic>
          </p:grpSp>
          <p:grpSp>
            <p:nvGrpSpPr>
              <p:cNvPr id="11" name="Group 61"/>
              <p:cNvGrpSpPr>
                <a:grpSpLocks/>
              </p:cNvGrpSpPr>
              <p:nvPr/>
            </p:nvGrpSpPr>
            <p:grpSpPr bwMode="auto">
              <a:xfrm>
                <a:off x="4608" y="2352"/>
                <a:ext cx="384" cy="349"/>
                <a:chOff x="528" y="3552"/>
                <a:chExt cx="528" cy="480"/>
              </a:xfrm>
            </p:grpSpPr>
            <p:sp>
              <p:nvSpPr>
                <p:cNvPr id="8238" name="Oval 62"/>
                <p:cNvSpPr>
                  <a:spLocks noChangeArrowheads="1"/>
                </p:cNvSpPr>
                <p:nvPr/>
              </p:nvSpPr>
              <p:spPr bwMode="auto">
                <a:xfrm>
                  <a:off x="528" y="3888"/>
                  <a:ext cx="528" cy="144"/>
                </a:xfrm>
                <a:prstGeom prst="ellipse">
                  <a:avLst/>
                </a:prstGeom>
                <a:solidFill>
                  <a:schemeClr val="hlink"/>
                </a:solidFill>
                <a:ln w="19050">
                  <a:solidFill>
                    <a:schemeClr val="tx1"/>
                  </a:solidFill>
                  <a:round/>
                  <a:headEnd/>
                  <a:tailEnd/>
                </a:ln>
              </p:spPr>
              <p:txBody>
                <a:bodyPr wrap="none" anchor="ctr"/>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pic>
              <p:nvPicPr>
                <p:cNvPr id="8239" name="Picture 214" descr="ICON_People_Green_Q408"/>
                <p:cNvPicPr>
                  <a:picLocks noChangeAspect="1" noChangeArrowheads="1"/>
                </p:cNvPicPr>
                <p:nvPr/>
              </p:nvPicPr>
              <p:blipFill>
                <a:blip r:embed="rId6" cstate="print"/>
                <a:srcRect/>
                <a:stretch>
                  <a:fillRect/>
                </a:stretch>
              </p:blipFill>
              <p:spPr bwMode="auto">
                <a:xfrm>
                  <a:off x="576" y="3552"/>
                  <a:ext cx="418" cy="480"/>
                </a:xfrm>
                <a:prstGeom prst="rect">
                  <a:avLst/>
                </a:prstGeom>
                <a:noFill/>
                <a:ln w="9525">
                  <a:noFill/>
                  <a:miter lim="800000"/>
                  <a:headEnd/>
                  <a:tailEnd/>
                </a:ln>
              </p:spPr>
            </p:pic>
          </p:grpSp>
          <p:sp>
            <p:nvSpPr>
              <p:cNvPr id="8232" name="Line 75"/>
              <p:cNvSpPr>
                <a:spLocks noChangeShapeType="1"/>
              </p:cNvSpPr>
              <p:nvPr/>
            </p:nvSpPr>
            <p:spPr bwMode="auto">
              <a:xfrm flipH="1" flipV="1">
                <a:off x="4464" y="1872"/>
                <a:ext cx="192" cy="528"/>
              </a:xfrm>
              <a:prstGeom prst="line">
                <a:avLst/>
              </a:prstGeom>
              <a:noFill/>
              <a:ln w="25400">
                <a:solidFill>
                  <a:schemeClr val="hlink"/>
                </a:solidFill>
                <a:round/>
                <a:headEnd/>
                <a:tailEnd type="triangle" w="med" len="med"/>
              </a:ln>
            </p:spPr>
            <p:txBody>
              <a:bodyPr wrap="none" anchor="ctr"/>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sp>
            <p:nvSpPr>
              <p:cNvPr id="8233" name="Line 76"/>
              <p:cNvSpPr>
                <a:spLocks noChangeShapeType="1"/>
              </p:cNvSpPr>
              <p:nvPr/>
            </p:nvSpPr>
            <p:spPr bwMode="auto">
              <a:xfrm flipV="1">
                <a:off x="3936" y="1920"/>
                <a:ext cx="432" cy="1008"/>
              </a:xfrm>
              <a:prstGeom prst="line">
                <a:avLst/>
              </a:prstGeom>
              <a:noFill/>
              <a:ln w="25400">
                <a:solidFill>
                  <a:schemeClr val="hlink"/>
                </a:solidFill>
                <a:round/>
                <a:headEnd/>
                <a:tailEnd type="triangle" w="med" len="med"/>
              </a:ln>
            </p:spPr>
            <p:txBody>
              <a:bodyPr wrap="none" anchor="ctr"/>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sp>
            <p:nvSpPr>
              <p:cNvPr id="8234" name="Line 77"/>
              <p:cNvSpPr>
                <a:spLocks noChangeShapeType="1"/>
              </p:cNvSpPr>
              <p:nvPr/>
            </p:nvSpPr>
            <p:spPr bwMode="auto">
              <a:xfrm flipV="1">
                <a:off x="3984" y="1824"/>
                <a:ext cx="0" cy="480"/>
              </a:xfrm>
              <a:prstGeom prst="line">
                <a:avLst/>
              </a:prstGeom>
              <a:noFill/>
              <a:ln w="25400">
                <a:solidFill>
                  <a:schemeClr val="hlink"/>
                </a:solidFill>
                <a:round/>
                <a:headEnd/>
                <a:tailEnd type="triangle" w="med" len="med"/>
              </a:ln>
            </p:spPr>
            <p:txBody>
              <a:bodyPr wrap="none" anchor="ctr"/>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sp>
            <p:nvSpPr>
              <p:cNvPr id="8235" name="Line 78"/>
              <p:cNvSpPr>
                <a:spLocks noChangeShapeType="1"/>
              </p:cNvSpPr>
              <p:nvPr/>
            </p:nvSpPr>
            <p:spPr bwMode="auto">
              <a:xfrm flipH="1" flipV="1">
                <a:off x="4752" y="1824"/>
                <a:ext cx="432" cy="960"/>
              </a:xfrm>
              <a:prstGeom prst="line">
                <a:avLst/>
              </a:prstGeom>
              <a:noFill/>
              <a:ln w="25400">
                <a:solidFill>
                  <a:schemeClr val="hlink"/>
                </a:solidFill>
                <a:round/>
                <a:headEnd/>
                <a:tailEnd type="triangle" w="med" len="med"/>
              </a:ln>
            </p:spPr>
            <p:txBody>
              <a:bodyPr wrap="none" anchor="ctr"/>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sp>
            <p:nvSpPr>
              <p:cNvPr id="8236" name="Line 79"/>
              <p:cNvSpPr>
                <a:spLocks noChangeShapeType="1"/>
              </p:cNvSpPr>
              <p:nvPr/>
            </p:nvSpPr>
            <p:spPr bwMode="auto">
              <a:xfrm flipH="1" flipV="1">
                <a:off x="5184" y="1920"/>
                <a:ext cx="192" cy="528"/>
              </a:xfrm>
              <a:prstGeom prst="line">
                <a:avLst/>
              </a:prstGeom>
              <a:noFill/>
              <a:ln w="25400">
                <a:solidFill>
                  <a:schemeClr val="accent2"/>
                </a:solidFill>
                <a:round/>
                <a:headEnd/>
                <a:tailEnd type="triangle" w="med" len="med"/>
              </a:ln>
            </p:spPr>
            <p:txBody>
              <a:bodyPr wrap="none" anchor="ctr"/>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sp>
            <p:nvSpPr>
              <p:cNvPr id="8237" name="Line 80"/>
              <p:cNvSpPr>
                <a:spLocks noChangeShapeType="1"/>
              </p:cNvSpPr>
              <p:nvPr/>
            </p:nvSpPr>
            <p:spPr bwMode="auto">
              <a:xfrm flipV="1">
                <a:off x="4704" y="1968"/>
                <a:ext cx="384" cy="1152"/>
              </a:xfrm>
              <a:prstGeom prst="line">
                <a:avLst/>
              </a:prstGeom>
              <a:noFill/>
              <a:ln w="25400">
                <a:solidFill>
                  <a:schemeClr val="accent2"/>
                </a:solidFill>
                <a:round/>
                <a:headEnd/>
                <a:tailEnd type="triangle" w="med" len="med"/>
              </a:ln>
            </p:spPr>
            <p:txBody>
              <a:bodyPr wrap="none" anchor="ctr"/>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grpSp>
      </p:grpSp>
      <p:grpSp>
        <p:nvGrpSpPr>
          <p:cNvPr id="12" name="Group 99"/>
          <p:cNvGrpSpPr>
            <a:grpSpLocks/>
          </p:cNvGrpSpPr>
          <p:nvPr/>
        </p:nvGrpSpPr>
        <p:grpSpPr bwMode="auto">
          <a:xfrm>
            <a:off x="6096000" y="2438400"/>
            <a:ext cx="2514600" cy="2743200"/>
            <a:chOff x="3840" y="1536"/>
            <a:chExt cx="1584" cy="1728"/>
          </a:xfrm>
        </p:grpSpPr>
        <p:pic>
          <p:nvPicPr>
            <p:cNvPr id="8208" name="Picture 65" descr="drive-harddisk"/>
            <p:cNvPicPr>
              <a:picLocks noChangeAspect="1" noChangeArrowheads="1"/>
            </p:cNvPicPr>
            <p:nvPr/>
          </p:nvPicPr>
          <p:blipFill>
            <a:blip r:embed="rId5" cstate="print"/>
            <a:srcRect/>
            <a:stretch>
              <a:fillRect/>
            </a:stretch>
          </p:blipFill>
          <p:spPr bwMode="auto">
            <a:xfrm>
              <a:off x="4320" y="1728"/>
              <a:ext cx="288" cy="288"/>
            </a:xfrm>
            <a:prstGeom prst="rect">
              <a:avLst/>
            </a:prstGeom>
            <a:noFill/>
            <a:ln w="9525">
              <a:noFill/>
              <a:miter lim="800000"/>
              <a:headEnd/>
              <a:tailEnd/>
            </a:ln>
          </p:spPr>
        </p:pic>
        <p:sp>
          <p:nvSpPr>
            <p:cNvPr id="8209" name="Line 83"/>
            <p:cNvSpPr>
              <a:spLocks noChangeShapeType="1"/>
            </p:cNvSpPr>
            <p:nvPr/>
          </p:nvSpPr>
          <p:spPr bwMode="auto">
            <a:xfrm flipV="1">
              <a:off x="3840" y="1824"/>
              <a:ext cx="240" cy="864"/>
            </a:xfrm>
            <a:prstGeom prst="line">
              <a:avLst/>
            </a:prstGeom>
            <a:noFill/>
            <a:ln w="28575">
              <a:solidFill>
                <a:schemeClr val="folHlink"/>
              </a:solidFill>
              <a:round/>
              <a:headEnd/>
              <a:tailEnd type="triangle" w="med" len="med"/>
            </a:ln>
          </p:spPr>
          <p:txBody>
            <a:bodyPr wrap="none" anchor="ctr"/>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sp>
          <p:nvSpPr>
            <p:cNvPr id="8210" name="Line 84"/>
            <p:cNvSpPr>
              <a:spLocks noChangeShapeType="1"/>
            </p:cNvSpPr>
            <p:nvPr/>
          </p:nvSpPr>
          <p:spPr bwMode="auto">
            <a:xfrm flipV="1">
              <a:off x="4272" y="1632"/>
              <a:ext cx="576" cy="1296"/>
            </a:xfrm>
            <a:prstGeom prst="line">
              <a:avLst/>
            </a:prstGeom>
            <a:noFill/>
            <a:ln w="28575">
              <a:solidFill>
                <a:schemeClr val="folHlink"/>
              </a:solidFill>
              <a:round/>
              <a:headEnd/>
              <a:tailEnd type="triangle" w="med" len="med"/>
            </a:ln>
          </p:spPr>
          <p:txBody>
            <a:bodyPr wrap="none" anchor="ctr"/>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sp>
          <p:nvSpPr>
            <p:cNvPr id="8211" name="Line 85"/>
            <p:cNvSpPr>
              <a:spLocks noChangeShapeType="1"/>
            </p:cNvSpPr>
            <p:nvPr/>
          </p:nvSpPr>
          <p:spPr bwMode="auto">
            <a:xfrm flipV="1">
              <a:off x="4272" y="1584"/>
              <a:ext cx="0" cy="1152"/>
            </a:xfrm>
            <a:prstGeom prst="line">
              <a:avLst/>
            </a:prstGeom>
            <a:noFill/>
            <a:ln w="28575">
              <a:solidFill>
                <a:schemeClr val="folHlink"/>
              </a:solidFill>
              <a:round/>
              <a:headEnd/>
              <a:tailEnd type="triangle" w="med" len="med"/>
            </a:ln>
          </p:spPr>
          <p:txBody>
            <a:bodyPr wrap="none" anchor="ctr"/>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sp>
          <p:nvSpPr>
            <p:cNvPr id="8212" name="Line 86"/>
            <p:cNvSpPr>
              <a:spLocks noChangeShapeType="1"/>
            </p:cNvSpPr>
            <p:nvPr/>
          </p:nvSpPr>
          <p:spPr bwMode="auto">
            <a:xfrm flipH="1" flipV="1">
              <a:off x="4032" y="1824"/>
              <a:ext cx="96" cy="1152"/>
            </a:xfrm>
            <a:prstGeom prst="line">
              <a:avLst/>
            </a:prstGeom>
            <a:noFill/>
            <a:ln w="28575">
              <a:solidFill>
                <a:schemeClr val="folHlink"/>
              </a:solidFill>
              <a:round/>
              <a:headEnd/>
              <a:tailEnd type="triangle" w="med" len="med"/>
            </a:ln>
          </p:spPr>
          <p:txBody>
            <a:bodyPr wrap="none" anchor="ctr"/>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sp>
          <p:nvSpPr>
            <p:cNvPr id="8213" name="Line 87"/>
            <p:cNvSpPr>
              <a:spLocks noChangeShapeType="1"/>
            </p:cNvSpPr>
            <p:nvPr/>
          </p:nvSpPr>
          <p:spPr bwMode="auto">
            <a:xfrm flipV="1">
              <a:off x="4368" y="1872"/>
              <a:ext cx="768" cy="960"/>
            </a:xfrm>
            <a:prstGeom prst="line">
              <a:avLst/>
            </a:prstGeom>
            <a:noFill/>
            <a:ln w="28575">
              <a:solidFill>
                <a:schemeClr val="folHlink"/>
              </a:solidFill>
              <a:round/>
              <a:headEnd/>
              <a:tailEnd type="triangle" w="med" len="med"/>
            </a:ln>
          </p:spPr>
          <p:txBody>
            <a:bodyPr wrap="none" anchor="ctr"/>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sp>
          <p:nvSpPr>
            <p:cNvPr id="8214" name="Line 88"/>
            <p:cNvSpPr>
              <a:spLocks noChangeShapeType="1"/>
            </p:cNvSpPr>
            <p:nvPr/>
          </p:nvSpPr>
          <p:spPr bwMode="auto">
            <a:xfrm flipV="1">
              <a:off x="4752" y="1728"/>
              <a:ext cx="0" cy="864"/>
            </a:xfrm>
            <a:prstGeom prst="line">
              <a:avLst/>
            </a:prstGeom>
            <a:noFill/>
            <a:ln w="28575">
              <a:solidFill>
                <a:schemeClr val="folHlink"/>
              </a:solidFill>
              <a:round/>
              <a:headEnd/>
              <a:tailEnd type="triangle" w="med" len="med"/>
            </a:ln>
          </p:spPr>
          <p:txBody>
            <a:bodyPr wrap="none" anchor="ctr"/>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sp>
          <p:nvSpPr>
            <p:cNvPr id="8215" name="Line 89"/>
            <p:cNvSpPr>
              <a:spLocks noChangeShapeType="1"/>
            </p:cNvSpPr>
            <p:nvPr/>
          </p:nvSpPr>
          <p:spPr bwMode="auto">
            <a:xfrm flipV="1">
              <a:off x="4416" y="2400"/>
              <a:ext cx="240" cy="864"/>
            </a:xfrm>
            <a:prstGeom prst="line">
              <a:avLst/>
            </a:prstGeom>
            <a:noFill/>
            <a:ln w="28575">
              <a:solidFill>
                <a:schemeClr val="folHlink"/>
              </a:solidFill>
              <a:round/>
              <a:headEnd/>
              <a:tailEnd type="triangle" w="med" len="med"/>
            </a:ln>
          </p:spPr>
          <p:txBody>
            <a:bodyPr wrap="none" anchor="ctr"/>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sp>
          <p:nvSpPr>
            <p:cNvPr id="8216" name="Line 90"/>
            <p:cNvSpPr>
              <a:spLocks noChangeShapeType="1"/>
            </p:cNvSpPr>
            <p:nvPr/>
          </p:nvSpPr>
          <p:spPr bwMode="auto">
            <a:xfrm flipH="1" flipV="1">
              <a:off x="4320" y="1584"/>
              <a:ext cx="384" cy="1392"/>
            </a:xfrm>
            <a:prstGeom prst="line">
              <a:avLst/>
            </a:prstGeom>
            <a:noFill/>
            <a:ln w="28575">
              <a:solidFill>
                <a:schemeClr val="folHlink"/>
              </a:solidFill>
              <a:round/>
              <a:headEnd/>
              <a:tailEnd type="triangle" w="med" len="med"/>
            </a:ln>
          </p:spPr>
          <p:txBody>
            <a:bodyPr wrap="none" anchor="ctr"/>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sp>
          <p:nvSpPr>
            <p:cNvPr id="8217" name="Line 91"/>
            <p:cNvSpPr>
              <a:spLocks noChangeShapeType="1"/>
            </p:cNvSpPr>
            <p:nvPr/>
          </p:nvSpPr>
          <p:spPr bwMode="auto">
            <a:xfrm flipH="1" flipV="1">
              <a:off x="4512" y="1824"/>
              <a:ext cx="48" cy="1152"/>
            </a:xfrm>
            <a:prstGeom prst="line">
              <a:avLst/>
            </a:prstGeom>
            <a:noFill/>
            <a:ln w="28575">
              <a:solidFill>
                <a:schemeClr val="folHlink"/>
              </a:solidFill>
              <a:round/>
              <a:headEnd/>
              <a:tailEnd type="triangle" w="med" len="med"/>
            </a:ln>
          </p:spPr>
          <p:txBody>
            <a:bodyPr wrap="none" anchor="ctr"/>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sp>
          <p:nvSpPr>
            <p:cNvPr id="8218" name="Line 92"/>
            <p:cNvSpPr>
              <a:spLocks noChangeShapeType="1"/>
            </p:cNvSpPr>
            <p:nvPr/>
          </p:nvSpPr>
          <p:spPr bwMode="auto">
            <a:xfrm flipV="1">
              <a:off x="4896" y="1872"/>
              <a:ext cx="240" cy="864"/>
            </a:xfrm>
            <a:prstGeom prst="line">
              <a:avLst/>
            </a:prstGeom>
            <a:noFill/>
            <a:ln w="28575">
              <a:solidFill>
                <a:schemeClr val="folHlink"/>
              </a:solidFill>
              <a:round/>
              <a:headEnd/>
              <a:tailEnd type="triangle" w="med" len="med"/>
            </a:ln>
          </p:spPr>
          <p:txBody>
            <a:bodyPr wrap="none" anchor="ctr"/>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sp>
          <p:nvSpPr>
            <p:cNvPr id="8219" name="Line 93"/>
            <p:cNvSpPr>
              <a:spLocks noChangeShapeType="1"/>
            </p:cNvSpPr>
            <p:nvPr/>
          </p:nvSpPr>
          <p:spPr bwMode="auto">
            <a:xfrm flipH="1" flipV="1">
              <a:off x="4752" y="1728"/>
              <a:ext cx="288" cy="1392"/>
            </a:xfrm>
            <a:prstGeom prst="line">
              <a:avLst/>
            </a:prstGeom>
            <a:noFill/>
            <a:ln w="28575">
              <a:solidFill>
                <a:schemeClr val="folHlink"/>
              </a:solidFill>
              <a:round/>
              <a:headEnd/>
              <a:tailEnd type="triangle" w="med" len="med"/>
            </a:ln>
          </p:spPr>
          <p:txBody>
            <a:bodyPr wrap="none" anchor="ctr"/>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sp>
          <p:nvSpPr>
            <p:cNvPr id="8220" name="Line 94"/>
            <p:cNvSpPr>
              <a:spLocks noChangeShapeType="1"/>
            </p:cNvSpPr>
            <p:nvPr/>
          </p:nvSpPr>
          <p:spPr bwMode="auto">
            <a:xfrm flipH="1" flipV="1">
              <a:off x="5184" y="1872"/>
              <a:ext cx="240" cy="864"/>
            </a:xfrm>
            <a:prstGeom prst="line">
              <a:avLst/>
            </a:prstGeom>
            <a:noFill/>
            <a:ln w="28575">
              <a:solidFill>
                <a:schemeClr val="folHlink"/>
              </a:solidFill>
              <a:round/>
              <a:headEnd/>
              <a:tailEnd type="triangle" w="med" len="med"/>
            </a:ln>
          </p:spPr>
          <p:txBody>
            <a:bodyPr wrap="none" anchor="ctr"/>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sp>
          <p:nvSpPr>
            <p:cNvPr id="8221" name="Line 95"/>
            <p:cNvSpPr>
              <a:spLocks noChangeShapeType="1"/>
            </p:cNvSpPr>
            <p:nvPr/>
          </p:nvSpPr>
          <p:spPr bwMode="auto">
            <a:xfrm flipH="1" flipV="1">
              <a:off x="5040" y="1680"/>
              <a:ext cx="96" cy="1296"/>
            </a:xfrm>
            <a:prstGeom prst="line">
              <a:avLst/>
            </a:prstGeom>
            <a:noFill/>
            <a:ln w="28575">
              <a:solidFill>
                <a:schemeClr val="folHlink"/>
              </a:solidFill>
              <a:round/>
              <a:headEnd/>
              <a:tailEnd type="triangle" w="med" len="med"/>
            </a:ln>
          </p:spPr>
          <p:txBody>
            <a:bodyPr wrap="none" anchor="ctr"/>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sp>
          <p:nvSpPr>
            <p:cNvPr id="8222" name="Line 96"/>
            <p:cNvSpPr>
              <a:spLocks noChangeShapeType="1"/>
            </p:cNvSpPr>
            <p:nvPr/>
          </p:nvSpPr>
          <p:spPr bwMode="auto">
            <a:xfrm flipV="1">
              <a:off x="4032" y="1584"/>
              <a:ext cx="192" cy="1200"/>
            </a:xfrm>
            <a:prstGeom prst="line">
              <a:avLst/>
            </a:prstGeom>
            <a:noFill/>
            <a:ln w="28575">
              <a:solidFill>
                <a:schemeClr val="folHlink"/>
              </a:solidFill>
              <a:round/>
              <a:headEnd/>
              <a:tailEnd type="triangle" w="med" len="med"/>
            </a:ln>
          </p:spPr>
          <p:txBody>
            <a:bodyPr wrap="none" anchor="ctr"/>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sp>
          <p:nvSpPr>
            <p:cNvPr id="8223" name="Line 97"/>
            <p:cNvSpPr>
              <a:spLocks noChangeShapeType="1"/>
            </p:cNvSpPr>
            <p:nvPr/>
          </p:nvSpPr>
          <p:spPr bwMode="auto">
            <a:xfrm flipV="1">
              <a:off x="4368" y="1536"/>
              <a:ext cx="240" cy="1488"/>
            </a:xfrm>
            <a:prstGeom prst="line">
              <a:avLst/>
            </a:prstGeom>
            <a:noFill/>
            <a:ln w="28575">
              <a:solidFill>
                <a:schemeClr val="folHlink"/>
              </a:solidFill>
              <a:round/>
              <a:headEnd/>
              <a:tailEnd type="triangle" w="med" len="med"/>
            </a:ln>
          </p:spPr>
          <p:txBody>
            <a:bodyPr wrap="none" anchor="ctr"/>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sp>
          <p:nvSpPr>
            <p:cNvPr id="8224" name="Line 98"/>
            <p:cNvSpPr>
              <a:spLocks noChangeShapeType="1"/>
            </p:cNvSpPr>
            <p:nvPr/>
          </p:nvSpPr>
          <p:spPr bwMode="auto">
            <a:xfrm flipH="1" flipV="1">
              <a:off x="4656" y="1680"/>
              <a:ext cx="480" cy="1008"/>
            </a:xfrm>
            <a:prstGeom prst="line">
              <a:avLst/>
            </a:prstGeom>
            <a:noFill/>
            <a:ln w="28575">
              <a:solidFill>
                <a:schemeClr val="folHlink"/>
              </a:solidFill>
              <a:round/>
              <a:headEnd/>
              <a:tailEnd type="triangle" w="med" len="med"/>
            </a:ln>
          </p:spPr>
          <p:txBody>
            <a:bodyPr wrap="none" anchor="ctr"/>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grpSp>
      <p:sp>
        <p:nvSpPr>
          <p:cNvPr id="8207" name="Slide Number Placeholder 60"/>
          <p:cNvSpPr>
            <a:spLocks noGrp="1"/>
          </p:cNvSpPr>
          <p:nvPr>
            <p:ph type="sldNum" sz="quarter" idx="10"/>
          </p:nvPr>
        </p:nvSpPr>
        <p:spPr>
          <a:xfrm>
            <a:off x="321277" y="6465450"/>
            <a:ext cx="466124" cy="166012"/>
          </a:xfrm>
          <a:noFill/>
        </p:spPr>
        <p:txBody>
          <a:bodyPr/>
          <a:lstStyle/>
          <a:p>
            <a:pPr eaLnBrk="0" fontAlgn="base" hangingPunct="0">
              <a:spcBef>
                <a:spcPct val="50000"/>
              </a:spcBef>
              <a:spcAft>
                <a:spcPct val="0"/>
              </a:spcAft>
            </a:pPr>
            <a:r>
              <a:rPr lang="en-US" dirty="0">
                <a:solidFill>
                  <a:srgbClr val="067AB4"/>
                </a:solidFill>
                <a:latin typeface="Verdana" pitchFamily="-111" charset="0"/>
                <a:ea typeface="ＭＳ Ｐゴシック" pitchFamily="34" charset="-128"/>
                <a:cs typeface="Arial" pitchFamily="-111" charset="-52"/>
              </a:rPr>
              <a:t>Page </a:t>
            </a:r>
            <a:fld id="{A8ED200E-CB94-4478-8F59-FA360DA62163}" type="slidenum">
              <a:rPr lang="en-US">
                <a:solidFill>
                  <a:srgbClr val="067AB4"/>
                </a:solidFill>
                <a:latin typeface="Verdana" pitchFamily="-111" charset="0"/>
                <a:ea typeface="ＭＳ Ｐゴシック" pitchFamily="34" charset="-128"/>
                <a:cs typeface="Arial" pitchFamily="-111" charset="-52"/>
              </a:rPr>
              <a:pPr eaLnBrk="0" fontAlgn="base" hangingPunct="0">
                <a:spcBef>
                  <a:spcPct val="50000"/>
                </a:spcBef>
                <a:spcAft>
                  <a:spcPct val="0"/>
                </a:spcAft>
              </a:pPr>
              <a:t>21</a:t>
            </a:fld>
            <a:endParaRPr lang="en-US" dirty="0">
              <a:solidFill>
                <a:srgbClr val="067AB4"/>
              </a:solidFill>
              <a:latin typeface="Verdana" pitchFamily="-111" charset="0"/>
              <a:ea typeface="ＭＳ Ｐゴシック" pitchFamily="34" charset="-128"/>
              <a:cs typeface="Arial" pitchFamily="-111" charset="-52"/>
            </a:endParaRPr>
          </a:p>
        </p:txBody>
      </p:sp>
    </p:spTree>
    <p:extLst>
      <p:ext uri="{BB962C8B-B14F-4D97-AF65-F5344CB8AC3E}">
        <p14:creationId xmlns:p14="http://schemas.microsoft.com/office/powerpoint/2010/main" val="2318662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9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9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99">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09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099">
                                            <p:txEl>
                                              <p:pRg st="5" end="5"/>
                                            </p:txEl>
                                          </p:spTgt>
                                        </p:tgtEl>
                                        <p:attrNameLst>
                                          <p:attrName>style.visibility</p:attrName>
                                        </p:attrNameLst>
                                      </p:cBhvr>
                                      <p:to>
                                        <p:strVal val="visible"/>
                                      </p:to>
                                    </p:set>
                                  </p:childTnLst>
                                </p:cTn>
                              </p:par>
                            </p:childTnLst>
                          </p:cTn>
                        </p:par>
                        <p:par>
                          <p:cTn id="19" fill="hold">
                            <p:stCondLst>
                              <p:cond delay="0"/>
                            </p:stCondLst>
                            <p:childTnLst>
                              <p:par>
                                <p:cTn id="20" presetID="10" presetClass="exit" presetSubtype="0" fill="hold" nodeType="afterEffect">
                                  <p:stCondLst>
                                    <p:cond delay="0"/>
                                  </p:stCondLst>
                                  <p:childTnLst>
                                    <p:animEffect transition="out" filter="fade">
                                      <p:cBhvr>
                                        <p:cTn id="21" dur="500"/>
                                        <p:tgtEl>
                                          <p:spTgt spid="12"/>
                                        </p:tgtEl>
                                      </p:cBhvr>
                                    </p:animEffect>
                                    <p:set>
                                      <p:cBhvr>
                                        <p:cTn id="22" dur="1" fill="hold">
                                          <p:stCondLst>
                                            <p:cond delay="499"/>
                                          </p:stCondLst>
                                        </p:cTn>
                                        <p:tgtEl>
                                          <p:spTgt spid="12"/>
                                        </p:tgtEl>
                                        <p:attrNameLst>
                                          <p:attrName>style.visibility</p:attrName>
                                        </p:attrNameLst>
                                      </p:cBhvr>
                                      <p:to>
                                        <p:strVal val="hidden"/>
                                      </p:to>
                                    </p:set>
                                  </p:childTnLst>
                                </p:cTn>
                              </p:par>
                            </p:childTnLst>
                          </p:cTn>
                        </p:par>
                        <p:par>
                          <p:cTn id="23" fill="hold">
                            <p:stCondLst>
                              <p:cond delay="500"/>
                            </p:stCondLst>
                            <p:childTnLst>
                              <p:par>
                                <p:cTn id="24" presetID="10" presetClass="entr" presetSubtype="0" fill="hold" nodeType="after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par>
                                <p:cTn id="27" presetID="1" presetClass="entr" presetSubtype="0" fill="hold" grpId="0" nodeType="withEffect">
                                  <p:stCondLst>
                                    <p:cond delay="0"/>
                                  </p:stCondLst>
                                  <p:childTnLst>
                                    <p:set>
                                      <p:cBhvr>
                                        <p:cTn id="28" dur="1" fill="hold">
                                          <p:stCondLst>
                                            <p:cond delay="0"/>
                                          </p:stCondLst>
                                        </p:cTn>
                                        <p:tgtEl>
                                          <p:spTgt spid="417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099">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099">
                                            <p:txEl>
                                              <p:pRg st="8" end="8"/>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099">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099">
                                            <p:txEl>
                                              <p:pRg st="11" end="11"/>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099">
                                            <p:txEl>
                                              <p:pRg st="12" end="12"/>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099">
                                            <p:txEl>
                                              <p:pRg st="14" end="14"/>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099">
                                            <p:txEl>
                                              <p:pRg st="15" end="15"/>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4122"/>
                                        </p:tgtEl>
                                        <p:attrNameLst>
                                          <p:attrName>style.visibility</p:attrName>
                                        </p:attrNameLst>
                                      </p:cBhvr>
                                      <p:to>
                                        <p:strVal val="visible"/>
                                      </p:to>
                                    </p:set>
                                    <p:animEffect transition="in" filter="fade">
                                      <p:cBhvr>
                                        <p:cTn id="53" dur="500"/>
                                        <p:tgtEl>
                                          <p:spTgt spid="4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2" grpId="0" animBg="1"/>
      <p:bldP spid="4099" grpId="0" build="p"/>
      <p:bldP spid="4170" grpId="0"/>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pPr algn="ctr"/>
            <a:r>
              <a:rPr lang="en-US" dirty="0"/>
              <a:t>Server </a:t>
            </a:r>
            <a:r>
              <a:rPr dirty="0"/>
              <a:t>Virtualization</a:t>
            </a:r>
          </a:p>
        </p:txBody>
      </p:sp>
      <p:sp>
        <p:nvSpPr>
          <p:cNvPr id="3" name="Content Placeholder 2"/>
          <p:cNvSpPr>
            <a:spLocks noGrp="1"/>
          </p:cNvSpPr>
          <p:nvPr>
            <p:ph idx="1"/>
          </p:nvPr>
        </p:nvSpPr>
        <p:spPr>
          <a:xfrm>
            <a:off x="457200" y="1600202"/>
            <a:ext cx="8534400" cy="4902198"/>
          </a:xfrm>
        </p:spPr>
        <p:txBody>
          <a:bodyPr/>
          <a:lstStyle/>
          <a:p>
            <a:pPr eaLnBrk="1" hangingPunct="1">
              <a:lnSpc>
                <a:spcPct val="90000"/>
              </a:lnSpc>
            </a:pPr>
            <a:r>
              <a:rPr lang="en-US" sz="2200" dirty="0">
                <a:latin typeface="Arial" charset="0"/>
                <a:cs typeface="Arial" charset="0"/>
              </a:rPr>
              <a:t>A layer of indirection between the software and the physical resources that it uses</a:t>
            </a:r>
          </a:p>
          <a:p>
            <a:pPr lvl="1" eaLnBrk="1" hangingPunct="1">
              <a:buFont typeface="Arial" charset="0"/>
              <a:buNone/>
            </a:pPr>
            <a:r>
              <a:rPr lang="en-US" sz="1800" dirty="0">
                <a:latin typeface="Arial" charset="0"/>
                <a:cs typeface="Arial" charset="0"/>
              </a:rPr>
              <a:t>		</a:t>
            </a:r>
            <a:r>
              <a:rPr lang="en-US" dirty="0">
                <a:latin typeface="Arial" charset="0"/>
                <a:cs typeface="Arial" charset="0"/>
              </a:rPr>
              <a:t>e.g. CPU, Disk, Memory, and Network</a:t>
            </a:r>
          </a:p>
          <a:p>
            <a:pPr eaLnBrk="1" hangingPunct="1">
              <a:lnSpc>
                <a:spcPct val="90000"/>
              </a:lnSpc>
              <a:spcBef>
                <a:spcPts val="3000"/>
              </a:spcBef>
            </a:pPr>
            <a:r>
              <a:rPr lang="en-US" sz="2200" dirty="0">
                <a:latin typeface="Arial" charset="0"/>
                <a:cs typeface="Arial" charset="0"/>
              </a:rPr>
              <a:t>Implementation details are hidden from the application</a:t>
            </a:r>
          </a:p>
          <a:p>
            <a:pPr eaLnBrk="1" hangingPunct="1">
              <a:lnSpc>
                <a:spcPct val="90000"/>
              </a:lnSpc>
              <a:spcBef>
                <a:spcPts val="3000"/>
              </a:spcBef>
            </a:pPr>
            <a:r>
              <a:rPr lang="en-US" sz="2200" dirty="0">
                <a:latin typeface="Arial" charset="0"/>
                <a:cs typeface="Arial" charset="0"/>
              </a:rPr>
              <a:t>A</a:t>
            </a:r>
            <a:r>
              <a:rPr lang="en-US" sz="2200" dirty="0">
                <a:solidFill>
                  <a:srgbClr val="0000FF"/>
                </a:solidFill>
                <a:latin typeface="Arial" charset="0"/>
                <a:cs typeface="Arial" charset="0"/>
              </a:rPr>
              <a:t> </a:t>
            </a:r>
            <a:r>
              <a:rPr lang="en-US" sz="2200" i="1" dirty="0">
                <a:solidFill>
                  <a:srgbClr val="0000FF"/>
                </a:solidFill>
                <a:latin typeface="Arial" charset="0"/>
                <a:cs typeface="Arial" charset="0"/>
              </a:rPr>
              <a:t>flexible</a:t>
            </a:r>
            <a:r>
              <a:rPr lang="en-US" sz="2200" dirty="0">
                <a:latin typeface="Arial" charset="0"/>
                <a:cs typeface="Arial" charset="0"/>
              </a:rPr>
              <a:t> and </a:t>
            </a:r>
            <a:r>
              <a:rPr lang="en-US" sz="2200" i="1" dirty="0">
                <a:solidFill>
                  <a:srgbClr val="0000FF"/>
                </a:solidFill>
                <a:latin typeface="Arial" charset="0"/>
                <a:cs typeface="Arial" charset="0"/>
              </a:rPr>
              <a:t>programmable</a:t>
            </a:r>
            <a:r>
              <a:rPr lang="en-US" sz="2200" dirty="0">
                <a:latin typeface="Arial" charset="0"/>
                <a:cs typeface="Arial" charset="0"/>
              </a:rPr>
              <a:t> software layer called the </a:t>
            </a:r>
            <a:r>
              <a:rPr lang="en-US" sz="2200" i="1" dirty="0">
                <a:solidFill>
                  <a:srgbClr val="FF0000"/>
                </a:solidFill>
                <a:latin typeface="Arial" charset="0"/>
                <a:cs typeface="Arial" charset="0"/>
              </a:rPr>
              <a:t>Virtual Machine Monitor (VMM)</a:t>
            </a:r>
            <a:r>
              <a:rPr lang="en-US" sz="2200" dirty="0">
                <a:latin typeface="Arial" charset="0"/>
                <a:cs typeface="Arial" charset="0"/>
              </a:rPr>
              <a:t> or the </a:t>
            </a:r>
            <a:r>
              <a:rPr lang="en-US" sz="2200" i="1" dirty="0">
                <a:solidFill>
                  <a:srgbClr val="FF0000"/>
                </a:solidFill>
                <a:latin typeface="Arial" charset="0"/>
                <a:cs typeface="Arial" charset="0"/>
              </a:rPr>
              <a:t>hypervisor</a:t>
            </a:r>
            <a:r>
              <a:rPr lang="en-US" sz="2200" dirty="0">
                <a:latin typeface="Arial" charset="0"/>
                <a:cs typeface="Arial" charset="0"/>
              </a:rPr>
              <a:t> provides a mapping between the physical resources and the virtual resources</a:t>
            </a:r>
          </a:p>
          <a:p>
            <a:pPr eaLnBrk="1" hangingPunct="1">
              <a:lnSpc>
                <a:spcPct val="90000"/>
              </a:lnSpc>
              <a:spcBef>
                <a:spcPts val="3000"/>
              </a:spcBef>
            </a:pPr>
            <a:endParaRPr lang="en-US" sz="2200" dirty="0">
              <a:latin typeface="Arial" charset="0"/>
              <a:cs typeface="Arial" charset="0"/>
            </a:endParaRPr>
          </a:p>
          <a:p>
            <a:pPr eaLnBrk="1" hangingPunct="1">
              <a:spcBef>
                <a:spcPct val="0"/>
              </a:spcBef>
            </a:pPr>
            <a:r>
              <a:rPr lang="en-US" dirty="0"/>
              <a:t>VMM allows the resources of a physical machine to be shared among multiple partitions known as </a:t>
            </a:r>
            <a:r>
              <a:rPr lang="en-US" i="1" dirty="0">
                <a:solidFill>
                  <a:srgbClr val="0000FF"/>
                </a:solidFill>
              </a:rPr>
              <a:t>virtual machines.</a:t>
            </a:r>
          </a:p>
          <a:p>
            <a:pPr eaLnBrk="1" hangingPunct="1">
              <a:spcBef>
                <a:spcPct val="0"/>
              </a:spcBef>
            </a:pPr>
            <a:endParaRPr lang="en-US" dirty="0"/>
          </a:p>
        </p:txBody>
      </p:sp>
    </p:spTree>
    <p:extLst>
      <p:ext uri="{BB962C8B-B14F-4D97-AF65-F5344CB8AC3E}">
        <p14:creationId xmlns:p14="http://schemas.microsoft.com/office/powerpoint/2010/main" val="376088232"/>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Title 1"/>
          <p:cNvSpPr>
            <a:spLocks noGrp="1"/>
          </p:cNvSpPr>
          <p:nvPr>
            <p:ph type="title"/>
          </p:nvPr>
        </p:nvSpPr>
        <p:spPr>
          <a:xfrm>
            <a:off x="448964" y="135925"/>
            <a:ext cx="8037513" cy="838200"/>
          </a:xfrm>
        </p:spPr>
        <p:txBody>
          <a:bodyPr/>
          <a:lstStyle/>
          <a:p>
            <a:r>
              <a:rPr lang="en-US" dirty="0"/>
              <a:t>Server </a:t>
            </a:r>
            <a:r>
              <a:rPr dirty="0"/>
              <a:t>Virtualization</a:t>
            </a:r>
          </a:p>
        </p:txBody>
      </p:sp>
      <p:grpSp>
        <p:nvGrpSpPr>
          <p:cNvPr id="40" name="Group 39"/>
          <p:cNvGrpSpPr/>
          <p:nvPr/>
        </p:nvGrpSpPr>
        <p:grpSpPr>
          <a:xfrm>
            <a:off x="3371388" y="947353"/>
            <a:ext cx="5657850" cy="4967417"/>
            <a:chOff x="685800" y="1447800"/>
            <a:chExt cx="7543800" cy="4648200"/>
          </a:xfrm>
        </p:grpSpPr>
        <p:sp>
          <p:nvSpPr>
            <p:cNvPr id="15363" name="Rectangle 5"/>
            <p:cNvSpPr>
              <a:spLocks noChangeArrowheads="1"/>
            </p:cNvSpPr>
            <p:nvPr/>
          </p:nvSpPr>
          <p:spPr bwMode="auto">
            <a:xfrm>
              <a:off x="685800" y="4651375"/>
              <a:ext cx="7543800" cy="519113"/>
            </a:xfrm>
            <a:prstGeom prst="rect">
              <a:avLst/>
            </a:prstGeom>
            <a:solidFill>
              <a:srgbClr val="CCFFCC"/>
            </a:solidFill>
            <a:ln w="38100">
              <a:solidFill>
                <a:srgbClr val="0000FF"/>
              </a:solidFill>
              <a:miter lim="800000"/>
              <a:headEnd/>
              <a:tailEnd/>
            </a:ln>
          </p:spPr>
          <p:txBody>
            <a:bodyPr wrap="none" anchor="ctr"/>
            <a:lstStyle/>
            <a:p>
              <a:pPr algn="ctr" eaLnBrk="0" fontAlgn="base" hangingPunct="0">
                <a:spcBef>
                  <a:spcPct val="50000"/>
                </a:spcBef>
                <a:spcAft>
                  <a:spcPct val="0"/>
                </a:spcAft>
              </a:pPr>
              <a:r>
                <a:rPr lang="en-US" sz="2400" b="1">
                  <a:solidFill>
                    <a:srgbClr val="0000FF"/>
                  </a:solidFill>
                  <a:latin typeface="Calibri" pitchFamily="34" charset="0"/>
                  <a:cs typeface="Arial" pitchFamily="-111" charset="-52"/>
                </a:rPr>
                <a:t>Virtual Machine Monitor (VMM)</a:t>
              </a:r>
            </a:p>
          </p:txBody>
        </p:sp>
        <p:cxnSp>
          <p:nvCxnSpPr>
            <p:cNvPr id="25" name="Straight Connector 24"/>
            <p:cNvCxnSpPr/>
            <p:nvPr/>
          </p:nvCxnSpPr>
          <p:spPr>
            <a:xfrm rot="5400000" flipH="1" flipV="1">
              <a:off x="3048794" y="3199606"/>
              <a:ext cx="2895600" cy="1588"/>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grpSp>
          <p:nvGrpSpPr>
            <p:cNvPr id="2" name="Group 72"/>
            <p:cNvGrpSpPr>
              <a:grpSpLocks/>
            </p:cNvGrpSpPr>
            <p:nvPr/>
          </p:nvGrpSpPr>
          <p:grpSpPr bwMode="auto">
            <a:xfrm>
              <a:off x="685800" y="5338763"/>
              <a:ext cx="7543800" cy="757237"/>
              <a:chOff x="685800" y="5338700"/>
              <a:chExt cx="7543800" cy="757300"/>
            </a:xfrm>
          </p:grpSpPr>
          <p:sp>
            <p:nvSpPr>
              <p:cNvPr id="15394" name="Rectangle 4"/>
              <p:cNvSpPr>
                <a:spLocks noChangeArrowheads="1"/>
              </p:cNvSpPr>
              <p:nvPr/>
            </p:nvSpPr>
            <p:spPr bwMode="auto">
              <a:xfrm>
                <a:off x="685800" y="5338700"/>
                <a:ext cx="7543800" cy="757300"/>
              </a:xfrm>
              <a:prstGeom prst="rect">
                <a:avLst/>
              </a:prstGeom>
              <a:solidFill>
                <a:srgbClr val="FFFF99"/>
              </a:solidFill>
              <a:ln w="38100">
                <a:solidFill>
                  <a:schemeClr val="tx1"/>
                </a:solidFill>
                <a:miter lim="800000"/>
                <a:headEnd/>
                <a:tailEnd/>
              </a:ln>
            </p:spPr>
            <p:txBody>
              <a:bodyPr wrap="none" anchor="ctr"/>
              <a:lstStyle/>
              <a:p>
                <a:pPr algn="ctr" eaLnBrk="0" fontAlgn="base" hangingPunct="0">
                  <a:spcBef>
                    <a:spcPct val="50000"/>
                  </a:spcBef>
                  <a:spcAft>
                    <a:spcPct val="0"/>
                  </a:spcAft>
                </a:pPr>
                <a:endParaRPr lang="en-US" sz="2400" b="1">
                  <a:solidFill>
                    <a:srgbClr val="CCCCCC"/>
                  </a:solidFill>
                  <a:latin typeface="Calibri" pitchFamily="34" charset="0"/>
                  <a:cs typeface="Arial" pitchFamily="-111" charset="-52"/>
                </a:endParaRPr>
              </a:p>
              <a:p>
                <a:pPr algn="ctr" eaLnBrk="0" fontAlgn="base" hangingPunct="0">
                  <a:spcBef>
                    <a:spcPct val="50000"/>
                  </a:spcBef>
                  <a:spcAft>
                    <a:spcPct val="0"/>
                  </a:spcAft>
                </a:pPr>
                <a:endParaRPr lang="en-US" sz="2400" b="1">
                  <a:solidFill>
                    <a:srgbClr val="CCCCCC"/>
                  </a:solidFill>
                  <a:latin typeface="Calibri" pitchFamily="34" charset="0"/>
                  <a:cs typeface="Arial" pitchFamily="-111" charset="-52"/>
                </a:endParaRPr>
              </a:p>
              <a:p>
                <a:pPr algn="ctr" eaLnBrk="0" fontAlgn="base" hangingPunct="0">
                  <a:spcBef>
                    <a:spcPct val="50000"/>
                  </a:spcBef>
                  <a:spcAft>
                    <a:spcPct val="0"/>
                  </a:spcAft>
                </a:pPr>
                <a:endParaRPr lang="en-US" sz="2400" b="1">
                  <a:solidFill>
                    <a:srgbClr val="CCCCCC"/>
                  </a:solidFill>
                  <a:latin typeface="Calibri" pitchFamily="34" charset="0"/>
                  <a:cs typeface="Arial" pitchFamily="-111" charset="-52"/>
                </a:endParaRPr>
              </a:p>
            </p:txBody>
          </p:sp>
          <p:sp>
            <p:nvSpPr>
              <p:cNvPr id="47" name="Oval 46"/>
              <p:cNvSpPr/>
              <p:nvPr/>
            </p:nvSpPr>
            <p:spPr>
              <a:xfrm>
                <a:off x="2670207" y="5456185"/>
                <a:ext cx="914337" cy="550908"/>
              </a:xfrm>
              <a:prstGeom prst="ellipse">
                <a:avLst/>
              </a:prstGeom>
            </p:spPr>
            <p:style>
              <a:lnRef idx="1">
                <a:schemeClr val="accent1"/>
              </a:lnRef>
              <a:fillRef idx="2">
                <a:schemeClr val="accent1"/>
              </a:fillRef>
              <a:effectRef idx="1">
                <a:schemeClr val="accent1"/>
              </a:effectRef>
              <a:fontRef idx="minor">
                <a:schemeClr val="dk1"/>
              </a:fontRef>
            </p:style>
            <p:txBody>
              <a:bodyPr anchor="ctr"/>
              <a:lstStyle/>
              <a:p>
                <a:pPr algn="ctr" eaLnBrk="0" hangingPunct="0">
                  <a:defRPr/>
                </a:pPr>
                <a:r>
                  <a:rPr lang="en-US" sz="1100" dirty="0">
                    <a:solidFill>
                      <a:srgbClr val="FFFFFF">
                        <a:lumMod val="50000"/>
                      </a:srgbClr>
                    </a:solidFill>
                    <a:latin typeface="Verdana"/>
                  </a:rPr>
                  <a:t>CPU</a:t>
                </a:r>
                <a:endParaRPr lang="en-US" sz="1600" dirty="0">
                  <a:solidFill>
                    <a:srgbClr val="FFFFFF">
                      <a:lumMod val="50000"/>
                    </a:srgbClr>
                  </a:solidFill>
                  <a:latin typeface="Verdana"/>
                </a:endParaRPr>
              </a:p>
            </p:txBody>
          </p:sp>
          <p:sp>
            <p:nvSpPr>
              <p:cNvPr id="48" name="AutoShape 40"/>
              <p:cNvSpPr>
                <a:spLocks noChangeArrowheads="1"/>
              </p:cNvSpPr>
              <p:nvPr/>
            </p:nvSpPr>
            <p:spPr bwMode="auto">
              <a:xfrm>
                <a:off x="4002168" y="5481587"/>
                <a:ext cx="626903" cy="471526"/>
              </a:xfrm>
              <a:prstGeom prst="can">
                <a:avLst>
                  <a:gd name="adj" fmla="val 25000"/>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eaLnBrk="0" hangingPunct="0">
                  <a:defRPr/>
                </a:pPr>
                <a:r>
                  <a:rPr lang="en-US" sz="1400" dirty="0">
                    <a:solidFill>
                      <a:srgbClr val="FFFFFF">
                        <a:lumMod val="50000"/>
                      </a:srgbClr>
                    </a:solidFill>
                    <a:latin typeface="Verdana"/>
                  </a:rPr>
                  <a:t>Disk</a:t>
                </a:r>
                <a:endParaRPr lang="en-US" sz="2400" dirty="0">
                  <a:solidFill>
                    <a:srgbClr val="FFFFFF">
                      <a:lumMod val="50000"/>
                    </a:srgbClr>
                  </a:solidFill>
                  <a:latin typeface="Verdana"/>
                </a:endParaRPr>
              </a:p>
            </p:txBody>
          </p:sp>
          <p:sp>
            <p:nvSpPr>
              <p:cNvPr id="49" name="Rectangle 48"/>
              <p:cNvSpPr/>
              <p:nvPr/>
            </p:nvSpPr>
            <p:spPr>
              <a:xfrm>
                <a:off x="5194063" y="5526041"/>
                <a:ext cx="1018063" cy="427073"/>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0" hangingPunct="0">
                  <a:defRPr/>
                </a:pPr>
                <a:r>
                  <a:rPr lang="en-US" sz="1100" dirty="0">
                    <a:solidFill>
                      <a:srgbClr val="FFFFFF">
                        <a:lumMod val="50000"/>
                      </a:srgbClr>
                    </a:solidFill>
                    <a:latin typeface="Verdana"/>
                  </a:rPr>
                  <a:t>Memory</a:t>
                </a:r>
                <a:endParaRPr lang="en-US" sz="1600" dirty="0">
                  <a:solidFill>
                    <a:srgbClr val="FFFFFF">
                      <a:lumMod val="50000"/>
                    </a:srgbClr>
                  </a:solidFill>
                  <a:latin typeface="Verdana"/>
                </a:endParaRPr>
              </a:p>
            </p:txBody>
          </p:sp>
          <p:sp>
            <p:nvSpPr>
              <p:cNvPr id="50" name="Rectangle 49"/>
              <p:cNvSpPr/>
              <p:nvPr/>
            </p:nvSpPr>
            <p:spPr>
              <a:xfrm>
                <a:off x="6735763" y="5526041"/>
                <a:ext cx="923925" cy="427073"/>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0" hangingPunct="0">
                  <a:defRPr/>
                </a:pPr>
                <a:r>
                  <a:rPr lang="en-US" sz="1400" dirty="0">
                    <a:solidFill>
                      <a:srgbClr val="FFFFFF">
                        <a:lumMod val="50000"/>
                      </a:srgbClr>
                    </a:solidFill>
                    <a:latin typeface="Verdana"/>
                  </a:rPr>
                  <a:t>Net</a:t>
                </a:r>
                <a:endParaRPr lang="en-US" sz="1600" dirty="0">
                  <a:solidFill>
                    <a:srgbClr val="FFFFFF">
                      <a:lumMod val="50000"/>
                    </a:srgbClr>
                  </a:solidFill>
                  <a:latin typeface="Verdana"/>
                </a:endParaRPr>
              </a:p>
            </p:txBody>
          </p:sp>
          <p:sp>
            <p:nvSpPr>
              <p:cNvPr id="15399" name="Rectangle 21"/>
              <p:cNvSpPr>
                <a:spLocks noChangeArrowheads="1"/>
              </p:cNvSpPr>
              <p:nvPr/>
            </p:nvSpPr>
            <p:spPr bwMode="auto">
              <a:xfrm>
                <a:off x="1056238" y="5597824"/>
                <a:ext cx="1124088" cy="351278"/>
              </a:xfrm>
              <a:prstGeom prst="rect">
                <a:avLst/>
              </a:prstGeom>
              <a:noFill/>
              <a:ln w="9525">
                <a:noFill/>
                <a:miter lim="800000"/>
                <a:headEnd/>
                <a:tailEnd/>
              </a:ln>
            </p:spPr>
            <p:txBody>
              <a:bodyPr wrap="none" anchor="ctr"/>
              <a:lstStyle/>
              <a:p>
                <a:pPr algn="ctr" eaLnBrk="0" fontAlgn="base" hangingPunct="0">
                  <a:spcBef>
                    <a:spcPct val="50000"/>
                  </a:spcBef>
                  <a:spcAft>
                    <a:spcPct val="0"/>
                  </a:spcAft>
                </a:pPr>
                <a:r>
                  <a:rPr lang="en-US" sz="1600" b="1" dirty="0">
                    <a:solidFill>
                      <a:srgbClr val="FF0000"/>
                    </a:solidFill>
                    <a:latin typeface="Calibri" pitchFamily="34" charset="0"/>
                    <a:cs typeface="Arial" pitchFamily="-111" charset="-52"/>
                  </a:rPr>
                  <a:t>Physical Resources</a:t>
                </a:r>
                <a:endParaRPr lang="en-US" sz="1600" b="1" baseline="-25000" dirty="0">
                  <a:solidFill>
                    <a:srgbClr val="FF0000"/>
                  </a:solidFill>
                  <a:latin typeface="Calibri" pitchFamily="34" charset="0"/>
                  <a:cs typeface="Arial" pitchFamily="-111" charset="-52"/>
                </a:endParaRPr>
              </a:p>
            </p:txBody>
          </p:sp>
        </p:grpSp>
        <p:sp>
          <p:nvSpPr>
            <p:cNvPr id="63" name="Rectangle 62"/>
            <p:cNvSpPr/>
            <p:nvPr/>
          </p:nvSpPr>
          <p:spPr>
            <a:xfrm>
              <a:off x="685800" y="1933575"/>
              <a:ext cx="3584575" cy="2562225"/>
            </a:xfrm>
            <a:prstGeom prst="rect">
              <a:avLst/>
            </a:prstGeom>
            <a:solidFill>
              <a:schemeClr val="bg1"/>
            </a:solidFill>
            <a:ln w="381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sz="2400">
                <a:solidFill>
                  <a:srgbClr val="FFFFFF"/>
                </a:solidFill>
                <a:latin typeface="Verdana"/>
              </a:endParaRPr>
            </a:p>
          </p:txBody>
        </p:sp>
        <p:sp>
          <p:nvSpPr>
            <p:cNvPr id="38" name="Rectangle 21"/>
            <p:cNvSpPr>
              <a:spLocks noChangeArrowheads="1"/>
            </p:cNvSpPr>
            <p:nvPr/>
          </p:nvSpPr>
          <p:spPr bwMode="auto">
            <a:xfrm>
              <a:off x="746125" y="2678113"/>
              <a:ext cx="3436938" cy="561975"/>
            </a:xfrm>
            <a:prstGeom prst="rect">
              <a:avLst/>
            </a:prstGeom>
            <a:noFill/>
            <a:ln w="12700">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eaLnBrk="0" hangingPunct="0">
                <a:defRPr/>
              </a:pPr>
              <a:r>
                <a:rPr lang="en-US" sz="1500" b="1" dirty="0">
                  <a:solidFill>
                    <a:srgbClr val="FF0000"/>
                  </a:solidFill>
                  <a:latin typeface="Verdana"/>
                </a:rPr>
                <a:t>Guest Operating System</a:t>
              </a:r>
            </a:p>
          </p:txBody>
        </p:sp>
        <p:grpSp>
          <p:nvGrpSpPr>
            <p:cNvPr id="3" name="Group 75"/>
            <p:cNvGrpSpPr>
              <a:grpSpLocks/>
            </p:cNvGrpSpPr>
            <p:nvPr/>
          </p:nvGrpSpPr>
          <p:grpSpPr bwMode="auto">
            <a:xfrm>
              <a:off x="819150" y="2109788"/>
              <a:ext cx="3290888" cy="425450"/>
              <a:chOff x="890157" y="2143523"/>
              <a:chExt cx="3291516" cy="427008"/>
            </a:xfrm>
          </p:grpSpPr>
          <p:sp>
            <p:nvSpPr>
              <p:cNvPr id="15391" name="Rectangle 24"/>
              <p:cNvSpPr>
                <a:spLocks noChangeArrowheads="1"/>
              </p:cNvSpPr>
              <p:nvPr/>
            </p:nvSpPr>
            <p:spPr bwMode="auto">
              <a:xfrm rot="-5400000">
                <a:off x="1115522" y="1918158"/>
                <a:ext cx="427008" cy="877738"/>
              </a:xfrm>
              <a:prstGeom prst="rect">
                <a:avLst/>
              </a:prstGeom>
              <a:noFill/>
              <a:ln w="9525">
                <a:solidFill>
                  <a:schemeClr val="tx1"/>
                </a:solidFill>
                <a:miter lim="800000"/>
                <a:headEnd/>
                <a:tailEnd/>
              </a:ln>
            </p:spPr>
            <p:txBody>
              <a:bodyPr vert="eaVert" wrap="none" anchor="ctr"/>
              <a:lstStyle/>
              <a:p>
                <a:pPr algn="ctr" eaLnBrk="0" fontAlgn="base" hangingPunct="0">
                  <a:spcBef>
                    <a:spcPct val="50000"/>
                  </a:spcBef>
                  <a:spcAft>
                    <a:spcPct val="0"/>
                  </a:spcAft>
                </a:pPr>
                <a:r>
                  <a:rPr lang="en-US" sz="1600" b="1" dirty="0" err="1">
                    <a:solidFill>
                      <a:srgbClr val="067AB4"/>
                    </a:solidFill>
                    <a:latin typeface="Calibri" pitchFamily="34" charset="0"/>
                    <a:cs typeface="Arial" pitchFamily="-111" charset="-52"/>
                  </a:rPr>
                  <a:t>AppA</a:t>
                </a:r>
                <a:endParaRPr lang="en-US" sz="1600" b="1" dirty="0">
                  <a:solidFill>
                    <a:srgbClr val="067AB4"/>
                  </a:solidFill>
                  <a:latin typeface="Calibri" pitchFamily="34" charset="0"/>
                  <a:cs typeface="Arial" pitchFamily="-111" charset="-52"/>
                </a:endParaRPr>
              </a:p>
            </p:txBody>
          </p:sp>
          <p:sp>
            <p:nvSpPr>
              <p:cNvPr id="15392" name="Rectangle 22"/>
              <p:cNvSpPr>
                <a:spLocks noChangeArrowheads="1"/>
              </p:cNvSpPr>
              <p:nvPr/>
            </p:nvSpPr>
            <p:spPr bwMode="auto">
              <a:xfrm rot="-5400000">
                <a:off x="2285838" y="1918158"/>
                <a:ext cx="427008" cy="877738"/>
              </a:xfrm>
              <a:prstGeom prst="rect">
                <a:avLst/>
              </a:prstGeom>
              <a:noFill/>
              <a:ln w="9525">
                <a:solidFill>
                  <a:schemeClr val="tx1"/>
                </a:solidFill>
                <a:miter lim="800000"/>
                <a:headEnd/>
                <a:tailEnd/>
              </a:ln>
            </p:spPr>
            <p:txBody>
              <a:bodyPr vert="eaVert" wrap="none" anchor="ctr"/>
              <a:lstStyle/>
              <a:p>
                <a:pPr algn="ctr" eaLnBrk="0" fontAlgn="base" hangingPunct="0">
                  <a:spcBef>
                    <a:spcPct val="50000"/>
                  </a:spcBef>
                  <a:spcAft>
                    <a:spcPct val="0"/>
                  </a:spcAft>
                </a:pPr>
                <a:r>
                  <a:rPr lang="en-US" sz="1600" b="1" dirty="0" err="1">
                    <a:solidFill>
                      <a:srgbClr val="067AB4"/>
                    </a:solidFill>
                    <a:latin typeface="Calibri" pitchFamily="34" charset="0"/>
                    <a:cs typeface="Arial" pitchFamily="-111" charset="-52"/>
                  </a:rPr>
                  <a:t>AppB</a:t>
                </a:r>
                <a:endParaRPr lang="en-US" sz="1600" b="1" dirty="0">
                  <a:solidFill>
                    <a:srgbClr val="067AB4"/>
                  </a:solidFill>
                  <a:latin typeface="Calibri" pitchFamily="34" charset="0"/>
                  <a:cs typeface="Arial" pitchFamily="-111" charset="-52"/>
                </a:endParaRPr>
              </a:p>
            </p:txBody>
          </p:sp>
          <p:sp>
            <p:nvSpPr>
              <p:cNvPr id="15393" name="Rectangle 23"/>
              <p:cNvSpPr>
                <a:spLocks noChangeArrowheads="1"/>
              </p:cNvSpPr>
              <p:nvPr/>
            </p:nvSpPr>
            <p:spPr bwMode="auto">
              <a:xfrm rot="-5400000">
                <a:off x="3529300" y="1918158"/>
                <a:ext cx="427008" cy="877738"/>
              </a:xfrm>
              <a:prstGeom prst="rect">
                <a:avLst/>
              </a:prstGeom>
              <a:noFill/>
              <a:ln w="9525">
                <a:solidFill>
                  <a:schemeClr val="tx1"/>
                </a:solidFill>
                <a:miter lim="800000"/>
                <a:headEnd/>
                <a:tailEnd/>
              </a:ln>
            </p:spPr>
            <p:txBody>
              <a:bodyPr vert="eaVert" wrap="none" anchor="ctr"/>
              <a:lstStyle/>
              <a:p>
                <a:pPr algn="ctr" eaLnBrk="0" fontAlgn="base" hangingPunct="0">
                  <a:spcBef>
                    <a:spcPct val="50000"/>
                  </a:spcBef>
                  <a:spcAft>
                    <a:spcPct val="0"/>
                  </a:spcAft>
                </a:pPr>
                <a:r>
                  <a:rPr lang="en-US" sz="1600" b="1" dirty="0" err="1">
                    <a:solidFill>
                      <a:srgbClr val="067AB4"/>
                    </a:solidFill>
                    <a:latin typeface="Calibri" pitchFamily="34" charset="0"/>
                    <a:cs typeface="Arial" pitchFamily="-111" charset="-52"/>
                  </a:rPr>
                  <a:t>AppC</a:t>
                </a:r>
                <a:endParaRPr lang="en-US" sz="1600" b="1" dirty="0">
                  <a:solidFill>
                    <a:srgbClr val="067AB4"/>
                  </a:solidFill>
                  <a:latin typeface="Calibri" pitchFamily="34" charset="0"/>
                  <a:cs typeface="Arial" pitchFamily="-111" charset="-52"/>
                </a:endParaRPr>
              </a:p>
            </p:txBody>
          </p:sp>
        </p:grpSp>
        <p:grpSp>
          <p:nvGrpSpPr>
            <p:cNvPr id="4" name="Group 73"/>
            <p:cNvGrpSpPr>
              <a:grpSpLocks/>
            </p:cNvGrpSpPr>
            <p:nvPr/>
          </p:nvGrpSpPr>
          <p:grpSpPr bwMode="auto">
            <a:xfrm>
              <a:off x="746125" y="3389313"/>
              <a:ext cx="3436938" cy="1041400"/>
              <a:chOff x="817012" y="3424546"/>
              <a:chExt cx="3437805" cy="1041059"/>
            </a:xfrm>
          </p:grpSpPr>
          <p:sp>
            <p:nvSpPr>
              <p:cNvPr id="15385" name="Rectangle 21"/>
              <p:cNvSpPr>
                <a:spLocks noChangeArrowheads="1"/>
              </p:cNvSpPr>
              <p:nvPr/>
            </p:nvSpPr>
            <p:spPr bwMode="auto">
              <a:xfrm>
                <a:off x="1841039" y="3424546"/>
                <a:ext cx="1155312" cy="351278"/>
              </a:xfrm>
              <a:prstGeom prst="rect">
                <a:avLst/>
              </a:prstGeom>
              <a:noFill/>
              <a:ln w="9525">
                <a:noFill/>
                <a:miter lim="800000"/>
                <a:headEnd/>
                <a:tailEnd/>
              </a:ln>
            </p:spPr>
            <p:txBody>
              <a:bodyPr wrap="none" anchor="ctr"/>
              <a:lstStyle/>
              <a:p>
                <a:pPr algn="ctr" eaLnBrk="0" fontAlgn="base" hangingPunct="0">
                  <a:spcBef>
                    <a:spcPct val="50000"/>
                  </a:spcBef>
                  <a:spcAft>
                    <a:spcPct val="0"/>
                  </a:spcAft>
                </a:pPr>
                <a:r>
                  <a:rPr lang="en-US" sz="2000" b="1" dirty="0">
                    <a:solidFill>
                      <a:srgbClr val="000000"/>
                    </a:solidFill>
                    <a:latin typeface="Calibri" pitchFamily="34" charset="0"/>
                    <a:cs typeface="Arial" pitchFamily="-111" charset="-52"/>
                  </a:rPr>
                  <a:t>Virtual Resources</a:t>
                </a:r>
                <a:endParaRPr lang="en-US" sz="2000" b="1" baseline="-25000" dirty="0">
                  <a:solidFill>
                    <a:srgbClr val="000000"/>
                  </a:solidFill>
                  <a:latin typeface="Calibri" pitchFamily="34" charset="0"/>
                  <a:cs typeface="Arial" pitchFamily="-111" charset="-52"/>
                </a:endParaRPr>
              </a:p>
            </p:txBody>
          </p:sp>
          <p:sp>
            <p:nvSpPr>
              <p:cNvPr id="15386" name="Rectangle 20"/>
              <p:cNvSpPr>
                <a:spLocks noChangeArrowheads="1"/>
              </p:cNvSpPr>
              <p:nvPr/>
            </p:nvSpPr>
            <p:spPr bwMode="auto">
              <a:xfrm>
                <a:off x="817012" y="3424546"/>
                <a:ext cx="3437805" cy="1041059"/>
              </a:xfrm>
              <a:prstGeom prst="rect">
                <a:avLst/>
              </a:prstGeom>
              <a:noFill/>
              <a:ln w="28575">
                <a:solidFill>
                  <a:schemeClr val="tx1"/>
                </a:solidFill>
                <a:miter lim="800000"/>
                <a:headEnd/>
                <a:tailEnd/>
              </a:ln>
            </p:spPr>
            <p:txBody>
              <a:bodyPr wrap="none" anchor="ctr"/>
              <a:lstStyle/>
              <a:p>
                <a:pPr algn="ctr" eaLnBrk="0" fontAlgn="base" hangingPunct="0">
                  <a:spcBef>
                    <a:spcPct val="50000"/>
                  </a:spcBef>
                  <a:spcAft>
                    <a:spcPct val="0"/>
                  </a:spcAft>
                </a:pPr>
                <a:endParaRPr lang="en-US" sz="2400">
                  <a:solidFill>
                    <a:srgbClr val="CCCCCC"/>
                  </a:solidFill>
                  <a:latin typeface="Calibri" pitchFamily="34" charset="0"/>
                  <a:cs typeface="Arial" pitchFamily="-111" charset="-52"/>
                </a:endParaRPr>
              </a:p>
            </p:txBody>
          </p:sp>
          <p:sp>
            <p:nvSpPr>
              <p:cNvPr id="54" name="Oval 53"/>
              <p:cNvSpPr/>
              <p:nvPr/>
            </p:nvSpPr>
            <p:spPr>
              <a:xfrm>
                <a:off x="890055" y="3753050"/>
                <a:ext cx="786011" cy="501486"/>
              </a:xfrm>
              <a:prstGeom prst="ellipse">
                <a:avLst/>
              </a:prstGeom>
              <a:solidFill>
                <a:schemeClr val="accent2">
                  <a:lumMod val="20000"/>
                  <a:lumOff val="80000"/>
                </a:schemeClr>
              </a:solidFill>
              <a:ln w="28575">
                <a:prstDash val="sysDash"/>
              </a:ln>
            </p:spPr>
            <p:style>
              <a:lnRef idx="1">
                <a:schemeClr val="accent1"/>
              </a:lnRef>
              <a:fillRef idx="2">
                <a:schemeClr val="accent1"/>
              </a:fillRef>
              <a:effectRef idx="1">
                <a:schemeClr val="accent1"/>
              </a:effectRef>
              <a:fontRef idx="minor">
                <a:schemeClr val="dk1"/>
              </a:fontRef>
            </p:style>
            <p:txBody>
              <a:bodyPr anchor="ctr"/>
              <a:lstStyle/>
              <a:p>
                <a:pPr algn="ctr" eaLnBrk="0" hangingPunct="0">
                  <a:defRPr/>
                </a:pPr>
                <a:r>
                  <a:rPr lang="en-US" sz="800" b="1" dirty="0">
                    <a:solidFill>
                      <a:srgbClr val="FFFFFF">
                        <a:lumMod val="50000"/>
                      </a:srgbClr>
                    </a:solidFill>
                    <a:latin typeface="Verdana"/>
                  </a:rPr>
                  <a:t>CPU</a:t>
                </a:r>
              </a:p>
            </p:txBody>
          </p:sp>
          <p:sp>
            <p:nvSpPr>
              <p:cNvPr id="55" name="AutoShape 40"/>
              <p:cNvSpPr>
                <a:spLocks noChangeArrowheads="1"/>
              </p:cNvSpPr>
              <p:nvPr/>
            </p:nvSpPr>
            <p:spPr bwMode="auto">
              <a:xfrm>
                <a:off x="1779280" y="3780030"/>
                <a:ext cx="585936" cy="471333"/>
              </a:xfrm>
              <a:prstGeom prst="can">
                <a:avLst>
                  <a:gd name="adj" fmla="val 25000"/>
                </a:avLst>
              </a:prstGeom>
              <a:solidFill>
                <a:schemeClr val="accent2">
                  <a:lumMod val="20000"/>
                  <a:lumOff val="80000"/>
                </a:schemeClr>
              </a:solidFill>
              <a:ln w="28575">
                <a:prstDash val="sysDash"/>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eaLnBrk="0" hangingPunct="0">
                  <a:defRPr/>
                </a:pPr>
                <a:r>
                  <a:rPr lang="en-US" sz="1100" b="1" dirty="0">
                    <a:solidFill>
                      <a:srgbClr val="FFFFFF">
                        <a:lumMod val="50000"/>
                      </a:srgbClr>
                    </a:solidFill>
                    <a:latin typeface="Verdana"/>
                  </a:rPr>
                  <a:t>Disk</a:t>
                </a:r>
              </a:p>
            </p:txBody>
          </p:sp>
          <p:sp>
            <p:nvSpPr>
              <p:cNvPr id="56" name="Rectangle 55"/>
              <p:cNvSpPr/>
              <p:nvPr/>
            </p:nvSpPr>
            <p:spPr>
              <a:xfrm>
                <a:off x="2495423" y="3797486"/>
                <a:ext cx="974971" cy="396745"/>
              </a:xfrm>
              <a:prstGeom prst="rect">
                <a:avLst/>
              </a:prstGeom>
              <a:solidFill>
                <a:schemeClr val="accent2">
                  <a:lumMod val="20000"/>
                  <a:lumOff val="80000"/>
                </a:schemeClr>
              </a:solidFill>
              <a:ln w="28575">
                <a:prstDash val="sysDash"/>
              </a:ln>
            </p:spPr>
            <p:style>
              <a:lnRef idx="1">
                <a:schemeClr val="accent1"/>
              </a:lnRef>
              <a:fillRef idx="2">
                <a:schemeClr val="accent1"/>
              </a:fillRef>
              <a:effectRef idx="1">
                <a:schemeClr val="accent1"/>
              </a:effectRef>
              <a:fontRef idx="minor">
                <a:schemeClr val="dk1"/>
              </a:fontRef>
            </p:style>
            <p:txBody>
              <a:bodyPr anchor="ctr"/>
              <a:lstStyle/>
              <a:p>
                <a:pPr algn="ctr" eaLnBrk="0" hangingPunct="0">
                  <a:defRPr/>
                </a:pPr>
                <a:r>
                  <a:rPr lang="en-US" sz="900" b="1" dirty="0">
                    <a:solidFill>
                      <a:srgbClr val="FFFFFF">
                        <a:lumMod val="50000"/>
                      </a:srgbClr>
                    </a:solidFill>
                    <a:latin typeface="Verdana"/>
                  </a:rPr>
                  <a:t>Memory</a:t>
                </a:r>
              </a:p>
            </p:txBody>
          </p:sp>
          <p:sp>
            <p:nvSpPr>
              <p:cNvPr id="57" name="Rectangle 56"/>
              <p:cNvSpPr/>
              <p:nvPr/>
            </p:nvSpPr>
            <p:spPr>
              <a:xfrm>
                <a:off x="3576783" y="3780030"/>
                <a:ext cx="604991" cy="426897"/>
              </a:xfrm>
              <a:prstGeom prst="rect">
                <a:avLst/>
              </a:prstGeom>
              <a:solidFill>
                <a:schemeClr val="accent2">
                  <a:lumMod val="20000"/>
                  <a:lumOff val="80000"/>
                </a:schemeClr>
              </a:solidFill>
              <a:ln w="28575">
                <a:prstDash val="sysDash"/>
              </a:ln>
            </p:spPr>
            <p:style>
              <a:lnRef idx="1">
                <a:schemeClr val="accent1"/>
              </a:lnRef>
              <a:fillRef idx="2">
                <a:schemeClr val="accent1"/>
              </a:fillRef>
              <a:effectRef idx="1">
                <a:schemeClr val="accent1"/>
              </a:effectRef>
              <a:fontRef idx="minor">
                <a:schemeClr val="dk1"/>
              </a:fontRef>
            </p:style>
            <p:txBody>
              <a:bodyPr anchor="ctr"/>
              <a:lstStyle/>
              <a:p>
                <a:pPr algn="ctr" eaLnBrk="0" hangingPunct="0">
                  <a:defRPr/>
                </a:pPr>
                <a:r>
                  <a:rPr lang="en-US" sz="1050" b="1" dirty="0">
                    <a:solidFill>
                      <a:srgbClr val="FFFFFF">
                        <a:lumMod val="50000"/>
                      </a:srgbClr>
                    </a:solidFill>
                    <a:latin typeface="Verdana"/>
                  </a:rPr>
                  <a:t>Net</a:t>
                </a:r>
              </a:p>
            </p:txBody>
          </p:sp>
        </p:grpSp>
        <p:grpSp>
          <p:nvGrpSpPr>
            <p:cNvPr id="5" name="Group 76"/>
            <p:cNvGrpSpPr>
              <a:grpSpLocks/>
            </p:cNvGrpSpPr>
            <p:nvPr/>
          </p:nvGrpSpPr>
          <p:grpSpPr bwMode="auto">
            <a:xfrm>
              <a:off x="4683125" y="1946275"/>
              <a:ext cx="3470275" cy="2549525"/>
              <a:chOff x="4617385" y="1981006"/>
              <a:chExt cx="3469879" cy="2549299"/>
            </a:xfrm>
          </p:grpSpPr>
          <p:sp>
            <p:nvSpPr>
              <p:cNvPr id="64" name="Rectangle 63"/>
              <p:cNvSpPr/>
              <p:nvPr/>
            </p:nvSpPr>
            <p:spPr>
              <a:xfrm>
                <a:off x="4617385" y="1981006"/>
                <a:ext cx="3469879" cy="2549299"/>
              </a:xfrm>
              <a:prstGeom prst="rect">
                <a:avLst/>
              </a:prstGeom>
              <a:solidFill>
                <a:schemeClr val="bg1"/>
              </a:solidFill>
              <a:ln w="381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sz="2400">
                  <a:solidFill>
                    <a:srgbClr val="FFFFFF"/>
                  </a:solidFill>
                  <a:latin typeface="Verdana"/>
                </a:endParaRPr>
              </a:p>
            </p:txBody>
          </p:sp>
          <p:sp>
            <p:nvSpPr>
              <p:cNvPr id="39" name="Rectangle 21"/>
              <p:cNvSpPr>
                <a:spLocks noChangeArrowheads="1"/>
              </p:cNvSpPr>
              <p:nvPr/>
            </p:nvSpPr>
            <p:spPr bwMode="auto">
              <a:xfrm>
                <a:off x="4688815" y="2714366"/>
                <a:ext cx="3327020" cy="558750"/>
              </a:xfrm>
              <a:prstGeom prst="rect">
                <a:avLst/>
              </a:prstGeom>
              <a:noFill/>
              <a:ln w="12700">
                <a:headEnd/>
                <a:tailEnd/>
              </a:ln>
            </p:spPr>
            <p:style>
              <a:lnRef idx="1">
                <a:schemeClr val="accent4"/>
              </a:lnRef>
              <a:fillRef idx="2">
                <a:schemeClr val="accent4"/>
              </a:fillRef>
              <a:effectRef idx="1">
                <a:schemeClr val="accent4"/>
              </a:effectRef>
              <a:fontRef idx="minor">
                <a:schemeClr val="dk1"/>
              </a:fontRef>
            </p:style>
            <p:txBody>
              <a:bodyPr wrap="none" anchor="ctr"/>
              <a:lstStyle/>
              <a:p>
                <a:pPr algn="ctr" eaLnBrk="0" hangingPunct="0">
                  <a:defRPr/>
                </a:pPr>
                <a:r>
                  <a:rPr lang="en-US" sz="1500" b="1" dirty="0">
                    <a:solidFill>
                      <a:srgbClr val="FF0000"/>
                    </a:solidFill>
                    <a:latin typeface="Verdana"/>
                  </a:rPr>
                  <a:t>Guest Operating System</a:t>
                </a:r>
              </a:p>
            </p:txBody>
          </p:sp>
          <p:sp>
            <p:nvSpPr>
              <p:cNvPr id="15375" name="Rectangle 24"/>
              <p:cNvSpPr>
                <a:spLocks noChangeArrowheads="1"/>
              </p:cNvSpPr>
              <p:nvPr/>
            </p:nvSpPr>
            <p:spPr bwMode="auto">
              <a:xfrm rot="-5400000">
                <a:off x="4971454" y="1935559"/>
                <a:ext cx="424883" cy="849766"/>
              </a:xfrm>
              <a:prstGeom prst="rect">
                <a:avLst/>
              </a:prstGeom>
              <a:noFill/>
              <a:ln w="9525">
                <a:solidFill>
                  <a:schemeClr val="tx1"/>
                </a:solidFill>
                <a:miter lim="800000"/>
                <a:headEnd/>
                <a:tailEnd/>
              </a:ln>
            </p:spPr>
            <p:txBody>
              <a:bodyPr vert="eaVert" wrap="none" anchor="ctr"/>
              <a:lstStyle/>
              <a:p>
                <a:pPr algn="ctr" eaLnBrk="0" fontAlgn="base" hangingPunct="0">
                  <a:spcBef>
                    <a:spcPct val="50000"/>
                  </a:spcBef>
                  <a:spcAft>
                    <a:spcPct val="0"/>
                  </a:spcAft>
                </a:pPr>
                <a:r>
                  <a:rPr lang="en-US" sz="1600" b="1" dirty="0" err="1">
                    <a:solidFill>
                      <a:srgbClr val="067AB4"/>
                    </a:solidFill>
                    <a:latin typeface="Calibri" pitchFamily="34" charset="0"/>
                    <a:cs typeface="Arial" pitchFamily="-111" charset="-52"/>
                  </a:rPr>
                  <a:t>AppD</a:t>
                </a:r>
                <a:endParaRPr lang="en-US" sz="1600" b="1" dirty="0">
                  <a:solidFill>
                    <a:srgbClr val="067AB4"/>
                  </a:solidFill>
                  <a:latin typeface="Calibri" pitchFamily="34" charset="0"/>
                  <a:cs typeface="Arial" pitchFamily="-111" charset="-52"/>
                </a:endParaRPr>
              </a:p>
            </p:txBody>
          </p:sp>
          <p:sp>
            <p:nvSpPr>
              <p:cNvPr id="15376" name="Rectangle 22"/>
              <p:cNvSpPr>
                <a:spLocks noChangeArrowheads="1"/>
              </p:cNvSpPr>
              <p:nvPr/>
            </p:nvSpPr>
            <p:spPr bwMode="auto">
              <a:xfrm rot="-5400000">
                <a:off x="6104476" y="1935559"/>
                <a:ext cx="424883" cy="849766"/>
              </a:xfrm>
              <a:prstGeom prst="rect">
                <a:avLst/>
              </a:prstGeom>
              <a:noFill/>
              <a:ln w="9525">
                <a:solidFill>
                  <a:schemeClr val="tx1"/>
                </a:solidFill>
                <a:miter lim="800000"/>
                <a:headEnd/>
                <a:tailEnd/>
              </a:ln>
            </p:spPr>
            <p:txBody>
              <a:bodyPr vert="eaVert" wrap="none" anchor="ctr"/>
              <a:lstStyle/>
              <a:p>
                <a:pPr algn="ctr" eaLnBrk="0" fontAlgn="base" hangingPunct="0">
                  <a:spcBef>
                    <a:spcPct val="50000"/>
                  </a:spcBef>
                  <a:spcAft>
                    <a:spcPct val="0"/>
                  </a:spcAft>
                </a:pPr>
                <a:r>
                  <a:rPr lang="en-US" sz="1600" b="1" dirty="0" err="1">
                    <a:solidFill>
                      <a:srgbClr val="067AB4"/>
                    </a:solidFill>
                    <a:latin typeface="Calibri" pitchFamily="34" charset="0"/>
                    <a:cs typeface="Arial" pitchFamily="-111" charset="-52"/>
                  </a:rPr>
                  <a:t>AppE</a:t>
                </a:r>
                <a:endParaRPr lang="en-US" sz="1600" b="1" dirty="0">
                  <a:solidFill>
                    <a:srgbClr val="067AB4"/>
                  </a:solidFill>
                  <a:latin typeface="Calibri" pitchFamily="34" charset="0"/>
                  <a:cs typeface="Arial" pitchFamily="-111" charset="-52"/>
                </a:endParaRPr>
              </a:p>
            </p:txBody>
          </p:sp>
          <p:sp>
            <p:nvSpPr>
              <p:cNvPr id="15377" name="Rectangle 23"/>
              <p:cNvSpPr>
                <a:spLocks noChangeArrowheads="1"/>
              </p:cNvSpPr>
              <p:nvPr/>
            </p:nvSpPr>
            <p:spPr bwMode="auto">
              <a:xfrm rot="-5400000">
                <a:off x="7308312" y="1935559"/>
                <a:ext cx="424883" cy="849766"/>
              </a:xfrm>
              <a:prstGeom prst="rect">
                <a:avLst/>
              </a:prstGeom>
              <a:noFill/>
              <a:ln w="9525">
                <a:solidFill>
                  <a:schemeClr val="tx1"/>
                </a:solidFill>
                <a:miter lim="800000"/>
                <a:headEnd/>
                <a:tailEnd/>
              </a:ln>
            </p:spPr>
            <p:txBody>
              <a:bodyPr vert="eaVert" wrap="none" anchor="ctr"/>
              <a:lstStyle/>
              <a:p>
                <a:pPr algn="ctr" eaLnBrk="0" fontAlgn="base" hangingPunct="0">
                  <a:spcBef>
                    <a:spcPct val="50000"/>
                  </a:spcBef>
                  <a:spcAft>
                    <a:spcPct val="0"/>
                  </a:spcAft>
                </a:pPr>
                <a:r>
                  <a:rPr lang="en-US" sz="1600" b="1" dirty="0" err="1">
                    <a:solidFill>
                      <a:srgbClr val="067AB4"/>
                    </a:solidFill>
                    <a:latin typeface="Calibri" pitchFamily="34" charset="0"/>
                    <a:cs typeface="Arial" pitchFamily="-111" charset="-52"/>
                  </a:rPr>
                  <a:t>AppF</a:t>
                </a:r>
                <a:endParaRPr lang="en-US" sz="1600" b="1" dirty="0">
                  <a:solidFill>
                    <a:srgbClr val="067AB4"/>
                  </a:solidFill>
                  <a:latin typeface="Calibri" pitchFamily="34" charset="0"/>
                  <a:cs typeface="Arial" pitchFamily="-111" charset="-52"/>
                </a:endParaRPr>
              </a:p>
            </p:txBody>
          </p:sp>
          <p:sp>
            <p:nvSpPr>
              <p:cNvPr id="60" name="Rectangle 59"/>
              <p:cNvSpPr/>
              <p:nvPr/>
            </p:nvSpPr>
            <p:spPr>
              <a:xfrm>
                <a:off x="6355500" y="3790596"/>
                <a:ext cx="915882" cy="401602"/>
              </a:xfrm>
              <a:prstGeom prst="rect">
                <a:avLst/>
              </a:prstGeom>
              <a:solidFill>
                <a:schemeClr val="accent5">
                  <a:lumMod val="20000"/>
                  <a:lumOff val="80000"/>
                </a:schemeClr>
              </a:solidFill>
              <a:ln w="28575">
                <a:prstDash val="sysDash"/>
              </a:ln>
            </p:spPr>
            <p:style>
              <a:lnRef idx="1">
                <a:schemeClr val="accent1"/>
              </a:lnRef>
              <a:fillRef idx="2">
                <a:schemeClr val="accent1"/>
              </a:fillRef>
              <a:effectRef idx="1">
                <a:schemeClr val="accent1"/>
              </a:effectRef>
              <a:fontRef idx="minor">
                <a:schemeClr val="dk1"/>
              </a:fontRef>
            </p:style>
            <p:txBody>
              <a:bodyPr anchor="ctr"/>
              <a:lstStyle/>
              <a:p>
                <a:pPr algn="ctr" eaLnBrk="0" hangingPunct="0">
                  <a:defRPr/>
                </a:pPr>
                <a:r>
                  <a:rPr lang="en-US" sz="800" b="1" dirty="0">
                    <a:solidFill>
                      <a:srgbClr val="FFFFFF">
                        <a:lumMod val="50000"/>
                      </a:srgbClr>
                    </a:solidFill>
                    <a:latin typeface="Verdana"/>
                  </a:rPr>
                  <a:t>Memory</a:t>
                </a:r>
                <a:endParaRPr lang="en-US" sz="1200" b="1" dirty="0">
                  <a:solidFill>
                    <a:srgbClr val="FFFFFF">
                      <a:lumMod val="50000"/>
                    </a:srgbClr>
                  </a:solidFill>
                  <a:latin typeface="Verdana"/>
                </a:endParaRPr>
              </a:p>
            </p:txBody>
          </p:sp>
          <p:grpSp>
            <p:nvGrpSpPr>
              <p:cNvPr id="6" name="Group 74"/>
              <p:cNvGrpSpPr>
                <a:grpSpLocks/>
              </p:cNvGrpSpPr>
              <p:nvPr/>
            </p:nvGrpSpPr>
            <p:grpSpPr bwMode="auto">
              <a:xfrm>
                <a:off x="4688199" y="3422650"/>
                <a:ext cx="3328251" cy="1035879"/>
                <a:chOff x="4688199" y="3422650"/>
                <a:chExt cx="3328251" cy="1035879"/>
              </a:xfrm>
            </p:grpSpPr>
            <p:sp>
              <p:nvSpPr>
                <p:cNvPr id="15380" name="Rectangle 20"/>
                <p:cNvSpPr>
                  <a:spLocks noChangeArrowheads="1"/>
                </p:cNvSpPr>
                <p:nvPr/>
              </p:nvSpPr>
              <p:spPr bwMode="auto">
                <a:xfrm>
                  <a:off x="4688199" y="3422650"/>
                  <a:ext cx="3328251" cy="1035879"/>
                </a:xfrm>
                <a:prstGeom prst="rect">
                  <a:avLst/>
                </a:prstGeom>
                <a:noFill/>
                <a:ln w="28575">
                  <a:solidFill>
                    <a:schemeClr val="tx1"/>
                  </a:solidFill>
                  <a:miter lim="800000"/>
                  <a:headEnd/>
                  <a:tailEnd/>
                </a:ln>
              </p:spPr>
              <p:txBody>
                <a:bodyPr wrap="none" anchor="ctr"/>
                <a:lstStyle/>
                <a:p>
                  <a:pPr algn="ctr" eaLnBrk="0" fontAlgn="base" hangingPunct="0">
                    <a:spcBef>
                      <a:spcPct val="50000"/>
                    </a:spcBef>
                    <a:spcAft>
                      <a:spcPct val="0"/>
                    </a:spcAft>
                  </a:pPr>
                  <a:endParaRPr lang="en-US" sz="2400">
                    <a:solidFill>
                      <a:srgbClr val="CCCCCC"/>
                    </a:solidFill>
                    <a:latin typeface="Calibri" pitchFamily="34" charset="0"/>
                    <a:cs typeface="Arial" pitchFamily="-111" charset="-52"/>
                  </a:endParaRPr>
                </a:p>
              </p:txBody>
            </p:sp>
            <p:sp>
              <p:nvSpPr>
                <p:cNvPr id="58" name="Oval 57"/>
                <p:cNvSpPr/>
                <p:nvPr/>
              </p:nvSpPr>
              <p:spPr>
                <a:xfrm>
                  <a:off x="4760244" y="3749324"/>
                  <a:ext cx="803183" cy="515892"/>
                </a:xfrm>
                <a:prstGeom prst="ellipse">
                  <a:avLst/>
                </a:prstGeom>
                <a:solidFill>
                  <a:schemeClr val="accent5">
                    <a:lumMod val="20000"/>
                    <a:lumOff val="80000"/>
                  </a:schemeClr>
                </a:solidFill>
                <a:ln w="28575">
                  <a:prstDash val="sysDash"/>
                </a:ln>
              </p:spPr>
              <p:style>
                <a:lnRef idx="1">
                  <a:schemeClr val="accent1"/>
                </a:lnRef>
                <a:fillRef idx="2">
                  <a:schemeClr val="accent1"/>
                </a:fillRef>
                <a:effectRef idx="1">
                  <a:schemeClr val="accent1"/>
                </a:effectRef>
                <a:fontRef idx="minor">
                  <a:schemeClr val="dk1"/>
                </a:fontRef>
              </p:style>
              <p:txBody>
                <a:bodyPr anchor="ctr"/>
                <a:lstStyle/>
                <a:p>
                  <a:pPr algn="ctr" eaLnBrk="0" hangingPunct="0">
                    <a:defRPr/>
                  </a:pPr>
                  <a:r>
                    <a:rPr lang="en-US" sz="800" b="1" dirty="0">
                      <a:solidFill>
                        <a:srgbClr val="FFFFFF">
                          <a:lumMod val="50000"/>
                        </a:srgbClr>
                      </a:solidFill>
                      <a:latin typeface="Verdana"/>
                    </a:rPr>
                    <a:t>CPU</a:t>
                  </a:r>
                </a:p>
              </p:txBody>
            </p:sp>
            <p:sp>
              <p:nvSpPr>
                <p:cNvPr id="59" name="AutoShape 40"/>
                <p:cNvSpPr>
                  <a:spLocks noChangeArrowheads="1"/>
                </p:cNvSpPr>
                <p:nvPr/>
              </p:nvSpPr>
              <p:spPr bwMode="auto">
                <a:xfrm>
                  <a:off x="5658666" y="3776310"/>
                  <a:ext cx="566673" cy="469858"/>
                </a:xfrm>
                <a:prstGeom prst="can">
                  <a:avLst>
                    <a:gd name="adj" fmla="val 25000"/>
                  </a:avLst>
                </a:prstGeom>
                <a:solidFill>
                  <a:schemeClr val="accent5">
                    <a:lumMod val="20000"/>
                    <a:lumOff val="80000"/>
                  </a:schemeClr>
                </a:solidFill>
                <a:ln w="28575">
                  <a:prstDash val="sysDash"/>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eaLnBrk="0" hangingPunct="0">
                    <a:defRPr/>
                  </a:pPr>
                  <a:r>
                    <a:rPr lang="en-US" sz="1050" b="1" dirty="0">
                      <a:solidFill>
                        <a:srgbClr val="FFFFFF">
                          <a:lumMod val="50000"/>
                        </a:srgbClr>
                      </a:solidFill>
                      <a:latin typeface="Verdana"/>
                    </a:rPr>
                    <a:t>Disk</a:t>
                  </a:r>
                  <a:endParaRPr lang="en-US" sz="1200" b="1" dirty="0">
                    <a:solidFill>
                      <a:srgbClr val="FFFFFF">
                        <a:lumMod val="50000"/>
                      </a:srgbClr>
                    </a:solidFill>
                    <a:latin typeface="Verdana"/>
                  </a:endParaRPr>
                </a:p>
              </p:txBody>
            </p:sp>
            <p:sp>
              <p:nvSpPr>
                <p:cNvPr id="61" name="Rectangle 60"/>
                <p:cNvSpPr/>
                <p:nvPr/>
              </p:nvSpPr>
              <p:spPr>
                <a:xfrm>
                  <a:off x="7401542" y="3776310"/>
                  <a:ext cx="542863" cy="425412"/>
                </a:xfrm>
                <a:prstGeom prst="rect">
                  <a:avLst/>
                </a:prstGeom>
                <a:solidFill>
                  <a:schemeClr val="accent5">
                    <a:lumMod val="20000"/>
                    <a:lumOff val="80000"/>
                  </a:schemeClr>
                </a:solidFill>
                <a:ln w="28575">
                  <a:prstDash val="sysDash"/>
                </a:ln>
              </p:spPr>
              <p:style>
                <a:lnRef idx="1">
                  <a:schemeClr val="accent1"/>
                </a:lnRef>
                <a:fillRef idx="2">
                  <a:schemeClr val="accent1"/>
                </a:fillRef>
                <a:effectRef idx="1">
                  <a:schemeClr val="accent1"/>
                </a:effectRef>
                <a:fontRef idx="minor">
                  <a:schemeClr val="dk1"/>
                </a:fontRef>
              </p:style>
              <p:txBody>
                <a:bodyPr anchor="ctr"/>
                <a:lstStyle/>
                <a:p>
                  <a:pPr algn="ctr" eaLnBrk="0" hangingPunct="0">
                    <a:defRPr/>
                  </a:pPr>
                  <a:r>
                    <a:rPr lang="en-US" sz="800" b="1" dirty="0">
                      <a:solidFill>
                        <a:srgbClr val="FFFFFF">
                          <a:lumMod val="50000"/>
                        </a:srgbClr>
                      </a:solidFill>
                      <a:latin typeface="Verdana"/>
                    </a:rPr>
                    <a:t>Net</a:t>
                  </a:r>
                  <a:endParaRPr lang="en-US" sz="1200" b="1" dirty="0">
                    <a:solidFill>
                      <a:srgbClr val="FFFFFF">
                        <a:lumMod val="50000"/>
                      </a:srgbClr>
                    </a:solidFill>
                    <a:latin typeface="Verdana"/>
                  </a:endParaRPr>
                </a:p>
              </p:txBody>
            </p:sp>
            <p:sp>
              <p:nvSpPr>
                <p:cNvPr id="15384" name="Rectangle 21"/>
                <p:cNvSpPr>
                  <a:spLocks noChangeArrowheads="1"/>
                </p:cNvSpPr>
                <p:nvPr/>
              </p:nvSpPr>
              <p:spPr bwMode="auto">
                <a:xfrm>
                  <a:off x="5750407" y="3422650"/>
                  <a:ext cx="1118496" cy="349531"/>
                </a:xfrm>
                <a:prstGeom prst="rect">
                  <a:avLst/>
                </a:prstGeom>
                <a:noFill/>
                <a:ln w="9525">
                  <a:noFill/>
                  <a:miter lim="800000"/>
                  <a:headEnd/>
                  <a:tailEnd/>
                </a:ln>
              </p:spPr>
              <p:txBody>
                <a:bodyPr wrap="none" anchor="ctr"/>
                <a:lstStyle/>
                <a:p>
                  <a:pPr algn="ctr" eaLnBrk="0" fontAlgn="base" hangingPunct="0">
                    <a:spcBef>
                      <a:spcPct val="50000"/>
                    </a:spcBef>
                    <a:spcAft>
                      <a:spcPct val="0"/>
                    </a:spcAft>
                  </a:pPr>
                  <a:r>
                    <a:rPr lang="en-US" sz="2000" b="1" dirty="0">
                      <a:solidFill>
                        <a:srgbClr val="000000"/>
                      </a:solidFill>
                      <a:latin typeface="Calibri" pitchFamily="34" charset="0"/>
                      <a:cs typeface="Arial" pitchFamily="-111" charset="-52"/>
                    </a:rPr>
                    <a:t>Virtual Resources</a:t>
                  </a:r>
                  <a:endParaRPr lang="en-US" sz="2000" b="1" baseline="-25000" dirty="0">
                    <a:solidFill>
                      <a:srgbClr val="000000"/>
                    </a:solidFill>
                    <a:latin typeface="Calibri" pitchFamily="34" charset="0"/>
                    <a:cs typeface="Arial" pitchFamily="-111" charset="-52"/>
                  </a:endParaRPr>
                </a:p>
              </p:txBody>
            </p:sp>
          </p:grpSp>
        </p:grpSp>
        <p:sp>
          <p:nvSpPr>
            <p:cNvPr id="15371" name="Rectangle 21"/>
            <p:cNvSpPr>
              <a:spLocks noChangeArrowheads="1"/>
            </p:cNvSpPr>
            <p:nvPr/>
          </p:nvSpPr>
          <p:spPr bwMode="auto">
            <a:xfrm>
              <a:off x="1828800" y="1447800"/>
              <a:ext cx="1123950" cy="350838"/>
            </a:xfrm>
            <a:prstGeom prst="rect">
              <a:avLst/>
            </a:prstGeom>
            <a:noFill/>
            <a:ln w="9525">
              <a:noFill/>
              <a:miter lim="800000"/>
              <a:headEnd/>
              <a:tailEnd/>
            </a:ln>
          </p:spPr>
          <p:txBody>
            <a:bodyPr wrap="none" anchor="ctr"/>
            <a:lstStyle/>
            <a:p>
              <a:pPr algn="ctr" eaLnBrk="0" fontAlgn="base" hangingPunct="0">
                <a:spcBef>
                  <a:spcPct val="50000"/>
                </a:spcBef>
                <a:spcAft>
                  <a:spcPct val="0"/>
                </a:spcAft>
              </a:pPr>
              <a:r>
                <a:rPr lang="en-US" sz="2400" b="1" dirty="0">
                  <a:solidFill>
                    <a:srgbClr val="000000"/>
                  </a:solidFill>
                  <a:latin typeface="Calibri" pitchFamily="34" charset="0"/>
                  <a:cs typeface="Arial" pitchFamily="-111" charset="-52"/>
                </a:rPr>
                <a:t>Virtual Machine 1</a:t>
              </a:r>
              <a:endParaRPr lang="en-US" sz="2400" b="1" baseline="-25000" dirty="0">
                <a:solidFill>
                  <a:srgbClr val="000000"/>
                </a:solidFill>
                <a:latin typeface="Calibri" pitchFamily="34" charset="0"/>
                <a:cs typeface="Arial" pitchFamily="-111" charset="-52"/>
              </a:endParaRPr>
            </a:p>
          </p:txBody>
        </p:sp>
        <p:sp>
          <p:nvSpPr>
            <p:cNvPr id="15372" name="Rectangle 21"/>
            <p:cNvSpPr>
              <a:spLocks noChangeArrowheads="1"/>
            </p:cNvSpPr>
            <p:nvPr/>
          </p:nvSpPr>
          <p:spPr bwMode="auto">
            <a:xfrm>
              <a:off x="5486400" y="1447800"/>
              <a:ext cx="1123950" cy="350838"/>
            </a:xfrm>
            <a:prstGeom prst="rect">
              <a:avLst/>
            </a:prstGeom>
            <a:noFill/>
            <a:ln w="9525">
              <a:noFill/>
              <a:miter lim="800000"/>
              <a:headEnd/>
              <a:tailEnd/>
            </a:ln>
          </p:spPr>
          <p:txBody>
            <a:bodyPr wrap="none" anchor="ctr"/>
            <a:lstStyle/>
            <a:p>
              <a:pPr algn="ctr" eaLnBrk="0" fontAlgn="base" hangingPunct="0">
                <a:spcBef>
                  <a:spcPct val="50000"/>
                </a:spcBef>
                <a:spcAft>
                  <a:spcPct val="0"/>
                </a:spcAft>
              </a:pPr>
              <a:r>
                <a:rPr lang="en-US" sz="2400" b="1" dirty="0">
                  <a:solidFill>
                    <a:srgbClr val="000000"/>
                  </a:solidFill>
                  <a:latin typeface="Calibri" pitchFamily="34" charset="0"/>
                  <a:cs typeface="Arial" pitchFamily="-111" charset="-52"/>
                </a:rPr>
                <a:t>Virtual Machine n</a:t>
              </a:r>
              <a:endParaRPr lang="en-US" sz="2400" b="1" baseline="-25000" dirty="0">
                <a:solidFill>
                  <a:srgbClr val="000000"/>
                </a:solidFill>
                <a:latin typeface="Calibri" pitchFamily="34" charset="0"/>
                <a:cs typeface="Arial" pitchFamily="-111" charset="-52"/>
              </a:endParaRPr>
            </a:p>
          </p:txBody>
        </p:sp>
      </p:grpSp>
      <p:sp>
        <p:nvSpPr>
          <p:cNvPr id="41" name="Rectangle 2"/>
          <p:cNvSpPr txBox="1">
            <a:spLocks noChangeArrowheads="1"/>
          </p:cNvSpPr>
          <p:nvPr/>
        </p:nvSpPr>
        <p:spPr>
          <a:xfrm>
            <a:off x="1" y="1485900"/>
            <a:ext cx="3328086" cy="4051300"/>
          </a:xfrm>
          <a:prstGeom prst="rect">
            <a:avLst/>
          </a:prstGeom>
          <a:ln/>
        </p:spPr>
        <p:txBody>
          <a:bodyPr/>
          <a:lstStyle/>
          <a:p>
            <a:pPr marL="473257" defTabSz="947738" eaLnBrk="0" fontAlgn="base" hangingPunct="0">
              <a:spcBef>
                <a:spcPct val="20000"/>
              </a:spcBef>
              <a:spcAft>
                <a:spcPct val="20000"/>
              </a:spcAft>
              <a:buClr>
                <a:srgbClr val="000000"/>
              </a:buClr>
              <a:buSzPct val="100000"/>
              <a:defRPr/>
            </a:pPr>
            <a:r>
              <a:rPr lang="en-US" sz="2000" kern="0" dirty="0">
                <a:solidFill>
                  <a:srgbClr val="000000"/>
                </a:solidFill>
                <a:latin typeface="Verdana"/>
                <a:cs typeface="Arial" pitchFamily="-111" charset="-52"/>
              </a:rPr>
              <a:t>Allows a server to be “sliced” into Virtual Machines</a:t>
            </a:r>
          </a:p>
          <a:p>
            <a:pPr marL="2473435" lvl="4" indent="-222250" defTabSz="947738" eaLnBrk="0" fontAlgn="base" hangingPunct="0">
              <a:spcBef>
                <a:spcPct val="0"/>
              </a:spcBef>
              <a:spcAft>
                <a:spcPct val="20000"/>
              </a:spcAft>
              <a:buClr>
                <a:srgbClr val="4D4D4D"/>
              </a:buClr>
              <a:buSzPct val="80000"/>
              <a:buFont typeface="Verdana" pitchFamily="-111" charset="0"/>
              <a:buChar char="–"/>
              <a:defRPr/>
            </a:pPr>
            <a:endParaRPr lang="en-US" sz="1600" kern="0" dirty="0">
              <a:solidFill>
                <a:srgbClr val="7030A0"/>
              </a:solidFill>
              <a:latin typeface="Verdana"/>
              <a:ea typeface="ＭＳ Ｐゴシック" pitchFamily="-111" charset="-128"/>
              <a:cs typeface="Arial" pitchFamily="-111" charset="-52"/>
            </a:endParaRPr>
          </a:p>
          <a:p>
            <a:pPr marL="2473435" lvl="4" indent="-222250" defTabSz="947738" eaLnBrk="0" fontAlgn="base" hangingPunct="0">
              <a:spcBef>
                <a:spcPct val="0"/>
              </a:spcBef>
              <a:spcAft>
                <a:spcPct val="20000"/>
              </a:spcAft>
              <a:buClr>
                <a:srgbClr val="4D4D4D"/>
              </a:buClr>
              <a:buSzPct val="80000"/>
              <a:buFont typeface="Verdana" pitchFamily="-111" charset="0"/>
              <a:buChar char="–"/>
              <a:defRPr/>
            </a:pPr>
            <a:endParaRPr lang="en-US" sz="1600" kern="0" dirty="0">
              <a:solidFill>
                <a:srgbClr val="7030A0"/>
              </a:solidFill>
              <a:latin typeface="Verdana"/>
              <a:ea typeface="ＭＳ Ｐゴシック" pitchFamily="-111" charset="-128"/>
              <a:cs typeface="Arial" pitchFamily="-111" charset="-52"/>
            </a:endParaRPr>
          </a:p>
          <a:p>
            <a:pPr marL="473257" defTabSz="947738" eaLnBrk="0" fontAlgn="base" hangingPunct="0">
              <a:spcBef>
                <a:spcPct val="20000"/>
              </a:spcBef>
              <a:spcAft>
                <a:spcPct val="20000"/>
              </a:spcAft>
              <a:buClr>
                <a:srgbClr val="000000"/>
              </a:buClr>
              <a:buSzPct val="100000"/>
            </a:pPr>
            <a:r>
              <a:rPr lang="en-US" sz="2000" kern="0" dirty="0">
                <a:solidFill>
                  <a:srgbClr val="000000"/>
                </a:solidFill>
                <a:latin typeface="Verdana"/>
                <a:cs typeface="Arial" pitchFamily="-111" charset="-52"/>
              </a:rPr>
              <a:t>VM has own OS/applications + virtual resources</a:t>
            </a:r>
          </a:p>
          <a:p>
            <a:pPr marL="2473435" lvl="4" indent="-222250" defTabSz="947738" eaLnBrk="0" fontAlgn="base" hangingPunct="0">
              <a:spcBef>
                <a:spcPct val="0"/>
              </a:spcBef>
              <a:spcAft>
                <a:spcPct val="20000"/>
              </a:spcAft>
              <a:buClr>
                <a:srgbClr val="4D4D4D"/>
              </a:buClr>
              <a:buSzPct val="80000"/>
              <a:buFont typeface="Verdana" pitchFamily="-111" charset="0"/>
              <a:buChar char="–"/>
              <a:defRPr/>
            </a:pPr>
            <a:endParaRPr lang="en-US" sz="1600" kern="0" dirty="0">
              <a:solidFill>
                <a:srgbClr val="7030A0"/>
              </a:solidFill>
              <a:latin typeface="Verdana"/>
              <a:ea typeface="ＭＳ Ｐゴシック" pitchFamily="-111" charset="-128"/>
              <a:cs typeface="Arial" pitchFamily="-111" charset="-52"/>
            </a:endParaRPr>
          </a:p>
          <a:p>
            <a:pPr marL="473257" lvl="4" indent="-222250" defTabSz="947738" eaLnBrk="0" fontAlgn="base" hangingPunct="0">
              <a:spcBef>
                <a:spcPct val="20000"/>
              </a:spcBef>
              <a:spcAft>
                <a:spcPct val="20000"/>
              </a:spcAft>
              <a:buClr>
                <a:srgbClr val="000000"/>
              </a:buClr>
              <a:buSzPct val="100000"/>
              <a:defRPr/>
            </a:pPr>
            <a:endParaRPr lang="en-US" sz="2000" kern="0" dirty="0">
              <a:solidFill>
                <a:srgbClr val="000000"/>
              </a:solidFill>
              <a:latin typeface="Verdana"/>
              <a:cs typeface="Arial" pitchFamily="-111" charset="-52"/>
            </a:endParaRPr>
          </a:p>
          <a:p>
            <a:pPr marL="473257" defTabSz="947738" eaLnBrk="0" fontAlgn="base" hangingPunct="0">
              <a:spcBef>
                <a:spcPct val="20000"/>
              </a:spcBef>
              <a:spcAft>
                <a:spcPct val="20000"/>
              </a:spcAft>
              <a:buClr>
                <a:srgbClr val="000000"/>
              </a:buClr>
              <a:buSzPct val="100000"/>
              <a:defRPr/>
            </a:pPr>
            <a:r>
              <a:rPr lang="en-US" sz="2000" kern="0" dirty="0">
                <a:solidFill>
                  <a:srgbClr val="000000"/>
                </a:solidFill>
                <a:latin typeface="Verdana"/>
                <a:cs typeface="Arial" pitchFamily="-111" charset="-52"/>
              </a:rPr>
              <a:t>Rapidly adjust resource allocations</a:t>
            </a:r>
          </a:p>
          <a:p>
            <a:pPr marL="2473435" lvl="4" indent="-222250" defTabSz="947738" eaLnBrk="0" fontAlgn="base" hangingPunct="0">
              <a:spcBef>
                <a:spcPct val="0"/>
              </a:spcBef>
              <a:spcAft>
                <a:spcPct val="20000"/>
              </a:spcAft>
              <a:buClr>
                <a:srgbClr val="4D4D4D"/>
              </a:buClr>
              <a:buSzPct val="80000"/>
              <a:defRPr/>
            </a:pPr>
            <a:endParaRPr lang="en-US" sz="1600" kern="0" dirty="0">
              <a:solidFill>
                <a:srgbClr val="7030A0"/>
              </a:solidFill>
              <a:latin typeface="Verdana"/>
              <a:ea typeface="ＭＳ Ｐゴシック" pitchFamily="-111" charset="-128"/>
              <a:cs typeface="Arial" pitchFamily="-111" charset="-52"/>
            </a:endParaRPr>
          </a:p>
        </p:txBody>
      </p:sp>
    </p:spTree>
    <p:extLst>
      <p:ext uri="{BB962C8B-B14F-4D97-AF65-F5344CB8AC3E}">
        <p14:creationId xmlns:p14="http://schemas.microsoft.com/office/powerpoint/2010/main" val="1023648190"/>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F844E-4367-464E-9ACF-9EF0FAA5740E}"/>
              </a:ext>
            </a:extLst>
          </p:cNvPr>
          <p:cNvSpPr>
            <a:spLocks noGrp="1"/>
          </p:cNvSpPr>
          <p:nvPr>
            <p:ph type="title"/>
          </p:nvPr>
        </p:nvSpPr>
        <p:spPr/>
        <p:txBody>
          <a:bodyPr/>
          <a:lstStyle/>
          <a:p>
            <a:r>
              <a:rPr lang="en-US" dirty="0"/>
              <a:t>Types of Virtualization</a:t>
            </a:r>
          </a:p>
        </p:txBody>
      </p:sp>
      <p:sp>
        <p:nvSpPr>
          <p:cNvPr id="4" name="Slide Number Placeholder 3">
            <a:extLst>
              <a:ext uri="{FF2B5EF4-FFF2-40B4-BE49-F238E27FC236}">
                <a16:creationId xmlns:a16="http://schemas.microsoft.com/office/drawing/2014/main" id="{D86B9F47-3CE9-3F4F-8429-DDED199C0A21}"/>
              </a:ext>
            </a:extLst>
          </p:cNvPr>
          <p:cNvSpPr>
            <a:spLocks noGrp="1"/>
          </p:cNvSpPr>
          <p:nvPr>
            <p:ph type="sldNum" sz="quarter" idx="10"/>
          </p:nvPr>
        </p:nvSpPr>
        <p:spPr>
          <a:xfrm>
            <a:off x="191312" y="6487613"/>
            <a:ext cx="385235" cy="152400"/>
          </a:xfrm>
        </p:spPr>
        <p:txBody>
          <a:bodyPr/>
          <a:lstStyle/>
          <a:p>
            <a:pPr>
              <a:defRPr/>
            </a:pPr>
            <a:r>
              <a:rPr lang="en-US" dirty="0"/>
              <a:t>Page </a:t>
            </a:r>
            <a:fld id="{E218AC47-F4D5-4A58-A0C0-0DD466A5F1E2}" type="slidenum">
              <a:rPr lang="en-US" smtClean="0"/>
              <a:pPr>
                <a:defRPr/>
              </a:pPr>
              <a:t>24</a:t>
            </a:fld>
            <a:endParaRPr lang="en-US" dirty="0"/>
          </a:p>
        </p:txBody>
      </p:sp>
      <p:grpSp>
        <p:nvGrpSpPr>
          <p:cNvPr id="29" name="Group 28">
            <a:extLst>
              <a:ext uri="{FF2B5EF4-FFF2-40B4-BE49-F238E27FC236}">
                <a16:creationId xmlns:a16="http://schemas.microsoft.com/office/drawing/2014/main" id="{4FDF14E8-996F-1D40-B268-AF855B12966A}"/>
              </a:ext>
            </a:extLst>
          </p:cNvPr>
          <p:cNvGrpSpPr/>
          <p:nvPr/>
        </p:nvGrpSpPr>
        <p:grpSpPr>
          <a:xfrm>
            <a:off x="150312" y="1130820"/>
            <a:ext cx="9059775" cy="2547474"/>
            <a:chOff x="150312" y="2658992"/>
            <a:chExt cx="9059775" cy="2547474"/>
          </a:xfrm>
        </p:grpSpPr>
        <p:sp>
          <p:nvSpPr>
            <p:cNvPr id="5" name="Rectangle 4">
              <a:extLst>
                <a:ext uri="{FF2B5EF4-FFF2-40B4-BE49-F238E27FC236}">
                  <a16:creationId xmlns:a16="http://schemas.microsoft.com/office/drawing/2014/main" id="{E4CE5225-423C-DC4F-884E-C9B3081F5E1E}"/>
                </a:ext>
              </a:extLst>
            </p:cNvPr>
            <p:cNvSpPr/>
            <p:nvPr/>
          </p:nvSpPr>
          <p:spPr bwMode="auto">
            <a:xfrm>
              <a:off x="164172" y="4521896"/>
              <a:ext cx="1531018" cy="369332"/>
            </a:xfrm>
            <a:prstGeom prst="rect">
              <a:avLst/>
            </a:prstGeom>
            <a:solidFill>
              <a:srgbClr val="FFFF0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50000"/>
                </a:spcBef>
                <a:spcAft>
                  <a:spcPct val="0"/>
                </a:spcAft>
                <a:buClrTx/>
                <a:buSzTx/>
                <a:buFontTx/>
                <a:buNone/>
                <a:tabLst/>
              </a:pPr>
              <a:r>
                <a:rPr kumimoji="0" lang="en-US" b="0" i="0" u="none" strike="noStrike" cap="none" normalizeH="0" baseline="0" dirty="0">
                  <a:ln>
                    <a:noFill/>
                  </a:ln>
                  <a:solidFill>
                    <a:schemeClr val="tx2"/>
                  </a:solidFill>
                  <a:effectLst/>
                  <a:latin typeface="Verdana" pitchFamily="-111" charset="0"/>
                  <a:ea typeface="Arial" pitchFamily="-111" charset="-52"/>
                  <a:cs typeface="Arial" pitchFamily="-111" charset="-52"/>
                </a:rPr>
                <a:t>Hardware</a:t>
              </a:r>
            </a:p>
          </p:txBody>
        </p:sp>
        <p:sp>
          <p:nvSpPr>
            <p:cNvPr id="6" name="Rectangle 5">
              <a:extLst>
                <a:ext uri="{FF2B5EF4-FFF2-40B4-BE49-F238E27FC236}">
                  <a16:creationId xmlns:a16="http://schemas.microsoft.com/office/drawing/2014/main" id="{5CD8C9F2-0CC5-474E-97CB-E3D6B4F0C2C6}"/>
                </a:ext>
              </a:extLst>
            </p:cNvPr>
            <p:cNvSpPr/>
            <p:nvPr/>
          </p:nvSpPr>
          <p:spPr bwMode="auto">
            <a:xfrm>
              <a:off x="191312" y="4123152"/>
              <a:ext cx="1503878" cy="369332"/>
            </a:xfrm>
            <a:prstGeom prst="rect">
              <a:avLst/>
            </a:prstGeom>
            <a:solidFill>
              <a:schemeClr val="bg1">
                <a:lumMod val="95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50000"/>
                </a:spcBef>
                <a:spcAft>
                  <a:spcPct val="0"/>
                </a:spcAft>
                <a:buClrTx/>
                <a:buSzTx/>
                <a:buFontTx/>
                <a:buNone/>
                <a:tabLst/>
              </a:pPr>
              <a:r>
                <a:rPr kumimoji="0" lang="en-US" b="0" i="0" u="none" strike="noStrike" cap="none" normalizeH="0" baseline="0" dirty="0">
                  <a:ln>
                    <a:noFill/>
                  </a:ln>
                  <a:solidFill>
                    <a:schemeClr val="tx2"/>
                  </a:solidFill>
                  <a:effectLst/>
                  <a:latin typeface="Verdana" pitchFamily="-111" charset="0"/>
                  <a:ea typeface="Arial" pitchFamily="-111" charset="-52"/>
                  <a:cs typeface="Arial" pitchFamily="-111" charset="-52"/>
                </a:rPr>
                <a:t>OS</a:t>
              </a:r>
            </a:p>
          </p:txBody>
        </p:sp>
        <p:sp>
          <p:nvSpPr>
            <p:cNvPr id="10" name="Rectangle 9">
              <a:extLst>
                <a:ext uri="{FF2B5EF4-FFF2-40B4-BE49-F238E27FC236}">
                  <a16:creationId xmlns:a16="http://schemas.microsoft.com/office/drawing/2014/main" id="{0191F1B5-8066-4542-BAF6-A1602F4D03A8}"/>
                </a:ext>
              </a:extLst>
            </p:cNvPr>
            <p:cNvSpPr/>
            <p:nvPr/>
          </p:nvSpPr>
          <p:spPr bwMode="auto">
            <a:xfrm>
              <a:off x="191312" y="3523992"/>
              <a:ext cx="1503878" cy="369332"/>
            </a:xfrm>
            <a:prstGeom prst="rect">
              <a:avLst/>
            </a:prstGeom>
            <a:solidFill>
              <a:schemeClr val="bg1">
                <a:lumMod val="95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50000"/>
                </a:spcBef>
                <a:spcAft>
                  <a:spcPct val="0"/>
                </a:spcAft>
                <a:buClrTx/>
                <a:buSzTx/>
                <a:buFontTx/>
                <a:buNone/>
                <a:tabLst/>
              </a:pPr>
              <a:r>
                <a:rPr lang="en-US" dirty="0">
                  <a:solidFill>
                    <a:schemeClr val="tx2"/>
                  </a:solidFill>
                  <a:latin typeface="Verdana" pitchFamily="-111" charset="0"/>
                  <a:ea typeface="Arial" pitchFamily="-111" charset="-52"/>
                  <a:cs typeface="Arial" pitchFamily="-111" charset="-52"/>
                </a:rPr>
                <a:t>Application</a:t>
              </a:r>
              <a:endParaRPr kumimoji="0" lang="en-US" b="0" i="0" u="none" strike="noStrike" cap="none" normalizeH="0" baseline="0" dirty="0">
                <a:ln>
                  <a:noFill/>
                </a:ln>
                <a:solidFill>
                  <a:schemeClr val="tx2"/>
                </a:solidFill>
                <a:effectLst/>
                <a:latin typeface="Verdana" pitchFamily="-111" charset="0"/>
                <a:ea typeface="Arial" pitchFamily="-111" charset="-52"/>
                <a:cs typeface="Arial" pitchFamily="-111" charset="-52"/>
              </a:endParaRPr>
            </a:p>
          </p:txBody>
        </p:sp>
        <p:grpSp>
          <p:nvGrpSpPr>
            <p:cNvPr id="28" name="Group 27">
              <a:extLst>
                <a:ext uri="{FF2B5EF4-FFF2-40B4-BE49-F238E27FC236}">
                  <a16:creationId xmlns:a16="http://schemas.microsoft.com/office/drawing/2014/main" id="{6B036502-6DB4-E94C-B591-65887264B5C3}"/>
                </a:ext>
              </a:extLst>
            </p:cNvPr>
            <p:cNvGrpSpPr/>
            <p:nvPr/>
          </p:nvGrpSpPr>
          <p:grpSpPr>
            <a:xfrm>
              <a:off x="150312" y="2658992"/>
              <a:ext cx="9059775" cy="2547474"/>
              <a:chOff x="150312" y="2658992"/>
              <a:chExt cx="9059775" cy="2547474"/>
            </a:xfrm>
          </p:grpSpPr>
          <p:cxnSp>
            <p:nvCxnSpPr>
              <p:cNvPr id="8" name="Straight Connector 7">
                <a:extLst>
                  <a:ext uri="{FF2B5EF4-FFF2-40B4-BE49-F238E27FC236}">
                    <a16:creationId xmlns:a16="http://schemas.microsoft.com/office/drawing/2014/main" id="{1805EB44-C9E5-094A-9892-96EF74D42880}"/>
                  </a:ext>
                </a:extLst>
              </p:cNvPr>
              <p:cNvCxnSpPr>
                <a:cxnSpLocks/>
              </p:cNvCxnSpPr>
              <p:nvPr/>
            </p:nvCxnSpPr>
            <p:spPr bwMode="auto">
              <a:xfrm flipV="1">
                <a:off x="150312" y="4008330"/>
                <a:ext cx="8993688" cy="1"/>
              </a:xfrm>
              <a:prstGeom prst="line">
                <a:avLst/>
              </a:prstGeom>
              <a:noFill/>
              <a:ln w="38100" cap="flat" cmpd="sng" algn="ctr">
                <a:solidFill>
                  <a:schemeClr val="accent1"/>
                </a:solidFill>
                <a:prstDash val="dash"/>
                <a:round/>
                <a:headEnd type="none" w="med" len="med"/>
                <a:tailEnd type="none" w="med" len="med"/>
              </a:ln>
              <a:effectLst/>
            </p:spPr>
          </p:cxnSp>
          <p:sp>
            <p:nvSpPr>
              <p:cNvPr id="11" name="Rectangle 10">
                <a:extLst>
                  <a:ext uri="{FF2B5EF4-FFF2-40B4-BE49-F238E27FC236}">
                    <a16:creationId xmlns:a16="http://schemas.microsoft.com/office/drawing/2014/main" id="{5D0B37F3-B487-C04B-9155-EAA2E0CC6A03}"/>
                  </a:ext>
                </a:extLst>
              </p:cNvPr>
              <p:cNvSpPr/>
              <p:nvPr/>
            </p:nvSpPr>
            <p:spPr bwMode="auto">
              <a:xfrm>
                <a:off x="1929009" y="4837134"/>
                <a:ext cx="1716065" cy="369332"/>
              </a:xfrm>
              <a:prstGeom prst="rect">
                <a:avLst/>
              </a:prstGeom>
              <a:solidFill>
                <a:srgbClr val="FFFF0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50000"/>
                  </a:spcBef>
                  <a:spcAft>
                    <a:spcPct val="0"/>
                  </a:spcAft>
                  <a:buClrTx/>
                  <a:buSzTx/>
                  <a:buFontTx/>
                  <a:buNone/>
                  <a:tabLst/>
                </a:pPr>
                <a:r>
                  <a:rPr kumimoji="0" lang="en-US" b="0" i="0" u="none" strike="noStrike" cap="none" normalizeH="0" baseline="0" dirty="0">
                    <a:ln>
                      <a:noFill/>
                    </a:ln>
                    <a:solidFill>
                      <a:schemeClr val="tx2"/>
                    </a:solidFill>
                    <a:effectLst/>
                    <a:latin typeface="Verdana" pitchFamily="-111" charset="0"/>
                    <a:ea typeface="Arial" pitchFamily="-111" charset="-52"/>
                    <a:cs typeface="Arial" pitchFamily="-111" charset="-52"/>
                  </a:rPr>
                  <a:t>Hardware</a:t>
                </a:r>
              </a:p>
            </p:txBody>
          </p:sp>
          <p:sp>
            <p:nvSpPr>
              <p:cNvPr id="12" name="Rectangle 11">
                <a:extLst>
                  <a:ext uri="{FF2B5EF4-FFF2-40B4-BE49-F238E27FC236}">
                    <a16:creationId xmlns:a16="http://schemas.microsoft.com/office/drawing/2014/main" id="{69E6FF64-7022-724F-B303-5CDAB7582D2C}"/>
                  </a:ext>
                </a:extLst>
              </p:cNvPr>
              <p:cNvSpPr/>
              <p:nvPr/>
            </p:nvSpPr>
            <p:spPr bwMode="auto">
              <a:xfrm>
                <a:off x="1929009" y="4150292"/>
                <a:ext cx="1716065" cy="646331"/>
              </a:xfrm>
              <a:prstGeom prst="rect">
                <a:avLst/>
              </a:prstGeom>
              <a:solidFill>
                <a:srgbClr val="92D05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50000"/>
                  </a:spcBef>
                  <a:spcAft>
                    <a:spcPct val="0"/>
                  </a:spcAft>
                  <a:buClrTx/>
                  <a:buSzTx/>
                  <a:buFontTx/>
                  <a:buNone/>
                  <a:tabLst/>
                </a:pPr>
                <a:r>
                  <a:rPr lang="en-US" dirty="0">
                    <a:solidFill>
                      <a:schemeClr val="tx2"/>
                    </a:solidFill>
                    <a:latin typeface="Verdana" pitchFamily="-111" charset="0"/>
                    <a:ea typeface="Arial" pitchFamily="-111" charset="-52"/>
                    <a:cs typeface="Arial" pitchFamily="-111" charset="-52"/>
                  </a:rPr>
                  <a:t>VMM (Hypervisor)</a:t>
                </a:r>
                <a:endParaRPr kumimoji="0" lang="en-US" b="0" i="0" u="none" strike="noStrike" cap="none" normalizeH="0" baseline="0" dirty="0">
                  <a:ln>
                    <a:noFill/>
                  </a:ln>
                  <a:solidFill>
                    <a:schemeClr val="tx2"/>
                  </a:solidFill>
                  <a:effectLst/>
                  <a:latin typeface="Verdana" pitchFamily="-111" charset="0"/>
                  <a:ea typeface="Arial" pitchFamily="-111" charset="-52"/>
                  <a:cs typeface="Arial" pitchFamily="-111" charset="-52"/>
                </a:endParaRPr>
              </a:p>
            </p:txBody>
          </p:sp>
          <p:sp>
            <p:nvSpPr>
              <p:cNvPr id="13" name="Rectangle 12">
                <a:extLst>
                  <a:ext uri="{FF2B5EF4-FFF2-40B4-BE49-F238E27FC236}">
                    <a16:creationId xmlns:a16="http://schemas.microsoft.com/office/drawing/2014/main" id="{73390C15-4740-FA43-AD40-E0FFD110C695}"/>
                  </a:ext>
                </a:extLst>
              </p:cNvPr>
              <p:cNvSpPr/>
              <p:nvPr/>
            </p:nvSpPr>
            <p:spPr bwMode="auto">
              <a:xfrm>
                <a:off x="1929008" y="3535856"/>
                <a:ext cx="1716065" cy="369332"/>
              </a:xfrm>
              <a:prstGeom prst="rect">
                <a:avLst/>
              </a:prstGeom>
              <a:solidFill>
                <a:srgbClr val="00B0F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50000"/>
                  </a:spcBef>
                  <a:spcAft>
                    <a:spcPct val="0"/>
                  </a:spcAft>
                  <a:buClrTx/>
                  <a:buSzTx/>
                  <a:buFontTx/>
                  <a:buNone/>
                  <a:tabLst/>
                </a:pPr>
                <a:r>
                  <a:rPr kumimoji="0" lang="en-US" b="0" i="0" u="none" strike="noStrike" cap="none" normalizeH="0" baseline="0" dirty="0">
                    <a:ln>
                      <a:noFill/>
                    </a:ln>
                    <a:solidFill>
                      <a:schemeClr val="tx2"/>
                    </a:solidFill>
                    <a:effectLst/>
                    <a:latin typeface="Verdana" pitchFamily="-111" charset="0"/>
                    <a:ea typeface="Arial" pitchFamily="-111" charset="-52"/>
                    <a:cs typeface="Arial" pitchFamily="-111" charset="-52"/>
                  </a:rPr>
                  <a:t>Guest OS</a:t>
                </a:r>
              </a:p>
            </p:txBody>
          </p:sp>
          <p:sp>
            <p:nvSpPr>
              <p:cNvPr id="14" name="Rectangle 13">
                <a:extLst>
                  <a:ext uri="{FF2B5EF4-FFF2-40B4-BE49-F238E27FC236}">
                    <a16:creationId xmlns:a16="http://schemas.microsoft.com/office/drawing/2014/main" id="{9B74C990-BDE7-8D46-ACF8-FC599505CB77}"/>
                  </a:ext>
                </a:extLst>
              </p:cNvPr>
              <p:cNvSpPr/>
              <p:nvPr/>
            </p:nvSpPr>
            <p:spPr bwMode="auto">
              <a:xfrm>
                <a:off x="1947039" y="3112722"/>
                <a:ext cx="1698033" cy="369332"/>
              </a:xfrm>
              <a:prstGeom prst="rect">
                <a:avLst/>
              </a:prstGeom>
              <a:solidFill>
                <a:schemeClr val="bg1">
                  <a:lumMod val="95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50000"/>
                  </a:spcBef>
                  <a:spcAft>
                    <a:spcPct val="0"/>
                  </a:spcAft>
                  <a:buClrTx/>
                  <a:buSzTx/>
                  <a:buFontTx/>
                  <a:buNone/>
                  <a:tabLst/>
                </a:pPr>
                <a:r>
                  <a:rPr lang="en-US" dirty="0">
                    <a:solidFill>
                      <a:schemeClr val="tx2"/>
                    </a:solidFill>
                    <a:latin typeface="Verdana" pitchFamily="-111" charset="0"/>
                    <a:ea typeface="Arial" pitchFamily="-111" charset="-52"/>
                    <a:cs typeface="Arial" pitchFamily="-111" charset="-52"/>
                  </a:rPr>
                  <a:t>Applications</a:t>
                </a:r>
                <a:endParaRPr kumimoji="0" lang="en-US" b="0" i="0" u="none" strike="noStrike" cap="none" normalizeH="0" baseline="0" dirty="0">
                  <a:ln>
                    <a:noFill/>
                  </a:ln>
                  <a:solidFill>
                    <a:schemeClr val="tx2"/>
                  </a:solidFill>
                  <a:effectLst/>
                  <a:latin typeface="Verdana" pitchFamily="-111" charset="0"/>
                  <a:ea typeface="Arial" pitchFamily="-111" charset="-52"/>
                  <a:cs typeface="Arial" pitchFamily="-111" charset="-52"/>
                </a:endParaRPr>
              </a:p>
            </p:txBody>
          </p:sp>
          <p:sp>
            <p:nvSpPr>
              <p:cNvPr id="15" name="Rectangle 14">
                <a:extLst>
                  <a:ext uri="{FF2B5EF4-FFF2-40B4-BE49-F238E27FC236}">
                    <a16:creationId xmlns:a16="http://schemas.microsoft.com/office/drawing/2014/main" id="{53291481-0798-8B4B-BBC4-B7C5C8FA3F2C}"/>
                  </a:ext>
                </a:extLst>
              </p:cNvPr>
              <p:cNvSpPr/>
              <p:nvPr/>
            </p:nvSpPr>
            <p:spPr bwMode="auto">
              <a:xfrm>
                <a:off x="4123147" y="4588702"/>
                <a:ext cx="1716065" cy="369332"/>
              </a:xfrm>
              <a:prstGeom prst="rect">
                <a:avLst/>
              </a:prstGeom>
              <a:solidFill>
                <a:srgbClr val="FFFF0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50000"/>
                  </a:spcBef>
                  <a:spcAft>
                    <a:spcPct val="0"/>
                  </a:spcAft>
                  <a:buClrTx/>
                  <a:buSzTx/>
                  <a:buFontTx/>
                  <a:buNone/>
                  <a:tabLst/>
                </a:pPr>
                <a:r>
                  <a:rPr kumimoji="0" lang="en-US" b="0" i="0" u="none" strike="noStrike" cap="none" normalizeH="0" baseline="0" dirty="0">
                    <a:ln>
                      <a:noFill/>
                    </a:ln>
                    <a:solidFill>
                      <a:schemeClr val="tx2"/>
                    </a:solidFill>
                    <a:effectLst/>
                    <a:latin typeface="Verdana" pitchFamily="-111" charset="0"/>
                    <a:ea typeface="Arial" pitchFamily="-111" charset="-52"/>
                    <a:cs typeface="Arial" pitchFamily="-111" charset="-52"/>
                  </a:rPr>
                  <a:t>Hardware</a:t>
                </a:r>
              </a:p>
            </p:txBody>
          </p:sp>
          <p:sp>
            <p:nvSpPr>
              <p:cNvPr id="16" name="Rectangle 15">
                <a:extLst>
                  <a:ext uri="{FF2B5EF4-FFF2-40B4-BE49-F238E27FC236}">
                    <a16:creationId xmlns:a16="http://schemas.microsoft.com/office/drawing/2014/main" id="{B21FBDCA-1824-6B45-9963-F71034328843}"/>
                  </a:ext>
                </a:extLst>
              </p:cNvPr>
              <p:cNvSpPr/>
              <p:nvPr/>
            </p:nvSpPr>
            <p:spPr bwMode="auto">
              <a:xfrm>
                <a:off x="4123147" y="4139854"/>
                <a:ext cx="1716065" cy="369332"/>
              </a:xfrm>
              <a:prstGeom prst="rect">
                <a:avLst/>
              </a:prstGeom>
              <a:solidFill>
                <a:schemeClr val="bg1">
                  <a:lumMod val="95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50000"/>
                  </a:spcBef>
                  <a:spcAft>
                    <a:spcPct val="0"/>
                  </a:spcAft>
                  <a:buClrTx/>
                  <a:buSzTx/>
                  <a:buFontTx/>
                  <a:buNone/>
                  <a:tabLst/>
                </a:pPr>
                <a:r>
                  <a:rPr lang="en-US" dirty="0">
                    <a:solidFill>
                      <a:schemeClr val="tx2"/>
                    </a:solidFill>
                    <a:latin typeface="Verdana" pitchFamily="-111" charset="0"/>
                    <a:ea typeface="Arial" pitchFamily="-111" charset="-52"/>
                    <a:cs typeface="Arial" pitchFamily="-111" charset="-52"/>
                  </a:rPr>
                  <a:t>Host OS</a:t>
                </a:r>
                <a:endParaRPr kumimoji="0" lang="en-US" b="0" i="0" u="none" strike="noStrike" cap="none" normalizeH="0" baseline="0" dirty="0">
                  <a:ln>
                    <a:noFill/>
                  </a:ln>
                  <a:solidFill>
                    <a:schemeClr val="tx2"/>
                  </a:solidFill>
                  <a:effectLst/>
                  <a:latin typeface="Verdana" pitchFamily="-111" charset="0"/>
                  <a:ea typeface="Arial" pitchFamily="-111" charset="-52"/>
                  <a:cs typeface="Arial" pitchFamily="-111" charset="-52"/>
                </a:endParaRPr>
              </a:p>
            </p:txBody>
          </p:sp>
          <p:sp>
            <p:nvSpPr>
              <p:cNvPr id="17" name="Rectangle 16">
                <a:extLst>
                  <a:ext uri="{FF2B5EF4-FFF2-40B4-BE49-F238E27FC236}">
                    <a16:creationId xmlns:a16="http://schemas.microsoft.com/office/drawing/2014/main" id="{8E6FE459-9CC9-5647-9EF0-DB7F762749E0}"/>
                  </a:ext>
                </a:extLst>
              </p:cNvPr>
              <p:cNvSpPr/>
              <p:nvPr/>
            </p:nvSpPr>
            <p:spPr bwMode="auto">
              <a:xfrm>
                <a:off x="4123146" y="3525418"/>
                <a:ext cx="1716065" cy="369332"/>
              </a:xfrm>
              <a:prstGeom prst="rect">
                <a:avLst/>
              </a:prstGeom>
              <a:solidFill>
                <a:srgbClr val="92D05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50000"/>
                  </a:spcBef>
                  <a:spcAft>
                    <a:spcPct val="0"/>
                  </a:spcAft>
                  <a:buClrTx/>
                  <a:buSzTx/>
                  <a:buFontTx/>
                  <a:buNone/>
                  <a:tabLst/>
                </a:pPr>
                <a:r>
                  <a:rPr kumimoji="0" lang="en-US" b="0" i="0" u="none" strike="noStrike" cap="none" normalizeH="0" baseline="0" dirty="0">
                    <a:ln>
                      <a:noFill/>
                    </a:ln>
                    <a:solidFill>
                      <a:schemeClr val="tx2"/>
                    </a:solidFill>
                    <a:effectLst/>
                    <a:latin typeface="Verdana" pitchFamily="-111" charset="0"/>
                    <a:ea typeface="Arial" pitchFamily="-111" charset="-52"/>
                    <a:cs typeface="Arial" pitchFamily="-111" charset="-52"/>
                  </a:rPr>
                  <a:t>VMM</a:t>
                </a:r>
              </a:p>
            </p:txBody>
          </p:sp>
          <p:sp>
            <p:nvSpPr>
              <p:cNvPr id="18" name="Rectangle 17">
                <a:extLst>
                  <a:ext uri="{FF2B5EF4-FFF2-40B4-BE49-F238E27FC236}">
                    <a16:creationId xmlns:a16="http://schemas.microsoft.com/office/drawing/2014/main" id="{DE7887B4-42D6-1C42-B83C-726511E1374D}"/>
                  </a:ext>
                </a:extLst>
              </p:cNvPr>
              <p:cNvSpPr/>
              <p:nvPr/>
            </p:nvSpPr>
            <p:spPr bwMode="auto">
              <a:xfrm>
                <a:off x="4141177" y="3102284"/>
                <a:ext cx="1698033" cy="369332"/>
              </a:xfrm>
              <a:prstGeom prst="rect">
                <a:avLst/>
              </a:prstGeom>
              <a:solidFill>
                <a:schemeClr val="bg1">
                  <a:lumMod val="95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50000"/>
                  </a:spcBef>
                  <a:spcAft>
                    <a:spcPct val="0"/>
                  </a:spcAft>
                  <a:buClrTx/>
                  <a:buSzTx/>
                  <a:buFontTx/>
                  <a:buNone/>
                  <a:tabLst/>
                </a:pPr>
                <a:r>
                  <a:rPr lang="en-US" dirty="0">
                    <a:solidFill>
                      <a:schemeClr val="tx2"/>
                    </a:solidFill>
                    <a:latin typeface="Verdana" pitchFamily="-111" charset="0"/>
                    <a:ea typeface="Arial" pitchFamily="-111" charset="-52"/>
                    <a:cs typeface="Arial" pitchFamily="-111" charset="-52"/>
                  </a:rPr>
                  <a:t>Applications</a:t>
                </a:r>
                <a:endParaRPr kumimoji="0" lang="en-US" b="0" i="0" u="none" strike="noStrike" cap="none" normalizeH="0" baseline="0" dirty="0">
                  <a:ln>
                    <a:noFill/>
                  </a:ln>
                  <a:solidFill>
                    <a:schemeClr val="tx2"/>
                  </a:solidFill>
                  <a:effectLst/>
                  <a:latin typeface="Verdana" pitchFamily="-111" charset="0"/>
                  <a:ea typeface="Arial" pitchFamily="-111" charset="-52"/>
                  <a:cs typeface="Arial" pitchFamily="-111" charset="-52"/>
                </a:endParaRPr>
              </a:p>
            </p:txBody>
          </p:sp>
          <p:sp>
            <p:nvSpPr>
              <p:cNvPr id="19" name="Rectangle 18">
                <a:extLst>
                  <a:ext uri="{FF2B5EF4-FFF2-40B4-BE49-F238E27FC236}">
                    <a16:creationId xmlns:a16="http://schemas.microsoft.com/office/drawing/2014/main" id="{BB0DCD91-96A5-C64B-8613-F6075A3A0D52}"/>
                  </a:ext>
                </a:extLst>
              </p:cNvPr>
              <p:cNvSpPr/>
              <p:nvPr/>
            </p:nvSpPr>
            <p:spPr bwMode="auto">
              <a:xfrm>
                <a:off x="6304758" y="4770611"/>
                <a:ext cx="1716065" cy="369332"/>
              </a:xfrm>
              <a:prstGeom prst="rect">
                <a:avLst/>
              </a:prstGeom>
              <a:solidFill>
                <a:srgbClr val="FFFF0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50000"/>
                  </a:spcBef>
                  <a:spcAft>
                    <a:spcPct val="0"/>
                  </a:spcAft>
                  <a:buClrTx/>
                  <a:buSzTx/>
                  <a:buFontTx/>
                  <a:buNone/>
                  <a:tabLst/>
                </a:pPr>
                <a:r>
                  <a:rPr kumimoji="0" lang="en-US" b="0" i="0" u="none" strike="noStrike" cap="none" normalizeH="0" baseline="0" dirty="0">
                    <a:ln>
                      <a:noFill/>
                    </a:ln>
                    <a:solidFill>
                      <a:schemeClr val="tx2"/>
                    </a:solidFill>
                    <a:effectLst/>
                    <a:latin typeface="Verdana" pitchFamily="-111" charset="0"/>
                    <a:ea typeface="Arial" pitchFamily="-111" charset="-52"/>
                    <a:cs typeface="Arial" pitchFamily="-111" charset="-52"/>
                  </a:rPr>
                  <a:t>Hardware</a:t>
                </a:r>
              </a:p>
            </p:txBody>
          </p:sp>
          <p:sp>
            <p:nvSpPr>
              <p:cNvPr id="20" name="Rectangle 19">
                <a:extLst>
                  <a:ext uri="{FF2B5EF4-FFF2-40B4-BE49-F238E27FC236}">
                    <a16:creationId xmlns:a16="http://schemas.microsoft.com/office/drawing/2014/main" id="{C397CBDA-5313-1C43-A875-6BFC678C1E4F}"/>
                  </a:ext>
                </a:extLst>
              </p:cNvPr>
              <p:cNvSpPr/>
              <p:nvPr/>
            </p:nvSpPr>
            <p:spPr bwMode="auto">
              <a:xfrm>
                <a:off x="6304759" y="4141942"/>
                <a:ext cx="1716065" cy="630942"/>
              </a:xfrm>
              <a:prstGeom prst="rect">
                <a:avLst/>
              </a:prstGeom>
              <a:solidFill>
                <a:schemeClr val="bg1">
                  <a:lumMod val="95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defTabSz="914400" rtl="0" eaLnBrk="0" fontAlgn="base" latinLnBrk="0" hangingPunct="0">
                  <a:lnSpc>
                    <a:spcPct val="100000"/>
                  </a:lnSpc>
                  <a:spcBef>
                    <a:spcPct val="50000"/>
                  </a:spcBef>
                  <a:spcAft>
                    <a:spcPct val="0"/>
                  </a:spcAft>
                  <a:buClrTx/>
                  <a:buSzTx/>
                  <a:buFontTx/>
                  <a:buNone/>
                  <a:tabLst/>
                </a:pPr>
                <a:r>
                  <a:rPr lang="en-US" sz="1400" dirty="0">
                    <a:solidFill>
                      <a:schemeClr val="tx2"/>
                    </a:solidFill>
                    <a:latin typeface="Verdana" pitchFamily="-111" charset="0"/>
                    <a:ea typeface="Arial" pitchFamily="-111" charset="-52"/>
                    <a:cs typeface="Arial" pitchFamily="-111" charset="-52"/>
                  </a:rPr>
                  <a:t>Host </a:t>
                </a:r>
              </a:p>
              <a:p>
                <a:pPr marL="0" marR="0" indent="0" defTabSz="914400" rtl="0" eaLnBrk="0" fontAlgn="base" latinLnBrk="0" hangingPunct="0">
                  <a:lnSpc>
                    <a:spcPct val="100000"/>
                  </a:lnSpc>
                  <a:spcBef>
                    <a:spcPct val="50000"/>
                  </a:spcBef>
                  <a:spcAft>
                    <a:spcPct val="0"/>
                  </a:spcAft>
                  <a:buClrTx/>
                  <a:buSzTx/>
                  <a:buFontTx/>
                  <a:buNone/>
                  <a:tabLst/>
                </a:pPr>
                <a:r>
                  <a:rPr lang="en-US" sz="1400" dirty="0">
                    <a:solidFill>
                      <a:schemeClr val="tx2"/>
                    </a:solidFill>
                    <a:latin typeface="Verdana" pitchFamily="-111" charset="0"/>
                    <a:ea typeface="Arial" pitchFamily="-111" charset="-52"/>
                    <a:cs typeface="Arial" pitchFamily="-111" charset="-52"/>
                  </a:rPr>
                  <a:t>OS</a:t>
                </a:r>
                <a:endParaRPr kumimoji="0" lang="en-US" sz="1400" b="0" i="0" u="none" strike="noStrike" cap="none" normalizeH="0" baseline="0" dirty="0">
                  <a:ln>
                    <a:noFill/>
                  </a:ln>
                  <a:solidFill>
                    <a:schemeClr val="tx2"/>
                  </a:solidFill>
                  <a:effectLst/>
                  <a:latin typeface="Verdana" pitchFamily="-111" charset="0"/>
                  <a:ea typeface="Arial" pitchFamily="-111" charset="-52"/>
                  <a:cs typeface="Arial" pitchFamily="-111" charset="-52"/>
                </a:endParaRPr>
              </a:p>
            </p:txBody>
          </p:sp>
          <p:sp>
            <p:nvSpPr>
              <p:cNvPr id="21" name="Rectangle 20">
                <a:extLst>
                  <a:ext uri="{FF2B5EF4-FFF2-40B4-BE49-F238E27FC236}">
                    <a16:creationId xmlns:a16="http://schemas.microsoft.com/office/drawing/2014/main" id="{9298CC92-1829-0A4F-B59B-602F81DA85CC}"/>
                  </a:ext>
                </a:extLst>
              </p:cNvPr>
              <p:cNvSpPr/>
              <p:nvPr/>
            </p:nvSpPr>
            <p:spPr bwMode="auto">
              <a:xfrm>
                <a:off x="6304758" y="3527506"/>
                <a:ext cx="1716065" cy="369332"/>
              </a:xfrm>
              <a:prstGeom prst="rect">
                <a:avLst/>
              </a:prstGeom>
              <a:solidFill>
                <a:srgbClr val="92D05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50000"/>
                  </a:spcBef>
                  <a:spcAft>
                    <a:spcPct val="0"/>
                  </a:spcAft>
                  <a:buClrTx/>
                  <a:buSzTx/>
                  <a:buFontTx/>
                  <a:buNone/>
                  <a:tabLst/>
                </a:pPr>
                <a:r>
                  <a:rPr kumimoji="0" lang="en-US" b="0" i="0" u="none" strike="noStrike" cap="none" normalizeH="0" baseline="0" dirty="0">
                    <a:ln>
                      <a:noFill/>
                    </a:ln>
                    <a:solidFill>
                      <a:schemeClr val="tx2"/>
                    </a:solidFill>
                    <a:effectLst/>
                    <a:latin typeface="Verdana" pitchFamily="-111" charset="0"/>
                    <a:ea typeface="Arial" pitchFamily="-111" charset="-52"/>
                    <a:cs typeface="Arial" pitchFamily="-111" charset="-52"/>
                  </a:rPr>
                  <a:t>VMM</a:t>
                </a:r>
              </a:p>
            </p:txBody>
          </p:sp>
          <p:sp>
            <p:nvSpPr>
              <p:cNvPr id="22" name="Rectangle 21">
                <a:extLst>
                  <a:ext uri="{FF2B5EF4-FFF2-40B4-BE49-F238E27FC236}">
                    <a16:creationId xmlns:a16="http://schemas.microsoft.com/office/drawing/2014/main" id="{70F6705B-C5AE-5645-9178-5A145A088C8C}"/>
                  </a:ext>
                </a:extLst>
              </p:cNvPr>
              <p:cNvSpPr/>
              <p:nvPr/>
            </p:nvSpPr>
            <p:spPr bwMode="auto">
              <a:xfrm>
                <a:off x="6322789" y="2658992"/>
                <a:ext cx="1698033" cy="369332"/>
              </a:xfrm>
              <a:prstGeom prst="rect">
                <a:avLst/>
              </a:prstGeom>
              <a:solidFill>
                <a:schemeClr val="bg1">
                  <a:lumMod val="95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50000"/>
                  </a:spcBef>
                  <a:spcAft>
                    <a:spcPct val="0"/>
                  </a:spcAft>
                  <a:buClrTx/>
                  <a:buSzTx/>
                  <a:buFontTx/>
                  <a:buNone/>
                  <a:tabLst/>
                </a:pPr>
                <a:r>
                  <a:rPr lang="en-US" dirty="0">
                    <a:solidFill>
                      <a:schemeClr val="tx2"/>
                    </a:solidFill>
                    <a:latin typeface="Verdana" pitchFamily="-111" charset="0"/>
                    <a:ea typeface="Arial" pitchFamily="-111" charset="-52"/>
                    <a:cs typeface="Arial" pitchFamily="-111" charset="-52"/>
                  </a:rPr>
                  <a:t>Applications</a:t>
                </a:r>
                <a:endParaRPr kumimoji="0" lang="en-US" b="0" i="0" u="none" strike="noStrike" cap="none" normalizeH="0" baseline="0" dirty="0">
                  <a:ln>
                    <a:noFill/>
                  </a:ln>
                  <a:solidFill>
                    <a:schemeClr val="tx2"/>
                  </a:solidFill>
                  <a:effectLst/>
                  <a:latin typeface="Verdana" pitchFamily="-111" charset="0"/>
                  <a:ea typeface="Arial" pitchFamily="-111" charset="-52"/>
                  <a:cs typeface="Arial" pitchFamily="-111" charset="-52"/>
                </a:endParaRPr>
              </a:p>
            </p:txBody>
          </p:sp>
          <p:sp>
            <p:nvSpPr>
              <p:cNvPr id="23" name="Rectangle 22">
                <a:extLst>
                  <a:ext uri="{FF2B5EF4-FFF2-40B4-BE49-F238E27FC236}">
                    <a16:creationId xmlns:a16="http://schemas.microsoft.com/office/drawing/2014/main" id="{667A8E50-E2D8-CC4D-9AD8-EA3BCBC4B422}"/>
                  </a:ext>
                </a:extLst>
              </p:cNvPr>
              <p:cNvSpPr/>
              <p:nvPr/>
            </p:nvSpPr>
            <p:spPr bwMode="auto">
              <a:xfrm>
                <a:off x="7127310" y="4139854"/>
                <a:ext cx="893512" cy="307777"/>
              </a:xfrm>
              <a:prstGeom prst="rect">
                <a:avLst/>
              </a:prstGeom>
              <a:solidFill>
                <a:srgbClr val="92D05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algn="ctr" eaLnBrk="0" fontAlgn="base" hangingPunct="0">
                  <a:spcBef>
                    <a:spcPct val="50000"/>
                  </a:spcBef>
                  <a:spcAft>
                    <a:spcPct val="0"/>
                  </a:spcAft>
                </a:pPr>
                <a:r>
                  <a:rPr lang="en-US" sz="1400" dirty="0">
                    <a:solidFill>
                      <a:schemeClr val="tx2"/>
                    </a:solidFill>
                    <a:latin typeface="Verdana" pitchFamily="-111" charset="0"/>
                    <a:ea typeface="Arial" pitchFamily="-111" charset="-52"/>
                    <a:cs typeface="Arial" pitchFamily="-111" charset="-52"/>
                  </a:rPr>
                  <a:t>VMM</a:t>
                </a:r>
              </a:p>
            </p:txBody>
          </p:sp>
          <p:sp>
            <p:nvSpPr>
              <p:cNvPr id="24" name="Rectangle 23">
                <a:extLst>
                  <a:ext uri="{FF2B5EF4-FFF2-40B4-BE49-F238E27FC236}">
                    <a16:creationId xmlns:a16="http://schemas.microsoft.com/office/drawing/2014/main" id="{31FCA8DA-3103-1C42-A7BA-6359732A855B}"/>
                  </a:ext>
                </a:extLst>
              </p:cNvPr>
              <p:cNvSpPr/>
              <p:nvPr/>
            </p:nvSpPr>
            <p:spPr bwMode="auto">
              <a:xfrm>
                <a:off x="6302670" y="3124586"/>
                <a:ext cx="1716065" cy="369332"/>
              </a:xfrm>
              <a:prstGeom prst="rect">
                <a:avLst/>
              </a:prstGeom>
              <a:solidFill>
                <a:srgbClr val="00B0F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50000"/>
                  </a:spcBef>
                  <a:spcAft>
                    <a:spcPct val="0"/>
                  </a:spcAft>
                  <a:buClrTx/>
                  <a:buSzTx/>
                  <a:buFontTx/>
                  <a:buNone/>
                  <a:tabLst/>
                </a:pPr>
                <a:r>
                  <a:rPr kumimoji="0" lang="en-US" b="0" i="0" u="none" strike="noStrike" cap="none" normalizeH="0" baseline="0" dirty="0">
                    <a:ln>
                      <a:noFill/>
                    </a:ln>
                    <a:solidFill>
                      <a:schemeClr val="tx2"/>
                    </a:solidFill>
                    <a:effectLst/>
                    <a:latin typeface="Verdana" pitchFamily="-111" charset="0"/>
                    <a:ea typeface="Arial" pitchFamily="-111" charset="-52"/>
                    <a:cs typeface="Arial" pitchFamily="-111" charset="-52"/>
                  </a:rPr>
                  <a:t>Guest OS</a:t>
                </a:r>
              </a:p>
            </p:txBody>
          </p:sp>
          <p:sp>
            <p:nvSpPr>
              <p:cNvPr id="26" name="TextBox 25">
                <a:extLst>
                  <a:ext uri="{FF2B5EF4-FFF2-40B4-BE49-F238E27FC236}">
                    <a16:creationId xmlns:a16="http://schemas.microsoft.com/office/drawing/2014/main" id="{45ABC47A-CD9C-1443-A310-64F430C526EE}"/>
                  </a:ext>
                </a:extLst>
              </p:cNvPr>
              <p:cNvSpPr txBox="1"/>
              <p:nvPr/>
            </p:nvSpPr>
            <p:spPr>
              <a:xfrm>
                <a:off x="7994136" y="4150292"/>
                <a:ext cx="1186543" cy="584775"/>
              </a:xfrm>
              <a:prstGeom prst="rect">
                <a:avLst/>
              </a:prstGeom>
              <a:noFill/>
            </p:spPr>
            <p:txBody>
              <a:bodyPr wrap="none" rtlCol="0">
                <a:spAutoFit/>
              </a:bodyPr>
              <a:lstStyle/>
              <a:p>
                <a:r>
                  <a:rPr lang="en-US" sz="1600" dirty="0">
                    <a:solidFill>
                      <a:schemeClr val="accent2"/>
                    </a:solidFill>
                  </a:rPr>
                  <a:t>Privileged</a:t>
                </a:r>
              </a:p>
              <a:p>
                <a:r>
                  <a:rPr lang="en-US" sz="1600" dirty="0">
                    <a:solidFill>
                      <a:schemeClr val="accent2"/>
                    </a:solidFill>
                  </a:rPr>
                  <a:t>mode</a:t>
                </a:r>
              </a:p>
            </p:txBody>
          </p:sp>
          <p:sp>
            <p:nvSpPr>
              <p:cNvPr id="27" name="TextBox 26">
                <a:extLst>
                  <a:ext uri="{FF2B5EF4-FFF2-40B4-BE49-F238E27FC236}">
                    <a16:creationId xmlns:a16="http://schemas.microsoft.com/office/drawing/2014/main" id="{2D89F27D-FA3B-9D4D-8582-AA236599DBE3}"/>
                  </a:ext>
                </a:extLst>
              </p:cNvPr>
              <p:cNvSpPr txBox="1"/>
              <p:nvPr/>
            </p:nvSpPr>
            <p:spPr>
              <a:xfrm>
                <a:off x="8018735" y="3164438"/>
                <a:ext cx="1191352" cy="830997"/>
              </a:xfrm>
              <a:prstGeom prst="rect">
                <a:avLst/>
              </a:prstGeom>
              <a:noFill/>
            </p:spPr>
            <p:txBody>
              <a:bodyPr wrap="none" rtlCol="0">
                <a:spAutoFit/>
              </a:bodyPr>
              <a:lstStyle/>
              <a:p>
                <a:r>
                  <a:rPr lang="en-US" sz="1600" dirty="0">
                    <a:solidFill>
                      <a:schemeClr val="accent2"/>
                    </a:solidFill>
                  </a:rPr>
                  <a:t>Non-</a:t>
                </a:r>
              </a:p>
              <a:p>
                <a:r>
                  <a:rPr lang="en-US" sz="1600" dirty="0">
                    <a:solidFill>
                      <a:schemeClr val="accent2"/>
                    </a:solidFill>
                  </a:rPr>
                  <a:t>privileged</a:t>
                </a:r>
              </a:p>
              <a:p>
                <a:r>
                  <a:rPr lang="en-US" sz="1600" dirty="0">
                    <a:solidFill>
                      <a:schemeClr val="accent2"/>
                    </a:solidFill>
                  </a:rPr>
                  <a:t>mode</a:t>
                </a:r>
              </a:p>
            </p:txBody>
          </p:sp>
        </p:grpSp>
      </p:grpSp>
      <p:sp>
        <p:nvSpPr>
          <p:cNvPr id="31" name="TextBox 30">
            <a:extLst>
              <a:ext uri="{FF2B5EF4-FFF2-40B4-BE49-F238E27FC236}">
                <a16:creationId xmlns:a16="http://schemas.microsoft.com/office/drawing/2014/main" id="{F2F02E4D-3C7E-2049-9046-0EEFD9B685EE}"/>
              </a:ext>
            </a:extLst>
          </p:cNvPr>
          <p:cNvSpPr txBox="1"/>
          <p:nvPr/>
        </p:nvSpPr>
        <p:spPr>
          <a:xfrm>
            <a:off x="344888" y="3534409"/>
            <a:ext cx="944489" cy="523220"/>
          </a:xfrm>
          <a:prstGeom prst="rect">
            <a:avLst/>
          </a:prstGeom>
          <a:noFill/>
        </p:spPr>
        <p:txBody>
          <a:bodyPr wrap="none" rtlCol="0">
            <a:spAutoFit/>
          </a:bodyPr>
          <a:lstStyle/>
          <a:p>
            <a:r>
              <a:rPr lang="en-US" sz="1400" dirty="0">
                <a:solidFill>
                  <a:schemeClr val="accent1">
                    <a:lumMod val="75000"/>
                  </a:schemeClr>
                </a:solidFill>
              </a:rPr>
              <a:t>Physical</a:t>
            </a:r>
          </a:p>
          <a:p>
            <a:r>
              <a:rPr lang="en-US" sz="1400" dirty="0">
                <a:solidFill>
                  <a:schemeClr val="accent1">
                    <a:lumMod val="75000"/>
                  </a:schemeClr>
                </a:solidFill>
              </a:rPr>
              <a:t>machine</a:t>
            </a:r>
          </a:p>
        </p:txBody>
      </p:sp>
      <p:sp>
        <p:nvSpPr>
          <p:cNvPr id="32" name="TextBox 31">
            <a:extLst>
              <a:ext uri="{FF2B5EF4-FFF2-40B4-BE49-F238E27FC236}">
                <a16:creationId xmlns:a16="http://schemas.microsoft.com/office/drawing/2014/main" id="{13EC5DB4-8DE6-B146-B9B1-0E2F9B0982F1}"/>
              </a:ext>
            </a:extLst>
          </p:cNvPr>
          <p:cNvSpPr txBox="1"/>
          <p:nvPr/>
        </p:nvSpPr>
        <p:spPr>
          <a:xfrm>
            <a:off x="2100616" y="3686809"/>
            <a:ext cx="1095172" cy="307777"/>
          </a:xfrm>
          <a:prstGeom prst="rect">
            <a:avLst/>
          </a:prstGeom>
          <a:noFill/>
        </p:spPr>
        <p:txBody>
          <a:bodyPr wrap="none" rtlCol="0">
            <a:spAutoFit/>
          </a:bodyPr>
          <a:lstStyle/>
          <a:p>
            <a:r>
              <a:rPr lang="en-US" sz="1400" dirty="0">
                <a:solidFill>
                  <a:schemeClr val="accent1">
                    <a:lumMod val="75000"/>
                  </a:schemeClr>
                </a:solidFill>
              </a:rPr>
              <a:t>Native VM</a:t>
            </a:r>
          </a:p>
        </p:txBody>
      </p:sp>
      <p:sp>
        <p:nvSpPr>
          <p:cNvPr id="33" name="Content Placeholder 2">
            <a:extLst>
              <a:ext uri="{FF2B5EF4-FFF2-40B4-BE49-F238E27FC236}">
                <a16:creationId xmlns:a16="http://schemas.microsoft.com/office/drawing/2014/main" id="{BBD642A3-4655-8647-8E4A-AB1866033033}"/>
              </a:ext>
            </a:extLst>
          </p:cNvPr>
          <p:cNvSpPr>
            <a:spLocks noGrp="1"/>
          </p:cNvSpPr>
          <p:nvPr>
            <p:ph idx="1"/>
          </p:nvPr>
        </p:nvSpPr>
        <p:spPr>
          <a:xfrm>
            <a:off x="191312" y="4192142"/>
            <a:ext cx="8800288" cy="1934023"/>
          </a:xfrm>
        </p:spPr>
        <p:txBody>
          <a:bodyPr/>
          <a:lstStyle/>
          <a:p>
            <a:pPr eaLnBrk="1" hangingPunct="1"/>
            <a:r>
              <a:rPr lang="en-US" dirty="0"/>
              <a:t>Virtual machines can be built in multiple ways</a:t>
            </a:r>
          </a:p>
          <a:p>
            <a:pPr eaLnBrk="1" hangingPunct="1"/>
            <a:r>
              <a:rPr lang="en-US" dirty="0"/>
              <a:t>1) With a VMM on top of the bare-metal, hypervisor is in privileged mode, mediates access to CPU, disk etc.</a:t>
            </a:r>
          </a:p>
          <a:p>
            <a:pPr eaLnBrk="1" hangingPunct="1"/>
            <a:r>
              <a:rPr lang="en-US" dirty="0"/>
              <a:t>2) VMM runs on top of Host OS.</a:t>
            </a:r>
          </a:p>
          <a:p>
            <a:pPr eaLnBrk="1" hangingPunct="1"/>
            <a:r>
              <a:rPr lang="en-US" dirty="0"/>
              <a:t>3) VM implemented in dual mode: Part of VMM in user mode, part in kernel (host OS needs modifications).</a:t>
            </a:r>
          </a:p>
          <a:p>
            <a:pPr eaLnBrk="1" hangingPunct="1"/>
            <a:endParaRPr lang="en-US" dirty="0">
              <a:latin typeface="Arial" charset="0"/>
              <a:cs typeface="Arial" charset="0"/>
            </a:endParaRPr>
          </a:p>
        </p:txBody>
      </p:sp>
      <p:sp>
        <p:nvSpPr>
          <p:cNvPr id="34" name="TextBox 33">
            <a:extLst>
              <a:ext uri="{FF2B5EF4-FFF2-40B4-BE49-F238E27FC236}">
                <a16:creationId xmlns:a16="http://schemas.microsoft.com/office/drawing/2014/main" id="{0ED54567-F63E-CA47-B93E-D1D021EDB002}"/>
              </a:ext>
            </a:extLst>
          </p:cNvPr>
          <p:cNvSpPr txBox="1"/>
          <p:nvPr/>
        </p:nvSpPr>
        <p:spPr>
          <a:xfrm>
            <a:off x="4176814" y="3597383"/>
            <a:ext cx="1148071" cy="307777"/>
          </a:xfrm>
          <a:prstGeom prst="rect">
            <a:avLst/>
          </a:prstGeom>
          <a:noFill/>
        </p:spPr>
        <p:txBody>
          <a:bodyPr wrap="none" rtlCol="0">
            <a:spAutoFit/>
          </a:bodyPr>
          <a:lstStyle/>
          <a:p>
            <a:r>
              <a:rPr lang="en-US" sz="1400" dirty="0">
                <a:solidFill>
                  <a:schemeClr val="accent1">
                    <a:lumMod val="75000"/>
                  </a:schemeClr>
                </a:solidFill>
              </a:rPr>
              <a:t>Hosted VM</a:t>
            </a:r>
          </a:p>
        </p:txBody>
      </p:sp>
      <p:sp>
        <p:nvSpPr>
          <p:cNvPr id="35" name="TextBox 34">
            <a:extLst>
              <a:ext uri="{FF2B5EF4-FFF2-40B4-BE49-F238E27FC236}">
                <a16:creationId xmlns:a16="http://schemas.microsoft.com/office/drawing/2014/main" id="{B9D78436-03DB-234C-B41D-117616D2F1C1}"/>
              </a:ext>
            </a:extLst>
          </p:cNvPr>
          <p:cNvSpPr txBox="1"/>
          <p:nvPr/>
        </p:nvSpPr>
        <p:spPr>
          <a:xfrm>
            <a:off x="6553274" y="3686809"/>
            <a:ext cx="1491114" cy="307777"/>
          </a:xfrm>
          <a:prstGeom prst="rect">
            <a:avLst/>
          </a:prstGeom>
          <a:noFill/>
        </p:spPr>
        <p:txBody>
          <a:bodyPr wrap="none" rtlCol="0">
            <a:spAutoFit/>
          </a:bodyPr>
          <a:lstStyle/>
          <a:p>
            <a:r>
              <a:rPr lang="en-US" sz="1400" dirty="0">
                <a:solidFill>
                  <a:schemeClr val="accent1">
                    <a:lumMod val="75000"/>
                  </a:schemeClr>
                </a:solidFill>
              </a:rPr>
              <a:t>Dual-Mode VM</a:t>
            </a:r>
          </a:p>
        </p:txBody>
      </p:sp>
    </p:spTree>
    <p:extLst>
      <p:ext uri="{BB962C8B-B14F-4D97-AF65-F5344CB8AC3E}">
        <p14:creationId xmlns:p14="http://schemas.microsoft.com/office/powerpoint/2010/main" val="19500157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2529" name="Picture 2">
            <a:extLst>
              <a:ext uri="{FF2B5EF4-FFF2-40B4-BE49-F238E27FC236}">
                <a16:creationId xmlns:a16="http://schemas.microsoft.com/office/drawing/2014/main" id="{75054B87-617E-7349-93BC-A6E00456B6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225" y="1125538"/>
            <a:ext cx="8858250" cy="5097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54403" name="Text Box 3">
            <a:extLst>
              <a:ext uri="{FF2B5EF4-FFF2-40B4-BE49-F238E27FC236}">
                <a16:creationId xmlns:a16="http://schemas.microsoft.com/office/drawing/2014/main" id="{18ED8429-3DC9-5248-8CB6-9C2B14D0796B}"/>
              </a:ext>
            </a:extLst>
          </p:cNvPr>
          <p:cNvSpPr txBox="1">
            <a:spLocks noChangeArrowheads="1"/>
          </p:cNvSpPr>
          <p:nvPr/>
        </p:nvSpPr>
        <p:spPr bwMode="auto">
          <a:xfrm>
            <a:off x="169863" y="393700"/>
            <a:ext cx="8502650" cy="579438"/>
          </a:xfrm>
          <a:prstGeom prst="rect">
            <a:avLst/>
          </a:prstGeom>
          <a:noFill/>
          <a:ln>
            <a:noFill/>
          </a:ln>
          <a:effectLst/>
          <a:extLst>
            <a:ext uri="{909E8E84-426E-40dd-AFC4-6F175D3DCCD1}"/>
            <a:ext uri="{91240B29-F687-4f45-9708-019B960494DF}"/>
            <a:ext uri="{AF507438-7753-43e0-B8FC-AC1667EBCBE1}"/>
          </a:extLst>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3200" b="1" i="0" u="none" strike="noStrike" kern="1200" cap="none" spc="0" normalizeH="0" baseline="0" noProof="0">
                <a:ln>
                  <a:noFill/>
                </a:ln>
                <a:solidFill>
                  <a:srgbClr val="FFFF00"/>
                </a:solidFill>
                <a:effectLst>
                  <a:outerShdw blurRad="38100" dist="38100" dir="2700000" algn="tl">
                    <a:srgbClr val="000000"/>
                  </a:outerShdw>
                </a:effectLst>
                <a:uLnTx/>
                <a:uFillTx/>
                <a:latin typeface="Arial" panose="020B0604020202020204" pitchFamily="34" charset="0"/>
                <a:ea typeface="ＭＳ Ｐゴシック" panose="020B0600070205080204" pitchFamily="34" charset="-128"/>
                <a:cs typeface="+mn-cs"/>
              </a:rPr>
              <a:t>Primitive Operations in Virtual Machines:  </a:t>
            </a:r>
          </a:p>
        </p:txBody>
      </p:sp>
    </p:spTree>
    <p:extLst>
      <p:ext uri="{BB962C8B-B14F-4D97-AF65-F5344CB8AC3E}">
        <p14:creationId xmlns:p14="http://schemas.microsoft.com/office/powerpoint/2010/main" val="20739654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 name="Slide Number Placeholder 3"/>
          <p:cNvSpPr>
            <a:spLocks noGrp="1"/>
          </p:cNvSpPr>
          <p:nvPr>
            <p:ph type="sldNum" sz="quarter" idx="10"/>
          </p:nvPr>
        </p:nvSpPr>
        <p:spPr/>
        <p:txBody>
          <a:bodyPr/>
          <a:lstStyle/>
          <a:p>
            <a:pPr eaLnBrk="0" fontAlgn="base" hangingPunct="0">
              <a:spcBef>
                <a:spcPct val="50000"/>
              </a:spcBef>
              <a:spcAft>
                <a:spcPct val="0"/>
              </a:spcAft>
            </a:pPr>
            <a:fld id="{15D88E66-35AC-41C6-B1C6-62CC7B33FF94}" type="slidenum">
              <a:rPr lang="en-US">
                <a:solidFill>
                  <a:srgbClr val="067AB4"/>
                </a:solidFill>
                <a:latin typeface="Verdana" pitchFamily="-111" charset="0"/>
                <a:cs typeface="Arial" pitchFamily="-111" charset="-52"/>
              </a:rPr>
              <a:pPr eaLnBrk="0" fontAlgn="base" hangingPunct="0">
                <a:spcBef>
                  <a:spcPct val="50000"/>
                </a:spcBef>
                <a:spcAft>
                  <a:spcPct val="0"/>
                </a:spcAft>
              </a:pPr>
              <a:t>26</a:t>
            </a:fld>
            <a:endParaRPr lang="en-US">
              <a:solidFill>
                <a:srgbClr val="067AB4"/>
              </a:solidFill>
              <a:latin typeface="Verdana" pitchFamily="-111" charset="0"/>
              <a:cs typeface="Arial" pitchFamily="-111" charset="-52"/>
            </a:endParaRPr>
          </a:p>
        </p:txBody>
      </p:sp>
      <p:sp>
        <p:nvSpPr>
          <p:cNvPr id="8193" name="Rectangle 1"/>
          <p:cNvSpPr>
            <a:spLocks noGrp="1" noChangeArrowheads="1"/>
          </p:cNvSpPr>
          <p:nvPr>
            <p:ph type="title"/>
          </p:nvPr>
        </p:nvSpPr>
        <p:spPr>
          <a:ln/>
        </p:spPr>
        <p:txBody>
          <a:bodyPr/>
          <a:lstStyle/>
          <a:p>
            <a:r>
              <a:rPr lang="en-US" dirty="0"/>
              <a:t>Server Virtualization</a:t>
            </a:r>
          </a:p>
        </p:txBody>
      </p:sp>
      <p:sp>
        <p:nvSpPr>
          <p:cNvPr id="8194" name="Rectangle 2"/>
          <p:cNvSpPr>
            <a:spLocks noGrp="1" noChangeArrowheads="1"/>
          </p:cNvSpPr>
          <p:nvPr>
            <p:ph type="body" idx="1"/>
          </p:nvPr>
        </p:nvSpPr>
        <p:spPr>
          <a:ln/>
        </p:spPr>
        <p:txBody>
          <a:bodyPr/>
          <a:lstStyle/>
          <a:p>
            <a:pPr marL="473257"/>
            <a:r>
              <a:rPr lang="en-US" dirty="0"/>
              <a:t>Allows a server to be “sliced” into Virtual Machines – multiple customers can share the server</a:t>
            </a:r>
          </a:p>
          <a:p>
            <a:pPr marL="473257"/>
            <a:r>
              <a:rPr lang="en-US" dirty="0"/>
              <a:t> - Basis for Cloud Providers</a:t>
            </a:r>
          </a:p>
          <a:p>
            <a:pPr marL="2473435" lvl="4"/>
            <a:endParaRPr lang="en-US" dirty="0"/>
          </a:p>
          <a:p>
            <a:pPr marL="473257">
              <a:lnSpc>
                <a:spcPct val="60000"/>
              </a:lnSpc>
            </a:pPr>
            <a:r>
              <a:rPr lang="en-US" b="1" dirty="0"/>
              <a:t>Native VM</a:t>
            </a:r>
            <a:r>
              <a:rPr lang="en-US" dirty="0"/>
              <a:t>: VM has own OS/applications</a:t>
            </a:r>
          </a:p>
          <a:p>
            <a:pPr marL="2473435" lvl="4"/>
            <a:endParaRPr lang="en-US" dirty="0"/>
          </a:p>
          <a:p>
            <a:pPr marL="473257">
              <a:lnSpc>
                <a:spcPct val="60000"/>
              </a:lnSpc>
            </a:pPr>
            <a:r>
              <a:rPr lang="en-US" dirty="0"/>
              <a:t>Rapidly adjust resource allocations</a:t>
            </a:r>
          </a:p>
          <a:p>
            <a:pPr marL="473257">
              <a:lnSpc>
                <a:spcPct val="60000"/>
              </a:lnSpc>
            </a:pPr>
            <a:endParaRPr lang="en-US" dirty="0"/>
          </a:p>
          <a:p>
            <a:pPr marL="473257">
              <a:lnSpc>
                <a:spcPct val="60000"/>
              </a:lnSpc>
            </a:pPr>
            <a:endParaRPr lang="en-US" dirty="0"/>
          </a:p>
          <a:p>
            <a:pPr marL="473257">
              <a:lnSpc>
                <a:spcPct val="60000"/>
              </a:lnSpc>
            </a:pPr>
            <a:r>
              <a:rPr lang="en-US" dirty="0"/>
              <a:t>VM migration within a LAN</a:t>
            </a:r>
          </a:p>
          <a:p>
            <a:pPr marL="2473435" lvl="4">
              <a:buNone/>
            </a:pPr>
            <a:endParaRPr lang="en-US" dirty="0"/>
          </a:p>
        </p:txBody>
      </p:sp>
      <p:grpSp>
        <p:nvGrpSpPr>
          <p:cNvPr id="2" name="Group 9"/>
          <p:cNvGrpSpPr>
            <a:grpSpLocks/>
          </p:cNvGrpSpPr>
          <p:nvPr/>
        </p:nvGrpSpPr>
        <p:grpSpPr bwMode="auto">
          <a:xfrm>
            <a:off x="6456165" y="2997027"/>
            <a:ext cx="2520404" cy="985614"/>
            <a:chOff x="0" y="0"/>
            <a:chExt cx="2258" cy="882"/>
          </a:xfrm>
        </p:grpSpPr>
        <p:grpSp>
          <p:nvGrpSpPr>
            <p:cNvPr id="3" name="Group 7"/>
            <p:cNvGrpSpPr>
              <a:grpSpLocks/>
            </p:cNvGrpSpPr>
            <p:nvPr/>
          </p:nvGrpSpPr>
          <p:grpSpPr bwMode="auto">
            <a:xfrm>
              <a:off x="2" y="0"/>
              <a:ext cx="2256" cy="408"/>
              <a:chOff x="0" y="0"/>
              <a:chExt cx="2255" cy="408"/>
            </a:xfrm>
          </p:grpSpPr>
          <p:grpSp>
            <p:nvGrpSpPr>
              <p:cNvPr id="4" name="Group 5"/>
              <p:cNvGrpSpPr>
                <a:grpSpLocks/>
              </p:cNvGrpSpPr>
              <p:nvPr/>
            </p:nvGrpSpPr>
            <p:grpSpPr bwMode="auto">
              <a:xfrm>
                <a:off x="0" y="0"/>
                <a:ext cx="2255" cy="408"/>
                <a:chOff x="0" y="0"/>
                <a:chExt cx="2255" cy="408"/>
              </a:xfrm>
            </p:grpSpPr>
            <p:pic>
              <p:nvPicPr>
                <p:cNvPr id="8195" name="Picture 3"/>
                <p:cNvPicPr>
                  <a:picLocks noChangeArrowheads="1"/>
                </p:cNvPicPr>
                <p:nvPr/>
              </p:nvPicPr>
              <p:blipFill>
                <a:blip r:embed="rId3" cstate="print"/>
                <a:srcRect/>
                <a:stretch>
                  <a:fillRect/>
                </a:stretch>
              </p:blipFill>
              <p:spPr bwMode="auto">
                <a:xfrm>
                  <a:off x="0" y="0"/>
                  <a:ext cx="2255" cy="408"/>
                </a:xfrm>
                <a:prstGeom prst="rect">
                  <a:avLst/>
                </a:prstGeom>
                <a:noFill/>
                <a:ln w="9525" cap="flat">
                  <a:noFill/>
                  <a:miter lim="800000"/>
                  <a:headEnd/>
                  <a:tailEnd/>
                </a:ln>
              </p:spPr>
            </p:pic>
            <p:sp>
              <p:nvSpPr>
                <p:cNvPr id="8196" name="Rectangle 4"/>
                <p:cNvSpPr>
                  <a:spLocks/>
                </p:cNvSpPr>
                <p:nvPr/>
              </p:nvSpPr>
              <p:spPr bwMode="auto">
                <a:xfrm>
                  <a:off x="32" y="24"/>
                  <a:ext cx="2184" cy="336"/>
                </a:xfrm>
                <a:prstGeom prst="rect">
                  <a:avLst/>
                </a:prstGeom>
                <a:noFill/>
                <a:ln w="12700" cap="flat">
                  <a:noFill/>
                  <a:miter lim="800000"/>
                  <a:headEnd type="none" w="med" len="med"/>
                  <a:tailEnd type="none" w="med" len="med"/>
                </a:ln>
              </p:spPr>
              <p:txBody>
                <a:bodyPr lIns="0" tIns="0" rIns="40639" bIns="0" anchor="ctr"/>
                <a:lstStyle/>
                <a:p>
                  <a:pPr marL="27905" algn="ctr" eaLnBrk="0" fontAlgn="base" hangingPunct="0">
                    <a:spcBef>
                      <a:spcPct val="50000"/>
                    </a:spcBef>
                    <a:spcAft>
                      <a:spcPct val="0"/>
                    </a:spcAft>
                  </a:pPr>
                  <a:r>
                    <a:rPr lang="en-US" sz="1700" b="1" dirty="0">
                      <a:solidFill>
                        <a:srgbClr val="FFFFFF"/>
                      </a:solidFill>
                      <a:latin typeface="Verdana" pitchFamily="-111" charset="0"/>
                      <a:ea typeface="Gill Sans" charset="0"/>
                      <a:cs typeface="Gill Sans" charset="0"/>
                    </a:rPr>
                    <a:t>Virtualization Layer</a:t>
                  </a:r>
                </a:p>
              </p:txBody>
            </p:sp>
          </p:grpSp>
          <p:pic>
            <p:nvPicPr>
              <p:cNvPr id="8198" name="Picture 6"/>
              <p:cNvPicPr>
                <a:picLocks noChangeArrowheads="1"/>
              </p:cNvPicPr>
              <p:nvPr/>
            </p:nvPicPr>
            <p:blipFill>
              <a:blip r:embed="rId4" cstate="print"/>
              <a:srcRect/>
              <a:stretch>
                <a:fillRect/>
              </a:stretch>
            </p:blipFill>
            <p:spPr bwMode="auto">
              <a:xfrm>
                <a:off x="11" y="11"/>
                <a:ext cx="2210" cy="191"/>
              </a:xfrm>
              <a:prstGeom prst="rect">
                <a:avLst/>
              </a:prstGeom>
              <a:noFill/>
              <a:ln w="9525" cap="flat">
                <a:noFill/>
                <a:miter lim="800000"/>
                <a:headEnd/>
                <a:tailEnd/>
              </a:ln>
            </p:spPr>
          </p:pic>
        </p:grpSp>
        <p:pic>
          <p:nvPicPr>
            <p:cNvPr id="8200" name="Picture 8"/>
            <p:cNvPicPr>
              <a:picLocks noChangeArrowheads="1"/>
            </p:cNvPicPr>
            <p:nvPr/>
          </p:nvPicPr>
          <p:blipFill>
            <a:blip r:embed="rId5" cstate="print"/>
            <a:srcRect/>
            <a:stretch>
              <a:fillRect/>
            </a:stretch>
          </p:blipFill>
          <p:spPr bwMode="auto">
            <a:xfrm>
              <a:off x="0" y="434"/>
              <a:ext cx="2256" cy="448"/>
            </a:xfrm>
            <a:prstGeom prst="rect">
              <a:avLst/>
            </a:prstGeom>
            <a:noFill/>
            <a:ln w="9525" cap="flat">
              <a:noFill/>
              <a:miter lim="800000"/>
              <a:headEnd/>
              <a:tailEnd/>
            </a:ln>
          </p:spPr>
        </p:pic>
      </p:grpSp>
      <p:grpSp>
        <p:nvGrpSpPr>
          <p:cNvPr id="5" name="Group 15"/>
          <p:cNvGrpSpPr>
            <a:grpSpLocks/>
          </p:cNvGrpSpPr>
          <p:nvPr/>
        </p:nvGrpSpPr>
        <p:grpSpPr bwMode="auto">
          <a:xfrm>
            <a:off x="7724182" y="2143127"/>
            <a:ext cx="1294805" cy="839391"/>
            <a:chOff x="0" y="0"/>
            <a:chExt cx="1160" cy="752"/>
          </a:xfrm>
        </p:grpSpPr>
        <p:grpSp>
          <p:nvGrpSpPr>
            <p:cNvPr id="6" name="Group 12"/>
            <p:cNvGrpSpPr>
              <a:grpSpLocks/>
            </p:cNvGrpSpPr>
            <p:nvPr/>
          </p:nvGrpSpPr>
          <p:grpSpPr bwMode="auto">
            <a:xfrm>
              <a:off x="0" y="0"/>
              <a:ext cx="1160" cy="752"/>
              <a:chOff x="0" y="0"/>
              <a:chExt cx="1160" cy="752"/>
            </a:xfrm>
          </p:grpSpPr>
          <p:pic>
            <p:nvPicPr>
              <p:cNvPr id="8202" name="Picture 10"/>
              <p:cNvPicPr>
                <a:picLocks noChangeArrowheads="1"/>
              </p:cNvPicPr>
              <p:nvPr/>
            </p:nvPicPr>
            <p:blipFill>
              <a:blip r:embed="rId6" cstate="print"/>
              <a:srcRect/>
              <a:stretch>
                <a:fillRect/>
              </a:stretch>
            </p:blipFill>
            <p:spPr bwMode="auto">
              <a:xfrm>
                <a:off x="0" y="0"/>
                <a:ext cx="1160" cy="752"/>
              </a:xfrm>
              <a:prstGeom prst="rect">
                <a:avLst/>
              </a:prstGeom>
              <a:noFill/>
              <a:ln w="9525" cap="flat">
                <a:noFill/>
                <a:miter lim="800000"/>
                <a:headEnd/>
                <a:tailEnd/>
              </a:ln>
            </p:spPr>
          </p:pic>
          <p:sp>
            <p:nvSpPr>
              <p:cNvPr id="8203" name="AutoShape 11"/>
              <p:cNvSpPr>
                <a:spLocks/>
              </p:cNvSpPr>
              <p:nvPr/>
            </p:nvSpPr>
            <p:spPr bwMode="auto">
              <a:xfrm>
                <a:off x="8" y="19"/>
                <a:ext cx="1134" cy="353"/>
              </a:xfrm>
              <a:custGeom>
                <a:avLst/>
                <a:gdLst>
                  <a:gd name="T0" fmla="*/ 10800 w 21600"/>
                  <a:gd name="T1" fmla="*/ 10800 h 21600"/>
                </a:gdLst>
                <a:ahLst/>
                <a:cxnLst>
                  <a:cxn ang="0">
                    <a:pos x="T0" y="T1"/>
                  </a:cxn>
                </a:cxnLst>
                <a:rect l="0" t="0" r="r" b="b"/>
                <a:pathLst>
                  <a:path w="21600" h="21600">
                    <a:moveTo>
                      <a:pt x="21600" y="21600"/>
                    </a:moveTo>
                    <a:lnTo>
                      <a:pt x="21600" y="7813"/>
                    </a:lnTo>
                    <a:lnTo>
                      <a:pt x="21488" y="4596"/>
                    </a:lnTo>
                    <a:lnTo>
                      <a:pt x="20813" y="460"/>
                    </a:lnTo>
                    <a:lnTo>
                      <a:pt x="20025" y="0"/>
                    </a:lnTo>
                    <a:lnTo>
                      <a:pt x="1575" y="0"/>
                    </a:lnTo>
                    <a:lnTo>
                      <a:pt x="787" y="919"/>
                    </a:lnTo>
                    <a:lnTo>
                      <a:pt x="112" y="4136"/>
                    </a:lnTo>
                    <a:lnTo>
                      <a:pt x="0" y="8732"/>
                    </a:lnTo>
                  </a:path>
                </a:pathLst>
              </a:custGeom>
              <a:gradFill rotWithShape="0">
                <a:gsLst>
                  <a:gs pos="0">
                    <a:srgbClr val="FFFFFF">
                      <a:alpha val="21999"/>
                    </a:srgbClr>
                  </a:gs>
                  <a:gs pos="91000">
                    <a:srgbClr val="FFFFFF">
                      <a:alpha val="1980"/>
                    </a:srgbClr>
                  </a:gs>
                  <a:gs pos="100000">
                    <a:srgbClr val="FFFFFF">
                      <a:alpha val="0"/>
                    </a:srgbClr>
                  </a:gs>
                </a:gsLst>
                <a:lin ang="18000000" scaled="1"/>
              </a:gradFill>
              <a:ln w="9525" cap="flat">
                <a:noFill/>
                <a:round/>
                <a:headEnd type="none" w="med" len="med"/>
                <a:tailEnd type="none" w="med" len="med"/>
              </a:ln>
            </p:spPr>
            <p:txBody>
              <a:bodyPr lIns="0" tIns="0" rIns="0" bIns="0"/>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grpSp>
        <p:sp>
          <p:nvSpPr>
            <p:cNvPr id="8205" name="AutoShape 13"/>
            <p:cNvSpPr>
              <a:spLocks/>
            </p:cNvSpPr>
            <p:nvPr/>
          </p:nvSpPr>
          <p:spPr bwMode="auto">
            <a:xfrm>
              <a:off x="48" y="440"/>
              <a:ext cx="1072" cy="208"/>
            </a:xfrm>
            <a:prstGeom prst="roundRect">
              <a:avLst>
                <a:gd name="adj" fmla="val 30769"/>
              </a:avLst>
            </a:prstGeom>
            <a:solidFill>
              <a:srgbClr val="0091CE"/>
            </a:solidFill>
            <a:ln w="9525" cap="flat">
              <a:solidFill>
                <a:srgbClr val="E6E6E6"/>
              </a:solidFill>
              <a:prstDash val="solid"/>
              <a:round/>
              <a:headEnd type="none" w="med" len="med"/>
              <a:tailEnd type="none" w="med" len="med"/>
            </a:ln>
          </p:spPr>
          <p:txBody>
            <a:bodyPr lIns="0" tIns="0" rIns="57799" bIns="0" anchor="ctr"/>
            <a:lstStyle/>
            <a:p>
              <a:pPr marL="40182" algn="ctr" eaLnBrk="0" fontAlgn="base" hangingPunct="0">
                <a:spcBef>
                  <a:spcPct val="50000"/>
                </a:spcBef>
                <a:spcAft>
                  <a:spcPct val="0"/>
                </a:spcAft>
              </a:pPr>
              <a:r>
                <a:rPr lang="en-US" sz="1000" dirty="0">
                  <a:solidFill>
                    <a:srgbClr val="FFFFFF"/>
                  </a:solidFill>
                  <a:latin typeface="Verdana" pitchFamily="-111" charset="0"/>
                  <a:ea typeface="Gill Sans" charset="0"/>
                  <a:cs typeface="Gill Sans" charset="0"/>
                </a:rPr>
                <a:t>Linux</a:t>
              </a:r>
            </a:p>
          </p:txBody>
        </p:sp>
        <p:sp>
          <p:nvSpPr>
            <p:cNvPr id="8206" name="AutoShape 14"/>
            <p:cNvSpPr>
              <a:spLocks/>
            </p:cNvSpPr>
            <p:nvPr/>
          </p:nvSpPr>
          <p:spPr bwMode="auto">
            <a:xfrm>
              <a:off x="48" y="80"/>
              <a:ext cx="1072" cy="360"/>
            </a:xfrm>
            <a:prstGeom prst="roundRect">
              <a:avLst>
                <a:gd name="adj" fmla="val 17778"/>
              </a:avLst>
            </a:prstGeom>
            <a:solidFill>
              <a:srgbClr val="2E6FFD"/>
            </a:solidFill>
            <a:ln w="9525" cap="flat">
              <a:solidFill>
                <a:srgbClr val="E6E6E6"/>
              </a:solidFill>
              <a:prstDash val="solid"/>
              <a:round/>
              <a:headEnd type="none" w="med" len="med"/>
              <a:tailEnd type="none" w="med" len="med"/>
            </a:ln>
          </p:spPr>
          <p:txBody>
            <a:bodyPr lIns="0" tIns="0" rIns="57799" bIns="0" anchor="ctr"/>
            <a:lstStyle/>
            <a:p>
              <a:pPr marL="40182" algn="ctr" eaLnBrk="0" fontAlgn="base" hangingPunct="0">
                <a:spcBef>
                  <a:spcPct val="50000"/>
                </a:spcBef>
                <a:spcAft>
                  <a:spcPct val="0"/>
                </a:spcAft>
              </a:pPr>
              <a:r>
                <a:rPr lang="en-US" sz="1500" dirty="0">
                  <a:solidFill>
                    <a:srgbClr val="FFFFFF"/>
                  </a:solidFill>
                  <a:latin typeface="Verdana" pitchFamily="-111" charset="0"/>
                  <a:ea typeface="Gill Sans" charset="0"/>
                  <a:cs typeface="Gill Sans" charset="0"/>
                </a:rPr>
                <a:t>VM 2</a:t>
              </a:r>
            </a:p>
          </p:txBody>
        </p:sp>
      </p:grpSp>
      <p:grpSp>
        <p:nvGrpSpPr>
          <p:cNvPr id="7" name="Group 20"/>
          <p:cNvGrpSpPr>
            <a:grpSpLocks/>
          </p:cNvGrpSpPr>
          <p:nvPr/>
        </p:nvGrpSpPr>
        <p:grpSpPr bwMode="auto">
          <a:xfrm>
            <a:off x="6456164" y="5143500"/>
            <a:ext cx="2518172" cy="750094"/>
            <a:chOff x="0" y="0"/>
            <a:chExt cx="2256" cy="672"/>
          </a:xfrm>
        </p:grpSpPr>
        <p:grpSp>
          <p:nvGrpSpPr>
            <p:cNvPr id="8" name="Group 18"/>
            <p:cNvGrpSpPr>
              <a:grpSpLocks/>
            </p:cNvGrpSpPr>
            <p:nvPr/>
          </p:nvGrpSpPr>
          <p:grpSpPr bwMode="auto">
            <a:xfrm>
              <a:off x="0" y="0"/>
              <a:ext cx="2256" cy="199"/>
              <a:chOff x="0" y="0"/>
              <a:chExt cx="2256" cy="199"/>
            </a:xfrm>
          </p:grpSpPr>
          <p:pic>
            <p:nvPicPr>
              <p:cNvPr id="8208" name="Picture 16"/>
              <p:cNvPicPr>
                <a:picLocks noChangeArrowheads="1"/>
              </p:cNvPicPr>
              <p:nvPr/>
            </p:nvPicPr>
            <p:blipFill>
              <a:blip r:embed="rId3" cstate="print"/>
              <a:srcRect/>
              <a:stretch>
                <a:fillRect/>
              </a:stretch>
            </p:blipFill>
            <p:spPr bwMode="auto">
              <a:xfrm>
                <a:off x="0" y="0"/>
                <a:ext cx="2256" cy="199"/>
              </a:xfrm>
              <a:prstGeom prst="rect">
                <a:avLst/>
              </a:prstGeom>
              <a:noFill/>
              <a:ln w="9525" cap="flat">
                <a:noFill/>
                <a:miter lim="800000"/>
                <a:headEnd/>
                <a:tailEnd/>
              </a:ln>
            </p:spPr>
          </p:pic>
          <p:pic>
            <p:nvPicPr>
              <p:cNvPr id="8209" name="Picture 17"/>
              <p:cNvPicPr>
                <a:picLocks noChangeArrowheads="1"/>
              </p:cNvPicPr>
              <p:nvPr/>
            </p:nvPicPr>
            <p:blipFill>
              <a:blip r:embed="rId4" cstate="print"/>
              <a:srcRect/>
              <a:stretch>
                <a:fillRect/>
              </a:stretch>
            </p:blipFill>
            <p:spPr bwMode="auto">
              <a:xfrm>
                <a:off x="11" y="5"/>
                <a:ext cx="2210" cy="94"/>
              </a:xfrm>
              <a:prstGeom prst="rect">
                <a:avLst/>
              </a:prstGeom>
              <a:noFill/>
              <a:ln w="9525" cap="flat">
                <a:noFill/>
                <a:miter lim="800000"/>
                <a:headEnd/>
                <a:tailEnd/>
              </a:ln>
            </p:spPr>
          </p:pic>
        </p:grpSp>
        <p:pic>
          <p:nvPicPr>
            <p:cNvPr id="8211" name="Picture 19"/>
            <p:cNvPicPr>
              <a:picLocks noChangeArrowheads="1"/>
            </p:cNvPicPr>
            <p:nvPr/>
          </p:nvPicPr>
          <p:blipFill>
            <a:blip r:embed="rId5" cstate="print"/>
            <a:srcRect/>
            <a:stretch>
              <a:fillRect/>
            </a:stretch>
          </p:blipFill>
          <p:spPr bwMode="auto">
            <a:xfrm>
              <a:off x="0" y="224"/>
              <a:ext cx="2256" cy="448"/>
            </a:xfrm>
            <a:prstGeom prst="rect">
              <a:avLst/>
            </a:prstGeom>
            <a:noFill/>
            <a:ln w="9525" cap="flat">
              <a:noFill/>
              <a:miter lim="800000"/>
              <a:headEnd/>
              <a:tailEnd/>
            </a:ln>
          </p:spPr>
        </p:pic>
      </p:grpSp>
      <p:grpSp>
        <p:nvGrpSpPr>
          <p:cNvPr id="9" name="Group 26"/>
          <p:cNvGrpSpPr>
            <a:grpSpLocks/>
          </p:cNvGrpSpPr>
          <p:nvPr/>
        </p:nvGrpSpPr>
        <p:grpSpPr bwMode="auto">
          <a:xfrm>
            <a:off x="6429377" y="2134197"/>
            <a:ext cx="1294805" cy="839391"/>
            <a:chOff x="0" y="0"/>
            <a:chExt cx="1160" cy="752"/>
          </a:xfrm>
        </p:grpSpPr>
        <p:grpSp>
          <p:nvGrpSpPr>
            <p:cNvPr id="10" name="Group 23"/>
            <p:cNvGrpSpPr>
              <a:grpSpLocks/>
            </p:cNvGrpSpPr>
            <p:nvPr/>
          </p:nvGrpSpPr>
          <p:grpSpPr bwMode="auto">
            <a:xfrm>
              <a:off x="0" y="0"/>
              <a:ext cx="1160" cy="752"/>
              <a:chOff x="0" y="0"/>
              <a:chExt cx="1160" cy="752"/>
            </a:xfrm>
          </p:grpSpPr>
          <p:pic>
            <p:nvPicPr>
              <p:cNvPr id="8213" name="Picture 21"/>
              <p:cNvPicPr>
                <a:picLocks noChangeArrowheads="1"/>
              </p:cNvPicPr>
              <p:nvPr/>
            </p:nvPicPr>
            <p:blipFill>
              <a:blip r:embed="rId6" cstate="print"/>
              <a:srcRect/>
              <a:stretch>
                <a:fillRect/>
              </a:stretch>
            </p:blipFill>
            <p:spPr bwMode="auto">
              <a:xfrm>
                <a:off x="0" y="0"/>
                <a:ext cx="1160" cy="752"/>
              </a:xfrm>
              <a:prstGeom prst="rect">
                <a:avLst/>
              </a:prstGeom>
              <a:noFill/>
              <a:ln w="9525" cap="flat">
                <a:noFill/>
                <a:miter lim="800000"/>
                <a:headEnd/>
                <a:tailEnd/>
              </a:ln>
            </p:spPr>
          </p:pic>
          <p:sp>
            <p:nvSpPr>
              <p:cNvPr id="8214" name="AutoShape 22"/>
              <p:cNvSpPr>
                <a:spLocks/>
              </p:cNvSpPr>
              <p:nvPr/>
            </p:nvSpPr>
            <p:spPr bwMode="auto">
              <a:xfrm>
                <a:off x="8" y="19"/>
                <a:ext cx="1134" cy="353"/>
              </a:xfrm>
              <a:custGeom>
                <a:avLst/>
                <a:gdLst>
                  <a:gd name="T0" fmla="*/ 10800 w 21600"/>
                  <a:gd name="T1" fmla="*/ 10800 h 21600"/>
                </a:gdLst>
                <a:ahLst/>
                <a:cxnLst>
                  <a:cxn ang="0">
                    <a:pos x="T0" y="T1"/>
                  </a:cxn>
                </a:cxnLst>
                <a:rect l="0" t="0" r="r" b="b"/>
                <a:pathLst>
                  <a:path w="21600" h="21600">
                    <a:moveTo>
                      <a:pt x="21600" y="21600"/>
                    </a:moveTo>
                    <a:lnTo>
                      <a:pt x="21600" y="7813"/>
                    </a:lnTo>
                    <a:lnTo>
                      <a:pt x="21488" y="4596"/>
                    </a:lnTo>
                    <a:lnTo>
                      <a:pt x="20813" y="460"/>
                    </a:lnTo>
                    <a:lnTo>
                      <a:pt x="20025" y="0"/>
                    </a:lnTo>
                    <a:lnTo>
                      <a:pt x="1575" y="0"/>
                    </a:lnTo>
                    <a:lnTo>
                      <a:pt x="787" y="919"/>
                    </a:lnTo>
                    <a:lnTo>
                      <a:pt x="112" y="4136"/>
                    </a:lnTo>
                    <a:lnTo>
                      <a:pt x="0" y="8732"/>
                    </a:lnTo>
                  </a:path>
                </a:pathLst>
              </a:custGeom>
              <a:gradFill rotWithShape="0">
                <a:gsLst>
                  <a:gs pos="0">
                    <a:srgbClr val="FFFFFF">
                      <a:alpha val="21999"/>
                    </a:srgbClr>
                  </a:gs>
                  <a:gs pos="91000">
                    <a:srgbClr val="FFFFFF">
                      <a:alpha val="1980"/>
                    </a:srgbClr>
                  </a:gs>
                  <a:gs pos="100000">
                    <a:srgbClr val="FFFFFF">
                      <a:alpha val="0"/>
                    </a:srgbClr>
                  </a:gs>
                </a:gsLst>
                <a:lin ang="18000000" scaled="1"/>
              </a:gradFill>
              <a:ln w="9525" cap="flat">
                <a:noFill/>
                <a:round/>
                <a:headEnd type="none" w="med" len="med"/>
                <a:tailEnd type="none" w="med" len="med"/>
              </a:ln>
            </p:spPr>
            <p:txBody>
              <a:bodyPr lIns="0" tIns="0" rIns="0" bIns="0"/>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grpSp>
        <p:sp>
          <p:nvSpPr>
            <p:cNvPr id="8216" name="AutoShape 24"/>
            <p:cNvSpPr>
              <a:spLocks/>
            </p:cNvSpPr>
            <p:nvPr/>
          </p:nvSpPr>
          <p:spPr bwMode="auto">
            <a:xfrm>
              <a:off x="40" y="448"/>
              <a:ext cx="1072" cy="208"/>
            </a:xfrm>
            <a:prstGeom prst="roundRect">
              <a:avLst>
                <a:gd name="adj" fmla="val 30769"/>
              </a:avLst>
            </a:prstGeom>
            <a:solidFill>
              <a:srgbClr val="0091CE"/>
            </a:solidFill>
            <a:ln w="9525" cap="flat">
              <a:solidFill>
                <a:srgbClr val="E6E6E6"/>
              </a:solidFill>
              <a:prstDash val="solid"/>
              <a:round/>
              <a:headEnd type="none" w="med" len="med"/>
              <a:tailEnd type="none" w="med" len="med"/>
            </a:ln>
          </p:spPr>
          <p:txBody>
            <a:bodyPr lIns="0" tIns="0" rIns="57799" bIns="0" anchor="ctr"/>
            <a:lstStyle/>
            <a:p>
              <a:pPr marL="40182" algn="ctr" eaLnBrk="0" fontAlgn="base" hangingPunct="0">
                <a:spcBef>
                  <a:spcPct val="50000"/>
                </a:spcBef>
                <a:spcAft>
                  <a:spcPct val="0"/>
                </a:spcAft>
              </a:pPr>
              <a:r>
                <a:rPr lang="en-US" sz="1000" dirty="0">
                  <a:solidFill>
                    <a:srgbClr val="FFFFFF"/>
                  </a:solidFill>
                  <a:latin typeface="Verdana" pitchFamily="-111" charset="0"/>
                  <a:ea typeface="Gill Sans" charset="0"/>
                  <a:cs typeface="Gill Sans" charset="0"/>
                </a:rPr>
                <a:t>Windows</a:t>
              </a:r>
            </a:p>
          </p:txBody>
        </p:sp>
        <p:sp>
          <p:nvSpPr>
            <p:cNvPr id="8217" name="AutoShape 25"/>
            <p:cNvSpPr>
              <a:spLocks/>
            </p:cNvSpPr>
            <p:nvPr/>
          </p:nvSpPr>
          <p:spPr bwMode="auto">
            <a:xfrm>
              <a:off x="40" y="88"/>
              <a:ext cx="1072" cy="360"/>
            </a:xfrm>
            <a:prstGeom prst="roundRect">
              <a:avLst>
                <a:gd name="adj" fmla="val 17778"/>
              </a:avLst>
            </a:prstGeom>
            <a:solidFill>
              <a:srgbClr val="FF5308"/>
            </a:solidFill>
            <a:ln w="9525" cap="flat">
              <a:solidFill>
                <a:srgbClr val="E6E6E6"/>
              </a:solidFill>
              <a:prstDash val="solid"/>
              <a:round/>
              <a:headEnd type="none" w="med" len="med"/>
              <a:tailEnd type="none" w="med" len="med"/>
            </a:ln>
          </p:spPr>
          <p:txBody>
            <a:bodyPr lIns="0" tIns="0" rIns="57799" bIns="0" anchor="ctr"/>
            <a:lstStyle/>
            <a:p>
              <a:pPr marL="40182" algn="ctr" eaLnBrk="0" fontAlgn="base" hangingPunct="0">
                <a:spcBef>
                  <a:spcPct val="50000"/>
                </a:spcBef>
                <a:spcAft>
                  <a:spcPct val="0"/>
                </a:spcAft>
              </a:pPr>
              <a:r>
                <a:rPr lang="en-US" sz="1500" dirty="0">
                  <a:solidFill>
                    <a:srgbClr val="FFFFFF"/>
                  </a:solidFill>
                  <a:latin typeface="Verdana" pitchFamily="-111" charset="0"/>
                  <a:ea typeface="Gill Sans" charset="0"/>
                  <a:cs typeface="Gill Sans" charset="0"/>
                </a:rPr>
                <a:t>VM 1</a:t>
              </a:r>
            </a:p>
          </p:txBody>
        </p:sp>
      </p:grpSp>
      <p:grpSp>
        <p:nvGrpSpPr>
          <p:cNvPr id="11" name="Group 30"/>
          <p:cNvGrpSpPr>
            <a:grpSpLocks/>
          </p:cNvGrpSpPr>
          <p:nvPr/>
        </p:nvGrpSpPr>
        <p:grpSpPr bwMode="auto">
          <a:xfrm>
            <a:off x="5375674" y="4625578"/>
            <a:ext cx="1634133" cy="1268016"/>
            <a:chOff x="0" y="0"/>
            <a:chExt cx="1464" cy="1136"/>
          </a:xfrm>
        </p:grpSpPr>
        <p:pic>
          <p:nvPicPr>
            <p:cNvPr id="8219" name="Picture 27"/>
            <p:cNvPicPr>
              <a:picLocks noChangeArrowheads="1"/>
            </p:cNvPicPr>
            <p:nvPr/>
          </p:nvPicPr>
          <p:blipFill>
            <a:blip r:embed="rId5" cstate="print"/>
            <a:srcRect/>
            <a:stretch>
              <a:fillRect/>
            </a:stretch>
          </p:blipFill>
          <p:spPr bwMode="auto">
            <a:xfrm>
              <a:off x="0" y="728"/>
              <a:ext cx="1464" cy="408"/>
            </a:xfrm>
            <a:prstGeom prst="rect">
              <a:avLst/>
            </a:prstGeom>
            <a:noFill/>
            <a:ln w="9525" cap="flat">
              <a:noFill/>
              <a:miter lim="800000"/>
              <a:headEnd/>
              <a:tailEnd/>
            </a:ln>
          </p:spPr>
        </p:pic>
        <p:sp>
          <p:nvSpPr>
            <p:cNvPr id="8220" name="AutoShape 28"/>
            <p:cNvSpPr>
              <a:spLocks/>
            </p:cNvSpPr>
            <p:nvPr/>
          </p:nvSpPr>
          <p:spPr bwMode="auto">
            <a:xfrm>
              <a:off x="47" y="472"/>
              <a:ext cx="1392" cy="256"/>
            </a:xfrm>
            <a:prstGeom prst="roundRect">
              <a:avLst>
                <a:gd name="adj" fmla="val 25000"/>
              </a:avLst>
            </a:prstGeom>
            <a:solidFill>
              <a:srgbClr val="0091CE"/>
            </a:solidFill>
            <a:ln w="9525" cap="flat">
              <a:solidFill>
                <a:srgbClr val="E6E6E6"/>
              </a:solidFill>
              <a:prstDash val="solid"/>
              <a:round/>
              <a:headEnd type="none" w="med" len="med"/>
              <a:tailEnd type="none" w="med" len="med"/>
            </a:ln>
          </p:spPr>
          <p:txBody>
            <a:bodyPr lIns="0" tIns="0" rIns="0" bIns="0" anchor="ctr"/>
            <a:lstStyle/>
            <a:p>
              <a:pPr algn="ctr" eaLnBrk="0" fontAlgn="base" hangingPunct="0">
                <a:spcBef>
                  <a:spcPct val="50000"/>
                </a:spcBef>
                <a:spcAft>
                  <a:spcPct val="0"/>
                </a:spcAft>
              </a:pPr>
              <a:r>
                <a:rPr lang="en-US" sz="1300" dirty="0">
                  <a:solidFill>
                    <a:srgbClr val="FFFFFF"/>
                  </a:solidFill>
                  <a:latin typeface="Verdana" pitchFamily="-111" charset="0"/>
                  <a:ea typeface="Gill Sans" charset="0"/>
                  <a:cs typeface="Gill Sans" charset="0"/>
                </a:rPr>
                <a:t>Windows</a:t>
              </a:r>
            </a:p>
          </p:txBody>
        </p:sp>
        <p:sp>
          <p:nvSpPr>
            <p:cNvPr id="8221" name="AutoShape 29"/>
            <p:cNvSpPr>
              <a:spLocks/>
            </p:cNvSpPr>
            <p:nvPr/>
          </p:nvSpPr>
          <p:spPr bwMode="auto">
            <a:xfrm>
              <a:off x="79" y="0"/>
              <a:ext cx="1320" cy="464"/>
            </a:xfrm>
            <a:prstGeom prst="roundRect">
              <a:avLst>
                <a:gd name="adj" fmla="val 13792"/>
              </a:avLst>
            </a:prstGeom>
            <a:solidFill>
              <a:srgbClr val="FF5308"/>
            </a:solidFill>
            <a:ln w="9525" cap="flat">
              <a:solidFill>
                <a:srgbClr val="E6E6E6"/>
              </a:solidFill>
              <a:prstDash val="solid"/>
              <a:round/>
              <a:headEnd type="none" w="med" len="med"/>
              <a:tailEnd type="none" w="med" len="med"/>
            </a:ln>
          </p:spPr>
          <p:txBody>
            <a:bodyPr lIns="0" tIns="0" rIns="0" bIns="0"/>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grpSp>
      <p:grpSp>
        <p:nvGrpSpPr>
          <p:cNvPr id="12" name="Group 34"/>
          <p:cNvGrpSpPr>
            <a:grpSpLocks/>
          </p:cNvGrpSpPr>
          <p:nvPr/>
        </p:nvGrpSpPr>
        <p:grpSpPr bwMode="auto">
          <a:xfrm>
            <a:off x="7429502" y="4625578"/>
            <a:ext cx="1634133" cy="1268016"/>
            <a:chOff x="0" y="0"/>
            <a:chExt cx="1464" cy="1136"/>
          </a:xfrm>
        </p:grpSpPr>
        <p:pic>
          <p:nvPicPr>
            <p:cNvPr id="8223" name="Picture 31"/>
            <p:cNvPicPr>
              <a:picLocks noChangeArrowheads="1"/>
            </p:cNvPicPr>
            <p:nvPr/>
          </p:nvPicPr>
          <p:blipFill>
            <a:blip r:embed="rId5" cstate="print"/>
            <a:srcRect/>
            <a:stretch>
              <a:fillRect/>
            </a:stretch>
          </p:blipFill>
          <p:spPr bwMode="auto">
            <a:xfrm>
              <a:off x="0" y="728"/>
              <a:ext cx="1464" cy="408"/>
            </a:xfrm>
            <a:prstGeom prst="rect">
              <a:avLst/>
            </a:prstGeom>
            <a:noFill/>
            <a:ln w="9525" cap="flat">
              <a:noFill/>
              <a:miter lim="800000"/>
              <a:headEnd/>
              <a:tailEnd/>
            </a:ln>
          </p:spPr>
        </p:pic>
        <p:sp>
          <p:nvSpPr>
            <p:cNvPr id="8224" name="AutoShape 32"/>
            <p:cNvSpPr>
              <a:spLocks/>
            </p:cNvSpPr>
            <p:nvPr/>
          </p:nvSpPr>
          <p:spPr bwMode="auto">
            <a:xfrm>
              <a:off x="48" y="472"/>
              <a:ext cx="1392" cy="256"/>
            </a:xfrm>
            <a:prstGeom prst="roundRect">
              <a:avLst>
                <a:gd name="adj" fmla="val 25000"/>
              </a:avLst>
            </a:prstGeom>
            <a:solidFill>
              <a:srgbClr val="0091CE"/>
            </a:solidFill>
            <a:ln w="9525" cap="flat">
              <a:solidFill>
                <a:srgbClr val="E6E6E6"/>
              </a:solidFill>
              <a:prstDash val="solid"/>
              <a:round/>
              <a:headEnd type="none" w="med" len="med"/>
              <a:tailEnd type="none" w="med" len="med"/>
            </a:ln>
          </p:spPr>
          <p:txBody>
            <a:bodyPr lIns="0" tIns="0" rIns="0" bIns="0" anchor="ctr"/>
            <a:lstStyle/>
            <a:p>
              <a:pPr algn="ctr" eaLnBrk="0" fontAlgn="base" hangingPunct="0">
                <a:spcBef>
                  <a:spcPct val="50000"/>
                </a:spcBef>
                <a:spcAft>
                  <a:spcPct val="0"/>
                </a:spcAft>
              </a:pPr>
              <a:r>
                <a:rPr lang="en-US" sz="1300" dirty="0">
                  <a:solidFill>
                    <a:srgbClr val="FFFFFF"/>
                  </a:solidFill>
                  <a:latin typeface="Verdana" pitchFamily="-111" charset="0"/>
                  <a:ea typeface="Gill Sans" charset="0"/>
                  <a:cs typeface="Gill Sans" charset="0"/>
                </a:rPr>
                <a:t>Windows</a:t>
              </a:r>
            </a:p>
          </p:txBody>
        </p:sp>
        <p:sp>
          <p:nvSpPr>
            <p:cNvPr id="8225" name="AutoShape 33"/>
            <p:cNvSpPr>
              <a:spLocks/>
            </p:cNvSpPr>
            <p:nvPr/>
          </p:nvSpPr>
          <p:spPr bwMode="auto">
            <a:xfrm>
              <a:off x="80" y="0"/>
              <a:ext cx="1320" cy="464"/>
            </a:xfrm>
            <a:prstGeom prst="roundRect">
              <a:avLst>
                <a:gd name="adj" fmla="val 13792"/>
              </a:avLst>
            </a:prstGeom>
            <a:solidFill>
              <a:srgbClr val="2E6FFD"/>
            </a:solidFill>
            <a:ln w="9525" cap="flat">
              <a:solidFill>
                <a:srgbClr val="E6E6E6"/>
              </a:solidFill>
              <a:prstDash val="solid"/>
              <a:round/>
              <a:headEnd type="none" w="med" len="med"/>
              <a:tailEnd type="none" w="med" len="med"/>
            </a:ln>
          </p:spPr>
          <p:txBody>
            <a:bodyPr lIns="0" tIns="0" rIns="0" bIns="0"/>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grpSp>
      <p:grpSp>
        <p:nvGrpSpPr>
          <p:cNvPr id="13" name="Group 41"/>
          <p:cNvGrpSpPr>
            <a:grpSpLocks/>
          </p:cNvGrpSpPr>
          <p:nvPr/>
        </p:nvGrpSpPr>
        <p:grpSpPr bwMode="auto">
          <a:xfrm>
            <a:off x="151807" y="4545211"/>
            <a:ext cx="5125641" cy="1937742"/>
            <a:chOff x="0" y="0"/>
            <a:chExt cx="4592" cy="1736"/>
          </a:xfrm>
        </p:grpSpPr>
        <p:sp>
          <p:nvSpPr>
            <p:cNvPr id="8227" name="Rectangle 35"/>
            <p:cNvSpPr>
              <a:spLocks/>
            </p:cNvSpPr>
            <p:nvPr/>
          </p:nvSpPr>
          <p:spPr bwMode="auto">
            <a:xfrm>
              <a:off x="0" y="0"/>
              <a:ext cx="4592" cy="1736"/>
            </a:xfrm>
            <a:prstGeom prst="rect">
              <a:avLst/>
            </a:prstGeom>
            <a:noFill/>
            <a:ln w="12700" cap="flat">
              <a:noFill/>
              <a:round/>
              <a:headEnd type="none" w="med" len="med"/>
              <a:tailEnd type="none" w="med" len="med"/>
            </a:ln>
          </p:spPr>
          <p:txBody>
            <a:bodyPr lIns="0" tIns="0" rIns="0" bIns="0"/>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pic>
          <p:nvPicPr>
            <p:cNvPr id="8228" name="Picture 36"/>
            <p:cNvPicPr>
              <a:picLocks noChangeAspect="1" noChangeArrowheads="1"/>
            </p:cNvPicPr>
            <p:nvPr/>
          </p:nvPicPr>
          <p:blipFill>
            <a:blip r:embed="rId7" cstate="print"/>
            <a:srcRect/>
            <a:stretch>
              <a:fillRect/>
            </a:stretch>
          </p:blipFill>
          <p:spPr bwMode="auto">
            <a:xfrm>
              <a:off x="168" y="166"/>
              <a:ext cx="1608" cy="777"/>
            </a:xfrm>
            <a:prstGeom prst="rect">
              <a:avLst/>
            </a:prstGeom>
            <a:noFill/>
            <a:ln w="12700" cap="flat">
              <a:noFill/>
              <a:miter lim="800000"/>
              <a:headEnd/>
              <a:tailEnd/>
            </a:ln>
          </p:spPr>
        </p:pic>
        <p:pic>
          <p:nvPicPr>
            <p:cNvPr id="8229" name="Picture 37"/>
            <p:cNvPicPr>
              <a:picLocks noChangeAspect="1" noChangeArrowheads="1"/>
            </p:cNvPicPr>
            <p:nvPr/>
          </p:nvPicPr>
          <p:blipFill>
            <a:blip r:embed="rId8" cstate="print"/>
            <a:srcRect/>
            <a:stretch>
              <a:fillRect/>
            </a:stretch>
          </p:blipFill>
          <p:spPr bwMode="auto">
            <a:xfrm>
              <a:off x="2640" y="1068"/>
              <a:ext cx="1680" cy="660"/>
            </a:xfrm>
            <a:prstGeom prst="rect">
              <a:avLst/>
            </a:prstGeom>
            <a:noFill/>
            <a:ln w="12700" cap="flat">
              <a:noFill/>
              <a:miter lim="800000"/>
              <a:headEnd/>
              <a:tailEnd/>
            </a:ln>
          </p:spPr>
        </p:pic>
        <p:pic>
          <p:nvPicPr>
            <p:cNvPr id="8230" name="Picture 38"/>
            <p:cNvPicPr>
              <a:picLocks noChangeArrowheads="1"/>
            </p:cNvPicPr>
            <p:nvPr/>
          </p:nvPicPr>
          <p:blipFill>
            <a:blip r:embed="rId9" cstate="print"/>
            <a:srcRect/>
            <a:stretch>
              <a:fillRect/>
            </a:stretch>
          </p:blipFill>
          <p:spPr bwMode="auto">
            <a:xfrm>
              <a:off x="307" y="1276"/>
              <a:ext cx="1680" cy="360"/>
            </a:xfrm>
            <a:prstGeom prst="rect">
              <a:avLst/>
            </a:prstGeom>
            <a:noFill/>
            <a:ln w="12700" cap="flat">
              <a:noFill/>
              <a:miter lim="800000"/>
              <a:headEnd/>
              <a:tailEnd/>
            </a:ln>
          </p:spPr>
        </p:pic>
        <p:pic>
          <p:nvPicPr>
            <p:cNvPr id="8231" name="Picture 39"/>
            <p:cNvPicPr>
              <a:picLocks noChangeAspect="1" noChangeArrowheads="1"/>
            </p:cNvPicPr>
            <p:nvPr/>
          </p:nvPicPr>
          <p:blipFill>
            <a:blip r:embed="rId10" cstate="print"/>
            <a:srcRect/>
            <a:stretch>
              <a:fillRect/>
            </a:stretch>
          </p:blipFill>
          <p:spPr bwMode="auto">
            <a:xfrm>
              <a:off x="2832" y="312"/>
              <a:ext cx="1600" cy="496"/>
            </a:xfrm>
            <a:prstGeom prst="rect">
              <a:avLst/>
            </a:prstGeom>
            <a:noFill/>
            <a:ln w="12700" cap="flat">
              <a:noFill/>
              <a:miter lim="800000"/>
              <a:headEnd/>
              <a:tailEnd/>
            </a:ln>
          </p:spPr>
        </p:pic>
        <p:pic>
          <p:nvPicPr>
            <p:cNvPr id="8232" name="Picture 40"/>
            <p:cNvPicPr>
              <a:picLocks noChangeAspect="1" noChangeArrowheads="1"/>
            </p:cNvPicPr>
            <p:nvPr/>
          </p:nvPicPr>
          <p:blipFill>
            <a:blip r:embed="rId11" cstate="print"/>
            <a:srcRect/>
            <a:stretch>
              <a:fillRect/>
            </a:stretch>
          </p:blipFill>
          <p:spPr bwMode="auto">
            <a:xfrm>
              <a:off x="1624" y="120"/>
              <a:ext cx="1344" cy="1344"/>
            </a:xfrm>
            <a:prstGeom prst="rect">
              <a:avLst/>
            </a:prstGeom>
            <a:noFill/>
            <a:ln w="12700" cap="flat">
              <a:noFill/>
              <a:miter lim="800000"/>
              <a:headEnd/>
              <a:tailEnd/>
            </a:ln>
          </p:spPr>
        </p:pic>
      </p:grpSp>
    </p:spTree>
    <p:extLst>
      <p:ext uri="{BB962C8B-B14F-4D97-AF65-F5344CB8AC3E}">
        <p14:creationId xmlns:p14="http://schemas.microsoft.com/office/powerpoint/2010/main" val="4015424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3" presetClass="entr" presetSubtype="16"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3277184" presetClass="entr" presetSubtype="48345808" fill="hold" nodeType="clickEffect">
                                  <p:stCondLst>
                                    <p:cond delay="0"/>
                                  </p:stCondLst>
                                  <p:childTnLst>
                                    <p:set>
                                      <p:cBhvr>
                                        <p:cTn id="17" dur="1" fill="hold">
                                          <p:stCondLst>
                                            <p:cond delay="499"/>
                                          </p:stCondLst>
                                        </p:cTn>
                                        <p:tgtEl>
                                          <p:spTgt spid="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3277184" presetClass="entr" presetSubtype="48347432" fill="hold" nodeType="clickEffect">
                                  <p:stCondLst>
                                    <p:cond delay="0"/>
                                  </p:stCondLst>
                                  <p:childTnLst>
                                    <p:set>
                                      <p:cBhvr>
                                        <p:cTn id="21" dur="1" fill="hold">
                                          <p:stCondLst>
                                            <p:cond delay="499"/>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3" name="Slide Number Placeholder 3"/>
          <p:cNvSpPr>
            <a:spLocks noGrp="1"/>
          </p:cNvSpPr>
          <p:nvPr>
            <p:ph type="sldNum" sz="quarter" idx="10"/>
          </p:nvPr>
        </p:nvSpPr>
        <p:spPr/>
        <p:txBody>
          <a:bodyPr/>
          <a:lstStyle/>
          <a:p>
            <a:pPr eaLnBrk="0" fontAlgn="base" hangingPunct="0">
              <a:spcBef>
                <a:spcPct val="50000"/>
              </a:spcBef>
              <a:spcAft>
                <a:spcPct val="0"/>
              </a:spcAft>
            </a:pPr>
            <a:fld id="{38FD0B41-7BD2-4554-9F0D-DD8CF6A8D646}" type="slidenum">
              <a:rPr lang="en-US">
                <a:solidFill>
                  <a:srgbClr val="067AB4"/>
                </a:solidFill>
                <a:latin typeface="Verdana" pitchFamily="-111" charset="0"/>
                <a:cs typeface="Arial" pitchFamily="-111" charset="-52"/>
              </a:rPr>
              <a:pPr eaLnBrk="0" fontAlgn="base" hangingPunct="0">
                <a:spcBef>
                  <a:spcPct val="50000"/>
                </a:spcBef>
                <a:spcAft>
                  <a:spcPct val="0"/>
                </a:spcAft>
              </a:pPr>
              <a:t>27</a:t>
            </a:fld>
            <a:endParaRPr lang="en-US">
              <a:solidFill>
                <a:srgbClr val="067AB4"/>
              </a:solidFill>
              <a:latin typeface="Verdana" pitchFamily="-111" charset="0"/>
              <a:cs typeface="Arial" pitchFamily="-111" charset="-52"/>
            </a:endParaRPr>
          </a:p>
        </p:txBody>
      </p:sp>
      <p:sp>
        <p:nvSpPr>
          <p:cNvPr id="11265" name="Rectangle 1"/>
          <p:cNvSpPr>
            <a:spLocks noGrp="1" noChangeArrowheads="1"/>
          </p:cNvSpPr>
          <p:nvPr>
            <p:ph type="title"/>
          </p:nvPr>
        </p:nvSpPr>
        <p:spPr>
          <a:xfrm>
            <a:off x="152400" y="341868"/>
            <a:ext cx="8991600" cy="609600"/>
          </a:xfrm>
          <a:ln/>
        </p:spPr>
        <p:txBody>
          <a:bodyPr/>
          <a:lstStyle/>
          <a:p>
            <a:pPr algn="ctr"/>
            <a:r>
              <a:rPr lang="en-US" sz="3200" dirty="0"/>
              <a:t>Virtualization: Useful in Data Centers</a:t>
            </a:r>
          </a:p>
        </p:txBody>
      </p:sp>
      <p:sp>
        <p:nvSpPr>
          <p:cNvPr id="11266" name="Rectangle 2"/>
          <p:cNvSpPr>
            <a:spLocks noGrp="1" noChangeArrowheads="1"/>
          </p:cNvSpPr>
          <p:nvPr>
            <p:ph type="body" idx="1"/>
          </p:nvPr>
        </p:nvSpPr>
        <p:spPr>
          <a:xfrm>
            <a:off x="7290" y="1098353"/>
            <a:ext cx="5203077" cy="5357813"/>
          </a:xfrm>
          <a:ln/>
        </p:spPr>
        <p:txBody>
          <a:bodyPr/>
          <a:lstStyle/>
          <a:p>
            <a:pPr marL="473257"/>
            <a:r>
              <a:rPr lang="en-US" dirty="0"/>
              <a:t>Virtual Servers</a:t>
            </a:r>
          </a:p>
          <a:p>
            <a:pPr marL="785785" lvl="1"/>
            <a:r>
              <a:rPr lang="en-US" dirty="0"/>
              <a:t>Consolidate servers</a:t>
            </a:r>
          </a:p>
          <a:p>
            <a:pPr marL="785785" lvl="1"/>
            <a:r>
              <a:rPr lang="en-US" dirty="0"/>
              <a:t>Faster deployment</a:t>
            </a:r>
          </a:p>
          <a:p>
            <a:pPr marL="785785" lvl="1"/>
            <a:r>
              <a:rPr lang="en-US" dirty="0"/>
              <a:t>Easier maintenance</a:t>
            </a:r>
          </a:p>
          <a:p>
            <a:pPr marL="785785" lvl="1"/>
            <a:endParaRPr lang="en-US" dirty="0"/>
          </a:p>
          <a:p>
            <a:pPr marL="785785" lvl="1"/>
            <a:endParaRPr lang="en-US" dirty="0"/>
          </a:p>
          <a:p>
            <a:pPr marL="473257">
              <a:lnSpc>
                <a:spcPct val="90000"/>
              </a:lnSpc>
            </a:pPr>
            <a:r>
              <a:rPr lang="en-US" dirty="0"/>
              <a:t>Virtual Desktops</a:t>
            </a:r>
          </a:p>
          <a:p>
            <a:pPr marL="785785" lvl="1"/>
            <a:r>
              <a:rPr lang="en-US" dirty="0"/>
              <a:t>Host employee desktops in VMs</a:t>
            </a:r>
          </a:p>
          <a:p>
            <a:pPr marL="785785" lvl="1"/>
            <a:r>
              <a:rPr lang="en-US" dirty="0"/>
              <a:t>Remote access with thin clients</a:t>
            </a:r>
          </a:p>
          <a:p>
            <a:pPr marL="785785" lvl="1"/>
            <a:r>
              <a:rPr lang="en-US" dirty="0"/>
              <a:t>Desktop is available anywhere</a:t>
            </a:r>
          </a:p>
          <a:p>
            <a:pPr marL="785785" lvl="1"/>
            <a:r>
              <a:rPr lang="en-US" dirty="0"/>
              <a:t>Easier to manage and maintain</a:t>
            </a:r>
          </a:p>
        </p:txBody>
      </p:sp>
      <p:pic>
        <p:nvPicPr>
          <p:cNvPr id="11267" name="Picture 3"/>
          <p:cNvPicPr>
            <a:picLocks noChangeArrowheads="1"/>
          </p:cNvPicPr>
          <p:nvPr/>
        </p:nvPicPr>
        <p:blipFill>
          <a:blip r:embed="rId2" cstate="print"/>
          <a:srcRect/>
          <a:stretch>
            <a:fillRect/>
          </a:stretch>
        </p:blipFill>
        <p:spPr bwMode="auto">
          <a:xfrm>
            <a:off x="6929440" y="1160859"/>
            <a:ext cx="1902023" cy="2062758"/>
          </a:xfrm>
          <a:prstGeom prst="rect">
            <a:avLst/>
          </a:prstGeom>
          <a:noFill/>
          <a:ln w="9525" cap="flat">
            <a:noFill/>
            <a:miter lim="800000"/>
            <a:headEnd/>
            <a:tailEnd/>
          </a:ln>
        </p:spPr>
      </p:pic>
      <p:pic>
        <p:nvPicPr>
          <p:cNvPr id="11268" name="Picture 4"/>
          <p:cNvPicPr>
            <a:picLocks noChangeArrowheads="1"/>
          </p:cNvPicPr>
          <p:nvPr/>
        </p:nvPicPr>
        <p:blipFill>
          <a:blip r:embed="rId3" cstate="print"/>
          <a:srcRect/>
          <a:stretch>
            <a:fillRect/>
          </a:stretch>
        </p:blipFill>
        <p:spPr bwMode="auto">
          <a:xfrm>
            <a:off x="4782845" y="1138074"/>
            <a:ext cx="840741" cy="1431435"/>
          </a:xfrm>
          <a:prstGeom prst="rect">
            <a:avLst/>
          </a:prstGeom>
          <a:noFill/>
          <a:ln w="9525" cap="flat">
            <a:noFill/>
            <a:miter lim="800000"/>
            <a:headEnd/>
            <a:tailEnd/>
          </a:ln>
        </p:spPr>
      </p:pic>
      <p:sp>
        <p:nvSpPr>
          <p:cNvPr id="11269" name="Line 5"/>
          <p:cNvSpPr>
            <a:spLocks noChangeShapeType="1"/>
          </p:cNvSpPr>
          <p:nvPr/>
        </p:nvSpPr>
        <p:spPr bwMode="auto">
          <a:xfrm flipH="1" flipV="1">
            <a:off x="5570234" y="2125898"/>
            <a:ext cx="1728672" cy="249399"/>
          </a:xfrm>
          <a:prstGeom prst="line">
            <a:avLst/>
          </a:prstGeom>
          <a:noFill/>
          <a:ln w="101600" cap="flat">
            <a:solidFill>
              <a:srgbClr val="D90B00"/>
            </a:solidFill>
            <a:prstDash val="solid"/>
            <a:miter lim="800000"/>
            <a:headEnd type="stealth" w="med" len="med"/>
            <a:tailEnd type="none" w="med" len="med"/>
          </a:ln>
        </p:spPr>
        <p:txBody>
          <a:bodyPr lIns="0" tIns="0" rIns="0" bIns="0"/>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sp>
        <p:nvSpPr>
          <p:cNvPr id="11270" name="Oval 6"/>
          <p:cNvSpPr>
            <a:spLocks/>
          </p:cNvSpPr>
          <p:nvPr/>
        </p:nvSpPr>
        <p:spPr bwMode="auto">
          <a:xfrm rot="1828466">
            <a:off x="7000875" y="2258095"/>
            <a:ext cx="857250" cy="223242"/>
          </a:xfrm>
          <a:prstGeom prst="ellipse">
            <a:avLst/>
          </a:prstGeom>
          <a:solidFill>
            <a:srgbClr val="4FB3D9">
              <a:alpha val="89999"/>
            </a:srgbClr>
          </a:solidFill>
          <a:ln w="25400" cap="flat">
            <a:noFill/>
            <a:miter lim="800000"/>
            <a:headEnd type="none" w="med" len="med"/>
            <a:tailEnd type="none" w="med" len="med"/>
          </a:ln>
        </p:spPr>
        <p:txBody>
          <a:bodyPr lIns="0" tIns="0" rIns="0" bIns="0"/>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grpSp>
        <p:nvGrpSpPr>
          <p:cNvPr id="2" name="Group 21"/>
          <p:cNvGrpSpPr>
            <a:grpSpLocks/>
          </p:cNvGrpSpPr>
          <p:nvPr/>
        </p:nvGrpSpPr>
        <p:grpSpPr bwMode="auto">
          <a:xfrm>
            <a:off x="4752805" y="3536156"/>
            <a:ext cx="4078656" cy="2931170"/>
            <a:chOff x="-69" y="0"/>
            <a:chExt cx="3653" cy="2626"/>
          </a:xfrm>
        </p:grpSpPr>
        <p:sp>
          <p:nvSpPr>
            <p:cNvPr id="11271" name="Rectangle 7"/>
            <p:cNvSpPr>
              <a:spLocks/>
            </p:cNvSpPr>
            <p:nvPr/>
          </p:nvSpPr>
          <p:spPr bwMode="auto">
            <a:xfrm>
              <a:off x="839" y="2295"/>
              <a:ext cx="896" cy="331"/>
            </a:xfrm>
            <a:prstGeom prst="rect">
              <a:avLst/>
            </a:prstGeom>
            <a:noFill/>
            <a:ln w="12700" cap="flat">
              <a:noFill/>
              <a:miter lim="800000"/>
              <a:headEnd type="none" w="med" len="med"/>
              <a:tailEnd type="none" w="med" len="med"/>
            </a:ln>
          </p:spPr>
          <p:txBody>
            <a:bodyPr wrap="none" lIns="0" tIns="0" rIns="0" bIns="0" anchor="ctr">
              <a:spAutoFit/>
            </a:bodyPr>
            <a:lstStyle/>
            <a:p>
              <a:pPr algn="ctr" eaLnBrk="0" fontAlgn="base" hangingPunct="0">
                <a:spcBef>
                  <a:spcPct val="50000"/>
                </a:spcBef>
                <a:spcAft>
                  <a:spcPct val="0"/>
                </a:spcAft>
              </a:pPr>
              <a:r>
                <a:rPr lang="en-US" sz="2400" b="1">
                  <a:solidFill>
                    <a:srgbClr val="4D4D4D"/>
                  </a:solidFill>
                  <a:latin typeface="Verdana" pitchFamily="-111" charset="0"/>
                  <a:ea typeface="Gill Sans" charset="0"/>
                  <a:cs typeface="Gill Sans" charset="0"/>
                </a:rPr>
                <a:t>Home</a:t>
              </a:r>
            </a:p>
          </p:txBody>
        </p:sp>
        <p:pic>
          <p:nvPicPr>
            <p:cNvPr id="11272" name="Picture 8"/>
            <p:cNvPicPr>
              <a:picLocks noChangeArrowheads="1"/>
            </p:cNvPicPr>
            <p:nvPr/>
          </p:nvPicPr>
          <p:blipFill>
            <a:blip r:embed="rId4" cstate="print"/>
            <a:srcRect/>
            <a:stretch>
              <a:fillRect/>
            </a:stretch>
          </p:blipFill>
          <p:spPr bwMode="auto">
            <a:xfrm>
              <a:off x="328" y="376"/>
              <a:ext cx="753" cy="865"/>
            </a:xfrm>
            <a:prstGeom prst="rect">
              <a:avLst/>
            </a:prstGeom>
            <a:noFill/>
            <a:ln w="9525" cap="flat">
              <a:noFill/>
              <a:miter lim="800000"/>
              <a:headEnd/>
              <a:tailEnd/>
            </a:ln>
          </p:spPr>
        </p:pic>
        <p:grpSp>
          <p:nvGrpSpPr>
            <p:cNvPr id="3" name="Group 11"/>
            <p:cNvGrpSpPr>
              <a:grpSpLocks/>
            </p:cNvGrpSpPr>
            <p:nvPr/>
          </p:nvGrpSpPr>
          <p:grpSpPr bwMode="auto">
            <a:xfrm>
              <a:off x="1880" y="127"/>
              <a:ext cx="1704" cy="1632"/>
              <a:chOff x="0" y="0"/>
              <a:chExt cx="1704" cy="1632"/>
            </a:xfrm>
          </p:grpSpPr>
          <p:pic>
            <p:nvPicPr>
              <p:cNvPr id="11273" name="Picture 9"/>
              <p:cNvPicPr>
                <a:picLocks noChangeArrowheads="1"/>
              </p:cNvPicPr>
              <p:nvPr/>
            </p:nvPicPr>
            <p:blipFill>
              <a:blip r:embed="rId5" cstate="print"/>
              <a:srcRect/>
              <a:stretch>
                <a:fillRect/>
              </a:stretch>
            </p:blipFill>
            <p:spPr bwMode="auto">
              <a:xfrm>
                <a:off x="0" y="284"/>
                <a:ext cx="1704" cy="1348"/>
              </a:xfrm>
              <a:prstGeom prst="rect">
                <a:avLst/>
              </a:prstGeom>
              <a:noFill/>
              <a:ln w="9525" cap="flat">
                <a:noFill/>
                <a:miter lim="800000"/>
                <a:headEnd/>
                <a:tailEnd/>
              </a:ln>
            </p:spPr>
          </p:pic>
          <p:pic>
            <p:nvPicPr>
              <p:cNvPr id="11274" name="Picture 10"/>
              <p:cNvPicPr>
                <a:picLocks noChangeArrowheads="1"/>
              </p:cNvPicPr>
              <p:nvPr/>
            </p:nvPicPr>
            <p:blipFill>
              <a:blip r:embed="rId6" cstate="print"/>
              <a:srcRect/>
              <a:stretch>
                <a:fillRect/>
              </a:stretch>
            </p:blipFill>
            <p:spPr bwMode="auto">
              <a:xfrm>
                <a:off x="14" y="0"/>
                <a:ext cx="1677" cy="1227"/>
              </a:xfrm>
              <a:prstGeom prst="rect">
                <a:avLst/>
              </a:prstGeom>
              <a:noFill/>
              <a:ln w="9525" cap="flat">
                <a:noFill/>
                <a:miter lim="800000"/>
                <a:headEnd/>
                <a:tailEnd/>
              </a:ln>
            </p:spPr>
          </p:pic>
        </p:grpSp>
        <p:sp>
          <p:nvSpPr>
            <p:cNvPr id="11276" name="Oval 12"/>
            <p:cNvSpPr>
              <a:spLocks/>
            </p:cNvSpPr>
            <p:nvPr/>
          </p:nvSpPr>
          <p:spPr bwMode="auto">
            <a:xfrm rot="1828466">
              <a:off x="1948" y="902"/>
              <a:ext cx="768" cy="176"/>
            </a:xfrm>
            <a:prstGeom prst="ellipse">
              <a:avLst/>
            </a:prstGeom>
            <a:solidFill>
              <a:srgbClr val="4FB3D9">
                <a:alpha val="89999"/>
              </a:srgbClr>
            </a:solidFill>
            <a:ln w="25400" cap="flat">
              <a:noFill/>
              <a:miter lim="800000"/>
              <a:headEnd type="none" w="med" len="med"/>
              <a:tailEnd type="none" w="med" len="med"/>
            </a:ln>
          </p:spPr>
          <p:txBody>
            <a:bodyPr lIns="0" tIns="0" rIns="0" bIns="0"/>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pic>
          <p:nvPicPr>
            <p:cNvPr id="11277" name="Picture 13"/>
            <p:cNvPicPr>
              <a:picLocks noChangeArrowheads="1"/>
            </p:cNvPicPr>
            <p:nvPr/>
          </p:nvPicPr>
          <p:blipFill>
            <a:blip r:embed="rId7" cstate="print"/>
            <a:srcRect/>
            <a:stretch>
              <a:fillRect/>
            </a:stretch>
          </p:blipFill>
          <p:spPr bwMode="auto">
            <a:xfrm>
              <a:off x="2392" y="0"/>
              <a:ext cx="576" cy="672"/>
            </a:xfrm>
            <a:prstGeom prst="rect">
              <a:avLst/>
            </a:prstGeom>
            <a:noFill/>
            <a:ln w="9525" cap="flat">
              <a:noFill/>
              <a:miter lim="800000"/>
              <a:headEnd/>
              <a:tailEnd/>
            </a:ln>
          </p:spPr>
        </p:pic>
        <p:pic>
          <p:nvPicPr>
            <p:cNvPr id="11278" name="Picture 14"/>
            <p:cNvPicPr>
              <a:picLocks noChangeArrowheads="1"/>
            </p:cNvPicPr>
            <p:nvPr/>
          </p:nvPicPr>
          <p:blipFill>
            <a:blip r:embed="rId7" cstate="print"/>
            <a:srcRect/>
            <a:stretch>
              <a:fillRect/>
            </a:stretch>
          </p:blipFill>
          <p:spPr bwMode="auto">
            <a:xfrm>
              <a:off x="1990" y="162"/>
              <a:ext cx="576" cy="672"/>
            </a:xfrm>
            <a:prstGeom prst="rect">
              <a:avLst/>
            </a:prstGeom>
            <a:noFill/>
            <a:ln w="9525" cap="flat">
              <a:noFill/>
              <a:miter lim="800000"/>
              <a:headEnd/>
              <a:tailEnd/>
            </a:ln>
          </p:spPr>
        </p:pic>
        <p:pic>
          <p:nvPicPr>
            <p:cNvPr id="11279" name="Picture 15"/>
            <p:cNvPicPr>
              <a:picLocks noChangeArrowheads="1"/>
            </p:cNvPicPr>
            <p:nvPr/>
          </p:nvPicPr>
          <p:blipFill>
            <a:blip r:embed="rId7" cstate="print"/>
            <a:srcRect/>
            <a:stretch>
              <a:fillRect/>
            </a:stretch>
          </p:blipFill>
          <p:spPr bwMode="auto">
            <a:xfrm>
              <a:off x="2792" y="240"/>
              <a:ext cx="576" cy="672"/>
            </a:xfrm>
            <a:prstGeom prst="rect">
              <a:avLst/>
            </a:prstGeom>
            <a:noFill/>
            <a:ln w="9525" cap="flat">
              <a:noFill/>
              <a:miter lim="800000"/>
              <a:headEnd/>
              <a:tailEnd/>
            </a:ln>
          </p:spPr>
        </p:pic>
        <p:pic>
          <p:nvPicPr>
            <p:cNvPr id="11280" name="Picture 16"/>
            <p:cNvPicPr>
              <a:picLocks noChangeArrowheads="1"/>
            </p:cNvPicPr>
            <p:nvPr/>
          </p:nvPicPr>
          <p:blipFill>
            <a:blip r:embed="rId7" cstate="print"/>
            <a:srcRect/>
            <a:stretch>
              <a:fillRect/>
            </a:stretch>
          </p:blipFill>
          <p:spPr bwMode="auto">
            <a:xfrm>
              <a:off x="2392" y="400"/>
              <a:ext cx="576" cy="672"/>
            </a:xfrm>
            <a:prstGeom prst="rect">
              <a:avLst/>
            </a:prstGeom>
            <a:noFill/>
            <a:ln w="9525" cap="flat">
              <a:noFill/>
              <a:miter lim="800000"/>
              <a:headEnd/>
              <a:tailEnd/>
            </a:ln>
          </p:spPr>
        </p:pic>
        <p:sp>
          <p:nvSpPr>
            <p:cNvPr id="11281" name="Rectangle 17"/>
            <p:cNvSpPr>
              <a:spLocks/>
            </p:cNvSpPr>
            <p:nvPr/>
          </p:nvSpPr>
          <p:spPr bwMode="auto">
            <a:xfrm>
              <a:off x="-69" y="1215"/>
              <a:ext cx="823" cy="331"/>
            </a:xfrm>
            <a:prstGeom prst="rect">
              <a:avLst/>
            </a:prstGeom>
            <a:noFill/>
            <a:ln w="12700" cap="flat">
              <a:noFill/>
              <a:miter lim="800000"/>
              <a:headEnd type="none" w="med" len="med"/>
              <a:tailEnd type="none" w="med" len="med"/>
            </a:ln>
          </p:spPr>
          <p:txBody>
            <a:bodyPr wrap="none" lIns="0" tIns="0" rIns="0" bIns="0" anchor="ctr">
              <a:spAutoFit/>
            </a:bodyPr>
            <a:lstStyle/>
            <a:p>
              <a:pPr algn="ctr" eaLnBrk="0" fontAlgn="base" hangingPunct="0">
                <a:spcBef>
                  <a:spcPct val="50000"/>
                </a:spcBef>
                <a:spcAft>
                  <a:spcPct val="0"/>
                </a:spcAft>
              </a:pPr>
              <a:r>
                <a:rPr lang="en-US" sz="2400" b="1">
                  <a:solidFill>
                    <a:srgbClr val="4D4D4D"/>
                  </a:solidFill>
                  <a:latin typeface="Verdana" pitchFamily="-111" charset="0"/>
                  <a:ea typeface="Gill Sans" charset="0"/>
                  <a:cs typeface="Gill Sans" charset="0"/>
                </a:rPr>
                <a:t>Work</a:t>
              </a:r>
            </a:p>
          </p:txBody>
        </p:sp>
        <p:pic>
          <p:nvPicPr>
            <p:cNvPr id="11282" name="Picture 18"/>
            <p:cNvPicPr>
              <a:picLocks noChangeArrowheads="1"/>
            </p:cNvPicPr>
            <p:nvPr/>
          </p:nvPicPr>
          <p:blipFill>
            <a:blip r:embed="rId8" cstate="print"/>
            <a:srcRect/>
            <a:stretch>
              <a:fillRect/>
            </a:stretch>
          </p:blipFill>
          <p:spPr bwMode="auto">
            <a:xfrm>
              <a:off x="1096" y="1584"/>
              <a:ext cx="728" cy="798"/>
            </a:xfrm>
            <a:prstGeom prst="rect">
              <a:avLst/>
            </a:prstGeom>
            <a:noFill/>
            <a:ln w="9525" cap="flat">
              <a:noFill/>
              <a:miter lim="800000"/>
              <a:headEnd/>
              <a:tailEnd/>
            </a:ln>
          </p:spPr>
        </p:pic>
        <p:sp>
          <p:nvSpPr>
            <p:cNvPr id="11283" name="Line 19"/>
            <p:cNvSpPr>
              <a:spLocks noChangeShapeType="1"/>
            </p:cNvSpPr>
            <p:nvPr/>
          </p:nvSpPr>
          <p:spPr bwMode="auto">
            <a:xfrm flipH="1">
              <a:off x="920" y="458"/>
              <a:ext cx="1216" cy="262"/>
            </a:xfrm>
            <a:prstGeom prst="line">
              <a:avLst/>
            </a:prstGeom>
            <a:noFill/>
            <a:ln w="101600" cap="flat">
              <a:solidFill>
                <a:srgbClr val="D90B00"/>
              </a:solidFill>
              <a:prstDash val="solid"/>
              <a:miter lim="800000"/>
              <a:headEnd type="stealth" w="med" len="med"/>
              <a:tailEnd type="none" w="med" len="med"/>
            </a:ln>
          </p:spPr>
          <p:txBody>
            <a:bodyPr lIns="0" tIns="0" rIns="0" bIns="0"/>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sp>
          <p:nvSpPr>
            <p:cNvPr id="11284" name="Line 20"/>
            <p:cNvSpPr>
              <a:spLocks noChangeShapeType="1"/>
            </p:cNvSpPr>
            <p:nvPr/>
          </p:nvSpPr>
          <p:spPr bwMode="auto">
            <a:xfrm flipH="1">
              <a:off x="1568" y="640"/>
              <a:ext cx="643" cy="1237"/>
            </a:xfrm>
            <a:prstGeom prst="line">
              <a:avLst/>
            </a:prstGeom>
            <a:noFill/>
            <a:ln w="101600" cap="flat">
              <a:solidFill>
                <a:srgbClr val="D90B00"/>
              </a:solidFill>
              <a:prstDash val="solid"/>
              <a:miter lim="800000"/>
              <a:headEnd type="stealth" w="med" len="med"/>
              <a:tailEnd type="none" w="med" len="med"/>
            </a:ln>
          </p:spPr>
          <p:txBody>
            <a:bodyPr lIns="0" tIns="0" rIns="0" bIns="0"/>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grpSp>
      <p:pic>
        <p:nvPicPr>
          <p:cNvPr id="24" name="Picture 4">
            <a:extLst>
              <a:ext uri="{FF2B5EF4-FFF2-40B4-BE49-F238E27FC236}">
                <a16:creationId xmlns:a16="http://schemas.microsoft.com/office/drawing/2014/main" id="{B0C234E0-0B7D-1647-B338-A59F93285014}"/>
              </a:ext>
            </a:extLst>
          </p:cNvPr>
          <p:cNvPicPr>
            <a:picLocks noChangeArrowheads="1"/>
          </p:cNvPicPr>
          <p:nvPr/>
        </p:nvPicPr>
        <p:blipFill>
          <a:blip r:embed="rId3" cstate="print"/>
          <a:srcRect/>
          <a:stretch>
            <a:fillRect/>
          </a:stretch>
        </p:blipFill>
        <p:spPr bwMode="auto">
          <a:xfrm>
            <a:off x="4655455" y="2125898"/>
            <a:ext cx="840741" cy="1431435"/>
          </a:xfrm>
          <a:prstGeom prst="rect">
            <a:avLst/>
          </a:prstGeom>
          <a:noFill/>
          <a:ln w="9525" cap="flat">
            <a:noFill/>
            <a:miter lim="800000"/>
            <a:headEnd/>
            <a:tailEnd/>
          </a:ln>
        </p:spPr>
      </p:pic>
      <p:sp>
        <p:nvSpPr>
          <p:cNvPr id="25" name="Line 5">
            <a:extLst>
              <a:ext uri="{FF2B5EF4-FFF2-40B4-BE49-F238E27FC236}">
                <a16:creationId xmlns:a16="http://schemas.microsoft.com/office/drawing/2014/main" id="{AC46DFCD-5D26-C44D-B047-947BB2158B42}"/>
              </a:ext>
            </a:extLst>
          </p:cNvPr>
          <p:cNvSpPr>
            <a:spLocks noChangeShapeType="1"/>
          </p:cNvSpPr>
          <p:nvPr/>
        </p:nvSpPr>
        <p:spPr bwMode="auto">
          <a:xfrm flipH="1">
            <a:off x="5445034" y="2517056"/>
            <a:ext cx="1769702" cy="656311"/>
          </a:xfrm>
          <a:prstGeom prst="line">
            <a:avLst/>
          </a:prstGeom>
          <a:noFill/>
          <a:ln w="101600" cap="flat">
            <a:solidFill>
              <a:srgbClr val="D90B00"/>
            </a:solidFill>
            <a:prstDash val="solid"/>
            <a:miter lim="800000"/>
            <a:headEnd type="stealth" w="med" len="med"/>
            <a:tailEnd type="none" w="med" len="med"/>
          </a:ln>
        </p:spPr>
        <p:txBody>
          <a:bodyPr lIns="0" tIns="0" rIns="0" bIns="0"/>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spTree>
    <p:extLst>
      <p:ext uri="{BB962C8B-B14F-4D97-AF65-F5344CB8AC3E}">
        <p14:creationId xmlns:p14="http://schemas.microsoft.com/office/powerpoint/2010/main" val="90306725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26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126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126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1126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1266">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11266">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11266">
                                            <p:txEl>
                                              <p:pRg st="8" end="8"/>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11266">
                                            <p:txEl>
                                              <p:pRg st="9" end="9"/>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11266">
                                            <p:txEl>
                                              <p:pRg st="10" end="10"/>
                                            </p:txEl>
                                          </p:spTgt>
                                        </p:tgtEl>
                                        <p:attrNameLst>
                                          <p:attrName>style.visibility</p:attrName>
                                        </p:attrNameLst>
                                      </p:cBhvr>
                                      <p:to>
                                        <p:strVal val="visible"/>
                                      </p:to>
                                    </p:set>
                                  </p:childTnLst>
                                </p:cTn>
                              </p:par>
                            </p:childTnLst>
                          </p:cTn>
                        </p:par>
                        <p:par>
                          <p:cTn id="25" fill="hold">
                            <p:stCondLst>
                              <p:cond delay="500"/>
                            </p:stCondLst>
                            <p:childTnLst>
                              <p:par>
                                <p:cTn id="26" presetID="1" presetClass="entr" presetSubtype="0" fill="hold" nodeType="afterEffect">
                                  <p:stCondLst>
                                    <p:cond delay="0"/>
                                  </p:stCondLst>
                                  <p:childTnLst>
                                    <p:set>
                                      <p:cBhvr>
                                        <p:cTn id="27"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21096" y="300680"/>
            <a:ext cx="7125419" cy="733245"/>
          </a:xfrm>
        </p:spPr>
        <p:txBody>
          <a:bodyPr/>
          <a:lstStyle/>
          <a:p>
            <a:pPr algn="ctr"/>
            <a:r>
              <a:rPr lang="en-US" dirty="0"/>
              <a:t>Enterprise Data Centers:</a:t>
            </a:r>
            <a:br>
              <a:rPr lang="en-US" dirty="0"/>
            </a:br>
            <a:r>
              <a:rPr lang="en-US" dirty="0"/>
              <a:t>Traditional Server Provisioning</a:t>
            </a:r>
          </a:p>
        </p:txBody>
      </p:sp>
      <p:sp>
        <p:nvSpPr>
          <p:cNvPr id="149" name="Content Placeholder 148"/>
          <p:cNvSpPr>
            <a:spLocks noGrp="1"/>
          </p:cNvSpPr>
          <p:nvPr>
            <p:ph idx="1"/>
          </p:nvPr>
        </p:nvSpPr>
        <p:spPr>
          <a:xfrm>
            <a:off x="419101" y="4474714"/>
            <a:ext cx="8238517" cy="834147"/>
          </a:xfrm>
        </p:spPr>
        <p:txBody>
          <a:bodyPr/>
          <a:lstStyle/>
          <a:p>
            <a:pPr lvl="1"/>
            <a:r>
              <a:rPr lang="en-US" dirty="0">
                <a:solidFill>
                  <a:schemeClr val="accent1"/>
                </a:solidFill>
              </a:rPr>
              <a:t>Different set of servers for each service</a:t>
            </a:r>
          </a:p>
          <a:p>
            <a:pPr lvl="1"/>
            <a:r>
              <a:rPr lang="en-US" dirty="0">
                <a:solidFill>
                  <a:schemeClr val="accent1"/>
                </a:solidFill>
              </a:rPr>
              <a:t>Servers scale as the sum of “peak demands” of each service</a:t>
            </a:r>
          </a:p>
        </p:txBody>
      </p:sp>
      <p:grpSp>
        <p:nvGrpSpPr>
          <p:cNvPr id="3" name="Group 61"/>
          <p:cNvGrpSpPr/>
          <p:nvPr/>
        </p:nvGrpSpPr>
        <p:grpSpPr>
          <a:xfrm>
            <a:off x="2000934" y="1646663"/>
            <a:ext cx="1460500" cy="1897434"/>
            <a:chOff x="1456166" y="2003357"/>
            <a:chExt cx="1460500" cy="1897434"/>
          </a:xfrm>
        </p:grpSpPr>
        <p:sp>
          <p:nvSpPr>
            <p:cNvPr id="5" name="AutoShape 15"/>
            <p:cNvSpPr>
              <a:spLocks noChangeArrowheads="1"/>
            </p:cNvSpPr>
            <p:nvPr/>
          </p:nvSpPr>
          <p:spPr bwMode="auto">
            <a:xfrm rot="5400000">
              <a:off x="1237699" y="2221824"/>
              <a:ext cx="1897434" cy="1460500"/>
            </a:xfrm>
            <a:prstGeom prst="wedgeRoundRectCallout">
              <a:avLst>
                <a:gd name="adj1" fmla="val -20106"/>
                <a:gd name="adj2" fmla="val -75218"/>
                <a:gd name="adj3" fmla="val 16667"/>
              </a:avLst>
            </a:prstGeom>
            <a:solidFill>
              <a:srgbClr val="EAEAEA"/>
            </a:solidFill>
            <a:ln w="12700" algn="ctr">
              <a:solidFill>
                <a:schemeClr val="tx1"/>
              </a:solidFill>
              <a:miter lim="800000"/>
              <a:headEnd/>
              <a:tailEnd/>
            </a:ln>
          </p:spPr>
          <p:txBody>
            <a:bodyPr/>
            <a:lstStyle/>
            <a:p>
              <a:pPr algn="ctr" eaLnBrk="0" fontAlgn="base" hangingPunct="0">
                <a:spcBef>
                  <a:spcPct val="50000"/>
                </a:spcBef>
                <a:spcAft>
                  <a:spcPct val="0"/>
                </a:spcAft>
              </a:pPr>
              <a:endParaRPr lang="en-SG" sz="2400">
                <a:solidFill>
                  <a:srgbClr val="CCCCCC"/>
                </a:solidFill>
                <a:latin typeface="Verdana" pitchFamily="-111" charset="0"/>
                <a:cs typeface="Arial" pitchFamily="-111" charset="-52"/>
              </a:endParaRPr>
            </a:p>
          </p:txBody>
        </p:sp>
        <p:sp>
          <p:nvSpPr>
            <p:cNvPr id="6" name="Text Box 86"/>
            <p:cNvSpPr txBox="1">
              <a:spLocks noChangeArrowheads="1"/>
            </p:cNvSpPr>
            <p:nvPr/>
          </p:nvSpPr>
          <p:spPr bwMode="auto">
            <a:xfrm>
              <a:off x="1791712" y="2143158"/>
              <a:ext cx="764953" cy="223138"/>
            </a:xfrm>
            <a:prstGeom prst="rect">
              <a:avLst/>
            </a:prstGeom>
            <a:noFill/>
            <a:ln w="9525">
              <a:noFill/>
              <a:miter lim="800000"/>
              <a:headEnd/>
              <a:tailEnd/>
            </a:ln>
          </p:spPr>
          <p:txBody>
            <a:bodyPr wrap="none">
              <a:spAutoFit/>
            </a:bodyPr>
            <a:lstStyle/>
            <a:p>
              <a:pPr algn="ctr" eaLnBrk="0" fontAlgn="base" hangingPunct="0">
                <a:lnSpc>
                  <a:spcPct val="85000"/>
                </a:lnSpc>
                <a:spcBef>
                  <a:spcPct val="15000"/>
                </a:spcBef>
                <a:spcAft>
                  <a:spcPct val="0"/>
                </a:spcAft>
                <a:buClr>
                  <a:srgbClr val="FFFFFF"/>
                </a:buClr>
              </a:pPr>
              <a:r>
                <a:rPr lang="en-US" sz="1000" b="1" dirty="0">
                  <a:solidFill>
                    <a:srgbClr val="4D4D4D"/>
                  </a:solidFill>
                  <a:latin typeface="FuturaA Bk BT" pitchFamily="34" charset="0"/>
                  <a:cs typeface="Arial" pitchFamily="-111" charset="-52"/>
                </a:rPr>
                <a:t>Service A</a:t>
              </a:r>
            </a:p>
          </p:txBody>
        </p:sp>
        <p:grpSp>
          <p:nvGrpSpPr>
            <p:cNvPr id="4" name="Group 17"/>
            <p:cNvGrpSpPr>
              <a:grpSpLocks/>
            </p:cNvGrpSpPr>
            <p:nvPr/>
          </p:nvGrpSpPr>
          <p:grpSpPr bwMode="auto">
            <a:xfrm>
              <a:off x="1637860" y="2451032"/>
              <a:ext cx="1014412" cy="384175"/>
              <a:chOff x="293" y="3202"/>
              <a:chExt cx="639" cy="242"/>
            </a:xfrm>
          </p:grpSpPr>
          <p:pic>
            <p:nvPicPr>
              <p:cNvPr id="8" name="Picture 84" descr="Server_b"/>
              <p:cNvPicPr>
                <a:picLocks noChangeAspect="1" noChangeArrowheads="1"/>
              </p:cNvPicPr>
              <p:nvPr/>
            </p:nvPicPr>
            <p:blipFill>
              <a:blip r:embed="rId3"/>
              <a:srcRect/>
              <a:stretch>
                <a:fillRect/>
              </a:stretch>
            </p:blipFill>
            <p:spPr bwMode="auto">
              <a:xfrm>
                <a:off x="293" y="3202"/>
                <a:ext cx="127" cy="242"/>
              </a:xfrm>
              <a:prstGeom prst="rect">
                <a:avLst/>
              </a:prstGeom>
              <a:noFill/>
              <a:ln w="9525">
                <a:noFill/>
                <a:miter lim="800000"/>
                <a:headEnd/>
                <a:tailEnd/>
              </a:ln>
            </p:spPr>
          </p:pic>
          <p:pic>
            <p:nvPicPr>
              <p:cNvPr id="9" name="Picture 84" descr="Server_b"/>
              <p:cNvPicPr>
                <a:picLocks noChangeAspect="1" noChangeArrowheads="1"/>
              </p:cNvPicPr>
              <p:nvPr/>
            </p:nvPicPr>
            <p:blipFill>
              <a:blip r:embed="rId3"/>
              <a:srcRect/>
              <a:stretch>
                <a:fillRect/>
              </a:stretch>
            </p:blipFill>
            <p:spPr bwMode="auto">
              <a:xfrm>
                <a:off x="381" y="3202"/>
                <a:ext cx="127" cy="242"/>
              </a:xfrm>
              <a:prstGeom prst="rect">
                <a:avLst/>
              </a:prstGeom>
              <a:noFill/>
              <a:ln w="9525">
                <a:noFill/>
                <a:miter lim="800000"/>
                <a:headEnd/>
                <a:tailEnd/>
              </a:ln>
            </p:spPr>
          </p:pic>
          <p:pic>
            <p:nvPicPr>
              <p:cNvPr id="10" name="Picture 84" descr="Server_b"/>
              <p:cNvPicPr>
                <a:picLocks noChangeAspect="1" noChangeArrowheads="1"/>
              </p:cNvPicPr>
              <p:nvPr/>
            </p:nvPicPr>
            <p:blipFill>
              <a:blip r:embed="rId3"/>
              <a:srcRect/>
              <a:stretch>
                <a:fillRect/>
              </a:stretch>
            </p:blipFill>
            <p:spPr bwMode="auto">
              <a:xfrm>
                <a:off x="469" y="3202"/>
                <a:ext cx="127" cy="242"/>
              </a:xfrm>
              <a:prstGeom prst="rect">
                <a:avLst/>
              </a:prstGeom>
              <a:noFill/>
              <a:ln w="9525">
                <a:noFill/>
                <a:miter lim="800000"/>
                <a:headEnd/>
                <a:tailEnd/>
              </a:ln>
            </p:spPr>
          </p:pic>
          <p:pic>
            <p:nvPicPr>
              <p:cNvPr id="11" name="Picture 84" descr="Server_b"/>
              <p:cNvPicPr>
                <a:picLocks noChangeAspect="1" noChangeArrowheads="1"/>
              </p:cNvPicPr>
              <p:nvPr/>
            </p:nvPicPr>
            <p:blipFill>
              <a:blip r:embed="rId3"/>
              <a:srcRect/>
              <a:stretch>
                <a:fillRect/>
              </a:stretch>
            </p:blipFill>
            <p:spPr bwMode="auto">
              <a:xfrm>
                <a:off x="549" y="3202"/>
                <a:ext cx="127" cy="242"/>
              </a:xfrm>
              <a:prstGeom prst="rect">
                <a:avLst/>
              </a:prstGeom>
              <a:noFill/>
              <a:ln w="9525">
                <a:noFill/>
                <a:miter lim="800000"/>
                <a:headEnd/>
                <a:tailEnd/>
              </a:ln>
            </p:spPr>
          </p:pic>
          <p:pic>
            <p:nvPicPr>
              <p:cNvPr id="12" name="Picture 84" descr="Server_b"/>
              <p:cNvPicPr>
                <a:picLocks noChangeAspect="1" noChangeArrowheads="1"/>
              </p:cNvPicPr>
              <p:nvPr/>
            </p:nvPicPr>
            <p:blipFill>
              <a:blip r:embed="rId3"/>
              <a:srcRect/>
              <a:stretch>
                <a:fillRect/>
              </a:stretch>
            </p:blipFill>
            <p:spPr bwMode="auto">
              <a:xfrm>
                <a:off x="637" y="3202"/>
                <a:ext cx="127" cy="242"/>
              </a:xfrm>
              <a:prstGeom prst="rect">
                <a:avLst/>
              </a:prstGeom>
              <a:noFill/>
              <a:ln w="9525">
                <a:noFill/>
                <a:miter lim="800000"/>
                <a:headEnd/>
                <a:tailEnd/>
              </a:ln>
            </p:spPr>
          </p:pic>
          <p:pic>
            <p:nvPicPr>
              <p:cNvPr id="13" name="Picture 84" descr="Server_b"/>
              <p:cNvPicPr>
                <a:picLocks noChangeAspect="1" noChangeArrowheads="1"/>
              </p:cNvPicPr>
              <p:nvPr/>
            </p:nvPicPr>
            <p:blipFill>
              <a:blip r:embed="rId3"/>
              <a:srcRect/>
              <a:stretch>
                <a:fillRect/>
              </a:stretch>
            </p:blipFill>
            <p:spPr bwMode="auto">
              <a:xfrm>
                <a:off x="725" y="3202"/>
                <a:ext cx="127" cy="242"/>
              </a:xfrm>
              <a:prstGeom prst="rect">
                <a:avLst/>
              </a:prstGeom>
              <a:noFill/>
              <a:ln w="9525">
                <a:noFill/>
                <a:miter lim="800000"/>
                <a:headEnd/>
                <a:tailEnd/>
              </a:ln>
            </p:spPr>
          </p:pic>
          <p:pic>
            <p:nvPicPr>
              <p:cNvPr id="14" name="Picture 84" descr="Server_b"/>
              <p:cNvPicPr>
                <a:picLocks noChangeAspect="1" noChangeArrowheads="1"/>
              </p:cNvPicPr>
              <p:nvPr/>
            </p:nvPicPr>
            <p:blipFill>
              <a:blip r:embed="rId3"/>
              <a:srcRect/>
              <a:stretch>
                <a:fillRect/>
              </a:stretch>
            </p:blipFill>
            <p:spPr bwMode="auto">
              <a:xfrm>
                <a:off x="805" y="3202"/>
                <a:ext cx="127" cy="242"/>
              </a:xfrm>
              <a:prstGeom prst="rect">
                <a:avLst/>
              </a:prstGeom>
              <a:noFill/>
              <a:ln w="9525">
                <a:noFill/>
                <a:miter lim="800000"/>
                <a:headEnd/>
                <a:tailEnd/>
              </a:ln>
            </p:spPr>
          </p:pic>
        </p:grpSp>
        <p:grpSp>
          <p:nvGrpSpPr>
            <p:cNvPr id="7" name="Group 25"/>
            <p:cNvGrpSpPr>
              <a:grpSpLocks/>
            </p:cNvGrpSpPr>
            <p:nvPr/>
          </p:nvGrpSpPr>
          <p:grpSpPr bwMode="auto">
            <a:xfrm>
              <a:off x="1625160" y="2819332"/>
              <a:ext cx="1014412" cy="384175"/>
              <a:chOff x="293" y="3202"/>
              <a:chExt cx="639" cy="242"/>
            </a:xfrm>
          </p:grpSpPr>
          <p:pic>
            <p:nvPicPr>
              <p:cNvPr id="16" name="Picture 84" descr="Server_b"/>
              <p:cNvPicPr>
                <a:picLocks noChangeAspect="1" noChangeArrowheads="1"/>
              </p:cNvPicPr>
              <p:nvPr/>
            </p:nvPicPr>
            <p:blipFill>
              <a:blip r:embed="rId3"/>
              <a:srcRect/>
              <a:stretch>
                <a:fillRect/>
              </a:stretch>
            </p:blipFill>
            <p:spPr bwMode="auto">
              <a:xfrm>
                <a:off x="293" y="3202"/>
                <a:ext cx="127" cy="242"/>
              </a:xfrm>
              <a:prstGeom prst="rect">
                <a:avLst/>
              </a:prstGeom>
              <a:noFill/>
              <a:ln w="9525">
                <a:noFill/>
                <a:miter lim="800000"/>
                <a:headEnd/>
                <a:tailEnd/>
              </a:ln>
            </p:spPr>
          </p:pic>
          <p:pic>
            <p:nvPicPr>
              <p:cNvPr id="17" name="Picture 84" descr="Server_b"/>
              <p:cNvPicPr>
                <a:picLocks noChangeAspect="1" noChangeArrowheads="1"/>
              </p:cNvPicPr>
              <p:nvPr/>
            </p:nvPicPr>
            <p:blipFill>
              <a:blip r:embed="rId3"/>
              <a:srcRect/>
              <a:stretch>
                <a:fillRect/>
              </a:stretch>
            </p:blipFill>
            <p:spPr bwMode="auto">
              <a:xfrm>
                <a:off x="381" y="3202"/>
                <a:ext cx="127" cy="242"/>
              </a:xfrm>
              <a:prstGeom prst="rect">
                <a:avLst/>
              </a:prstGeom>
              <a:noFill/>
              <a:ln w="9525">
                <a:noFill/>
                <a:miter lim="800000"/>
                <a:headEnd/>
                <a:tailEnd/>
              </a:ln>
            </p:spPr>
          </p:pic>
          <p:pic>
            <p:nvPicPr>
              <p:cNvPr id="18" name="Picture 84" descr="Server_b"/>
              <p:cNvPicPr>
                <a:picLocks noChangeAspect="1" noChangeArrowheads="1"/>
              </p:cNvPicPr>
              <p:nvPr/>
            </p:nvPicPr>
            <p:blipFill>
              <a:blip r:embed="rId3"/>
              <a:srcRect/>
              <a:stretch>
                <a:fillRect/>
              </a:stretch>
            </p:blipFill>
            <p:spPr bwMode="auto">
              <a:xfrm>
                <a:off x="469" y="3202"/>
                <a:ext cx="127" cy="242"/>
              </a:xfrm>
              <a:prstGeom prst="rect">
                <a:avLst/>
              </a:prstGeom>
              <a:noFill/>
              <a:ln w="9525">
                <a:noFill/>
                <a:miter lim="800000"/>
                <a:headEnd/>
                <a:tailEnd/>
              </a:ln>
            </p:spPr>
          </p:pic>
          <p:pic>
            <p:nvPicPr>
              <p:cNvPr id="19" name="Picture 84" descr="Server_b"/>
              <p:cNvPicPr>
                <a:picLocks noChangeAspect="1" noChangeArrowheads="1"/>
              </p:cNvPicPr>
              <p:nvPr/>
            </p:nvPicPr>
            <p:blipFill>
              <a:blip r:embed="rId3"/>
              <a:srcRect/>
              <a:stretch>
                <a:fillRect/>
              </a:stretch>
            </p:blipFill>
            <p:spPr bwMode="auto">
              <a:xfrm>
                <a:off x="549" y="3202"/>
                <a:ext cx="127" cy="242"/>
              </a:xfrm>
              <a:prstGeom prst="rect">
                <a:avLst/>
              </a:prstGeom>
              <a:noFill/>
              <a:ln w="9525">
                <a:noFill/>
                <a:miter lim="800000"/>
                <a:headEnd/>
                <a:tailEnd/>
              </a:ln>
            </p:spPr>
          </p:pic>
          <p:pic>
            <p:nvPicPr>
              <p:cNvPr id="20" name="Picture 84" descr="Server_b"/>
              <p:cNvPicPr>
                <a:picLocks noChangeAspect="1" noChangeArrowheads="1"/>
              </p:cNvPicPr>
              <p:nvPr/>
            </p:nvPicPr>
            <p:blipFill>
              <a:blip r:embed="rId3"/>
              <a:srcRect/>
              <a:stretch>
                <a:fillRect/>
              </a:stretch>
            </p:blipFill>
            <p:spPr bwMode="auto">
              <a:xfrm>
                <a:off x="637" y="3202"/>
                <a:ext cx="127" cy="242"/>
              </a:xfrm>
              <a:prstGeom prst="rect">
                <a:avLst/>
              </a:prstGeom>
              <a:noFill/>
              <a:ln w="9525">
                <a:noFill/>
                <a:miter lim="800000"/>
                <a:headEnd/>
                <a:tailEnd/>
              </a:ln>
            </p:spPr>
          </p:pic>
          <p:pic>
            <p:nvPicPr>
              <p:cNvPr id="21" name="Picture 84" descr="Server_b"/>
              <p:cNvPicPr>
                <a:picLocks noChangeAspect="1" noChangeArrowheads="1"/>
              </p:cNvPicPr>
              <p:nvPr/>
            </p:nvPicPr>
            <p:blipFill>
              <a:blip r:embed="rId3"/>
              <a:srcRect/>
              <a:stretch>
                <a:fillRect/>
              </a:stretch>
            </p:blipFill>
            <p:spPr bwMode="auto">
              <a:xfrm>
                <a:off x="725" y="3202"/>
                <a:ext cx="127" cy="242"/>
              </a:xfrm>
              <a:prstGeom prst="rect">
                <a:avLst/>
              </a:prstGeom>
              <a:noFill/>
              <a:ln w="9525">
                <a:noFill/>
                <a:miter lim="800000"/>
                <a:headEnd/>
                <a:tailEnd/>
              </a:ln>
            </p:spPr>
          </p:pic>
          <p:pic>
            <p:nvPicPr>
              <p:cNvPr id="22" name="Picture 84" descr="Server_b"/>
              <p:cNvPicPr>
                <a:picLocks noChangeAspect="1" noChangeArrowheads="1"/>
              </p:cNvPicPr>
              <p:nvPr/>
            </p:nvPicPr>
            <p:blipFill>
              <a:blip r:embed="rId3"/>
              <a:srcRect/>
              <a:stretch>
                <a:fillRect/>
              </a:stretch>
            </p:blipFill>
            <p:spPr bwMode="auto">
              <a:xfrm>
                <a:off x="805" y="3202"/>
                <a:ext cx="127" cy="242"/>
              </a:xfrm>
              <a:prstGeom prst="rect">
                <a:avLst/>
              </a:prstGeom>
              <a:noFill/>
              <a:ln w="9525">
                <a:noFill/>
                <a:miter lim="800000"/>
                <a:headEnd/>
                <a:tailEnd/>
              </a:ln>
            </p:spPr>
          </p:pic>
        </p:grpSp>
        <p:grpSp>
          <p:nvGrpSpPr>
            <p:cNvPr id="15" name="Group 33"/>
            <p:cNvGrpSpPr>
              <a:grpSpLocks/>
            </p:cNvGrpSpPr>
            <p:nvPr/>
          </p:nvGrpSpPr>
          <p:grpSpPr bwMode="auto">
            <a:xfrm>
              <a:off x="1625160" y="3187632"/>
              <a:ext cx="1014412" cy="384175"/>
              <a:chOff x="293" y="3202"/>
              <a:chExt cx="639" cy="242"/>
            </a:xfrm>
          </p:grpSpPr>
          <p:pic>
            <p:nvPicPr>
              <p:cNvPr id="24" name="Picture 84" descr="Server_b"/>
              <p:cNvPicPr>
                <a:picLocks noChangeAspect="1" noChangeArrowheads="1"/>
              </p:cNvPicPr>
              <p:nvPr/>
            </p:nvPicPr>
            <p:blipFill>
              <a:blip r:embed="rId3"/>
              <a:srcRect/>
              <a:stretch>
                <a:fillRect/>
              </a:stretch>
            </p:blipFill>
            <p:spPr bwMode="auto">
              <a:xfrm>
                <a:off x="293" y="3202"/>
                <a:ext cx="127" cy="242"/>
              </a:xfrm>
              <a:prstGeom prst="rect">
                <a:avLst/>
              </a:prstGeom>
              <a:noFill/>
              <a:ln w="9525">
                <a:noFill/>
                <a:miter lim="800000"/>
                <a:headEnd/>
                <a:tailEnd/>
              </a:ln>
            </p:spPr>
          </p:pic>
          <p:pic>
            <p:nvPicPr>
              <p:cNvPr id="25" name="Picture 84" descr="Server_b"/>
              <p:cNvPicPr>
                <a:picLocks noChangeAspect="1" noChangeArrowheads="1"/>
              </p:cNvPicPr>
              <p:nvPr/>
            </p:nvPicPr>
            <p:blipFill>
              <a:blip r:embed="rId3"/>
              <a:srcRect/>
              <a:stretch>
                <a:fillRect/>
              </a:stretch>
            </p:blipFill>
            <p:spPr bwMode="auto">
              <a:xfrm>
                <a:off x="381" y="3202"/>
                <a:ext cx="127" cy="242"/>
              </a:xfrm>
              <a:prstGeom prst="rect">
                <a:avLst/>
              </a:prstGeom>
              <a:noFill/>
              <a:ln w="9525">
                <a:noFill/>
                <a:miter lim="800000"/>
                <a:headEnd/>
                <a:tailEnd/>
              </a:ln>
            </p:spPr>
          </p:pic>
          <p:pic>
            <p:nvPicPr>
              <p:cNvPr id="26" name="Picture 84" descr="Server_b"/>
              <p:cNvPicPr>
                <a:picLocks noChangeAspect="1" noChangeArrowheads="1"/>
              </p:cNvPicPr>
              <p:nvPr/>
            </p:nvPicPr>
            <p:blipFill>
              <a:blip r:embed="rId3"/>
              <a:srcRect/>
              <a:stretch>
                <a:fillRect/>
              </a:stretch>
            </p:blipFill>
            <p:spPr bwMode="auto">
              <a:xfrm>
                <a:off x="469" y="3202"/>
                <a:ext cx="127" cy="242"/>
              </a:xfrm>
              <a:prstGeom prst="rect">
                <a:avLst/>
              </a:prstGeom>
              <a:noFill/>
              <a:ln w="9525">
                <a:noFill/>
                <a:miter lim="800000"/>
                <a:headEnd/>
                <a:tailEnd/>
              </a:ln>
            </p:spPr>
          </p:pic>
          <p:pic>
            <p:nvPicPr>
              <p:cNvPr id="27" name="Picture 84" descr="Server_b"/>
              <p:cNvPicPr>
                <a:picLocks noChangeAspect="1" noChangeArrowheads="1"/>
              </p:cNvPicPr>
              <p:nvPr/>
            </p:nvPicPr>
            <p:blipFill>
              <a:blip r:embed="rId3"/>
              <a:srcRect/>
              <a:stretch>
                <a:fillRect/>
              </a:stretch>
            </p:blipFill>
            <p:spPr bwMode="auto">
              <a:xfrm>
                <a:off x="549" y="3202"/>
                <a:ext cx="127" cy="242"/>
              </a:xfrm>
              <a:prstGeom prst="rect">
                <a:avLst/>
              </a:prstGeom>
              <a:noFill/>
              <a:ln w="9525">
                <a:noFill/>
                <a:miter lim="800000"/>
                <a:headEnd/>
                <a:tailEnd/>
              </a:ln>
            </p:spPr>
          </p:pic>
          <p:pic>
            <p:nvPicPr>
              <p:cNvPr id="28" name="Picture 84" descr="Server_b"/>
              <p:cNvPicPr>
                <a:picLocks noChangeAspect="1" noChangeArrowheads="1"/>
              </p:cNvPicPr>
              <p:nvPr/>
            </p:nvPicPr>
            <p:blipFill>
              <a:blip r:embed="rId3"/>
              <a:srcRect/>
              <a:stretch>
                <a:fillRect/>
              </a:stretch>
            </p:blipFill>
            <p:spPr bwMode="auto">
              <a:xfrm>
                <a:off x="637" y="3202"/>
                <a:ext cx="127" cy="242"/>
              </a:xfrm>
              <a:prstGeom prst="rect">
                <a:avLst/>
              </a:prstGeom>
              <a:noFill/>
              <a:ln w="9525">
                <a:noFill/>
                <a:miter lim="800000"/>
                <a:headEnd/>
                <a:tailEnd/>
              </a:ln>
            </p:spPr>
          </p:pic>
          <p:pic>
            <p:nvPicPr>
              <p:cNvPr id="29" name="Picture 84" descr="Server_b"/>
              <p:cNvPicPr>
                <a:picLocks noChangeAspect="1" noChangeArrowheads="1"/>
              </p:cNvPicPr>
              <p:nvPr/>
            </p:nvPicPr>
            <p:blipFill>
              <a:blip r:embed="rId3"/>
              <a:srcRect/>
              <a:stretch>
                <a:fillRect/>
              </a:stretch>
            </p:blipFill>
            <p:spPr bwMode="auto">
              <a:xfrm>
                <a:off x="725" y="3202"/>
                <a:ext cx="127" cy="242"/>
              </a:xfrm>
              <a:prstGeom prst="rect">
                <a:avLst/>
              </a:prstGeom>
              <a:noFill/>
              <a:ln w="9525">
                <a:noFill/>
                <a:miter lim="800000"/>
                <a:headEnd/>
                <a:tailEnd/>
              </a:ln>
            </p:spPr>
          </p:pic>
          <p:pic>
            <p:nvPicPr>
              <p:cNvPr id="30" name="Picture 84" descr="Server_b"/>
              <p:cNvPicPr>
                <a:picLocks noChangeAspect="1" noChangeArrowheads="1"/>
              </p:cNvPicPr>
              <p:nvPr/>
            </p:nvPicPr>
            <p:blipFill>
              <a:blip r:embed="rId3"/>
              <a:srcRect/>
              <a:stretch>
                <a:fillRect/>
              </a:stretch>
            </p:blipFill>
            <p:spPr bwMode="auto">
              <a:xfrm>
                <a:off x="805" y="3202"/>
                <a:ext cx="127" cy="242"/>
              </a:xfrm>
              <a:prstGeom prst="rect">
                <a:avLst/>
              </a:prstGeom>
              <a:noFill/>
              <a:ln w="9525">
                <a:noFill/>
                <a:miter lim="800000"/>
                <a:headEnd/>
                <a:tailEnd/>
              </a:ln>
            </p:spPr>
          </p:pic>
        </p:grpSp>
      </p:grpSp>
      <p:grpSp>
        <p:nvGrpSpPr>
          <p:cNvPr id="23" name="Group 58"/>
          <p:cNvGrpSpPr/>
          <p:nvPr/>
        </p:nvGrpSpPr>
        <p:grpSpPr>
          <a:xfrm>
            <a:off x="5120273" y="1646663"/>
            <a:ext cx="1460500" cy="1897434"/>
            <a:chOff x="4507409" y="2029297"/>
            <a:chExt cx="1460500" cy="1897434"/>
          </a:xfrm>
        </p:grpSpPr>
        <p:sp>
          <p:nvSpPr>
            <p:cNvPr id="33" name="AutoShape 15"/>
            <p:cNvSpPr>
              <a:spLocks noChangeArrowheads="1"/>
            </p:cNvSpPr>
            <p:nvPr/>
          </p:nvSpPr>
          <p:spPr bwMode="auto">
            <a:xfrm rot="5400000">
              <a:off x="4288942" y="2247764"/>
              <a:ext cx="1897434" cy="1460500"/>
            </a:xfrm>
            <a:prstGeom prst="wedgeRoundRectCallout">
              <a:avLst>
                <a:gd name="adj1" fmla="val -21644"/>
                <a:gd name="adj2" fmla="val 77973"/>
                <a:gd name="adj3" fmla="val 16667"/>
              </a:avLst>
            </a:prstGeom>
            <a:solidFill>
              <a:srgbClr val="EAEAEA"/>
            </a:solidFill>
            <a:ln w="12700" algn="ctr">
              <a:solidFill>
                <a:schemeClr val="tx1"/>
              </a:solidFill>
              <a:miter lim="800000"/>
              <a:headEnd/>
              <a:tailEnd/>
            </a:ln>
          </p:spPr>
          <p:txBody>
            <a:bodyPr/>
            <a:lstStyle/>
            <a:p>
              <a:pPr algn="ctr" eaLnBrk="0" fontAlgn="base" hangingPunct="0">
                <a:spcBef>
                  <a:spcPct val="50000"/>
                </a:spcBef>
                <a:spcAft>
                  <a:spcPct val="0"/>
                </a:spcAft>
              </a:pPr>
              <a:endParaRPr lang="en-SG" sz="2400">
                <a:solidFill>
                  <a:srgbClr val="CCCCCC"/>
                </a:solidFill>
                <a:latin typeface="Verdana" pitchFamily="-111" charset="0"/>
                <a:cs typeface="Arial" pitchFamily="-111" charset="-52"/>
              </a:endParaRPr>
            </a:p>
          </p:txBody>
        </p:sp>
        <p:sp>
          <p:nvSpPr>
            <p:cNvPr id="34" name="Text Box 86"/>
            <p:cNvSpPr txBox="1">
              <a:spLocks noChangeArrowheads="1"/>
            </p:cNvSpPr>
            <p:nvPr/>
          </p:nvSpPr>
          <p:spPr bwMode="auto">
            <a:xfrm>
              <a:off x="4842955" y="2169098"/>
              <a:ext cx="764953" cy="223138"/>
            </a:xfrm>
            <a:prstGeom prst="rect">
              <a:avLst/>
            </a:prstGeom>
            <a:noFill/>
            <a:ln w="9525">
              <a:noFill/>
              <a:miter lim="800000"/>
              <a:headEnd/>
              <a:tailEnd/>
            </a:ln>
          </p:spPr>
          <p:txBody>
            <a:bodyPr wrap="none">
              <a:spAutoFit/>
            </a:bodyPr>
            <a:lstStyle/>
            <a:p>
              <a:pPr algn="ctr" eaLnBrk="0" fontAlgn="base" hangingPunct="0">
                <a:lnSpc>
                  <a:spcPct val="85000"/>
                </a:lnSpc>
                <a:spcBef>
                  <a:spcPct val="15000"/>
                </a:spcBef>
                <a:spcAft>
                  <a:spcPct val="0"/>
                </a:spcAft>
                <a:buClr>
                  <a:srgbClr val="FFFFFF"/>
                </a:buClr>
              </a:pPr>
              <a:r>
                <a:rPr lang="en-US" sz="1000" b="1" dirty="0">
                  <a:solidFill>
                    <a:srgbClr val="4D4D4D"/>
                  </a:solidFill>
                  <a:latin typeface="FuturaA Bk BT" pitchFamily="34" charset="0"/>
                  <a:cs typeface="Arial" pitchFamily="-111" charset="-52"/>
                </a:rPr>
                <a:t>Service B</a:t>
              </a:r>
            </a:p>
          </p:txBody>
        </p:sp>
        <p:grpSp>
          <p:nvGrpSpPr>
            <p:cNvPr id="31" name="Group 17"/>
            <p:cNvGrpSpPr>
              <a:grpSpLocks/>
            </p:cNvGrpSpPr>
            <p:nvPr/>
          </p:nvGrpSpPr>
          <p:grpSpPr bwMode="auto">
            <a:xfrm>
              <a:off x="4689103" y="2476972"/>
              <a:ext cx="1014412" cy="384175"/>
              <a:chOff x="293" y="3202"/>
              <a:chExt cx="639" cy="242"/>
            </a:xfrm>
          </p:grpSpPr>
          <p:pic>
            <p:nvPicPr>
              <p:cNvPr id="52" name="Picture 84" descr="Server_b"/>
              <p:cNvPicPr>
                <a:picLocks noChangeAspect="1" noChangeArrowheads="1"/>
              </p:cNvPicPr>
              <p:nvPr/>
            </p:nvPicPr>
            <p:blipFill>
              <a:blip r:embed="rId3"/>
              <a:srcRect/>
              <a:stretch>
                <a:fillRect/>
              </a:stretch>
            </p:blipFill>
            <p:spPr bwMode="auto">
              <a:xfrm>
                <a:off x="293" y="3202"/>
                <a:ext cx="127" cy="242"/>
              </a:xfrm>
              <a:prstGeom prst="rect">
                <a:avLst/>
              </a:prstGeom>
              <a:noFill/>
              <a:ln w="9525">
                <a:noFill/>
                <a:miter lim="800000"/>
                <a:headEnd/>
                <a:tailEnd/>
              </a:ln>
            </p:spPr>
          </p:pic>
          <p:pic>
            <p:nvPicPr>
              <p:cNvPr id="53" name="Picture 84" descr="Server_b"/>
              <p:cNvPicPr>
                <a:picLocks noChangeAspect="1" noChangeArrowheads="1"/>
              </p:cNvPicPr>
              <p:nvPr/>
            </p:nvPicPr>
            <p:blipFill>
              <a:blip r:embed="rId3"/>
              <a:srcRect/>
              <a:stretch>
                <a:fillRect/>
              </a:stretch>
            </p:blipFill>
            <p:spPr bwMode="auto">
              <a:xfrm>
                <a:off x="381" y="3202"/>
                <a:ext cx="127" cy="242"/>
              </a:xfrm>
              <a:prstGeom prst="rect">
                <a:avLst/>
              </a:prstGeom>
              <a:noFill/>
              <a:ln w="9525">
                <a:noFill/>
                <a:miter lim="800000"/>
                <a:headEnd/>
                <a:tailEnd/>
              </a:ln>
            </p:spPr>
          </p:pic>
          <p:pic>
            <p:nvPicPr>
              <p:cNvPr id="54" name="Picture 84" descr="Server_b"/>
              <p:cNvPicPr>
                <a:picLocks noChangeAspect="1" noChangeArrowheads="1"/>
              </p:cNvPicPr>
              <p:nvPr/>
            </p:nvPicPr>
            <p:blipFill>
              <a:blip r:embed="rId3"/>
              <a:srcRect/>
              <a:stretch>
                <a:fillRect/>
              </a:stretch>
            </p:blipFill>
            <p:spPr bwMode="auto">
              <a:xfrm>
                <a:off x="469" y="3202"/>
                <a:ext cx="127" cy="242"/>
              </a:xfrm>
              <a:prstGeom prst="rect">
                <a:avLst/>
              </a:prstGeom>
              <a:noFill/>
              <a:ln w="9525">
                <a:noFill/>
                <a:miter lim="800000"/>
                <a:headEnd/>
                <a:tailEnd/>
              </a:ln>
            </p:spPr>
          </p:pic>
          <p:pic>
            <p:nvPicPr>
              <p:cNvPr id="55" name="Picture 84" descr="Server_b"/>
              <p:cNvPicPr>
                <a:picLocks noChangeAspect="1" noChangeArrowheads="1"/>
              </p:cNvPicPr>
              <p:nvPr/>
            </p:nvPicPr>
            <p:blipFill>
              <a:blip r:embed="rId3"/>
              <a:srcRect/>
              <a:stretch>
                <a:fillRect/>
              </a:stretch>
            </p:blipFill>
            <p:spPr bwMode="auto">
              <a:xfrm>
                <a:off x="549" y="3202"/>
                <a:ext cx="127" cy="242"/>
              </a:xfrm>
              <a:prstGeom prst="rect">
                <a:avLst/>
              </a:prstGeom>
              <a:noFill/>
              <a:ln w="9525">
                <a:noFill/>
                <a:miter lim="800000"/>
                <a:headEnd/>
                <a:tailEnd/>
              </a:ln>
            </p:spPr>
          </p:pic>
          <p:pic>
            <p:nvPicPr>
              <p:cNvPr id="56" name="Picture 84" descr="Server_b"/>
              <p:cNvPicPr>
                <a:picLocks noChangeAspect="1" noChangeArrowheads="1"/>
              </p:cNvPicPr>
              <p:nvPr/>
            </p:nvPicPr>
            <p:blipFill>
              <a:blip r:embed="rId3"/>
              <a:srcRect/>
              <a:stretch>
                <a:fillRect/>
              </a:stretch>
            </p:blipFill>
            <p:spPr bwMode="auto">
              <a:xfrm>
                <a:off x="637" y="3202"/>
                <a:ext cx="127" cy="242"/>
              </a:xfrm>
              <a:prstGeom prst="rect">
                <a:avLst/>
              </a:prstGeom>
              <a:noFill/>
              <a:ln w="9525">
                <a:noFill/>
                <a:miter lim="800000"/>
                <a:headEnd/>
                <a:tailEnd/>
              </a:ln>
            </p:spPr>
          </p:pic>
          <p:pic>
            <p:nvPicPr>
              <p:cNvPr id="57" name="Picture 84" descr="Server_b"/>
              <p:cNvPicPr>
                <a:picLocks noChangeAspect="1" noChangeArrowheads="1"/>
              </p:cNvPicPr>
              <p:nvPr/>
            </p:nvPicPr>
            <p:blipFill>
              <a:blip r:embed="rId3"/>
              <a:srcRect/>
              <a:stretch>
                <a:fillRect/>
              </a:stretch>
            </p:blipFill>
            <p:spPr bwMode="auto">
              <a:xfrm>
                <a:off x="725" y="3202"/>
                <a:ext cx="127" cy="242"/>
              </a:xfrm>
              <a:prstGeom prst="rect">
                <a:avLst/>
              </a:prstGeom>
              <a:noFill/>
              <a:ln w="9525">
                <a:noFill/>
                <a:miter lim="800000"/>
                <a:headEnd/>
                <a:tailEnd/>
              </a:ln>
            </p:spPr>
          </p:pic>
          <p:pic>
            <p:nvPicPr>
              <p:cNvPr id="58" name="Picture 84" descr="Server_b"/>
              <p:cNvPicPr>
                <a:picLocks noChangeAspect="1" noChangeArrowheads="1"/>
              </p:cNvPicPr>
              <p:nvPr/>
            </p:nvPicPr>
            <p:blipFill>
              <a:blip r:embed="rId3"/>
              <a:srcRect/>
              <a:stretch>
                <a:fillRect/>
              </a:stretch>
            </p:blipFill>
            <p:spPr bwMode="auto">
              <a:xfrm>
                <a:off x="805" y="3202"/>
                <a:ext cx="127" cy="242"/>
              </a:xfrm>
              <a:prstGeom prst="rect">
                <a:avLst/>
              </a:prstGeom>
              <a:noFill/>
              <a:ln w="9525">
                <a:noFill/>
                <a:miter lim="800000"/>
                <a:headEnd/>
                <a:tailEnd/>
              </a:ln>
            </p:spPr>
          </p:pic>
        </p:grpSp>
        <p:grpSp>
          <p:nvGrpSpPr>
            <p:cNvPr id="32" name="Group 25"/>
            <p:cNvGrpSpPr>
              <a:grpSpLocks/>
            </p:cNvGrpSpPr>
            <p:nvPr/>
          </p:nvGrpSpPr>
          <p:grpSpPr bwMode="auto">
            <a:xfrm>
              <a:off x="4676403" y="2845272"/>
              <a:ext cx="1014412" cy="384175"/>
              <a:chOff x="293" y="3202"/>
              <a:chExt cx="639" cy="242"/>
            </a:xfrm>
          </p:grpSpPr>
          <p:pic>
            <p:nvPicPr>
              <p:cNvPr id="45" name="Picture 84" descr="Server_b"/>
              <p:cNvPicPr>
                <a:picLocks noChangeAspect="1" noChangeArrowheads="1"/>
              </p:cNvPicPr>
              <p:nvPr/>
            </p:nvPicPr>
            <p:blipFill>
              <a:blip r:embed="rId3"/>
              <a:srcRect/>
              <a:stretch>
                <a:fillRect/>
              </a:stretch>
            </p:blipFill>
            <p:spPr bwMode="auto">
              <a:xfrm>
                <a:off x="293" y="3202"/>
                <a:ext cx="127" cy="242"/>
              </a:xfrm>
              <a:prstGeom prst="rect">
                <a:avLst/>
              </a:prstGeom>
              <a:noFill/>
              <a:ln w="9525">
                <a:noFill/>
                <a:miter lim="800000"/>
                <a:headEnd/>
                <a:tailEnd/>
              </a:ln>
            </p:spPr>
          </p:pic>
          <p:pic>
            <p:nvPicPr>
              <p:cNvPr id="46" name="Picture 84" descr="Server_b"/>
              <p:cNvPicPr>
                <a:picLocks noChangeAspect="1" noChangeArrowheads="1"/>
              </p:cNvPicPr>
              <p:nvPr/>
            </p:nvPicPr>
            <p:blipFill>
              <a:blip r:embed="rId3"/>
              <a:srcRect/>
              <a:stretch>
                <a:fillRect/>
              </a:stretch>
            </p:blipFill>
            <p:spPr bwMode="auto">
              <a:xfrm>
                <a:off x="381" y="3202"/>
                <a:ext cx="127" cy="242"/>
              </a:xfrm>
              <a:prstGeom prst="rect">
                <a:avLst/>
              </a:prstGeom>
              <a:noFill/>
              <a:ln w="9525">
                <a:noFill/>
                <a:miter lim="800000"/>
                <a:headEnd/>
                <a:tailEnd/>
              </a:ln>
            </p:spPr>
          </p:pic>
          <p:pic>
            <p:nvPicPr>
              <p:cNvPr id="47" name="Picture 84" descr="Server_b"/>
              <p:cNvPicPr>
                <a:picLocks noChangeAspect="1" noChangeArrowheads="1"/>
              </p:cNvPicPr>
              <p:nvPr/>
            </p:nvPicPr>
            <p:blipFill>
              <a:blip r:embed="rId3"/>
              <a:srcRect/>
              <a:stretch>
                <a:fillRect/>
              </a:stretch>
            </p:blipFill>
            <p:spPr bwMode="auto">
              <a:xfrm>
                <a:off x="469" y="3202"/>
                <a:ext cx="127" cy="242"/>
              </a:xfrm>
              <a:prstGeom prst="rect">
                <a:avLst/>
              </a:prstGeom>
              <a:noFill/>
              <a:ln w="9525">
                <a:noFill/>
                <a:miter lim="800000"/>
                <a:headEnd/>
                <a:tailEnd/>
              </a:ln>
            </p:spPr>
          </p:pic>
          <p:pic>
            <p:nvPicPr>
              <p:cNvPr id="48" name="Picture 84" descr="Server_b"/>
              <p:cNvPicPr>
                <a:picLocks noChangeAspect="1" noChangeArrowheads="1"/>
              </p:cNvPicPr>
              <p:nvPr/>
            </p:nvPicPr>
            <p:blipFill>
              <a:blip r:embed="rId3"/>
              <a:srcRect/>
              <a:stretch>
                <a:fillRect/>
              </a:stretch>
            </p:blipFill>
            <p:spPr bwMode="auto">
              <a:xfrm>
                <a:off x="549" y="3202"/>
                <a:ext cx="127" cy="242"/>
              </a:xfrm>
              <a:prstGeom prst="rect">
                <a:avLst/>
              </a:prstGeom>
              <a:noFill/>
              <a:ln w="9525">
                <a:noFill/>
                <a:miter lim="800000"/>
                <a:headEnd/>
                <a:tailEnd/>
              </a:ln>
            </p:spPr>
          </p:pic>
          <p:pic>
            <p:nvPicPr>
              <p:cNvPr id="49" name="Picture 84" descr="Server_b"/>
              <p:cNvPicPr>
                <a:picLocks noChangeAspect="1" noChangeArrowheads="1"/>
              </p:cNvPicPr>
              <p:nvPr/>
            </p:nvPicPr>
            <p:blipFill>
              <a:blip r:embed="rId3"/>
              <a:srcRect/>
              <a:stretch>
                <a:fillRect/>
              </a:stretch>
            </p:blipFill>
            <p:spPr bwMode="auto">
              <a:xfrm>
                <a:off x="637" y="3202"/>
                <a:ext cx="127" cy="242"/>
              </a:xfrm>
              <a:prstGeom prst="rect">
                <a:avLst/>
              </a:prstGeom>
              <a:noFill/>
              <a:ln w="9525">
                <a:noFill/>
                <a:miter lim="800000"/>
                <a:headEnd/>
                <a:tailEnd/>
              </a:ln>
            </p:spPr>
          </p:pic>
          <p:pic>
            <p:nvPicPr>
              <p:cNvPr id="50" name="Picture 84" descr="Server_b"/>
              <p:cNvPicPr>
                <a:picLocks noChangeAspect="1" noChangeArrowheads="1"/>
              </p:cNvPicPr>
              <p:nvPr/>
            </p:nvPicPr>
            <p:blipFill>
              <a:blip r:embed="rId3"/>
              <a:srcRect/>
              <a:stretch>
                <a:fillRect/>
              </a:stretch>
            </p:blipFill>
            <p:spPr bwMode="auto">
              <a:xfrm>
                <a:off x="725" y="3202"/>
                <a:ext cx="127" cy="242"/>
              </a:xfrm>
              <a:prstGeom prst="rect">
                <a:avLst/>
              </a:prstGeom>
              <a:noFill/>
              <a:ln w="9525">
                <a:noFill/>
                <a:miter lim="800000"/>
                <a:headEnd/>
                <a:tailEnd/>
              </a:ln>
            </p:spPr>
          </p:pic>
          <p:pic>
            <p:nvPicPr>
              <p:cNvPr id="51" name="Picture 84" descr="Server_b"/>
              <p:cNvPicPr>
                <a:picLocks noChangeAspect="1" noChangeArrowheads="1"/>
              </p:cNvPicPr>
              <p:nvPr/>
            </p:nvPicPr>
            <p:blipFill>
              <a:blip r:embed="rId3"/>
              <a:srcRect/>
              <a:stretch>
                <a:fillRect/>
              </a:stretch>
            </p:blipFill>
            <p:spPr bwMode="auto">
              <a:xfrm>
                <a:off x="805" y="3202"/>
                <a:ext cx="127" cy="242"/>
              </a:xfrm>
              <a:prstGeom prst="rect">
                <a:avLst/>
              </a:prstGeom>
              <a:noFill/>
              <a:ln w="9525">
                <a:noFill/>
                <a:miter lim="800000"/>
                <a:headEnd/>
                <a:tailEnd/>
              </a:ln>
            </p:spPr>
          </p:pic>
        </p:grpSp>
        <p:grpSp>
          <p:nvGrpSpPr>
            <p:cNvPr id="35" name="Group 33"/>
            <p:cNvGrpSpPr>
              <a:grpSpLocks/>
            </p:cNvGrpSpPr>
            <p:nvPr/>
          </p:nvGrpSpPr>
          <p:grpSpPr bwMode="auto">
            <a:xfrm>
              <a:off x="4676403" y="3213572"/>
              <a:ext cx="1014412" cy="384175"/>
              <a:chOff x="293" y="3202"/>
              <a:chExt cx="639" cy="242"/>
            </a:xfrm>
          </p:grpSpPr>
          <p:pic>
            <p:nvPicPr>
              <p:cNvPr id="38" name="Picture 84" descr="Server_b"/>
              <p:cNvPicPr>
                <a:picLocks noChangeAspect="1" noChangeArrowheads="1"/>
              </p:cNvPicPr>
              <p:nvPr/>
            </p:nvPicPr>
            <p:blipFill>
              <a:blip r:embed="rId3"/>
              <a:srcRect/>
              <a:stretch>
                <a:fillRect/>
              </a:stretch>
            </p:blipFill>
            <p:spPr bwMode="auto">
              <a:xfrm>
                <a:off x="293" y="3202"/>
                <a:ext cx="127" cy="242"/>
              </a:xfrm>
              <a:prstGeom prst="rect">
                <a:avLst/>
              </a:prstGeom>
              <a:noFill/>
              <a:ln w="9525">
                <a:noFill/>
                <a:miter lim="800000"/>
                <a:headEnd/>
                <a:tailEnd/>
              </a:ln>
            </p:spPr>
          </p:pic>
          <p:pic>
            <p:nvPicPr>
              <p:cNvPr id="39" name="Picture 84" descr="Server_b"/>
              <p:cNvPicPr>
                <a:picLocks noChangeAspect="1" noChangeArrowheads="1"/>
              </p:cNvPicPr>
              <p:nvPr/>
            </p:nvPicPr>
            <p:blipFill>
              <a:blip r:embed="rId3"/>
              <a:srcRect/>
              <a:stretch>
                <a:fillRect/>
              </a:stretch>
            </p:blipFill>
            <p:spPr bwMode="auto">
              <a:xfrm>
                <a:off x="381" y="3202"/>
                <a:ext cx="127" cy="242"/>
              </a:xfrm>
              <a:prstGeom prst="rect">
                <a:avLst/>
              </a:prstGeom>
              <a:noFill/>
              <a:ln w="9525">
                <a:noFill/>
                <a:miter lim="800000"/>
                <a:headEnd/>
                <a:tailEnd/>
              </a:ln>
            </p:spPr>
          </p:pic>
          <p:pic>
            <p:nvPicPr>
              <p:cNvPr id="40" name="Picture 84" descr="Server_b"/>
              <p:cNvPicPr>
                <a:picLocks noChangeAspect="1" noChangeArrowheads="1"/>
              </p:cNvPicPr>
              <p:nvPr/>
            </p:nvPicPr>
            <p:blipFill>
              <a:blip r:embed="rId3"/>
              <a:srcRect/>
              <a:stretch>
                <a:fillRect/>
              </a:stretch>
            </p:blipFill>
            <p:spPr bwMode="auto">
              <a:xfrm>
                <a:off x="469" y="3202"/>
                <a:ext cx="127" cy="242"/>
              </a:xfrm>
              <a:prstGeom prst="rect">
                <a:avLst/>
              </a:prstGeom>
              <a:noFill/>
              <a:ln w="9525">
                <a:noFill/>
                <a:miter lim="800000"/>
                <a:headEnd/>
                <a:tailEnd/>
              </a:ln>
            </p:spPr>
          </p:pic>
          <p:pic>
            <p:nvPicPr>
              <p:cNvPr id="41" name="Picture 84" descr="Server_b"/>
              <p:cNvPicPr>
                <a:picLocks noChangeAspect="1" noChangeArrowheads="1"/>
              </p:cNvPicPr>
              <p:nvPr/>
            </p:nvPicPr>
            <p:blipFill>
              <a:blip r:embed="rId3"/>
              <a:srcRect/>
              <a:stretch>
                <a:fillRect/>
              </a:stretch>
            </p:blipFill>
            <p:spPr bwMode="auto">
              <a:xfrm>
                <a:off x="549" y="3202"/>
                <a:ext cx="127" cy="242"/>
              </a:xfrm>
              <a:prstGeom prst="rect">
                <a:avLst/>
              </a:prstGeom>
              <a:noFill/>
              <a:ln w="9525">
                <a:noFill/>
                <a:miter lim="800000"/>
                <a:headEnd/>
                <a:tailEnd/>
              </a:ln>
            </p:spPr>
          </p:pic>
          <p:pic>
            <p:nvPicPr>
              <p:cNvPr id="42" name="Picture 84" descr="Server_b"/>
              <p:cNvPicPr>
                <a:picLocks noChangeAspect="1" noChangeArrowheads="1"/>
              </p:cNvPicPr>
              <p:nvPr/>
            </p:nvPicPr>
            <p:blipFill>
              <a:blip r:embed="rId3"/>
              <a:srcRect/>
              <a:stretch>
                <a:fillRect/>
              </a:stretch>
            </p:blipFill>
            <p:spPr bwMode="auto">
              <a:xfrm>
                <a:off x="637" y="3202"/>
                <a:ext cx="127" cy="242"/>
              </a:xfrm>
              <a:prstGeom prst="rect">
                <a:avLst/>
              </a:prstGeom>
              <a:noFill/>
              <a:ln w="9525">
                <a:noFill/>
                <a:miter lim="800000"/>
                <a:headEnd/>
                <a:tailEnd/>
              </a:ln>
            </p:spPr>
          </p:pic>
          <p:pic>
            <p:nvPicPr>
              <p:cNvPr id="43" name="Picture 84" descr="Server_b"/>
              <p:cNvPicPr>
                <a:picLocks noChangeAspect="1" noChangeArrowheads="1"/>
              </p:cNvPicPr>
              <p:nvPr/>
            </p:nvPicPr>
            <p:blipFill>
              <a:blip r:embed="rId3"/>
              <a:srcRect/>
              <a:stretch>
                <a:fillRect/>
              </a:stretch>
            </p:blipFill>
            <p:spPr bwMode="auto">
              <a:xfrm>
                <a:off x="725" y="3202"/>
                <a:ext cx="127" cy="242"/>
              </a:xfrm>
              <a:prstGeom prst="rect">
                <a:avLst/>
              </a:prstGeom>
              <a:noFill/>
              <a:ln w="9525">
                <a:noFill/>
                <a:miter lim="800000"/>
                <a:headEnd/>
                <a:tailEnd/>
              </a:ln>
            </p:spPr>
          </p:pic>
          <p:pic>
            <p:nvPicPr>
              <p:cNvPr id="44" name="Picture 84" descr="Server_b"/>
              <p:cNvPicPr>
                <a:picLocks noChangeAspect="1" noChangeArrowheads="1"/>
              </p:cNvPicPr>
              <p:nvPr/>
            </p:nvPicPr>
            <p:blipFill>
              <a:blip r:embed="rId3"/>
              <a:srcRect/>
              <a:stretch>
                <a:fillRect/>
              </a:stretch>
            </p:blipFill>
            <p:spPr bwMode="auto">
              <a:xfrm>
                <a:off x="805" y="3202"/>
                <a:ext cx="127" cy="242"/>
              </a:xfrm>
              <a:prstGeom prst="rect">
                <a:avLst/>
              </a:prstGeom>
              <a:noFill/>
              <a:ln w="9525">
                <a:noFill/>
                <a:miter lim="800000"/>
                <a:headEnd/>
                <a:tailEnd/>
              </a:ln>
            </p:spPr>
          </p:pic>
        </p:grpSp>
      </p:grpSp>
      <p:pic>
        <p:nvPicPr>
          <p:cNvPr id="60" name="Picture 37"/>
          <p:cNvPicPr>
            <a:picLocks noChangeArrowheads="1"/>
          </p:cNvPicPr>
          <p:nvPr/>
        </p:nvPicPr>
        <p:blipFill>
          <a:blip r:embed="rId4"/>
          <a:srcRect/>
          <a:stretch>
            <a:fillRect/>
          </a:stretch>
        </p:blipFill>
        <p:spPr bwMode="auto">
          <a:xfrm>
            <a:off x="3826064" y="1950689"/>
            <a:ext cx="906462" cy="533400"/>
          </a:xfrm>
          <a:prstGeom prst="rect">
            <a:avLst/>
          </a:prstGeom>
          <a:noFill/>
          <a:ln w="9525">
            <a:noFill/>
            <a:miter lim="800000"/>
            <a:headEnd/>
            <a:tailEnd/>
          </a:ln>
        </p:spPr>
      </p:pic>
      <p:cxnSp>
        <p:nvCxnSpPr>
          <p:cNvPr id="64" name="Straight Connector 63"/>
          <p:cNvCxnSpPr>
            <a:stCxn id="60" idx="2"/>
            <a:endCxn id="61" idx="0"/>
          </p:cNvCxnSpPr>
          <p:nvPr/>
        </p:nvCxnSpPr>
        <p:spPr bwMode="auto">
          <a:xfrm>
            <a:off x="4279295" y="2484089"/>
            <a:ext cx="0" cy="1139756"/>
          </a:xfrm>
          <a:prstGeom prst="line">
            <a:avLst/>
          </a:prstGeom>
          <a:noFill/>
          <a:ln w="38100" cap="flat" cmpd="sng" algn="ctr">
            <a:solidFill>
              <a:schemeClr val="accent1"/>
            </a:solidFill>
            <a:prstDash val="solid"/>
            <a:round/>
            <a:headEnd type="none" w="med" len="med"/>
            <a:tailEnd type="none" w="med" len="med"/>
          </a:ln>
          <a:effectLst/>
        </p:spPr>
      </p:cxnSp>
      <p:sp>
        <p:nvSpPr>
          <p:cNvPr id="65" name="Rectangle 64"/>
          <p:cNvSpPr/>
          <p:nvPr/>
        </p:nvSpPr>
        <p:spPr bwMode="auto">
          <a:xfrm>
            <a:off x="1906656" y="1284035"/>
            <a:ext cx="4747098" cy="461665"/>
          </a:xfrm>
          <a:prstGeom prst="rect">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algn="ctr" eaLnBrk="0" fontAlgn="base" hangingPunct="0">
              <a:spcBef>
                <a:spcPct val="50000"/>
              </a:spcBef>
              <a:spcAft>
                <a:spcPct val="0"/>
              </a:spcAft>
            </a:pPr>
            <a:endParaRPr lang="en-US" sz="2400">
              <a:solidFill>
                <a:srgbClr val="CCCCCC"/>
              </a:solidFill>
              <a:latin typeface="Verdana" pitchFamily="-111" charset="0"/>
              <a:ea typeface="Arial" pitchFamily="-111" charset="-52"/>
              <a:cs typeface="Arial" pitchFamily="-111" charset="-52"/>
            </a:endParaRPr>
          </a:p>
        </p:txBody>
      </p:sp>
      <p:pic>
        <p:nvPicPr>
          <p:cNvPr id="61" name="Picture 37"/>
          <p:cNvPicPr>
            <a:picLocks noChangeArrowheads="1"/>
          </p:cNvPicPr>
          <p:nvPr/>
        </p:nvPicPr>
        <p:blipFill>
          <a:blip r:embed="rId4"/>
          <a:srcRect/>
          <a:stretch>
            <a:fillRect/>
          </a:stretch>
        </p:blipFill>
        <p:spPr bwMode="auto">
          <a:xfrm>
            <a:off x="3826064" y="3623845"/>
            <a:ext cx="906462" cy="533400"/>
          </a:xfrm>
          <a:prstGeom prst="rect">
            <a:avLst/>
          </a:prstGeom>
          <a:noFill/>
          <a:ln w="9525">
            <a:noFill/>
            <a:miter lim="800000"/>
            <a:headEnd/>
            <a:tailEnd/>
          </a:ln>
        </p:spPr>
      </p:pic>
      <p:sp>
        <p:nvSpPr>
          <p:cNvPr id="66" name="Text Box 86"/>
          <p:cNvSpPr txBox="1">
            <a:spLocks noChangeArrowheads="1"/>
          </p:cNvSpPr>
          <p:nvPr/>
        </p:nvSpPr>
        <p:spPr bwMode="auto">
          <a:xfrm>
            <a:off x="3752895" y="1335749"/>
            <a:ext cx="920445" cy="223138"/>
          </a:xfrm>
          <a:prstGeom prst="rect">
            <a:avLst/>
          </a:prstGeom>
          <a:noFill/>
          <a:ln w="9525">
            <a:noFill/>
            <a:miter lim="800000"/>
            <a:headEnd/>
            <a:tailEnd/>
          </a:ln>
        </p:spPr>
        <p:txBody>
          <a:bodyPr wrap="none">
            <a:spAutoFit/>
          </a:bodyPr>
          <a:lstStyle/>
          <a:p>
            <a:pPr algn="ctr" eaLnBrk="0" fontAlgn="base" hangingPunct="0">
              <a:lnSpc>
                <a:spcPct val="85000"/>
              </a:lnSpc>
              <a:spcBef>
                <a:spcPct val="15000"/>
              </a:spcBef>
              <a:spcAft>
                <a:spcPct val="0"/>
              </a:spcAft>
              <a:buClr>
                <a:srgbClr val="FFFFFF"/>
              </a:buClr>
            </a:pPr>
            <a:r>
              <a:rPr lang="en-US" sz="1000" b="1" dirty="0">
                <a:solidFill>
                  <a:srgbClr val="4D4D4D"/>
                </a:solidFill>
                <a:latin typeface="FuturaA Bk BT" pitchFamily="34" charset="0"/>
                <a:cs typeface="Arial" pitchFamily="-111" charset="-52"/>
              </a:rPr>
              <a:t>Data center</a:t>
            </a:r>
          </a:p>
        </p:txBody>
      </p:sp>
      <p:sp>
        <p:nvSpPr>
          <p:cNvPr id="68" name="TextBox 67"/>
          <p:cNvSpPr txBox="1"/>
          <p:nvPr/>
        </p:nvSpPr>
        <p:spPr>
          <a:xfrm>
            <a:off x="183654" y="5579665"/>
            <a:ext cx="8776698" cy="461665"/>
          </a:xfrm>
          <a:prstGeom prst="rect">
            <a:avLst/>
          </a:prstGeom>
        </p:spPr>
        <p:style>
          <a:lnRef idx="1">
            <a:schemeClr val="dk1"/>
          </a:lnRef>
          <a:fillRef idx="3">
            <a:schemeClr val="dk1"/>
          </a:fillRef>
          <a:effectRef idx="2">
            <a:schemeClr val="dk1"/>
          </a:effectRef>
          <a:fontRef idx="minor">
            <a:schemeClr val="lt1"/>
          </a:fontRef>
        </p:style>
        <p:txBody>
          <a:bodyPr wrap="none" rtlCol="0" anchor="ctr">
            <a:spAutoFit/>
          </a:bodyPr>
          <a:lstStyle/>
          <a:p>
            <a:pPr marL="0" lvl="1" algn="ctr" eaLnBrk="0" fontAlgn="base" hangingPunct="0">
              <a:spcBef>
                <a:spcPct val="50000"/>
              </a:spcBef>
              <a:spcAft>
                <a:spcPct val="0"/>
              </a:spcAft>
            </a:pPr>
            <a:r>
              <a:rPr lang="en-US" sz="2400" dirty="0">
                <a:solidFill>
                  <a:srgbClr val="FFFFFF"/>
                </a:solidFill>
                <a:latin typeface="Verdana"/>
              </a:rPr>
              <a:t>Virtualization helps scale delivery infrastructure better</a:t>
            </a:r>
          </a:p>
        </p:txBody>
      </p:sp>
      <p:cxnSp>
        <p:nvCxnSpPr>
          <p:cNvPr id="76" name="Elbow Connector 75"/>
          <p:cNvCxnSpPr/>
          <p:nvPr/>
        </p:nvCxnSpPr>
        <p:spPr bwMode="auto">
          <a:xfrm rot="16200000" flipV="1">
            <a:off x="3030167" y="3176082"/>
            <a:ext cx="1916350" cy="350197"/>
          </a:xfrm>
          <a:prstGeom prst="bentConnector3">
            <a:avLst>
              <a:gd name="adj1" fmla="val 50000"/>
            </a:avLst>
          </a:prstGeom>
          <a:noFill/>
          <a:ln w="12700" cap="flat" cmpd="sng" algn="ctr">
            <a:noFill/>
            <a:prstDash val="solid"/>
            <a:round/>
            <a:headEnd type="none" w="med" len="med"/>
            <a:tailEnd type="arrow"/>
          </a:ln>
          <a:effectLst/>
        </p:spPr>
      </p:cxnSp>
      <p:cxnSp>
        <p:nvCxnSpPr>
          <p:cNvPr id="86" name="Straight Connector 85"/>
          <p:cNvCxnSpPr/>
          <p:nvPr/>
        </p:nvCxnSpPr>
        <p:spPr bwMode="auto">
          <a:xfrm>
            <a:off x="3562356" y="2238375"/>
            <a:ext cx="643241" cy="8208"/>
          </a:xfrm>
          <a:prstGeom prst="line">
            <a:avLst/>
          </a:prstGeom>
          <a:noFill/>
          <a:ln w="25400" cap="flat" cmpd="sng" algn="ctr">
            <a:solidFill>
              <a:srgbClr val="FF0000"/>
            </a:solidFill>
            <a:prstDash val="solid"/>
            <a:round/>
            <a:headEnd type="arrow" w="med" len="med"/>
            <a:tailEnd type="none" w="med" len="med"/>
          </a:ln>
          <a:effectLst/>
        </p:spPr>
      </p:cxnSp>
      <p:cxnSp>
        <p:nvCxnSpPr>
          <p:cNvPr id="87" name="Straight Connector 86"/>
          <p:cNvCxnSpPr/>
          <p:nvPr/>
        </p:nvCxnSpPr>
        <p:spPr bwMode="auto">
          <a:xfrm>
            <a:off x="4200632" y="2242024"/>
            <a:ext cx="4656" cy="2048991"/>
          </a:xfrm>
          <a:prstGeom prst="line">
            <a:avLst/>
          </a:prstGeom>
          <a:noFill/>
          <a:ln w="25400" cap="flat" cmpd="sng" algn="ctr">
            <a:solidFill>
              <a:srgbClr val="FF0000"/>
            </a:solidFill>
            <a:prstDash val="solid"/>
            <a:round/>
            <a:headEnd type="none" w="med" len="med"/>
            <a:tailEnd type="none" w="med" len="med"/>
          </a:ln>
          <a:effectLst/>
        </p:spPr>
      </p:cxnSp>
      <p:cxnSp>
        <p:nvCxnSpPr>
          <p:cNvPr id="92" name="Straight Connector 91"/>
          <p:cNvCxnSpPr/>
          <p:nvPr/>
        </p:nvCxnSpPr>
        <p:spPr bwMode="auto">
          <a:xfrm>
            <a:off x="3495682" y="2271713"/>
            <a:ext cx="643241" cy="12970"/>
          </a:xfrm>
          <a:prstGeom prst="line">
            <a:avLst/>
          </a:prstGeom>
          <a:noFill/>
          <a:ln w="25400" cap="flat" cmpd="sng" algn="ctr">
            <a:solidFill>
              <a:srgbClr val="FF0000"/>
            </a:solidFill>
            <a:prstDash val="solid"/>
            <a:round/>
            <a:headEnd type="arrow" w="med" len="med"/>
            <a:tailEnd type="none" w="med" len="med"/>
          </a:ln>
          <a:effectLst/>
        </p:spPr>
      </p:cxnSp>
      <p:cxnSp>
        <p:nvCxnSpPr>
          <p:cNvPr id="93" name="Straight Connector 92"/>
          <p:cNvCxnSpPr/>
          <p:nvPr/>
        </p:nvCxnSpPr>
        <p:spPr bwMode="auto">
          <a:xfrm>
            <a:off x="4148243" y="2275360"/>
            <a:ext cx="9420" cy="2010890"/>
          </a:xfrm>
          <a:prstGeom prst="line">
            <a:avLst/>
          </a:prstGeom>
          <a:noFill/>
          <a:ln w="25400" cap="flat" cmpd="sng" algn="ctr">
            <a:solidFill>
              <a:srgbClr val="FF0000"/>
            </a:solidFill>
            <a:prstDash val="solid"/>
            <a:round/>
            <a:headEnd type="none" w="med" len="med"/>
            <a:tailEnd type="none" w="med" len="med"/>
          </a:ln>
          <a:effectLst/>
        </p:spPr>
      </p:cxnSp>
      <p:cxnSp>
        <p:nvCxnSpPr>
          <p:cNvPr id="94" name="Straight Connector 93"/>
          <p:cNvCxnSpPr/>
          <p:nvPr/>
        </p:nvCxnSpPr>
        <p:spPr bwMode="auto">
          <a:xfrm>
            <a:off x="3381381" y="2314575"/>
            <a:ext cx="719441" cy="8208"/>
          </a:xfrm>
          <a:prstGeom prst="line">
            <a:avLst/>
          </a:prstGeom>
          <a:noFill/>
          <a:ln w="25400" cap="flat" cmpd="sng" algn="ctr">
            <a:solidFill>
              <a:srgbClr val="FF0000"/>
            </a:solidFill>
            <a:prstDash val="solid"/>
            <a:round/>
            <a:headEnd type="arrow" w="med" len="med"/>
            <a:tailEnd type="none" w="med" len="med"/>
          </a:ln>
          <a:effectLst/>
        </p:spPr>
      </p:cxnSp>
      <p:cxnSp>
        <p:nvCxnSpPr>
          <p:cNvPr id="95" name="Straight Connector 94"/>
          <p:cNvCxnSpPr/>
          <p:nvPr/>
        </p:nvCxnSpPr>
        <p:spPr bwMode="auto">
          <a:xfrm>
            <a:off x="4095857" y="2318224"/>
            <a:ext cx="9418" cy="1977553"/>
          </a:xfrm>
          <a:prstGeom prst="line">
            <a:avLst/>
          </a:prstGeom>
          <a:noFill/>
          <a:ln w="25400" cap="flat" cmpd="sng" algn="ctr">
            <a:solidFill>
              <a:srgbClr val="FF0000"/>
            </a:solidFill>
            <a:prstDash val="solid"/>
            <a:round/>
            <a:headEnd type="none" w="med" len="med"/>
            <a:tailEnd type="none" w="med" len="med"/>
          </a:ln>
          <a:effectLst/>
        </p:spPr>
      </p:cxnSp>
      <p:cxnSp>
        <p:nvCxnSpPr>
          <p:cNvPr id="96" name="Straight Connector 95"/>
          <p:cNvCxnSpPr/>
          <p:nvPr/>
        </p:nvCxnSpPr>
        <p:spPr bwMode="auto">
          <a:xfrm>
            <a:off x="3248027" y="2347913"/>
            <a:ext cx="771829" cy="12970"/>
          </a:xfrm>
          <a:prstGeom prst="line">
            <a:avLst/>
          </a:prstGeom>
          <a:noFill/>
          <a:ln w="25400" cap="flat" cmpd="sng" algn="ctr">
            <a:solidFill>
              <a:srgbClr val="FF0000"/>
            </a:solidFill>
            <a:prstDash val="solid"/>
            <a:round/>
            <a:headEnd type="arrow" w="med" len="med"/>
            <a:tailEnd type="none" w="med" len="med"/>
          </a:ln>
          <a:effectLst/>
        </p:spPr>
      </p:cxnSp>
      <p:cxnSp>
        <p:nvCxnSpPr>
          <p:cNvPr id="97" name="Straight Connector 96"/>
          <p:cNvCxnSpPr/>
          <p:nvPr/>
        </p:nvCxnSpPr>
        <p:spPr bwMode="auto">
          <a:xfrm>
            <a:off x="4048233" y="2356324"/>
            <a:ext cx="4657" cy="1939453"/>
          </a:xfrm>
          <a:prstGeom prst="line">
            <a:avLst/>
          </a:prstGeom>
          <a:noFill/>
          <a:ln w="25400" cap="flat" cmpd="sng" algn="ctr">
            <a:solidFill>
              <a:srgbClr val="FF0000"/>
            </a:solidFill>
            <a:prstDash val="solid"/>
            <a:round/>
            <a:headEnd type="none" w="med" len="med"/>
            <a:tailEnd type="none" w="med" len="med"/>
          </a:ln>
          <a:effectLst/>
        </p:spPr>
      </p:cxnSp>
      <p:cxnSp>
        <p:nvCxnSpPr>
          <p:cNvPr id="110" name="Straight Connector 109"/>
          <p:cNvCxnSpPr/>
          <p:nvPr/>
        </p:nvCxnSpPr>
        <p:spPr bwMode="auto">
          <a:xfrm>
            <a:off x="4352933" y="2247886"/>
            <a:ext cx="643241" cy="8208"/>
          </a:xfrm>
          <a:prstGeom prst="line">
            <a:avLst/>
          </a:prstGeom>
          <a:noFill/>
          <a:ln w="25400" cap="flat" cmpd="sng" algn="ctr">
            <a:solidFill>
              <a:srgbClr val="7030A0"/>
            </a:solidFill>
            <a:prstDash val="solid"/>
            <a:round/>
            <a:headEnd type="none" w="med" len="med"/>
            <a:tailEnd type="arrow" w="med" len="med"/>
          </a:ln>
          <a:effectLst/>
        </p:spPr>
      </p:cxnSp>
      <p:cxnSp>
        <p:nvCxnSpPr>
          <p:cNvPr id="111" name="Straight Connector 110"/>
          <p:cNvCxnSpPr/>
          <p:nvPr/>
        </p:nvCxnSpPr>
        <p:spPr bwMode="auto">
          <a:xfrm flipH="1">
            <a:off x="4343402" y="2246771"/>
            <a:ext cx="4869" cy="2053769"/>
          </a:xfrm>
          <a:prstGeom prst="line">
            <a:avLst/>
          </a:prstGeom>
          <a:noFill/>
          <a:ln w="25400" cap="flat" cmpd="sng" algn="ctr">
            <a:solidFill>
              <a:srgbClr val="7030A0"/>
            </a:solidFill>
            <a:prstDash val="solid"/>
            <a:round/>
            <a:headEnd type="none" w="med" len="med"/>
            <a:tailEnd type="none" w="med" len="med"/>
          </a:ln>
          <a:effectLst/>
        </p:spPr>
      </p:cxnSp>
      <p:cxnSp>
        <p:nvCxnSpPr>
          <p:cNvPr id="112" name="Straight Connector 111"/>
          <p:cNvCxnSpPr/>
          <p:nvPr/>
        </p:nvCxnSpPr>
        <p:spPr bwMode="auto">
          <a:xfrm>
            <a:off x="4400636" y="2281223"/>
            <a:ext cx="676191" cy="9540"/>
          </a:xfrm>
          <a:prstGeom prst="line">
            <a:avLst/>
          </a:prstGeom>
          <a:noFill/>
          <a:ln w="25400" cap="flat" cmpd="sng" algn="ctr">
            <a:solidFill>
              <a:srgbClr val="7030A0"/>
            </a:solidFill>
            <a:prstDash val="solid"/>
            <a:round/>
            <a:headEnd type="none" w="med" len="med"/>
            <a:tailEnd type="arrow" w="med" len="med"/>
          </a:ln>
          <a:effectLst/>
        </p:spPr>
      </p:cxnSp>
      <p:cxnSp>
        <p:nvCxnSpPr>
          <p:cNvPr id="113" name="Straight Connector 112"/>
          <p:cNvCxnSpPr/>
          <p:nvPr/>
        </p:nvCxnSpPr>
        <p:spPr bwMode="auto">
          <a:xfrm flipH="1">
            <a:off x="4395790" y="2280107"/>
            <a:ext cx="4879" cy="2010906"/>
          </a:xfrm>
          <a:prstGeom prst="line">
            <a:avLst/>
          </a:prstGeom>
          <a:noFill/>
          <a:ln w="25400" cap="flat" cmpd="sng" algn="ctr">
            <a:solidFill>
              <a:srgbClr val="7030A0"/>
            </a:solidFill>
            <a:prstDash val="solid"/>
            <a:round/>
            <a:headEnd type="none" w="med" len="med"/>
            <a:tailEnd type="none" w="med" len="med"/>
          </a:ln>
          <a:effectLst/>
        </p:spPr>
      </p:cxnSp>
      <p:cxnSp>
        <p:nvCxnSpPr>
          <p:cNvPr id="114" name="Straight Connector 113"/>
          <p:cNvCxnSpPr/>
          <p:nvPr/>
        </p:nvCxnSpPr>
        <p:spPr bwMode="auto">
          <a:xfrm>
            <a:off x="4457729" y="2324084"/>
            <a:ext cx="719441" cy="8208"/>
          </a:xfrm>
          <a:prstGeom prst="line">
            <a:avLst/>
          </a:prstGeom>
          <a:noFill/>
          <a:ln w="25400" cap="flat" cmpd="sng" algn="ctr">
            <a:solidFill>
              <a:srgbClr val="7030A0"/>
            </a:solidFill>
            <a:prstDash val="solid"/>
            <a:round/>
            <a:headEnd type="none" w="med" len="med"/>
            <a:tailEnd type="arrow" w="med" len="med"/>
          </a:ln>
          <a:effectLst/>
        </p:spPr>
      </p:cxnSp>
      <p:cxnSp>
        <p:nvCxnSpPr>
          <p:cNvPr id="115" name="Straight Connector 114"/>
          <p:cNvCxnSpPr/>
          <p:nvPr/>
        </p:nvCxnSpPr>
        <p:spPr bwMode="auto">
          <a:xfrm flipH="1">
            <a:off x="4448177" y="2322971"/>
            <a:ext cx="4891" cy="1977569"/>
          </a:xfrm>
          <a:prstGeom prst="line">
            <a:avLst/>
          </a:prstGeom>
          <a:noFill/>
          <a:ln w="25400" cap="flat" cmpd="sng" algn="ctr">
            <a:solidFill>
              <a:srgbClr val="7030A0"/>
            </a:solidFill>
            <a:prstDash val="solid"/>
            <a:round/>
            <a:headEnd type="none" w="med" len="med"/>
            <a:tailEnd type="none" w="med" len="med"/>
          </a:ln>
          <a:effectLst/>
        </p:spPr>
      </p:cxnSp>
      <p:sp>
        <p:nvSpPr>
          <p:cNvPr id="80" name="Slide Number Placeholder 79"/>
          <p:cNvSpPr>
            <a:spLocks noGrp="1"/>
          </p:cNvSpPr>
          <p:nvPr>
            <p:ph type="sldNum" sz="quarter" idx="4294967295"/>
          </p:nvPr>
        </p:nvSpPr>
        <p:spPr>
          <a:xfrm>
            <a:off x="8013650" y="6457476"/>
            <a:ext cx="817563" cy="152400"/>
          </a:xfrm>
          <a:prstGeom prst="rect">
            <a:avLst/>
          </a:prstGeom>
        </p:spPr>
        <p:txBody>
          <a:bodyPr/>
          <a:lstStyle/>
          <a:p>
            <a:pPr eaLnBrk="0" fontAlgn="base" hangingPunct="0">
              <a:spcBef>
                <a:spcPct val="50000"/>
              </a:spcBef>
              <a:spcAft>
                <a:spcPct val="0"/>
              </a:spcAft>
              <a:defRPr/>
            </a:pPr>
            <a:fld id="{1DEFE11F-158B-594E-8BEE-CC26B87FEB38}" type="slidenum">
              <a:rPr lang="en-US" kern="0">
                <a:solidFill>
                  <a:srgbClr val="808080">
                    <a:lumMod val="50000"/>
                  </a:srgbClr>
                </a:solidFill>
                <a:latin typeface="Verdana" pitchFamily="-111" charset="0"/>
                <a:cs typeface="Arial" pitchFamily="-111" charset="-52"/>
              </a:rPr>
              <a:pPr eaLnBrk="0" fontAlgn="base" hangingPunct="0">
                <a:spcBef>
                  <a:spcPct val="50000"/>
                </a:spcBef>
                <a:spcAft>
                  <a:spcPct val="0"/>
                </a:spcAft>
                <a:defRPr/>
              </a:pPr>
              <a:t>28</a:t>
            </a:fld>
            <a:endParaRPr lang="en-US" kern="0" dirty="0">
              <a:solidFill>
                <a:srgbClr val="808080">
                  <a:lumMod val="50000"/>
                </a:srgbClr>
              </a:solidFill>
              <a:latin typeface="Verdana" pitchFamily="-111" charset="0"/>
              <a:cs typeface="Arial" pitchFamily="-111" charset="-52"/>
            </a:endParaRPr>
          </a:p>
        </p:txBody>
      </p:sp>
    </p:spTree>
    <p:extLst>
      <p:ext uri="{BB962C8B-B14F-4D97-AF65-F5344CB8AC3E}">
        <p14:creationId xmlns:p14="http://schemas.microsoft.com/office/powerpoint/2010/main" val="329513942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wipe(down)">
                                      <p:cBhvr>
                                        <p:cTn id="7" dur="500"/>
                                        <p:tgtEl>
                                          <p:spTgt spid="87"/>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86"/>
                                        </p:tgtEl>
                                        <p:attrNameLst>
                                          <p:attrName>style.visibility</p:attrName>
                                        </p:attrNameLst>
                                      </p:cBhvr>
                                      <p:to>
                                        <p:strVal val="visible"/>
                                      </p:to>
                                    </p:set>
                                    <p:animEffect transition="in" filter="wipe(right)">
                                      <p:cBhvr>
                                        <p:cTn id="11" dur="500"/>
                                        <p:tgtEl>
                                          <p:spTgt spid="8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111"/>
                                        </p:tgtEl>
                                        <p:attrNameLst>
                                          <p:attrName>style.visibility</p:attrName>
                                        </p:attrNameLst>
                                      </p:cBhvr>
                                      <p:to>
                                        <p:strVal val="visible"/>
                                      </p:to>
                                    </p:set>
                                    <p:animEffect transition="in" filter="wipe(down)">
                                      <p:cBhvr>
                                        <p:cTn id="16" dur="500"/>
                                        <p:tgtEl>
                                          <p:spTgt spid="111"/>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110"/>
                                        </p:tgtEl>
                                        <p:attrNameLst>
                                          <p:attrName>style.visibility</p:attrName>
                                        </p:attrNameLst>
                                      </p:cBhvr>
                                      <p:to>
                                        <p:strVal val="visible"/>
                                      </p:to>
                                    </p:set>
                                    <p:animEffect transition="in" filter="wipe(left)">
                                      <p:cBhvr>
                                        <p:cTn id="20" dur="500"/>
                                        <p:tgtEl>
                                          <p:spTgt spid="11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93"/>
                                        </p:tgtEl>
                                        <p:attrNameLst>
                                          <p:attrName>style.visibility</p:attrName>
                                        </p:attrNameLst>
                                      </p:cBhvr>
                                      <p:to>
                                        <p:strVal val="visible"/>
                                      </p:to>
                                    </p:set>
                                    <p:animEffect transition="in" filter="wipe(down)">
                                      <p:cBhvr>
                                        <p:cTn id="25" dur="500"/>
                                        <p:tgtEl>
                                          <p:spTgt spid="93"/>
                                        </p:tgtEl>
                                      </p:cBhvr>
                                    </p:animEffect>
                                  </p:childTnLst>
                                </p:cTn>
                              </p:par>
                            </p:childTnLst>
                          </p:cTn>
                        </p:par>
                        <p:par>
                          <p:cTn id="26" fill="hold">
                            <p:stCondLst>
                              <p:cond delay="500"/>
                            </p:stCondLst>
                            <p:childTnLst>
                              <p:par>
                                <p:cTn id="27" presetID="22" presetClass="entr" presetSubtype="2" fill="hold" nodeType="afterEffect">
                                  <p:stCondLst>
                                    <p:cond delay="0"/>
                                  </p:stCondLst>
                                  <p:childTnLst>
                                    <p:set>
                                      <p:cBhvr>
                                        <p:cTn id="28" dur="1" fill="hold">
                                          <p:stCondLst>
                                            <p:cond delay="0"/>
                                          </p:stCondLst>
                                        </p:cTn>
                                        <p:tgtEl>
                                          <p:spTgt spid="92"/>
                                        </p:tgtEl>
                                        <p:attrNameLst>
                                          <p:attrName>style.visibility</p:attrName>
                                        </p:attrNameLst>
                                      </p:cBhvr>
                                      <p:to>
                                        <p:strVal val="visible"/>
                                      </p:to>
                                    </p:set>
                                    <p:animEffect transition="in" filter="wipe(right)">
                                      <p:cBhvr>
                                        <p:cTn id="29" dur="500"/>
                                        <p:tgtEl>
                                          <p:spTgt spid="92"/>
                                        </p:tgtEl>
                                      </p:cBhvr>
                                    </p:animEffect>
                                  </p:childTnLst>
                                </p:cTn>
                              </p:par>
                            </p:childTnLst>
                          </p:cTn>
                        </p:par>
                        <p:par>
                          <p:cTn id="30" fill="hold">
                            <p:stCondLst>
                              <p:cond delay="1000"/>
                            </p:stCondLst>
                            <p:childTnLst>
                              <p:par>
                                <p:cTn id="31" presetID="22" presetClass="entr" presetSubtype="4" fill="hold" nodeType="afterEffect">
                                  <p:stCondLst>
                                    <p:cond delay="0"/>
                                  </p:stCondLst>
                                  <p:childTnLst>
                                    <p:set>
                                      <p:cBhvr>
                                        <p:cTn id="32" dur="1" fill="hold">
                                          <p:stCondLst>
                                            <p:cond delay="0"/>
                                          </p:stCondLst>
                                        </p:cTn>
                                        <p:tgtEl>
                                          <p:spTgt spid="95"/>
                                        </p:tgtEl>
                                        <p:attrNameLst>
                                          <p:attrName>style.visibility</p:attrName>
                                        </p:attrNameLst>
                                      </p:cBhvr>
                                      <p:to>
                                        <p:strVal val="visible"/>
                                      </p:to>
                                    </p:set>
                                    <p:animEffect transition="in" filter="wipe(down)">
                                      <p:cBhvr>
                                        <p:cTn id="33" dur="500"/>
                                        <p:tgtEl>
                                          <p:spTgt spid="95"/>
                                        </p:tgtEl>
                                      </p:cBhvr>
                                    </p:animEffect>
                                  </p:childTnLst>
                                </p:cTn>
                              </p:par>
                            </p:childTnLst>
                          </p:cTn>
                        </p:par>
                        <p:par>
                          <p:cTn id="34" fill="hold">
                            <p:stCondLst>
                              <p:cond delay="1500"/>
                            </p:stCondLst>
                            <p:childTnLst>
                              <p:par>
                                <p:cTn id="35" presetID="22" presetClass="entr" presetSubtype="2" fill="hold" nodeType="afterEffect">
                                  <p:stCondLst>
                                    <p:cond delay="0"/>
                                  </p:stCondLst>
                                  <p:childTnLst>
                                    <p:set>
                                      <p:cBhvr>
                                        <p:cTn id="36" dur="1" fill="hold">
                                          <p:stCondLst>
                                            <p:cond delay="0"/>
                                          </p:stCondLst>
                                        </p:cTn>
                                        <p:tgtEl>
                                          <p:spTgt spid="94"/>
                                        </p:tgtEl>
                                        <p:attrNameLst>
                                          <p:attrName>style.visibility</p:attrName>
                                        </p:attrNameLst>
                                      </p:cBhvr>
                                      <p:to>
                                        <p:strVal val="visible"/>
                                      </p:to>
                                    </p:set>
                                    <p:animEffect transition="in" filter="wipe(right)">
                                      <p:cBhvr>
                                        <p:cTn id="37" dur="500"/>
                                        <p:tgtEl>
                                          <p:spTgt spid="94"/>
                                        </p:tgtEl>
                                      </p:cBhvr>
                                    </p:animEffect>
                                  </p:childTnLst>
                                </p:cTn>
                              </p:par>
                            </p:childTnLst>
                          </p:cTn>
                        </p:par>
                        <p:par>
                          <p:cTn id="38" fill="hold">
                            <p:stCondLst>
                              <p:cond delay="2000"/>
                            </p:stCondLst>
                            <p:childTnLst>
                              <p:par>
                                <p:cTn id="39" presetID="22" presetClass="entr" presetSubtype="4" fill="hold" nodeType="afterEffect">
                                  <p:stCondLst>
                                    <p:cond delay="0"/>
                                  </p:stCondLst>
                                  <p:childTnLst>
                                    <p:set>
                                      <p:cBhvr>
                                        <p:cTn id="40" dur="1" fill="hold">
                                          <p:stCondLst>
                                            <p:cond delay="0"/>
                                          </p:stCondLst>
                                        </p:cTn>
                                        <p:tgtEl>
                                          <p:spTgt spid="97"/>
                                        </p:tgtEl>
                                        <p:attrNameLst>
                                          <p:attrName>style.visibility</p:attrName>
                                        </p:attrNameLst>
                                      </p:cBhvr>
                                      <p:to>
                                        <p:strVal val="visible"/>
                                      </p:to>
                                    </p:set>
                                    <p:animEffect transition="in" filter="wipe(down)">
                                      <p:cBhvr>
                                        <p:cTn id="41" dur="500"/>
                                        <p:tgtEl>
                                          <p:spTgt spid="97"/>
                                        </p:tgtEl>
                                      </p:cBhvr>
                                    </p:animEffect>
                                  </p:childTnLst>
                                </p:cTn>
                              </p:par>
                            </p:childTnLst>
                          </p:cTn>
                        </p:par>
                        <p:par>
                          <p:cTn id="42" fill="hold">
                            <p:stCondLst>
                              <p:cond delay="2500"/>
                            </p:stCondLst>
                            <p:childTnLst>
                              <p:par>
                                <p:cTn id="43" presetID="22" presetClass="entr" presetSubtype="2" fill="hold" nodeType="afterEffect">
                                  <p:stCondLst>
                                    <p:cond delay="0"/>
                                  </p:stCondLst>
                                  <p:childTnLst>
                                    <p:set>
                                      <p:cBhvr>
                                        <p:cTn id="44" dur="1" fill="hold">
                                          <p:stCondLst>
                                            <p:cond delay="0"/>
                                          </p:stCondLst>
                                        </p:cTn>
                                        <p:tgtEl>
                                          <p:spTgt spid="96"/>
                                        </p:tgtEl>
                                        <p:attrNameLst>
                                          <p:attrName>style.visibility</p:attrName>
                                        </p:attrNameLst>
                                      </p:cBhvr>
                                      <p:to>
                                        <p:strVal val="visible"/>
                                      </p:to>
                                    </p:set>
                                    <p:animEffect transition="in" filter="wipe(right)">
                                      <p:cBhvr>
                                        <p:cTn id="45" dur="500"/>
                                        <p:tgtEl>
                                          <p:spTgt spid="96"/>
                                        </p:tgtEl>
                                      </p:cBhvr>
                                    </p:animEffect>
                                  </p:childTnLst>
                                </p:cTn>
                              </p:par>
                            </p:childTnLst>
                          </p:cTn>
                        </p:par>
                        <p:par>
                          <p:cTn id="46" fill="hold">
                            <p:stCondLst>
                              <p:cond delay="3000"/>
                            </p:stCondLst>
                            <p:childTnLst>
                              <p:par>
                                <p:cTn id="47" presetID="22" presetClass="entr" presetSubtype="4" fill="hold" nodeType="afterEffect">
                                  <p:stCondLst>
                                    <p:cond delay="0"/>
                                  </p:stCondLst>
                                  <p:childTnLst>
                                    <p:set>
                                      <p:cBhvr>
                                        <p:cTn id="48" dur="1" fill="hold">
                                          <p:stCondLst>
                                            <p:cond delay="0"/>
                                          </p:stCondLst>
                                        </p:cTn>
                                        <p:tgtEl>
                                          <p:spTgt spid="113"/>
                                        </p:tgtEl>
                                        <p:attrNameLst>
                                          <p:attrName>style.visibility</p:attrName>
                                        </p:attrNameLst>
                                      </p:cBhvr>
                                      <p:to>
                                        <p:strVal val="visible"/>
                                      </p:to>
                                    </p:set>
                                    <p:animEffect transition="in" filter="wipe(down)">
                                      <p:cBhvr>
                                        <p:cTn id="49" dur="500"/>
                                        <p:tgtEl>
                                          <p:spTgt spid="113"/>
                                        </p:tgtEl>
                                      </p:cBhvr>
                                    </p:animEffect>
                                  </p:childTnLst>
                                </p:cTn>
                              </p:par>
                            </p:childTnLst>
                          </p:cTn>
                        </p:par>
                        <p:par>
                          <p:cTn id="50" fill="hold">
                            <p:stCondLst>
                              <p:cond delay="3500"/>
                            </p:stCondLst>
                            <p:childTnLst>
                              <p:par>
                                <p:cTn id="51" presetID="22" presetClass="entr" presetSubtype="8" fill="hold" nodeType="afterEffect">
                                  <p:stCondLst>
                                    <p:cond delay="0"/>
                                  </p:stCondLst>
                                  <p:childTnLst>
                                    <p:set>
                                      <p:cBhvr>
                                        <p:cTn id="52" dur="1" fill="hold">
                                          <p:stCondLst>
                                            <p:cond delay="0"/>
                                          </p:stCondLst>
                                        </p:cTn>
                                        <p:tgtEl>
                                          <p:spTgt spid="112"/>
                                        </p:tgtEl>
                                        <p:attrNameLst>
                                          <p:attrName>style.visibility</p:attrName>
                                        </p:attrNameLst>
                                      </p:cBhvr>
                                      <p:to>
                                        <p:strVal val="visible"/>
                                      </p:to>
                                    </p:set>
                                    <p:animEffect transition="in" filter="wipe(left)">
                                      <p:cBhvr>
                                        <p:cTn id="53" dur="500"/>
                                        <p:tgtEl>
                                          <p:spTgt spid="112"/>
                                        </p:tgtEl>
                                      </p:cBhvr>
                                    </p:animEffect>
                                  </p:childTnLst>
                                </p:cTn>
                              </p:par>
                            </p:childTnLst>
                          </p:cTn>
                        </p:par>
                        <p:par>
                          <p:cTn id="54" fill="hold">
                            <p:stCondLst>
                              <p:cond delay="4000"/>
                            </p:stCondLst>
                            <p:childTnLst>
                              <p:par>
                                <p:cTn id="55" presetID="22" presetClass="entr" presetSubtype="4" fill="hold" nodeType="afterEffect">
                                  <p:stCondLst>
                                    <p:cond delay="0"/>
                                  </p:stCondLst>
                                  <p:childTnLst>
                                    <p:set>
                                      <p:cBhvr>
                                        <p:cTn id="56" dur="1" fill="hold">
                                          <p:stCondLst>
                                            <p:cond delay="0"/>
                                          </p:stCondLst>
                                        </p:cTn>
                                        <p:tgtEl>
                                          <p:spTgt spid="115"/>
                                        </p:tgtEl>
                                        <p:attrNameLst>
                                          <p:attrName>style.visibility</p:attrName>
                                        </p:attrNameLst>
                                      </p:cBhvr>
                                      <p:to>
                                        <p:strVal val="visible"/>
                                      </p:to>
                                    </p:set>
                                    <p:animEffect transition="in" filter="wipe(down)">
                                      <p:cBhvr>
                                        <p:cTn id="57" dur="500"/>
                                        <p:tgtEl>
                                          <p:spTgt spid="115"/>
                                        </p:tgtEl>
                                      </p:cBhvr>
                                    </p:animEffect>
                                  </p:childTnLst>
                                </p:cTn>
                              </p:par>
                            </p:childTnLst>
                          </p:cTn>
                        </p:par>
                        <p:par>
                          <p:cTn id="58" fill="hold">
                            <p:stCondLst>
                              <p:cond delay="4500"/>
                            </p:stCondLst>
                            <p:childTnLst>
                              <p:par>
                                <p:cTn id="59" presetID="22" presetClass="entr" presetSubtype="8" fill="hold" nodeType="afterEffect">
                                  <p:stCondLst>
                                    <p:cond delay="0"/>
                                  </p:stCondLst>
                                  <p:childTnLst>
                                    <p:set>
                                      <p:cBhvr>
                                        <p:cTn id="60" dur="1" fill="hold">
                                          <p:stCondLst>
                                            <p:cond delay="0"/>
                                          </p:stCondLst>
                                        </p:cTn>
                                        <p:tgtEl>
                                          <p:spTgt spid="114"/>
                                        </p:tgtEl>
                                        <p:attrNameLst>
                                          <p:attrName>style.visibility</p:attrName>
                                        </p:attrNameLst>
                                      </p:cBhvr>
                                      <p:to>
                                        <p:strVal val="visible"/>
                                      </p:to>
                                    </p:set>
                                    <p:animEffect transition="in" filter="wipe(left)">
                                      <p:cBhvr>
                                        <p:cTn id="61" dur="500"/>
                                        <p:tgtEl>
                                          <p:spTgt spid="114"/>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34750" y="268493"/>
            <a:ext cx="8013700" cy="629350"/>
          </a:xfrm>
        </p:spPr>
        <p:txBody>
          <a:bodyPr/>
          <a:lstStyle/>
          <a:p>
            <a:pPr algn="ctr"/>
            <a:r>
              <a:rPr lang="en-US" dirty="0"/>
              <a:t>Enterprise Data Centers: </a:t>
            </a:r>
            <a:br>
              <a:rPr lang="en-US" dirty="0"/>
            </a:br>
            <a:r>
              <a:rPr lang="en-US" dirty="0"/>
              <a:t>Exploiting Virtualization</a:t>
            </a:r>
          </a:p>
        </p:txBody>
      </p:sp>
      <p:sp>
        <p:nvSpPr>
          <p:cNvPr id="85" name="Content Placeholder 84"/>
          <p:cNvSpPr>
            <a:spLocks noGrp="1"/>
          </p:cNvSpPr>
          <p:nvPr>
            <p:ph idx="1"/>
          </p:nvPr>
        </p:nvSpPr>
        <p:spPr>
          <a:xfrm>
            <a:off x="438555" y="4516741"/>
            <a:ext cx="8037512" cy="1689506"/>
          </a:xfrm>
        </p:spPr>
        <p:txBody>
          <a:bodyPr/>
          <a:lstStyle/>
          <a:p>
            <a:pPr lvl="1"/>
            <a:r>
              <a:rPr lang="en-US" dirty="0">
                <a:solidFill>
                  <a:schemeClr val="accent1"/>
                </a:solidFill>
              </a:rPr>
              <a:t>Common set of servers across all services</a:t>
            </a:r>
          </a:p>
          <a:p>
            <a:pPr lvl="1"/>
            <a:r>
              <a:rPr lang="en-US" dirty="0"/>
              <a:t>Servers scale as the “peak of the sum”</a:t>
            </a:r>
          </a:p>
          <a:p>
            <a:pPr lvl="1"/>
            <a:r>
              <a:rPr lang="en-US" dirty="0">
                <a:solidFill>
                  <a:schemeClr val="accent1"/>
                </a:solidFill>
              </a:rPr>
              <a:t>Transparent to users</a:t>
            </a:r>
          </a:p>
          <a:p>
            <a:pPr lvl="1"/>
            <a:r>
              <a:rPr lang="en-US" dirty="0">
                <a:solidFill>
                  <a:schemeClr val="accent1"/>
                </a:solidFill>
              </a:rPr>
              <a:t>No modification to services</a:t>
            </a:r>
          </a:p>
          <a:p>
            <a:endParaRPr lang="en-US" dirty="0"/>
          </a:p>
        </p:txBody>
      </p:sp>
      <p:sp>
        <p:nvSpPr>
          <p:cNvPr id="124" name="Rounded Rectangle 123"/>
          <p:cNvSpPr/>
          <p:nvPr/>
        </p:nvSpPr>
        <p:spPr bwMode="auto">
          <a:xfrm>
            <a:off x="2852064" y="1642627"/>
            <a:ext cx="2924183" cy="510778"/>
          </a:xfrm>
          <a:prstGeom prst="roundRect">
            <a:avLst/>
          </a:prstGeom>
          <a:solidFill>
            <a:schemeClr val="tx1">
              <a:lumMod val="20000"/>
              <a:lumOff val="80000"/>
            </a:schemeClr>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algn="ctr" eaLnBrk="0" fontAlgn="base" hangingPunct="0">
              <a:spcBef>
                <a:spcPct val="50000"/>
              </a:spcBef>
              <a:spcAft>
                <a:spcPct val="0"/>
              </a:spcAft>
            </a:pPr>
            <a:endParaRPr lang="en-US" sz="2400">
              <a:solidFill>
                <a:srgbClr val="CCCCCC"/>
              </a:solidFill>
              <a:latin typeface="Verdana" pitchFamily="-111" charset="0"/>
              <a:ea typeface="Arial" pitchFamily="-111" charset="-52"/>
              <a:cs typeface="Arial" pitchFamily="-111" charset="-52"/>
            </a:endParaRPr>
          </a:p>
        </p:txBody>
      </p:sp>
      <p:sp>
        <p:nvSpPr>
          <p:cNvPr id="65" name="Rectangle 64"/>
          <p:cNvSpPr/>
          <p:nvPr/>
        </p:nvSpPr>
        <p:spPr bwMode="auto">
          <a:xfrm>
            <a:off x="2600327" y="1166816"/>
            <a:ext cx="3419475" cy="461665"/>
          </a:xfrm>
          <a:prstGeom prst="rect">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algn="ctr" eaLnBrk="0" fontAlgn="base" hangingPunct="0">
              <a:spcBef>
                <a:spcPct val="50000"/>
              </a:spcBef>
              <a:spcAft>
                <a:spcPct val="0"/>
              </a:spcAft>
            </a:pPr>
            <a:endParaRPr lang="en-US" sz="2400">
              <a:solidFill>
                <a:srgbClr val="CCCCCC"/>
              </a:solidFill>
              <a:latin typeface="Verdana" pitchFamily="-111" charset="0"/>
              <a:ea typeface="Arial" pitchFamily="-111" charset="-52"/>
              <a:cs typeface="Arial" pitchFamily="-111" charset="-52"/>
            </a:endParaRPr>
          </a:p>
        </p:txBody>
      </p:sp>
      <p:sp>
        <p:nvSpPr>
          <p:cNvPr id="66" name="Text Box 86"/>
          <p:cNvSpPr txBox="1">
            <a:spLocks noChangeArrowheads="1"/>
          </p:cNvSpPr>
          <p:nvPr/>
        </p:nvSpPr>
        <p:spPr bwMode="auto">
          <a:xfrm>
            <a:off x="3862422" y="1231674"/>
            <a:ext cx="920444" cy="223138"/>
          </a:xfrm>
          <a:prstGeom prst="rect">
            <a:avLst/>
          </a:prstGeom>
          <a:noFill/>
          <a:ln w="9525">
            <a:noFill/>
            <a:miter lim="800000"/>
            <a:headEnd/>
            <a:tailEnd/>
          </a:ln>
        </p:spPr>
        <p:txBody>
          <a:bodyPr wrap="none">
            <a:spAutoFit/>
          </a:bodyPr>
          <a:lstStyle/>
          <a:p>
            <a:pPr algn="ctr" eaLnBrk="0" fontAlgn="base" hangingPunct="0">
              <a:lnSpc>
                <a:spcPct val="85000"/>
              </a:lnSpc>
              <a:spcBef>
                <a:spcPct val="15000"/>
              </a:spcBef>
              <a:spcAft>
                <a:spcPct val="0"/>
              </a:spcAft>
              <a:buClr>
                <a:srgbClr val="FFFFFF"/>
              </a:buClr>
            </a:pPr>
            <a:r>
              <a:rPr lang="en-US" sz="1000" b="1" dirty="0">
                <a:solidFill>
                  <a:srgbClr val="4D4D4D"/>
                </a:solidFill>
                <a:latin typeface="FuturaA Bk BT" pitchFamily="34" charset="0"/>
                <a:cs typeface="Arial" pitchFamily="-111" charset="-52"/>
              </a:rPr>
              <a:t>Data center</a:t>
            </a:r>
          </a:p>
        </p:txBody>
      </p:sp>
      <p:grpSp>
        <p:nvGrpSpPr>
          <p:cNvPr id="3" name="Group 124"/>
          <p:cNvGrpSpPr/>
          <p:nvPr/>
        </p:nvGrpSpPr>
        <p:grpSpPr>
          <a:xfrm>
            <a:off x="3027505" y="1795849"/>
            <a:ext cx="2573299" cy="1413719"/>
            <a:chOff x="2169928" y="2094338"/>
            <a:chExt cx="1789124" cy="1127255"/>
          </a:xfrm>
        </p:grpSpPr>
        <p:pic>
          <p:nvPicPr>
            <p:cNvPr id="8" name="Picture 84" descr="Server_b"/>
            <p:cNvPicPr>
              <a:picLocks noChangeAspect="1" noChangeArrowheads="1"/>
            </p:cNvPicPr>
            <p:nvPr/>
          </p:nvPicPr>
          <p:blipFill>
            <a:blip r:embed="rId3"/>
            <a:srcRect/>
            <a:stretch>
              <a:fillRect/>
            </a:stretch>
          </p:blipFill>
          <p:spPr bwMode="auto">
            <a:xfrm>
              <a:off x="2182628" y="2094338"/>
              <a:ext cx="201612" cy="384175"/>
            </a:xfrm>
            <a:prstGeom prst="rect">
              <a:avLst/>
            </a:prstGeom>
            <a:noFill/>
            <a:ln w="9525">
              <a:noFill/>
              <a:miter lim="800000"/>
              <a:headEnd/>
              <a:tailEnd/>
            </a:ln>
          </p:spPr>
        </p:pic>
        <p:pic>
          <p:nvPicPr>
            <p:cNvPr id="9" name="Picture 84" descr="Server_b"/>
            <p:cNvPicPr>
              <a:picLocks noChangeAspect="1" noChangeArrowheads="1"/>
            </p:cNvPicPr>
            <p:nvPr/>
          </p:nvPicPr>
          <p:blipFill>
            <a:blip r:embed="rId3"/>
            <a:srcRect/>
            <a:stretch>
              <a:fillRect/>
            </a:stretch>
          </p:blipFill>
          <p:spPr bwMode="auto">
            <a:xfrm>
              <a:off x="2322328" y="2094338"/>
              <a:ext cx="201612" cy="384175"/>
            </a:xfrm>
            <a:prstGeom prst="rect">
              <a:avLst/>
            </a:prstGeom>
            <a:noFill/>
            <a:ln w="9525">
              <a:noFill/>
              <a:miter lim="800000"/>
              <a:headEnd/>
              <a:tailEnd/>
            </a:ln>
          </p:spPr>
        </p:pic>
        <p:pic>
          <p:nvPicPr>
            <p:cNvPr id="10" name="Picture 84" descr="Server_b"/>
            <p:cNvPicPr>
              <a:picLocks noChangeAspect="1" noChangeArrowheads="1"/>
            </p:cNvPicPr>
            <p:nvPr/>
          </p:nvPicPr>
          <p:blipFill>
            <a:blip r:embed="rId3"/>
            <a:srcRect/>
            <a:stretch>
              <a:fillRect/>
            </a:stretch>
          </p:blipFill>
          <p:spPr bwMode="auto">
            <a:xfrm>
              <a:off x="2462028" y="2094338"/>
              <a:ext cx="201612" cy="384175"/>
            </a:xfrm>
            <a:prstGeom prst="rect">
              <a:avLst/>
            </a:prstGeom>
            <a:noFill/>
            <a:ln w="9525">
              <a:noFill/>
              <a:miter lim="800000"/>
              <a:headEnd/>
              <a:tailEnd/>
            </a:ln>
          </p:spPr>
        </p:pic>
        <p:pic>
          <p:nvPicPr>
            <p:cNvPr id="11" name="Picture 84" descr="Server_b"/>
            <p:cNvPicPr>
              <a:picLocks noChangeAspect="1" noChangeArrowheads="1"/>
            </p:cNvPicPr>
            <p:nvPr/>
          </p:nvPicPr>
          <p:blipFill>
            <a:blip r:embed="rId3"/>
            <a:srcRect/>
            <a:stretch>
              <a:fillRect/>
            </a:stretch>
          </p:blipFill>
          <p:spPr bwMode="auto">
            <a:xfrm>
              <a:off x="2589028" y="2094338"/>
              <a:ext cx="201612" cy="384175"/>
            </a:xfrm>
            <a:prstGeom prst="rect">
              <a:avLst/>
            </a:prstGeom>
            <a:noFill/>
            <a:ln w="9525">
              <a:noFill/>
              <a:miter lim="800000"/>
              <a:headEnd/>
              <a:tailEnd/>
            </a:ln>
          </p:spPr>
        </p:pic>
        <p:pic>
          <p:nvPicPr>
            <p:cNvPr id="12" name="Picture 84" descr="Server_b"/>
            <p:cNvPicPr>
              <a:picLocks noChangeAspect="1" noChangeArrowheads="1"/>
            </p:cNvPicPr>
            <p:nvPr/>
          </p:nvPicPr>
          <p:blipFill>
            <a:blip r:embed="rId3"/>
            <a:srcRect/>
            <a:stretch>
              <a:fillRect/>
            </a:stretch>
          </p:blipFill>
          <p:spPr bwMode="auto">
            <a:xfrm>
              <a:off x="2728728" y="2094338"/>
              <a:ext cx="201612" cy="384175"/>
            </a:xfrm>
            <a:prstGeom prst="rect">
              <a:avLst/>
            </a:prstGeom>
            <a:noFill/>
            <a:ln w="9525">
              <a:noFill/>
              <a:miter lim="800000"/>
              <a:headEnd/>
              <a:tailEnd/>
            </a:ln>
          </p:spPr>
        </p:pic>
        <p:pic>
          <p:nvPicPr>
            <p:cNvPr id="13" name="Picture 84" descr="Server_b"/>
            <p:cNvPicPr>
              <a:picLocks noChangeAspect="1" noChangeArrowheads="1"/>
            </p:cNvPicPr>
            <p:nvPr/>
          </p:nvPicPr>
          <p:blipFill>
            <a:blip r:embed="rId3"/>
            <a:srcRect/>
            <a:stretch>
              <a:fillRect/>
            </a:stretch>
          </p:blipFill>
          <p:spPr bwMode="auto">
            <a:xfrm>
              <a:off x="2868428" y="2094338"/>
              <a:ext cx="201612" cy="384175"/>
            </a:xfrm>
            <a:prstGeom prst="rect">
              <a:avLst/>
            </a:prstGeom>
            <a:noFill/>
            <a:ln w="9525">
              <a:noFill/>
              <a:miter lim="800000"/>
              <a:headEnd/>
              <a:tailEnd/>
            </a:ln>
          </p:spPr>
        </p:pic>
        <p:pic>
          <p:nvPicPr>
            <p:cNvPr id="14" name="Picture 84" descr="Server_b"/>
            <p:cNvPicPr>
              <a:picLocks noChangeAspect="1" noChangeArrowheads="1"/>
            </p:cNvPicPr>
            <p:nvPr/>
          </p:nvPicPr>
          <p:blipFill>
            <a:blip r:embed="rId3"/>
            <a:srcRect/>
            <a:stretch>
              <a:fillRect/>
            </a:stretch>
          </p:blipFill>
          <p:spPr bwMode="auto">
            <a:xfrm>
              <a:off x="2995428" y="2094338"/>
              <a:ext cx="201612" cy="384175"/>
            </a:xfrm>
            <a:prstGeom prst="rect">
              <a:avLst/>
            </a:prstGeom>
            <a:noFill/>
            <a:ln w="9525">
              <a:noFill/>
              <a:miter lim="800000"/>
              <a:headEnd/>
              <a:tailEnd/>
            </a:ln>
          </p:spPr>
        </p:pic>
        <p:pic>
          <p:nvPicPr>
            <p:cNvPr id="16" name="Picture 84" descr="Server_b"/>
            <p:cNvPicPr>
              <a:picLocks noChangeAspect="1" noChangeArrowheads="1"/>
            </p:cNvPicPr>
            <p:nvPr/>
          </p:nvPicPr>
          <p:blipFill>
            <a:blip r:embed="rId3"/>
            <a:srcRect/>
            <a:stretch>
              <a:fillRect/>
            </a:stretch>
          </p:blipFill>
          <p:spPr bwMode="auto">
            <a:xfrm>
              <a:off x="2169928" y="2462638"/>
              <a:ext cx="201612" cy="384175"/>
            </a:xfrm>
            <a:prstGeom prst="rect">
              <a:avLst/>
            </a:prstGeom>
            <a:noFill/>
            <a:ln w="9525">
              <a:noFill/>
              <a:miter lim="800000"/>
              <a:headEnd/>
              <a:tailEnd/>
            </a:ln>
          </p:spPr>
        </p:pic>
        <p:pic>
          <p:nvPicPr>
            <p:cNvPr id="17" name="Picture 84" descr="Server_b"/>
            <p:cNvPicPr>
              <a:picLocks noChangeAspect="1" noChangeArrowheads="1"/>
            </p:cNvPicPr>
            <p:nvPr/>
          </p:nvPicPr>
          <p:blipFill>
            <a:blip r:embed="rId3"/>
            <a:srcRect/>
            <a:stretch>
              <a:fillRect/>
            </a:stretch>
          </p:blipFill>
          <p:spPr bwMode="auto">
            <a:xfrm>
              <a:off x="2309628" y="2462638"/>
              <a:ext cx="201612" cy="384175"/>
            </a:xfrm>
            <a:prstGeom prst="rect">
              <a:avLst/>
            </a:prstGeom>
            <a:noFill/>
            <a:ln w="9525">
              <a:noFill/>
              <a:miter lim="800000"/>
              <a:headEnd/>
              <a:tailEnd/>
            </a:ln>
          </p:spPr>
        </p:pic>
        <p:pic>
          <p:nvPicPr>
            <p:cNvPr id="18" name="Picture 84" descr="Server_b"/>
            <p:cNvPicPr>
              <a:picLocks noChangeAspect="1" noChangeArrowheads="1"/>
            </p:cNvPicPr>
            <p:nvPr/>
          </p:nvPicPr>
          <p:blipFill>
            <a:blip r:embed="rId3"/>
            <a:srcRect/>
            <a:stretch>
              <a:fillRect/>
            </a:stretch>
          </p:blipFill>
          <p:spPr bwMode="auto">
            <a:xfrm>
              <a:off x="2449328" y="2462638"/>
              <a:ext cx="201612" cy="384175"/>
            </a:xfrm>
            <a:prstGeom prst="rect">
              <a:avLst/>
            </a:prstGeom>
            <a:noFill/>
            <a:ln w="9525">
              <a:noFill/>
              <a:miter lim="800000"/>
              <a:headEnd/>
              <a:tailEnd/>
            </a:ln>
          </p:spPr>
        </p:pic>
        <p:pic>
          <p:nvPicPr>
            <p:cNvPr id="19" name="Picture 84" descr="Server_b"/>
            <p:cNvPicPr>
              <a:picLocks noChangeAspect="1" noChangeArrowheads="1"/>
            </p:cNvPicPr>
            <p:nvPr/>
          </p:nvPicPr>
          <p:blipFill>
            <a:blip r:embed="rId3"/>
            <a:srcRect/>
            <a:stretch>
              <a:fillRect/>
            </a:stretch>
          </p:blipFill>
          <p:spPr bwMode="auto">
            <a:xfrm>
              <a:off x="2576328" y="2462638"/>
              <a:ext cx="201612" cy="384175"/>
            </a:xfrm>
            <a:prstGeom prst="rect">
              <a:avLst/>
            </a:prstGeom>
            <a:noFill/>
            <a:ln w="9525">
              <a:noFill/>
              <a:miter lim="800000"/>
              <a:headEnd/>
              <a:tailEnd/>
            </a:ln>
          </p:spPr>
        </p:pic>
        <p:pic>
          <p:nvPicPr>
            <p:cNvPr id="20" name="Picture 84" descr="Server_b"/>
            <p:cNvPicPr>
              <a:picLocks noChangeAspect="1" noChangeArrowheads="1"/>
            </p:cNvPicPr>
            <p:nvPr/>
          </p:nvPicPr>
          <p:blipFill>
            <a:blip r:embed="rId3"/>
            <a:srcRect/>
            <a:stretch>
              <a:fillRect/>
            </a:stretch>
          </p:blipFill>
          <p:spPr bwMode="auto">
            <a:xfrm>
              <a:off x="2716028" y="2462638"/>
              <a:ext cx="201612" cy="384175"/>
            </a:xfrm>
            <a:prstGeom prst="rect">
              <a:avLst/>
            </a:prstGeom>
            <a:noFill/>
            <a:ln w="9525">
              <a:noFill/>
              <a:miter lim="800000"/>
              <a:headEnd/>
              <a:tailEnd/>
            </a:ln>
          </p:spPr>
        </p:pic>
        <p:pic>
          <p:nvPicPr>
            <p:cNvPr id="21" name="Picture 84" descr="Server_b"/>
            <p:cNvPicPr>
              <a:picLocks noChangeAspect="1" noChangeArrowheads="1"/>
            </p:cNvPicPr>
            <p:nvPr/>
          </p:nvPicPr>
          <p:blipFill>
            <a:blip r:embed="rId3"/>
            <a:srcRect/>
            <a:stretch>
              <a:fillRect/>
            </a:stretch>
          </p:blipFill>
          <p:spPr bwMode="auto">
            <a:xfrm>
              <a:off x="2855728" y="2462638"/>
              <a:ext cx="201612" cy="384175"/>
            </a:xfrm>
            <a:prstGeom prst="rect">
              <a:avLst/>
            </a:prstGeom>
            <a:noFill/>
            <a:ln w="9525">
              <a:noFill/>
              <a:miter lim="800000"/>
              <a:headEnd/>
              <a:tailEnd/>
            </a:ln>
          </p:spPr>
        </p:pic>
        <p:pic>
          <p:nvPicPr>
            <p:cNvPr id="22" name="Picture 84" descr="Server_b"/>
            <p:cNvPicPr>
              <a:picLocks noChangeAspect="1" noChangeArrowheads="1"/>
            </p:cNvPicPr>
            <p:nvPr/>
          </p:nvPicPr>
          <p:blipFill>
            <a:blip r:embed="rId3"/>
            <a:srcRect/>
            <a:stretch>
              <a:fillRect/>
            </a:stretch>
          </p:blipFill>
          <p:spPr bwMode="auto">
            <a:xfrm>
              <a:off x="2982728" y="2462638"/>
              <a:ext cx="201612" cy="384175"/>
            </a:xfrm>
            <a:prstGeom prst="rect">
              <a:avLst/>
            </a:prstGeom>
            <a:noFill/>
            <a:ln w="9525">
              <a:noFill/>
              <a:miter lim="800000"/>
              <a:headEnd/>
              <a:tailEnd/>
            </a:ln>
          </p:spPr>
        </p:pic>
        <p:pic>
          <p:nvPicPr>
            <p:cNvPr id="24" name="Picture 84" descr="Server_b"/>
            <p:cNvPicPr>
              <a:picLocks noChangeAspect="1" noChangeArrowheads="1"/>
            </p:cNvPicPr>
            <p:nvPr/>
          </p:nvPicPr>
          <p:blipFill>
            <a:blip r:embed="rId3"/>
            <a:srcRect/>
            <a:stretch>
              <a:fillRect/>
            </a:stretch>
          </p:blipFill>
          <p:spPr bwMode="auto">
            <a:xfrm>
              <a:off x="2169928" y="2830938"/>
              <a:ext cx="201612" cy="384175"/>
            </a:xfrm>
            <a:prstGeom prst="rect">
              <a:avLst/>
            </a:prstGeom>
            <a:noFill/>
            <a:ln w="9525">
              <a:noFill/>
              <a:miter lim="800000"/>
              <a:headEnd/>
              <a:tailEnd/>
            </a:ln>
          </p:spPr>
        </p:pic>
        <p:pic>
          <p:nvPicPr>
            <p:cNvPr id="25" name="Picture 84" descr="Server_b"/>
            <p:cNvPicPr>
              <a:picLocks noChangeAspect="1" noChangeArrowheads="1"/>
            </p:cNvPicPr>
            <p:nvPr/>
          </p:nvPicPr>
          <p:blipFill>
            <a:blip r:embed="rId3"/>
            <a:srcRect/>
            <a:stretch>
              <a:fillRect/>
            </a:stretch>
          </p:blipFill>
          <p:spPr bwMode="auto">
            <a:xfrm>
              <a:off x="2309628" y="2830938"/>
              <a:ext cx="201612" cy="384175"/>
            </a:xfrm>
            <a:prstGeom prst="rect">
              <a:avLst/>
            </a:prstGeom>
            <a:noFill/>
            <a:ln w="9525">
              <a:noFill/>
              <a:miter lim="800000"/>
              <a:headEnd/>
              <a:tailEnd/>
            </a:ln>
          </p:spPr>
        </p:pic>
        <p:pic>
          <p:nvPicPr>
            <p:cNvPr id="26" name="Picture 84" descr="Server_b"/>
            <p:cNvPicPr>
              <a:picLocks noChangeAspect="1" noChangeArrowheads="1"/>
            </p:cNvPicPr>
            <p:nvPr/>
          </p:nvPicPr>
          <p:blipFill>
            <a:blip r:embed="rId3"/>
            <a:srcRect/>
            <a:stretch>
              <a:fillRect/>
            </a:stretch>
          </p:blipFill>
          <p:spPr bwMode="auto">
            <a:xfrm>
              <a:off x="2449328" y="2830938"/>
              <a:ext cx="201612" cy="384175"/>
            </a:xfrm>
            <a:prstGeom prst="rect">
              <a:avLst/>
            </a:prstGeom>
            <a:noFill/>
            <a:ln w="9525">
              <a:noFill/>
              <a:miter lim="800000"/>
              <a:headEnd/>
              <a:tailEnd/>
            </a:ln>
          </p:spPr>
        </p:pic>
        <p:pic>
          <p:nvPicPr>
            <p:cNvPr id="27" name="Picture 84" descr="Server_b"/>
            <p:cNvPicPr>
              <a:picLocks noChangeAspect="1" noChangeArrowheads="1"/>
            </p:cNvPicPr>
            <p:nvPr/>
          </p:nvPicPr>
          <p:blipFill>
            <a:blip r:embed="rId3"/>
            <a:srcRect/>
            <a:stretch>
              <a:fillRect/>
            </a:stretch>
          </p:blipFill>
          <p:spPr bwMode="auto">
            <a:xfrm>
              <a:off x="2576328" y="2830938"/>
              <a:ext cx="201612" cy="384175"/>
            </a:xfrm>
            <a:prstGeom prst="rect">
              <a:avLst/>
            </a:prstGeom>
            <a:noFill/>
            <a:ln w="9525">
              <a:noFill/>
              <a:miter lim="800000"/>
              <a:headEnd/>
              <a:tailEnd/>
            </a:ln>
          </p:spPr>
        </p:pic>
        <p:pic>
          <p:nvPicPr>
            <p:cNvPr id="28" name="Picture 84" descr="Server_b"/>
            <p:cNvPicPr>
              <a:picLocks noChangeAspect="1" noChangeArrowheads="1"/>
            </p:cNvPicPr>
            <p:nvPr/>
          </p:nvPicPr>
          <p:blipFill>
            <a:blip r:embed="rId3"/>
            <a:srcRect/>
            <a:stretch>
              <a:fillRect/>
            </a:stretch>
          </p:blipFill>
          <p:spPr bwMode="auto">
            <a:xfrm>
              <a:off x="2716028" y="2830938"/>
              <a:ext cx="201612" cy="384175"/>
            </a:xfrm>
            <a:prstGeom prst="rect">
              <a:avLst/>
            </a:prstGeom>
            <a:noFill/>
            <a:ln w="9525">
              <a:noFill/>
              <a:miter lim="800000"/>
              <a:headEnd/>
              <a:tailEnd/>
            </a:ln>
          </p:spPr>
        </p:pic>
        <p:pic>
          <p:nvPicPr>
            <p:cNvPr id="29" name="Picture 84" descr="Server_b"/>
            <p:cNvPicPr>
              <a:picLocks noChangeAspect="1" noChangeArrowheads="1"/>
            </p:cNvPicPr>
            <p:nvPr/>
          </p:nvPicPr>
          <p:blipFill>
            <a:blip r:embed="rId3"/>
            <a:srcRect/>
            <a:stretch>
              <a:fillRect/>
            </a:stretch>
          </p:blipFill>
          <p:spPr bwMode="auto">
            <a:xfrm>
              <a:off x="2855728" y="2830938"/>
              <a:ext cx="201612" cy="384175"/>
            </a:xfrm>
            <a:prstGeom prst="rect">
              <a:avLst/>
            </a:prstGeom>
            <a:noFill/>
            <a:ln w="9525">
              <a:noFill/>
              <a:miter lim="800000"/>
              <a:headEnd/>
              <a:tailEnd/>
            </a:ln>
          </p:spPr>
        </p:pic>
        <p:pic>
          <p:nvPicPr>
            <p:cNvPr id="30" name="Picture 84" descr="Server_b"/>
            <p:cNvPicPr>
              <a:picLocks noChangeAspect="1" noChangeArrowheads="1"/>
            </p:cNvPicPr>
            <p:nvPr/>
          </p:nvPicPr>
          <p:blipFill>
            <a:blip r:embed="rId3"/>
            <a:srcRect/>
            <a:stretch>
              <a:fillRect/>
            </a:stretch>
          </p:blipFill>
          <p:spPr bwMode="auto">
            <a:xfrm>
              <a:off x="2982728" y="2830938"/>
              <a:ext cx="201612" cy="384175"/>
            </a:xfrm>
            <a:prstGeom prst="rect">
              <a:avLst/>
            </a:prstGeom>
            <a:noFill/>
            <a:ln w="9525">
              <a:noFill/>
              <a:miter lim="800000"/>
              <a:headEnd/>
              <a:tailEnd/>
            </a:ln>
          </p:spPr>
        </p:pic>
        <p:pic>
          <p:nvPicPr>
            <p:cNvPr id="100" name="Picture 84" descr="Server_b"/>
            <p:cNvPicPr>
              <a:picLocks noChangeAspect="1" noChangeArrowheads="1"/>
            </p:cNvPicPr>
            <p:nvPr/>
          </p:nvPicPr>
          <p:blipFill>
            <a:blip r:embed="rId3"/>
            <a:srcRect/>
            <a:stretch>
              <a:fillRect/>
            </a:stretch>
          </p:blipFill>
          <p:spPr bwMode="auto">
            <a:xfrm>
              <a:off x="3127836" y="2100818"/>
              <a:ext cx="201612" cy="384175"/>
            </a:xfrm>
            <a:prstGeom prst="rect">
              <a:avLst/>
            </a:prstGeom>
            <a:noFill/>
            <a:ln w="9525">
              <a:noFill/>
              <a:miter lim="800000"/>
              <a:headEnd/>
              <a:tailEnd/>
            </a:ln>
          </p:spPr>
        </p:pic>
        <p:pic>
          <p:nvPicPr>
            <p:cNvPr id="101" name="Picture 84" descr="Server_b"/>
            <p:cNvPicPr>
              <a:picLocks noChangeAspect="1" noChangeArrowheads="1"/>
            </p:cNvPicPr>
            <p:nvPr/>
          </p:nvPicPr>
          <p:blipFill>
            <a:blip r:embed="rId3"/>
            <a:srcRect/>
            <a:stretch>
              <a:fillRect/>
            </a:stretch>
          </p:blipFill>
          <p:spPr bwMode="auto">
            <a:xfrm>
              <a:off x="3254836" y="2100818"/>
              <a:ext cx="201612" cy="384175"/>
            </a:xfrm>
            <a:prstGeom prst="rect">
              <a:avLst/>
            </a:prstGeom>
            <a:noFill/>
            <a:ln w="9525">
              <a:noFill/>
              <a:miter lim="800000"/>
              <a:headEnd/>
              <a:tailEnd/>
            </a:ln>
          </p:spPr>
        </p:pic>
        <p:pic>
          <p:nvPicPr>
            <p:cNvPr id="102" name="Picture 84" descr="Server_b"/>
            <p:cNvPicPr>
              <a:picLocks noChangeAspect="1" noChangeArrowheads="1"/>
            </p:cNvPicPr>
            <p:nvPr/>
          </p:nvPicPr>
          <p:blipFill>
            <a:blip r:embed="rId3"/>
            <a:srcRect/>
            <a:stretch>
              <a:fillRect/>
            </a:stretch>
          </p:blipFill>
          <p:spPr bwMode="auto">
            <a:xfrm>
              <a:off x="3115136" y="2469118"/>
              <a:ext cx="201612" cy="384175"/>
            </a:xfrm>
            <a:prstGeom prst="rect">
              <a:avLst/>
            </a:prstGeom>
            <a:noFill/>
            <a:ln w="9525">
              <a:noFill/>
              <a:miter lim="800000"/>
              <a:headEnd/>
              <a:tailEnd/>
            </a:ln>
          </p:spPr>
        </p:pic>
        <p:pic>
          <p:nvPicPr>
            <p:cNvPr id="103" name="Picture 84" descr="Server_b"/>
            <p:cNvPicPr>
              <a:picLocks noChangeAspect="1" noChangeArrowheads="1"/>
            </p:cNvPicPr>
            <p:nvPr/>
          </p:nvPicPr>
          <p:blipFill>
            <a:blip r:embed="rId3"/>
            <a:srcRect/>
            <a:stretch>
              <a:fillRect/>
            </a:stretch>
          </p:blipFill>
          <p:spPr bwMode="auto">
            <a:xfrm>
              <a:off x="3242136" y="2469118"/>
              <a:ext cx="201612" cy="384175"/>
            </a:xfrm>
            <a:prstGeom prst="rect">
              <a:avLst/>
            </a:prstGeom>
            <a:noFill/>
            <a:ln w="9525">
              <a:noFill/>
              <a:miter lim="800000"/>
              <a:headEnd/>
              <a:tailEnd/>
            </a:ln>
          </p:spPr>
        </p:pic>
        <p:pic>
          <p:nvPicPr>
            <p:cNvPr id="104" name="Picture 84" descr="Server_b"/>
            <p:cNvPicPr>
              <a:picLocks noChangeAspect="1" noChangeArrowheads="1"/>
            </p:cNvPicPr>
            <p:nvPr/>
          </p:nvPicPr>
          <p:blipFill>
            <a:blip r:embed="rId3"/>
            <a:srcRect/>
            <a:stretch>
              <a:fillRect/>
            </a:stretch>
          </p:blipFill>
          <p:spPr bwMode="auto">
            <a:xfrm>
              <a:off x="3115136" y="2837418"/>
              <a:ext cx="201612" cy="384175"/>
            </a:xfrm>
            <a:prstGeom prst="rect">
              <a:avLst/>
            </a:prstGeom>
            <a:noFill/>
            <a:ln w="9525">
              <a:noFill/>
              <a:miter lim="800000"/>
              <a:headEnd/>
              <a:tailEnd/>
            </a:ln>
          </p:spPr>
        </p:pic>
        <p:pic>
          <p:nvPicPr>
            <p:cNvPr id="105" name="Picture 84" descr="Server_b"/>
            <p:cNvPicPr>
              <a:picLocks noChangeAspect="1" noChangeArrowheads="1"/>
            </p:cNvPicPr>
            <p:nvPr/>
          </p:nvPicPr>
          <p:blipFill>
            <a:blip r:embed="rId3"/>
            <a:srcRect/>
            <a:stretch>
              <a:fillRect/>
            </a:stretch>
          </p:blipFill>
          <p:spPr bwMode="auto">
            <a:xfrm>
              <a:off x="3242136" y="2837418"/>
              <a:ext cx="201612" cy="384175"/>
            </a:xfrm>
            <a:prstGeom prst="rect">
              <a:avLst/>
            </a:prstGeom>
            <a:noFill/>
            <a:ln w="9525">
              <a:noFill/>
              <a:miter lim="800000"/>
              <a:headEnd/>
              <a:tailEnd/>
            </a:ln>
          </p:spPr>
        </p:pic>
        <p:pic>
          <p:nvPicPr>
            <p:cNvPr id="106" name="Picture 84" descr="Server_b"/>
            <p:cNvPicPr>
              <a:picLocks noChangeAspect="1" noChangeArrowheads="1"/>
            </p:cNvPicPr>
            <p:nvPr/>
          </p:nvPicPr>
          <p:blipFill>
            <a:blip r:embed="rId3"/>
            <a:srcRect/>
            <a:stretch>
              <a:fillRect/>
            </a:stretch>
          </p:blipFill>
          <p:spPr bwMode="auto">
            <a:xfrm>
              <a:off x="3380764" y="2100818"/>
              <a:ext cx="201612" cy="384175"/>
            </a:xfrm>
            <a:prstGeom prst="rect">
              <a:avLst/>
            </a:prstGeom>
            <a:noFill/>
            <a:ln w="9525">
              <a:noFill/>
              <a:miter lim="800000"/>
              <a:headEnd/>
              <a:tailEnd/>
            </a:ln>
          </p:spPr>
        </p:pic>
        <p:pic>
          <p:nvPicPr>
            <p:cNvPr id="107" name="Picture 84" descr="Server_b"/>
            <p:cNvPicPr>
              <a:picLocks noChangeAspect="1" noChangeArrowheads="1"/>
            </p:cNvPicPr>
            <p:nvPr/>
          </p:nvPicPr>
          <p:blipFill>
            <a:blip r:embed="rId3"/>
            <a:srcRect/>
            <a:stretch>
              <a:fillRect/>
            </a:stretch>
          </p:blipFill>
          <p:spPr bwMode="auto">
            <a:xfrm>
              <a:off x="3507764" y="2100818"/>
              <a:ext cx="201612" cy="384175"/>
            </a:xfrm>
            <a:prstGeom prst="rect">
              <a:avLst/>
            </a:prstGeom>
            <a:noFill/>
            <a:ln w="9525">
              <a:noFill/>
              <a:miter lim="800000"/>
              <a:headEnd/>
              <a:tailEnd/>
            </a:ln>
          </p:spPr>
        </p:pic>
        <p:pic>
          <p:nvPicPr>
            <p:cNvPr id="108" name="Picture 84" descr="Server_b"/>
            <p:cNvPicPr>
              <a:picLocks noChangeAspect="1" noChangeArrowheads="1"/>
            </p:cNvPicPr>
            <p:nvPr/>
          </p:nvPicPr>
          <p:blipFill>
            <a:blip r:embed="rId3"/>
            <a:srcRect/>
            <a:stretch>
              <a:fillRect/>
            </a:stretch>
          </p:blipFill>
          <p:spPr bwMode="auto">
            <a:xfrm>
              <a:off x="3368064" y="2469118"/>
              <a:ext cx="201612" cy="384175"/>
            </a:xfrm>
            <a:prstGeom prst="rect">
              <a:avLst/>
            </a:prstGeom>
            <a:noFill/>
            <a:ln w="9525">
              <a:noFill/>
              <a:miter lim="800000"/>
              <a:headEnd/>
              <a:tailEnd/>
            </a:ln>
          </p:spPr>
        </p:pic>
        <p:pic>
          <p:nvPicPr>
            <p:cNvPr id="109" name="Picture 84" descr="Server_b"/>
            <p:cNvPicPr>
              <a:picLocks noChangeAspect="1" noChangeArrowheads="1"/>
            </p:cNvPicPr>
            <p:nvPr/>
          </p:nvPicPr>
          <p:blipFill>
            <a:blip r:embed="rId3"/>
            <a:srcRect/>
            <a:stretch>
              <a:fillRect/>
            </a:stretch>
          </p:blipFill>
          <p:spPr bwMode="auto">
            <a:xfrm>
              <a:off x="3495064" y="2469118"/>
              <a:ext cx="201612" cy="384175"/>
            </a:xfrm>
            <a:prstGeom prst="rect">
              <a:avLst/>
            </a:prstGeom>
            <a:noFill/>
            <a:ln w="9525">
              <a:noFill/>
              <a:miter lim="800000"/>
              <a:headEnd/>
              <a:tailEnd/>
            </a:ln>
          </p:spPr>
        </p:pic>
        <p:pic>
          <p:nvPicPr>
            <p:cNvPr id="116" name="Picture 84" descr="Server_b"/>
            <p:cNvPicPr>
              <a:picLocks noChangeAspect="1" noChangeArrowheads="1"/>
            </p:cNvPicPr>
            <p:nvPr/>
          </p:nvPicPr>
          <p:blipFill>
            <a:blip r:embed="rId3"/>
            <a:srcRect/>
            <a:stretch>
              <a:fillRect/>
            </a:stretch>
          </p:blipFill>
          <p:spPr bwMode="auto">
            <a:xfrm>
              <a:off x="3368064" y="2837418"/>
              <a:ext cx="201612" cy="384175"/>
            </a:xfrm>
            <a:prstGeom prst="rect">
              <a:avLst/>
            </a:prstGeom>
            <a:noFill/>
            <a:ln w="9525">
              <a:noFill/>
              <a:miter lim="800000"/>
              <a:headEnd/>
              <a:tailEnd/>
            </a:ln>
          </p:spPr>
        </p:pic>
        <p:pic>
          <p:nvPicPr>
            <p:cNvPr id="117" name="Picture 84" descr="Server_b"/>
            <p:cNvPicPr>
              <a:picLocks noChangeAspect="1" noChangeArrowheads="1"/>
            </p:cNvPicPr>
            <p:nvPr/>
          </p:nvPicPr>
          <p:blipFill>
            <a:blip r:embed="rId3"/>
            <a:srcRect/>
            <a:stretch>
              <a:fillRect/>
            </a:stretch>
          </p:blipFill>
          <p:spPr bwMode="auto">
            <a:xfrm>
              <a:off x="3495064" y="2837418"/>
              <a:ext cx="201612" cy="384175"/>
            </a:xfrm>
            <a:prstGeom prst="rect">
              <a:avLst/>
            </a:prstGeom>
            <a:noFill/>
            <a:ln w="9525">
              <a:noFill/>
              <a:miter lim="800000"/>
              <a:headEnd/>
              <a:tailEnd/>
            </a:ln>
          </p:spPr>
        </p:pic>
        <p:pic>
          <p:nvPicPr>
            <p:cNvPr id="118" name="Picture 84" descr="Server_b"/>
            <p:cNvPicPr>
              <a:picLocks noChangeAspect="1" noChangeArrowheads="1"/>
            </p:cNvPicPr>
            <p:nvPr/>
          </p:nvPicPr>
          <p:blipFill>
            <a:blip r:embed="rId3"/>
            <a:srcRect/>
            <a:stretch>
              <a:fillRect/>
            </a:stretch>
          </p:blipFill>
          <p:spPr bwMode="auto">
            <a:xfrm>
              <a:off x="3630440" y="2097575"/>
              <a:ext cx="201612" cy="384175"/>
            </a:xfrm>
            <a:prstGeom prst="rect">
              <a:avLst/>
            </a:prstGeom>
            <a:noFill/>
            <a:ln w="9525">
              <a:noFill/>
              <a:miter lim="800000"/>
              <a:headEnd/>
              <a:tailEnd/>
            </a:ln>
          </p:spPr>
        </p:pic>
        <p:pic>
          <p:nvPicPr>
            <p:cNvPr id="119" name="Picture 84" descr="Server_b"/>
            <p:cNvPicPr>
              <a:picLocks noChangeAspect="1" noChangeArrowheads="1"/>
            </p:cNvPicPr>
            <p:nvPr/>
          </p:nvPicPr>
          <p:blipFill>
            <a:blip r:embed="rId3"/>
            <a:srcRect/>
            <a:stretch>
              <a:fillRect/>
            </a:stretch>
          </p:blipFill>
          <p:spPr bwMode="auto">
            <a:xfrm>
              <a:off x="3757440" y="2097575"/>
              <a:ext cx="201612" cy="384175"/>
            </a:xfrm>
            <a:prstGeom prst="rect">
              <a:avLst/>
            </a:prstGeom>
            <a:noFill/>
            <a:ln w="9525">
              <a:noFill/>
              <a:miter lim="800000"/>
              <a:headEnd/>
              <a:tailEnd/>
            </a:ln>
          </p:spPr>
        </p:pic>
        <p:pic>
          <p:nvPicPr>
            <p:cNvPr id="120" name="Picture 84" descr="Server_b"/>
            <p:cNvPicPr>
              <a:picLocks noChangeAspect="1" noChangeArrowheads="1"/>
            </p:cNvPicPr>
            <p:nvPr/>
          </p:nvPicPr>
          <p:blipFill>
            <a:blip r:embed="rId3"/>
            <a:srcRect/>
            <a:stretch>
              <a:fillRect/>
            </a:stretch>
          </p:blipFill>
          <p:spPr bwMode="auto">
            <a:xfrm>
              <a:off x="3617740" y="2465875"/>
              <a:ext cx="201612" cy="384175"/>
            </a:xfrm>
            <a:prstGeom prst="rect">
              <a:avLst/>
            </a:prstGeom>
            <a:noFill/>
            <a:ln w="9525">
              <a:noFill/>
              <a:miter lim="800000"/>
              <a:headEnd/>
              <a:tailEnd/>
            </a:ln>
          </p:spPr>
        </p:pic>
        <p:pic>
          <p:nvPicPr>
            <p:cNvPr id="121" name="Picture 84" descr="Server_b"/>
            <p:cNvPicPr>
              <a:picLocks noChangeAspect="1" noChangeArrowheads="1"/>
            </p:cNvPicPr>
            <p:nvPr/>
          </p:nvPicPr>
          <p:blipFill>
            <a:blip r:embed="rId3"/>
            <a:srcRect/>
            <a:stretch>
              <a:fillRect/>
            </a:stretch>
          </p:blipFill>
          <p:spPr bwMode="auto">
            <a:xfrm>
              <a:off x="3744740" y="2465875"/>
              <a:ext cx="201612" cy="384175"/>
            </a:xfrm>
            <a:prstGeom prst="rect">
              <a:avLst/>
            </a:prstGeom>
            <a:noFill/>
            <a:ln w="9525">
              <a:noFill/>
              <a:miter lim="800000"/>
              <a:headEnd/>
              <a:tailEnd/>
            </a:ln>
          </p:spPr>
        </p:pic>
        <p:pic>
          <p:nvPicPr>
            <p:cNvPr id="122" name="Picture 84" descr="Server_b"/>
            <p:cNvPicPr>
              <a:picLocks noChangeAspect="1" noChangeArrowheads="1"/>
            </p:cNvPicPr>
            <p:nvPr/>
          </p:nvPicPr>
          <p:blipFill>
            <a:blip r:embed="rId3"/>
            <a:srcRect/>
            <a:stretch>
              <a:fillRect/>
            </a:stretch>
          </p:blipFill>
          <p:spPr bwMode="auto">
            <a:xfrm>
              <a:off x="3617740" y="2834175"/>
              <a:ext cx="201612" cy="384175"/>
            </a:xfrm>
            <a:prstGeom prst="rect">
              <a:avLst/>
            </a:prstGeom>
            <a:noFill/>
            <a:ln w="9525">
              <a:noFill/>
              <a:miter lim="800000"/>
              <a:headEnd/>
              <a:tailEnd/>
            </a:ln>
          </p:spPr>
        </p:pic>
        <p:pic>
          <p:nvPicPr>
            <p:cNvPr id="123" name="Picture 84" descr="Server_b"/>
            <p:cNvPicPr>
              <a:picLocks noChangeAspect="1" noChangeArrowheads="1"/>
            </p:cNvPicPr>
            <p:nvPr/>
          </p:nvPicPr>
          <p:blipFill>
            <a:blip r:embed="rId3"/>
            <a:srcRect/>
            <a:stretch>
              <a:fillRect/>
            </a:stretch>
          </p:blipFill>
          <p:spPr bwMode="auto">
            <a:xfrm>
              <a:off x="3744740" y="2834175"/>
              <a:ext cx="201612" cy="384175"/>
            </a:xfrm>
            <a:prstGeom prst="rect">
              <a:avLst/>
            </a:prstGeom>
            <a:noFill/>
            <a:ln w="9525">
              <a:noFill/>
              <a:miter lim="800000"/>
              <a:headEnd/>
              <a:tailEnd/>
            </a:ln>
          </p:spPr>
        </p:pic>
      </p:grpSp>
      <p:pic>
        <p:nvPicPr>
          <p:cNvPr id="126" name="Picture 37"/>
          <p:cNvPicPr>
            <a:picLocks noChangeArrowheads="1"/>
          </p:cNvPicPr>
          <p:nvPr/>
        </p:nvPicPr>
        <p:blipFill>
          <a:blip r:embed="rId4"/>
          <a:srcRect/>
          <a:stretch>
            <a:fillRect/>
          </a:stretch>
        </p:blipFill>
        <p:spPr bwMode="auto">
          <a:xfrm>
            <a:off x="3598054" y="3540046"/>
            <a:ext cx="1303765" cy="668950"/>
          </a:xfrm>
          <a:prstGeom prst="rect">
            <a:avLst/>
          </a:prstGeom>
          <a:noFill/>
          <a:ln w="9525">
            <a:noFill/>
            <a:miter lim="800000"/>
            <a:headEnd/>
            <a:tailEnd/>
          </a:ln>
        </p:spPr>
      </p:pic>
      <p:cxnSp>
        <p:nvCxnSpPr>
          <p:cNvPr id="128" name="Straight Arrow Connector 127"/>
          <p:cNvCxnSpPr>
            <a:endCxn id="29" idx="2"/>
          </p:cNvCxnSpPr>
          <p:nvPr/>
        </p:nvCxnSpPr>
        <p:spPr bwMode="auto">
          <a:xfrm flipV="1">
            <a:off x="4146988" y="3201441"/>
            <a:ext cx="11892" cy="1240765"/>
          </a:xfrm>
          <a:prstGeom prst="straightConnector1">
            <a:avLst/>
          </a:prstGeom>
          <a:noFill/>
          <a:ln w="12700" cap="flat" cmpd="sng" algn="ctr">
            <a:solidFill>
              <a:srgbClr val="FF0000"/>
            </a:solidFill>
            <a:prstDash val="solid"/>
            <a:round/>
            <a:headEnd type="none" w="med" len="med"/>
            <a:tailEnd type="arrow"/>
          </a:ln>
          <a:effectLst/>
        </p:spPr>
      </p:cxnSp>
      <p:cxnSp>
        <p:nvCxnSpPr>
          <p:cNvPr id="133" name="Straight Arrow Connector 132"/>
          <p:cNvCxnSpPr/>
          <p:nvPr/>
        </p:nvCxnSpPr>
        <p:spPr bwMode="auto">
          <a:xfrm flipV="1">
            <a:off x="4304529" y="3207394"/>
            <a:ext cx="11892" cy="1240765"/>
          </a:xfrm>
          <a:prstGeom prst="straightConnector1">
            <a:avLst/>
          </a:prstGeom>
          <a:noFill/>
          <a:ln w="12700" cap="flat" cmpd="sng" algn="ctr">
            <a:solidFill>
              <a:srgbClr val="7030A0"/>
            </a:solidFill>
            <a:prstDash val="solid"/>
            <a:round/>
            <a:headEnd type="none" w="med" len="med"/>
            <a:tailEnd type="arrow"/>
          </a:ln>
          <a:effectLst/>
        </p:spPr>
      </p:cxnSp>
      <p:cxnSp>
        <p:nvCxnSpPr>
          <p:cNvPr id="134" name="Straight Arrow Connector 133"/>
          <p:cNvCxnSpPr/>
          <p:nvPr/>
        </p:nvCxnSpPr>
        <p:spPr bwMode="auto">
          <a:xfrm flipV="1">
            <a:off x="4448393" y="3207394"/>
            <a:ext cx="11892" cy="1240765"/>
          </a:xfrm>
          <a:prstGeom prst="straightConnector1">
            <a:avLst/>
          </a:prstGeom>
          <a:noFill/>
          <a:ln w="12700" cap="flat" cmpd="sng" algn="ctr">
            <a:solidFill>
              <a:srgbClr val="FF0000"/>
            </a:solidFill>
            <a:prstDash val="solid"/>
            <a:round/>
            <a:headEnd type="none" w="med" len="med"/>
            <a:tailEnd type="arrow"/>
          </a:ln>
          <a:effectLst/>
        </p:spPr>
      </p:cxnSp>
      <p:cxnSp>
        <p:nvCxnSpPr>
          <p:cNvPr id="135" name="Straight Arrow Connector 134"/>
          <p:cNvCxnSpPr/>
          <p:nvPr/>
        </p:nvCxnSpPr>
        <p:spPr bwMode="auto">
          <a:xfrm flipV="1">
            <a:off x="3996290" y="3201441"/>
            <a:ext cx="11892" cy="1240765"/>
          </a:xfrm>
          <a:prstGeom prst="straightConnector1">
            <a:avLst/>
          </a:prstGeom>
          <a:noFill/>
          <a:ln w="12700" cap="flat" cmpd="sng" algn="ctr">
            <a:solidFill>
              <a:srgbClr val="FF0000"/>
            </a:solidFill>
            <a:prstDash val="solid"/>
            <a:round/>
            <a:headEnd type="none" w="med" len="med"/>
            <a:tailEnd type="arrow"/>
          </a:ln>
          <a:effectLst/>
        </p:spPr>
      </p:cxnSp>
      <p:cxnSp>
        <p:nvCxnSpPr>
          <p:cNvPr id="136" name="Straight Arrow Connector 135"/>
          <p:cNvCxnSpPr/>
          <p:nvPr/>
        </p:nvCxnSpPr>
        <p:spPr bwMode="auto">
          <a:xfrm flipV="1">
            <a:off x="4599082" y="3207413"/>
            <a:ext cx="11892" cy="1240765"/>
          </a:xfrm>
          <a:prstGeom prst="straightConnector1">
            <a:avLst/>
          </a:prstGeom>
          <a:noFill/>
          <a:ln w="12700" cap="flat" cmpd="sng" algn="ctr">
            <a:solidFill>
              <a:srgbClr val="7030A0"/>
            </a:solidFill>
            <a:prstDash val="solid"/>
            <a:round/>
            <a:headEnd type="none" w="med" len="med"/>
            <a:tailEnd type="arrow"/>
          </a:ln>
          <a:effectLst/>
        </p:spPr>
      </p:cxnSp>
      <p:cxnSp>
        <p:nvCxnSpPr>
          <p:cNvPr id="137" name="Straight Arrow Connector 136"/>
          <p:cNvCxnSpPr/>
          <p:nvPr/>
        </p:nvCxnSpPr>
        <p:spPr bwMode="auto">
          <a:xfrm flipV="1">
            <a:off x="3852441" y="3182391"/>
            <a:ext cx="11892" cy="1240765"/>
          </a:xfrm>
          <a:prstGeom prst="straightConnector1">
            <a:avLst/>
          </a:prstGeom>
          <a:noFill/>
          <a:ln w="12700" cap="flat" cmpd="sng" algn="ctr">
            <a:solidFill>
              <a:srgbClr val="FF0000"/>
            </a:solidFill>
            <a:prstDash val="solid"/>
            <a:round/>
            <a:headEnd type="none" w="med" len="med"/>
            <a:tailEnd type="arrow"/>
          </a:ln>
          <a:effectLst/>
        </p:spPr>
      </p:cxnSp>
      <p:sp>
        <p:nvSpPr>
          <p:cNvPr id="138" name="Oval 137"/>
          <p:cNvSpPr/>
          <p:nvPr/>
        </p:nvSpPr>
        <p:spPr bwMode="auto">
          <a:xfrm>
            <a:off x="2989352" y="1634999"/>
            <a:ext cx="1554930" cy="649188"/>
          </a:xfrm>
          <a:prstGeom prst="ellipse">
            <a:avLst/>
          </a:prstGeom>
          <a:solidFill>
            <a:srgbClr val="FF0000">
              <a:alpha val="39000"/>
            </a:srgb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algn="ctr" eaLnBrk="0" fontAlgn="base" hangingPunct="0">
              <a:spcBef>
                <a:spcPct val="50000"/>
              </a:spcBef>
              <a:spcAft>
                <a:spcPct val="0"/>
              </a:spcAft>
            </a:pPr>
            <a:endParaRPr lang="en-US" sz="2400">
              <a:solidFill>
                <a:srgbClr val="CCCCCC"/>
              </a:solidFill>
              <a:latin typeface="Verdana" pitchFamily="-111" charset="0"/>
              <a:ea typeface="Arial" pitchFamily="-111" charset="-52"/>
              <a:cs typeface="Arial" pitchFamily="-111" charset="-52"/>
            </a:endParaRPr>
          </a:p>
        </p:txBody>
      </p:sp>
      <p:sp>
        <p:nvSpPr>
          <p:cNvPr id="139" name="Oval 138"/>
          <p:cNvSpPr/>
          <p:nvPr/>
        </p:nvSpPr>
        <p:spPr bwMode="auto">
          <a:xfrm>
            <a:off x="4516903" y="1652917"/>
            <a:ext cx="1052146" cy="649188"/>
          </a:xfrm>
          <a:prstGeom prst="ellipse">
            <a:avLst/>
          </a:prstGeom>
          <a:solidFill>
            <a:srgbClr val="7030A0">
              <a:alpha val="46000"/>
            </a:srgbClr>
          </a:solidFill>
          <a:ln w="12700" cap="flat" cmpd="sng" algn="ctr">
            <a:solidFill>
              <a:srgbClr val="7030A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algn="ctr" eaLnBrk="0" fontAlgn="base" hangingPunct="0">
              <a:spcBef>
                <a:spcPct val="50000"/>
              </a:spcBef>
              <a:spcAft>
                <a:spcPct val="0"/>
              </a:spcAft>
            </a:pPr>
            <a:endParaRPr lang="en-US" sz="2400">
              <a:solidFill>
                <a:srgbClr val="CCCCCC"/>
              </a:solidFill>
              <a:latin typeface="Verdana" pitchFamily="-111" charset="0"/>
              <a:ea typeface="Arial" pitchFamily="-111" charset="-52"/>
              <a:cs typeface="Arial" pitchFamily="-111" charset="-52"/>
            </a:endParaRPr>
          </a:p>
        </p:txBody>
      </p:sp>
      <p:sp>
        <p:nvSpPr>
          <p:cNvPr id="140" name="Oval 139"/>
          <p:cNvSpPr/>
          <p:nvPr/>
        </p:nvSpPr>
        <p:spPr bwMode="auto">
          <a:xfrm>
            <a:off x="3030454" y="1641727"/>
            <a:ext cx="1315183" cy="649188"/>
          </a:xfrm>
          <a:prstGeom prst="ellipse">
            <a:avLst/>
          </a:prstGeom>
          <a:solidFill>
            <a:srgbClr val="FF0000">
              <a:alpha val="39000"/>
            </a:srgb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algn="ctr" eaLnBrk="0" fontAlgn="base" hangingPunct="0">
              <a:spcBef>
                <a:spcPct val="50000"/>
              </a:spcBef>
              <a:spcAft>
                <a:spcPct val="0"/>
              </a:spcAft>
            </a:pPr>
            <a:endParaRPr lang="en-US" sz="2400">
              <a:solidFill>
                <a:srgbClr val="CCCCCC"/>
              </a:solidFill>
              <a:latin typeface="Verdana" pitchFamily="-111" charset="0"/>
              <a:ea typeface="Arial" pitchFamily="-111" charset="-52"/>
              <a:cs typeface="Arial" pitchFamily="-111" charset="-52"/>
            </a:endParaRPr>
          </a:p>
        </p:txBody>
      </p:sp>
      <p:sp>
        <p:nvSpPr>
          <p:cNvPr id="141" name="Oval 140"/>
          <p:cNvSpPr/>
          <p:nvPr/>
        </p:nvSpPr>
        <p:spPr bwMode="auto">
          <a:xfrm>
            <a:off x="4359336" y="1659645"/>
            <a:ext cx="1315183" cy="649188"/>
          </a:xfrm>
          <a:prstGeom prst="ellipse">
            <a:avLst/>
          </a:prstGeom>
          <a:solidFill>
            <a:srgbClr val="7030A0">
              <a:alpha val="46000"/>
            </a:srgbClr>
          </a:solidFill>
          <a:ln w="12700" cap="flat" cmpd="sng" algn="ctr">
            <a:solidFill>
              <a:srgbClr val="7030A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algn="ctr" eaLnBrk="0" fontAlgn="base" hangingPunct="0">
              <a:spcBef>
                <a:spcPct val="50000"/>
              </a:spcBef>
              <a:spcAft>
                <a:spcPct val="0"/>
              </a:spcAft>
            </a:pPr>
            <a:endParaRPr lang="en-US" sz="2400">
              <a:solidFill>
                <a:srgbClr val="CCCCCC"/>
              </a:solidFill>
              <a:latin typeface="Verdana" pitchFamily="-111" charset="0"/>
              <a:ea typeface="Arial" pitchFamily="-111" charset="-52"/>
              <a:cs typeface="Arial" pitchFamily="-111" charset="-52"/>
            </a:endParaRPr>
          </a:p>
        </p:txBody>
      </p:sp>
      <p:sp>
        <p:nvSpPr>
          <p:cNvPr id="59" name="Slide Number Placeholder 58"/>
          <p:cNvSpPr>
            <a:spLocks noGrp="1"/>
          </p:cNvSpPr>
          <p:nvPr>
            <p:ph type="sldNum" sz="quarter" idx="4294967295"/>
          </p:nvPr>
        </p:nvSpPr>
        <p:spPr>
          <a:xfrm>
            <a:off x="8013650" y="6457476"/>
            <a:ext cx="817563" cy="152400"/>
          </a:xfrm>
          <a:prstGeom prst="rect">
            <a:avLst/>
          </a:prstGeom>
        </p:spPr>
        <p:txBody>
          <a:bodyPr/>
          <a:lstStyle/>
          <a:p>
            <a:pPr eaLnBrk="0" fontAlgn="base" hangingPunct="0">
              <a:spcBef>
                <a:spcPct val="50000"/>
              </a:spcBef>
              <a:spcAft>
                <a:spcPct val="0"/>
              </a:spcAft>
              <a:defRPr/>
            </a:pPr>
            <a:fld id="{1DEFE11F-158B-594E-8BEE-CC26B87FEB38}" type="slidenum">
              <a:rPr lang="en-US" kern="0">
                <a:solidFill>
                  <a:srgbClr val="808080">
                    <a:lumMod val="50000"/>
                  </a:srgbClr>
                </a:solidFill>
                <a:latin typeface="Verdana" pitchFamily="-111" charset="0"/>
                <a:cs typeface="Arial" pitchFamily="-111" charset="-52"/>
              </a:rPr>
              <a:pPr eaLnBrk="0" fontAlgn="base" hangingPunct="0">
                <a:spcBef>
                  <a:spcPct val="50000"/>
                </a:spcBef>
                <a:spcAft>
                  <a:spcPct val="0"/>
                </a:spcAft>
                <a:defRPr/>
              </a:pPr>
              <a:t>29</a:t>
            </a:fld>
            <a:endParaRPr lang="en-US" kern="0" dirty="0">
              <a:solidFill>
                <a:srgbClr val="808080">
                  <a:lumMod val="50000"/>
                </a:srgbClr>
              </a:solidFill>
              <a:latin typeface="Verdana" pitchFamily="-111" charset="0"/>
              <a:cs typeface="Arial" pitchFamily="-111" charset="-52"/>
            </a:endParaRPr>
          </a:p>
        </p:txBody>
      </p:sp>
    </p:spTree>
    <p:extLst>
      <p:ext uri="{BB962C8B-B14F-4D97-AF65-F5344CB8AC3E}">
        <p14:creationId xmlns:p14="http://schemas.microsoft.com/office/powerpoint/2010/main" val="102368099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8"/>
                                        </p:tgtEl>
                                        <p:attrNameLst>
                                          <p:attrName>style.visibility</p:attrName>
                                        </p:attrNameLst>
                                      </p:cBhvr>
                                      <p:to>
                                        <p:strVal val="visible"/>
                                      </p:to>
                                    </p:set>
                                    <p:animEffect transition="in" filter="wipe(down)">
                                      <p:cBhvr>
                                        <p:cTn id="7" dur="500"/>
                                        <p:tgtEl>
                                          <p:spTgt spid="12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33"/>
                                        </p:tgtEl>
                                        <p:attrNameLst>
                                          <p:attrName>style.visibility</p:attrName>
                                        </p:attrNameLst>
                                      </p:cBhvr>
                                      <p:to>
                                        <p:strVal val="visible"/>
                                      </p:to>
                                    </p:set>
                                    <p:animEffect transition="in" filter="wipe(down)">
                                      <p:cBhvr>
                                        <p:cTn id="11" dur="500"/>
                                        <p:tgtEl>
                                          <p:spTgt spid="133"/>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135"/>
                                        </p:tgtEl>
                                        <p:attrNameLst>
                                          <p:attrName>style.visibility</p:attrName>
                                        </p:attrNameLst>
                                      </p:cBhvr>
                                      <p:to>
                                        <p:strVal val="visible"/>
                                      </p:to>
                                    </p:set>
                                    <p:animEffect transition="in" filter="wipe(down)">
                                      <p:cBhvr>
                                        <p:cTn id="15" dur="500"/>
                                        <p:tgtEl>
                                          <p:spTgt spid="135"/>
                                        </p:tgtEl>
                                      </p:cBhvr>
                                    </p:animEffect>
                                  </p:childTnLst>
                                </p:cTn>
                              </p:par>
                              <p:par>
                                <p:cTn id="16" presetID="22" presetClass="entr" presetSubtype="4" fill="hold" nodeType="withEffect">
                                  <p:stCondLst>
                                    <p:cond delay="0"/>
                                  </p:stCondLst>
                                  <p:childTnLst>
                                    <p:set>
                                      <p:cBhvr>
                                        <p:cTn id="17" dur="1" fill="hold">
                                          <p:stCondLst>
                                            <p:cond delay="0"/>
                                          </p:stCondLst>
                                        </p:cTn>
                                        <p:tgtEl>
                                          <p:spTgt spid="134"/>
                                        </p:tgtEl>
                                        <p:attrNameLst>
                                          <p:attrName>style.visibility</p:attrName>
                                        </p:attrNameLst>
                                      </p:cBhvr>
                                      <p:to>
                                        <p:strVal val="visible"/>
                                      </p:to>
                                    </p:set>
                                    <p:animEffect transition="in" filter="wipe(down)">
                                      <p:cBhvr>
                                        <p:cTn id="18" dur="500"/>
                                        <p:tgtEl>
                                          <p:spTgt spid="134"/>
                                        </p:tgtEl>
                                      </p:cBhvr>
                                    </p:animEffect>
                                  </p:childTnLst>
                                </p:cTn>
                              </p:par>
                            </p:childTnLst>
                          </p:cTn>
                        </p:par>
                        <p:par>
                          <p:cTn id="19" fill="hold">
                            <p:stCondLst>
                              <p:cond delay="1500"/>
                            </p:stCondLst>
                            <p:childTnLst>
                              <p:par>
                                <p:cTn id="20" presetID="22" presetClass="entr" presetSubtype="4" fill="hold" nodeType="afterEffect">
                                  <p:stCondLst>
                                    <p:cond delay="0"/>
                                  </p:stCondLst>
                                  <p:childTnLst>
                                    <p:set>
                                      <p:cBhvr>
                                        <p:cTn id="21" dur="1" fill="hold">
                                          <p:stCondLst>
                                            <p:cond delay="0"/>
                                          </p:stCondLst>
                                        </p:cTn>
                                        <p:tgtEl>
                                          <p:spTgt spid="137"/>
                                        </p:tgtEl>
                                        <p:attrNameLst>
                                          <p:attrName>style.visibility</p:attrName>
                                        </p:attrNameLst>
                                      </p:cBhvr>
                                      <p:to>
                                        <p:strVal val="visible"/>
                                      </p:to>
                                    </p:set>
                                    <p:animEffect transition="in" filter="wipe(down)">
                                      <p:cBhvr>
                                        <p:cTn id="22" dur="500"/>
                                        <p:tgtEl>
                                          <p:spTgt spid="137"/>
                                        </p:tgtEl>
                                      </p:cBhvr>
                                    </p:animEffect>
                                  </p:childTnLst>
                                </p:cTn>
                              </p:par>
                              <p:par>
                                <p:cTn id="23" presetID="22" presetClass="entr" presetSubtype="4" fill="hold" nodeType="withEffect">
                                  <p:stCondLst>
                                    <p:cond delay="0"/>
                                  </p:stCondLst>
                                  <p:childTnLst>
                                    <p:set>
                                      <p:cBhvr>
                                        <p:cTn id="24" dur="1" fill="hold">
                                          <p:stCondLst>
                                            <p:cond delay="0"/>
                                          </p:stCondLst>
                                        </p:cTn>
                                        <p:tgtEl>
                                          <p:spTgt spid="136"/>
                                        </p:tgtEl>
                                        <p:attrNameLst>
                                          <p:attrName>style.visibility</p:attrName>
                                        </p:attrNameLst>
                                      </p:cBhvr>
                                      <p:to>
                                        <p:strVal val="visible"/>
                                      </p:to>
                                    </p:set>
                                    <p:animEffect transition="in" filter="wipe(down)">
                                      <p:cBhvr>
                                        <p:cTn id="25" dur="500"/>
                                        <p:tgtEl>
                                          <p:spTgt spid="136"/>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38"/>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3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xit" presetSubtype="0" fill="hold" grpId="1" nodeType="clickEffect">
                                  <p:stCondLst>
                                    <p:cond delay="0"/>
                                  </p:stCondLst>
                                  <p:childTnLst>
                                    <p:set>
                                      <p:cBhvr>
                                        <p:cTn id="35" dur="1" fill="hold">
                                          <p:stCondLst>
                                            <p:cond delay="0"/>
                                          </p:stCondLst>
                                        </p:cTn>
                                        <p:tgtEl>
                                          <p:spTgt spid="138"/>
                                        </p:tgtEl>
                                        <p:attrNameLst>
                                          <p:attrName>style.visibility</p:attrName>
                                        </p:attrNameLst>
                                      </p:cBhvr>
                                      <p:to>
                                        <p:strVal val="hidden"/>
                                      </p:to>
                                    </p:set>
                                  </p:childTnLst>
                                </p:cTn>
                              </p:par>
                              <p:par>
                                <p:cTn id="36" presetID="1" presetClass="exit" presetSubtype="0" fill="hold" grpId="1" nodeType="withEffect">
                                  <p:stCondLst>
                                    <p:cond delay="0"/>
                                  </p:stCondLst>
                                  <p:childTnLst>
                                    <p:set>
                                      <p:cBhvr>
                                        <p:cTn id="37" dur="1" fill="hold">
                                          <p:stCondLst>
                                            <p:cond delay="0"/>
                                          </p:stCondLst>
                                        </p:cTn>
                                        <p:tgtEl>
                                          <p:spTgt spid="139"/>
                                        </p:tgtEl>
                                        <p:attrNameLst>
                                          <p:attrName>style.visibility</p:attrName>
                                        </p:attrNameLst>
                                      </p:cBhvr>
                                      <p:to>
                                        <p:strVal val="hidden"/>
                                      </p:to>
                                    </p:set>
                                  </p:childTnLst>
                                </p:cTn>
                              </p:par>
                              <p:par>
                                <p:cTn id="38" presetID="1" presetClass="entr" presetSubtype="0" fill="hold" grpId="0" nodeType="withEffect">
                                  <p:stCondLst>
                                    <p:cond delay="0"/>
                                  </p:stCondLst>
                                  <p:childTnLst>
                                    <p:set>
                                      <p:cBhvr>
                                        <p:cTn id="39" dur="1" fill="hold">
                                          <p:stCondLst>
                                            <p:cond delay="0"/>
                                          </p:stCondLst>
                                        </p:cTn>
                                        <p:tgtEl>
                                          <p:spTgt spid="141"/>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animBg="1"/>
      <p:bldP spid="138" grpId="1" animBg="1"/>
      <p:bldP spid="139" grpId="0" animBg="1"/>
      <p:bldP spid="139" grpId="1" animBg="1"/>
      <p:bldP spid="140" grpId="0" animBg="1"/>
      <p:bldP spid="141"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19100" y="372523"/>
            <a:ext cx="8724900" cy="889000"/>
          </a:xfrm>
        </p:spPr>
        <p:txBody>
          <a:bodyPr/>
          <a:lstStyle/>
          <a:p>
            <a:r>
              <a:rPr lang="en-US" dirty="0"/>
              <a:t>Variability in Demand across services =&gt; Reduce Resource Requirements</a:t>
            </a:r>
          </a:p>
        </p:txBody>
      </p:sp>
      <p:sp>
        <p:nvSpPr>
          <p:cNvPr id="3" name="Content Placeholder 2"/>
          <p:cNvSpPr>
            <a:spLocks noGrp="1"/>
          </p:cNvSpPr>
          <p:nvPr>
            <p:ph idx="1"/>
          </p:nvPr>
        </p:nvSpPr>
        <p:spPr>
          <a:xfrm>
            <a:off x="419100" y="1622478"/>
            <a:ext cx="8037512" cy="2228108"/>
          </a:xfrm>
        </p:spPr>
        <p:txBody>
          <a:bodyPr/>
          <a:lstStyle/>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dirty="0"/>
              <a:t>If the peak workload of different services overlaps, the b</a:t>
            </a:r>
            <a:r>
              <a:rPr lang="en-US" dirty="0">
                <a:cs typeface="+mn-cs"/>
              </a:rPr>
              <a:t>enefit of sharing same </a:t>
            </a:r>
            <a:r>
              <a:rPr lang="en-US" dirty="0"/>
              <a:t>infrastructure diminishes</a:t>
            </a:r>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dirty="0"/>
              <a:t>But with a variety of different services/workloads, multiplexing gains are typically achieved</a:t>
            </a:r>
          </a:p>
          <a:p>
            <a:pPr>
              <a:buFont typeface="Arial" pitchFamily="34"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dirty="0">
                <a:ea typeface="ＭＳ Ｐゴシック" pitchFamily="-111" charset="-128"/>
              </a:rPr>
              <a:t>	there is a much reduced likelihood of peaks </a:t>
            </a:r>
            <a:r>
              <a:rPr lang="en-US" dirty="0"/>
              <a:t>‘lining up’</a:t>
            </a:r>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dirty="0"/>
              <a:t>Resource requirements = F (peak of the sum)</a:t>
            </a:r>
          </a:p>
          <a:p>
            <a:pPr>
              <a:buFontTx/>
              <a:buChar char="-"/>
            </a:pPr>
            <a:endParaRPr lang="en-US" dirty="0"/>
          </a:p>
        </p:txBody>
      </p:sp>
      <p:sp>
        <p:nvSpPr>
          <p:cNvPr id="16" name="Freeform 15"/>
          <p:cNvSpPr/>
          <p:nvPr/>
        </p:nvSpPr>
        <p:spPr>
          <a:xfrm>
            <a:off x="4513859" y="5012838"/>
            <a:ext cx="2517569" cy="584775"/>
          </a:xfrm>
          <a:custGeom>
            <a:avLst/>
            <a:gdLst>
              <a:gd name="connsiteX0" fmla="*/ 0 w 2517569"/>
              <a:gd name="connsiteY0" fmla="*/ 878926 h 881599"/>
              <a:gd name="connsiteX1" fmla="*/ 296883 w 2517569"/>
              <a:gd name="connsiteY1" fmla="*/ 152 h 881599"/>
              <a:gd name="connsiteX2" fmla="*/ 1223159 w 2517569"/>
              <a:gd name="connsiteY2" fmla="*/ 807674 h 881599"/>
              <a:gd name="connsiteX3" fmla="*/ 2517569 w 2517569"/>
              <a:gd name="connsiteY3" fmla="*/ 795799 h 881599"/>
            </a:gdLst>
            <a:ahLst/>
            <a:cxnLst>
              <a:cxn ang="0">
                <a:pos x="connsiteX0" y="connsiteY0"/>
              </a:cxn>
              <a:cxn ang="0">
                <a:pos x="connsiteX1" y="connsiteY1"/>
              </a:cxn>
              <a:cxn ang="0">
                <a:pos x="connsiteX2" y="connsiteY2"/>
              </a:cxn>
              <a:cxn ang="0">
                <a:pos x="connsiteX3" y="connsiteY3"/>
              </a:cxn>
            </a:cxnLst>
            <a:rect l="l" t="t" r="r" b="b"/>
            <a:pathLst>
              <a:path w="2517569" h="881599">
                <a:moveTo>
                  <a:pt x="0" y="878926"/>
                </a:moveTo>
                <a:cubicBezTo>
                  <a:pt x="46511" y="445476"/>
                  <a:pt x="93023" y="12027"/>
                  <a:pt x="296883" y="152"/>
                </a:cubicBezTo>
                <a:cubicBezTo>
                  <a:pt x="500743" y="-11723"/>
                  <a:pt x="853045" y="675066"/>
                  <a:pt x="1223159" y="807674"/>
                </a:cubicBezTo>
                <a:cubicBezTo>
                  <a:pt x="1593273" y="940282"/>
                  <a:pt x="2055421" y="868040"/>
                  <a:pt x="2517569" y="795799"/>
                </a:cubicBezTo>
              </a:path>
            </a:pathLst>
          </a:custGeom>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prstTxWarp prst="textNoShape">
              <a:avLst/>
            </a:prstTxWarp>
            <a:spAutoFit/>
          </a:bodyPr>
          <a:lstStyle/>
          <a:p>
            <a:pPr algn="ctr" eaLnBrk="0" fontAlgn="base" hangingPunct="0">
              <a:spcBef>
                <a:spcPct val="50000"/>
              </a:spcBef>
              <a:spcAft>
                <a:spcPct val="0"/>
              </a:spcAft>
            </a:pPr>
            <a:endParaRPr lang="en-US" sz="3200">
              <a:solidFill>
                <a:srgbClr val="CCCCCC"/>
              </a:solidFill>
              <a:latin typeface="Verdana" pitchFamily="-111" charset="0"/>
              <a:ea typeface="Arial" pitchFamily="-111" charset="-52"/>
              <a:cs typeface="Arial" pitchFamily="-111" charset="-52"/>
            </a:endParaRPr>
          </a:p>
        </p:txBody>
      </p:sp>
      <p:sp>
        <p:nvSpPr>
          <p:cNvPr id="17" name="Freeform 16"/>
          <p:cNvSpPr/>
          <p:nvPr/>
        </p:nvSpPr>
        <p:spPr>
          <a:xfrm flipH="1">
            <a:off x="2877828" y="4840188"/>
            <a:ext cx="2517569" cy="769441"/>
          </a:xfrm>
          <a:custGeom>
            <a:avLst/>
            <a:gdLst>
              <a:gd name="connsiteX0" fmla="*/ 0 w 2517569"/>
              <a:gd name="connsiteY0" fmla="*/ 878926 h 881599"/>
              <a:gd name="connsiteX1" fmla="*/ 296883 w 2517569"/>
              <a:gd name="connsiteY1" fmla="*/ 152 h 881599"/>
              <a:gd name="connsiteX2" fmla="*/ 1223159 w 2517569"/>
              <a:gd name="connsiteY2" fmla="*/ 807674 h 881599"/>
              <a:gd name="connsiteX3" fmla="*/ 2517569 w 2517569"/>
              <a:gd name="connsiteY3" fmla="*/ 795799 h 881599"/>
            </a:gdLst>
            <a:ahLst/>
            <a:cxnLst>
              <a:cxn ang="0">
                <a:pos x="connsiteX0" y="connsiteY0"/>
              </a:cxn>
              <a:cxn ang="0">
                <a:pos x="connsiteX1" y="connsiteY1"/>
              </a:cxn>
              <a:cxn ang="0">
                <a:pos x="connsiteX2" y="connsiteY2"/>
              </a:cxn>
              <a:cxn ang="0">
                <a:pos x="connsiteX3" y="connsiteY3"/>
              </a:cxn>
            </a:cxnLst>
            <a:rect l="l" t="t" r="r" b="b"/>
            <a:pathLst>
              <a:path w="2517569" h="881599">
                <a:moveTo>
                  <a:pt x="0" y="878926"/>
                </a:moveTo>
                <a:cubicBezTo>
                  <a:pt x="46511" y="445476"/>
                  <a:pt x="93023" y="12027"/>
                  <a:pt x="296883" y="152"/>
                </a:cubicBezTo>
                <a:cubicBezTo>
                  <a:pt x="500743" y="-11723"/>
                  <a:pt x="853045" y="675066"/>
                  <a:pt x="1223159" y="807674"/>
                </a:cubicBezTo>
                <a:cubicBezTo>
                  <a:pt x="1593273" y="940282"/>
                  <a:pt x="2055421" y="868040"/>
                  <a:pt x="2517569" y="795799"/>
                </a:cubicBezTo>
              </a:path>
            </a:pathLst>
          </a:custGeom>
          <a:ln>
            <a:solidFill>
              <a:srgbClr val="0070C0"/>
            </a:solidFill>
          </a:ln>
        </p:spPr>
        <p:style>
          <a:lnRef idx="3">
            <a:schemeClr val="accent4"/>
          </a:lnRef>
          <a:fillRef idx="0">
            <a:schemeClr val="accent4"/>
          </a:fillRef>
          <a:effectRef idx="2">
            <a:schemeClr val="accent4"/>
          </a:effectRef>
          <a:fontRef idx="minor">
            <a:schemeClr val="tx1"/>
          </a:fontRef>
        </p:style>
        <p:txBody>
          <a:bodyPr vert="horz" wrap="square" lIns="91440" tIns="45720" rIns="91440" bIns="45720" numCol="1" rtlCol="0" anchor="t" anchorCtr="0" compatLnSpc="1">
            <a:prstTxWarp prst="textNoShape">
              <a:avLst/>
            </a:prstTxWarp>
            <a:spAutoFit/>
          </a:bodyPr>
          <a:lstStyle/>
          <a:p>
            <a:pPr algn="ctr" eaLnBrk="0" fontAlgn="base" hangingPunct="0">
              <a:spcBef>
                <a:spcPct val="50000"/>
              </a:spcBef>
              <a:spcAft>
                <a:spcPct val="0"/>
              </a:spcAft>
            </a:pPr>
            <a:endParaRPr lang="en-US" sz="4400">
              <a:solidFill>
                <a:srgbClr val="0070C0"/>
              </a:solidFill>
              <a:latin typeface="Verdana" pitchFamily="-111" charset="0"/>
              <a:ea typeface="Arial" pitchFamily="-111" charset="-52"/>
              <a:cs typeface="Arial" pitchFamily="-111" charset="-52"/>
            </a:endParaRPr>
          </a:p>
        </p:txBody>
      </p:sp>
      <p:grpSp>
        <p:nvGrpSpPr>
          <p:cNvPr id="4" name="Group 19"/>
          <p:cNvGrpSpPr/>
          <p:nvPr/>
        </p:nvGrpSpPr>
        <p:grpSpPr>
          <a:xfrm>
            <a:off x="2108133" y="4323960"/>
            <a:ext cx="4182161" cy="1576774"/>
            <a:chOff x="2162496" y="1415715"/>
            <a:chExt cx="4182161" cy="1576774"/>
          </a:xfrm>
        </p:grpSpPr>
        <p:sp>
          <p:nvSpPr>
            <p:cNvPr id="19" name="TextBox 18"/>
            <p:cNvSpPr txBox="1"/>
            <p:nvPr/>
          </p:nvSpPr>
          <p:spPr>
            <a:xfrm>
              <a:off x="5783285" y="2715490"/>
              <a:ext cx="561372" cy="276999"/>
            </a:xfrm>
            <a:prstGeom prst="rect">
              <a:avLst/>
            </a:prstGeom>
            <a:noFill/>
          </p:spPr>
          <p:txBody>
            <a:bodyPr wrap="none" rtlCol="0">
              <a:spAutoFit/>
            </a:bodyPr>
            <a:lstStyle/>
            <a:p>
              <a:pPr algn="ctr" eaLnBrk="0" fontAlgn="base" hangingPunct="0">
                <a:spcBef>
                  <a:spcPct val="50000"/>
                </a:spcBef>
                <a:spcAft>
                  <a:spcPct val="0"/>
                </a:spcAft>
              </a:pPr>
              <a:r>
                <a:rPr lang="en-US" sz="1200" dirty="0">
                  <a:solidFill>
                    <a:srgbClr val="000000"/>
                  </a:solidFill>
                  <a:latin typeface="Verdana" pitchFamily="-111" charset="0"/>
                  <a:cs typeface="Arial" pitchFamily="-111" charset="-52"/>
                </a:rPr>
                <a:t>Time</a:t>
              </a:r>
            </a:p>
          </p:txBody>
        </p:sp>
        <p:grpSp>
          <p:nvGrpSpPr>
            <p:cNvPr id="5" name="Group 21"/>
            <p:cNvGrpSpPr/>
            <p:nvPr/>
          </p:nvGrpSpPr>
          <p:grpSpPr>
            <a:xfrm>
              <a:off x="2162496" y="1415715"/>
              <a:ext cx="3703914" cy="1430400"/>
              <a:chOff x="2162496" y="1415715"/>
              <a:chExt cx="3703914" cy="1430400"/>
            </a:xfrm>
          </p:grpSpPr>
          <p:grpSp>
            <p:nvGrpSpPr>
              <p:cNvPr id="6" name="Group 22"/>
              <p:cNvGrpSpPr/>
              <p:nvPr/>
            </p:nvGrpSpPr>
            <p:grpSpPr>
              <a:xfrm>
                <a:off x="2622469" y="1748223"/>
                <a:ext cx="3243941" cy="1097892"/>
                <a:chOff x="2681844" y="1736348"/>
                <a:chExt cx="3243941" cy="1097892"/>
              </a:xfrm>
            </p:grpSpPr>
            <p:cxnSp>
              <p:nvCxnSpPr>
                <p:cNvPr id="27" name="Straight Arrow Connector 26"/>
                <p:cNvCxnSpPr/>
                <p:nvPr/>
              </p:nvCxnSpPr>
              <p:spPr bwMode="auto">
                <a:xfrm>
                  <a:off x="2681844" y="2834240"/>
                  <a:ext cx="3243941" cy="0"/>
                </a:xfrm>
                <a:prstGeom prst="straightConnector1">
                  <a:avLst/>
                </a:prstGeom>
                <a:ln w="25400">
                  <a:headEnd type="none" w="med" len="med"/>
                  <a:tailEnd type="arrow"/>
                </a:ln>
              </p:spPr>
              <p:style>
                <a:lnRef idx="3">
                  <a:schemeClr val="accent1"/>
                </a:lnRef>
                <a:fillRef idx="0">
                  <a:schemeClr val="accent1"/>
                </a:fillRef>
                <a:effectRef idx="2">
                  <a:schemeClr val="accent1"/>
                </a:effectRef>
                <a:fontRef idx="minor">
                  <a:schemeClr val="tx1"/>
                </a:fontRef>
              </p:style>
            </p:cxnSp>
            <p:cxnSp>
              <p:nvCxnSpPr>
                <p:cNvPr id="28" name="Straight Arrow Connector 27"/>
                <p:cNvCxnSpPr/>
                <p:nvPr/>
              </p:nvCxnSpPr>
              <p:spPr bwMode="auto">
                <a:xfrm flipV="1">
                  <a:off x="2681844" y="1736348"/>
                  <a:ext cx="0" cy="1097892"/>
                </a:xfrm>
                <a:prstGeom prst="straightConnector1">
                  <a:avLst/>
                </a:prstGeom>
                <a:ln w="25400">
                  <a:headEnd type="none" w="med" len="med"/>
                  <a:tailEnd type="arrow"/>
                </a:ln>
              </p:spPr>
              <p:style>
                <a:lnRef idx="3">
                  <a:schemeClr val="accent1"/>
                </a:lnRef>
                <a:fillRef idx="0">
                  <a:schemeClr val="accent1"/>
                </a:fillRef>
                <a:effectRef idx="2">
                  <a:schemeClr val="accent1"/>
                </a:effectRef>
                <a:fontRef idx="minor">
                  <a:schemeClr val="tx1"/>
                </a:fontRef>
              </p:style>
            </p:cxnSp>
          </p:grpSp>
          <p:sp>
            <p:nvSpPr>
              <p:cNvPr id="23" name="TextBox 22"/>
              <p:cNvSpPr txBox="1"/>
              <p:nvPr/>
            </p:nvSpPr>
            <p:spPr>
              <a:xfrm>
                <a:off x="2162496" y="1415715"/>
                <a:ext cx="903324" cy="276999"/>
              </a:xfrm>
              <a:prstGeom prst="rect">
                <a:avLst/>
              </a:prstGeom>
              <a:noFill/>
            </p:spPr>
            <p:txBody>
              <a:bodyPr wrap="none" rtlCol="0">
                <a:spAutoFit/>
              </a:bodyPr>
              <a:lstStyle/>
              <a:p>
                <a:pPr algn="ctr" eaLnBrk="0" fontAlgn="base" hangingPunct="0">
                  <a:spcBef>
                    <a:spcPct val="50000"/>
                  </a:spcBef>
                  <a:spcAft>
                    <a:spcPct val="0"/>
                  </a:spcAft>
                </a:pPr>
                <a:r>
                  <a:rPr lang="en-US" sz="1200" dirty="0">
                    <a:solidFill>
                      <a:srgbClr val="000000"/>
                    </a:solidFill>
                    <a:latin typeface="Verdana" pitchFamily="-111" charset="0"/>
                    <a:cs typeface="Arial" pitchFamily="-111" charset="-52"/>
                  </a:rPr>
                  <a:t>Workload</a:t>
                </a:r>
              </a:p>
            </p:txBody>
          </p:sp>
        </p:grpSp>
      </p:grpSp>
      <p:sp>
        <p:nvSpPr>
          <p:cNvPr id="29" name="Freeform 28"/>
          <p:cNvSpPr/>
          <p:nvPr/>
        </p:nvSpPr>
        <p:spPr>
          <a:xfrm>
            <a:off x="3499351" y="5010863"/>
            <a:ext cx="2517569" cy="584775"/>
          </a:xfrm>
          <a:custGeom>
            <a:avLst/>
            <a:gdLst>
              <a:gd name="connsiteX0" fmla="*/ 0 w 2517569"/>
              <a:gd name="connsiteY0" fmla="*/ 878926 h 881599"/>
              <a:gd name="connsiteX1" fmla="*/ 296883 w 2517569"/>
              <a:gd name="connsiteY1" fmla="*/ 152 h 881599"/>
              <a:gd name="connsiteX2" fmla="*/ 1223159 w 2517569"/>
              <a:gd name="connsiteY2" fmla="*/ 807674 h 881599"/>
              <a:gd name="connsiteX3" fmla="*/ 2517569 w 2517569"/>
              <a:gd name="connsiteY3" fmla="*/ 795799 h 881599"/>
            </a:gdLst>
            <a:ahLst/>
            <a:cxnLst>
              <a:cxn ang="0">
                <a:pos x="connsiteX0" y="connsiteY0"/>
              </a:cxn>
              <a:cxn ang="0">
                <a:pos x="connsiteX1" y="connsiteY1"/>
              </a:cxn>
              <a:cxn ang="0">
                <a:pos x="connsiteX2" y="connsiteY2"/>
              </a:cxn>
              <a:cxn ang="0">
                <a:pos x="connsiteX3" y="connsiteY3"/>
              </a:cxn>
            </a:cxnLst>
            <a:rect l="l" t="t" r="r" b="b"/>
            <a:pathLst>
              <a:path w="2517569" h="881599">
                <a:moveTo>
                  <a:pt x="0" y="878926"/>
                </a:moveTo>
                <a:cubicBezTo>
                  <a:pt x="46511" y="445476"/>
                  <a:pt x="93023" y="12027"/>
                  <a:pt x="296883" y="152"/>
                </a:cubicBezTo>
                <a:cubicBezTo>
                  <a:pt x="500743" y="-11723"/>
                  <a:pt x="853045" y="675066"/>
                  <a:pt x="1223159" y="807674"/>
                </a:cubicBezTo>
                <a:cubicBezTo>
                  <a:pt x="1593273" y="940282"/>
                  <a:pt x="2055421" y="868040"/>
                  <a:pt x="2517569" y="795799"/>
                </a:cubicBezTo>
              </a:path>
            </a:pathLst>
          </a:custGeom>
          <a:ln>
            <a:prstDash val="dash"/>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prstTxWarp prst="textNoShape">
              <a:avLst/>
            </a:prstTxWarp>
            <a:spAutoFit/>
          </a:bodyPr>
          <a:lstStyle/>
          <a:p>
            <a:pPr algn="ctr" eaLnBrk="0" fontAlgn="base" hangingPunct="0">
              <a:spcBef>
                <a:spcPct val="50000"/>
              </a:spcBef>
              <a:spcAft>
                <a:spcPct val="0"/>
              </a:spcAft>
            </a:pPr>
            <a:endParaRPr lang="en-US" sz="3200">
              <a:solidFill>
                <a:srgbClr val="CCCCCC"/>
              </a:solidFill>
              <a:latin typeface="Verdana" pitchFamily="-111" charset="0"/>
              <a:ea typeface="Arial" pitchFamily="-111" charset="-52"/>
              <a:cs typeface="Arial" pitchFamily="-111" charset="-52"/>
            </a:endParaRPr>
          </a:p>
        </p:txBody>
      </p:sp>
      <p:cxnSp>
        <p:nvCxnSpPr>
          <p:cNvPr id="30" name="Straight Arrow Connector 29"/>
          <p:cNvCxnSpPr/>
          <p:nvPr/>
        </p:nvCxnSpPr>
        <p:spPr bwMode="auto">
          <a:xfrm flipH="1">
            <a:off x="3584434" y="5388348"/>
            <a:ext cx="617517" cy="0"/>
          </a:xfrm>
          <a:prstGeom prst="straightConnector1">
            <a:avLst/>
          </a:prstGeom>
          <a:ln>
            <a:headEnd type="none" w="med" len="med"/>
            <a:tailEnd type="arrow"/>
          </a:ln>
        </p:spPr>
        <p:style>
          <a:lnRef idx="2">
            <a:schemeClr val="dk1"/>
          </a:lnRef>
          <a:fillRef idx="0">
            <a:schemeClr val="dk1"/>
          </a:fillRef>
          <a:effectRef idx="1">
            <a:schemeClr val="dk1"/>
          </a:effectRef>
          <a:fontRef idx="minor">
            <a:schemeClr val="tx1"/>
          </a:fontRef>
        </p:style>
      </p:cxnSp>
      <p:sp>
        <p:nvSpPr>
          <p:cNvPr id="32" name="Slide Number Placeholder 31"/>
          <p:cNvSpPr>
            <a:spLocks noGrp="1"/>
          </p:cNvSpPr>
          <p:nvPr>
            <p:ph type="sldNum" sz="quarter" idx="4294967295"/>
          </p:nvPr>
        </p:nvSpPr>
        <p:spPr>
          <a:xfrm>
            <a:off x="8013650" y="6457476"/>
            <a:ext cx="817563" cy="152400"/>
          </a:xfrm>
          <a:prstGeom prst="rect">
            <a:avLst/>
          </a:prstGeom>
        </p:spPr>
        <p:txBody>
          <a:bodyPr/>
          <a:lstStyle/>
          <a:p>
            <a:pPr eaLnBrk="0" fontAlgn="base" hangingPunct="0">
              <a:spcBef>
                <a:spcPct val="50000"/>
              </a:spcBef>
              <a:spcAft>
                <a:spcPct val="0"/>
              </a:spcAft>
              <a:defRPr/>
            </a:pPr>
            <a:fld id="{1DEFE11F-158B-594E-8BEE-CC26B87FEB38}" type="slidenum">
              <a:rPr lang="en-US" kern="0">
                <a:solidFill>
                  <a:srgbClr val="808080">
                    <a:lumMod val="50000"/>
                  </a:srgbClr>
                </a:solidFill>
                <a:latin typeface="Verdana" pitchFamily="-111" charset="0"/>
                <a:cs typeface="Arial" pitchFamily="-111" charset="-52"/>
              </a:rPr>
              <a:pPr eaLnBrk="0" fontAlgn="base" hangingPunct="0">
                <a:spcBef>
                  <a:spcPct val="50000"/>
                </a:spcBef>
                <a:spcAft>
                  <a:spcPct val="0"/>
                </a:spcAft>
                <a:defRPr/>
              </a:pPr>
              <a:t>30</a:t>
            </a:fld>
            <a:endParaRPr lang="en-US" kern="0" dirty="0">
              <a:solidFill>
                <a:srgbClr val="808080">
                  <a:lumMod val="50000"/>
                </a:srgbClr>
              </a:solidFill>
              <a:latin typeface="Verdana" pitchFamily="-111" charset="0"/>
              <a:cs typeface="Arial" pitchFamily="-111" charset="-52"/>
            </a:endParaRPr>
          </a:p>
        </p:txBody>
      </p:sp>
    </p:spTree>
    <p:extLst>
      <p:ext uri="{BB962C8B-B14F-4D97-AF65-F5344CB8AC3E}">
        <p14:creationId xmlns:p14="http://schemas.microsoft.com/office/powerpoint/2010/main" val="219952718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par>
                          <p:cTn id="7" fill="hold">
                            <p:stCondLst>
                              <p:cond delay="0"/>
                            </p:stCondLst>
                            <p:childTnLst>
                              <p:par>
                                <p:cTn id="8" presetID="1" presetClass="exit" presetSubtype="0" fill="hold" grpId="0" nodeType="afterEffect">
                                  <p:stCondLst>
                                    <p:cond delay="0"/>
                                  </p:stCondLst>
                                  <p:childTnLst>
                                    <p:set>
                                      <p:cBhvr>
                                        <p:cTn id="9" dur="1" fill="hold">
                                          <p:stCondLst>
                                            <p:cond delay="0"/>
                                          </p:stCondLst>
                                        </p:cTn>
                                        <p:tgtEl>
                                          <p:spTgt spid="16"/>
                                        </p:tgtEl>
                                        <p:attrNameLst>
                                          <p:attrName>style.visibility</p:attrName>
                                        </p:attrNameLst>
                                      </p:cBhvr>
                                      <p:to>
                                        <p:strVal val="hidden"/>
                                      </p:to>
                                    </p:set>
                                  </p:childTnLst>
                                </p:cTn>
                              </p:par>
                              <p:par>
                                <p:cTn id="10" presetID="1" presetClass="entr" presetSubtype="0" fill="hold" grpId="1" nodeType="withEffect">
                                  <p:stCondLst>
                                    <p:cond delay="0"/>
                                  </p:stCondLst>
                                  <p:childTnLst>
                                    <p:set>
                                      <p:cBhvr>
                                        <p:cTn id="11" dur="1" fill="hold">
                                          <p:stCondLst>
                                            <p:cond delay="0"/>
                                          </p:stCondLst>
                                        </p:cTn>
                                        <p:tgtEl>
                                          <p:spTgt spid="29"/>
                                        </p:tgtEl>
                                        <p:attrNameLst>
                                          <p:attrName>style.visibility</p:attrName>
                                        </p:attrNameLst>
                                      </p:cBhvr>
                                      <p:to>
                                        <p:strVal val="visible"/>
                                      </p:to>
                                    </p:set>
                                  </p:childTnLst>
                                </p:cTn>
                              </p:par>
                            </p:childTnLst>
                          </p:cTn>
                        </p:par>
                        <p:par>
                          <p:cTn id="12" fill="hold">
                            <p:stCondLst>
                              <p:cond delay="0"/>
                            </p:stCondLst>
                            <p:childTnLst>
                              <p:par>
                                <p:cTn id="13" presetID="35" presetClass="path" presetSubtype="0" accel="50000" decel="50000" fill="hold" grpId="0" nodeType="afterEffect">
                                  <p:stCondLst>
                                    <p:cond delay="0"/>
                                  </p:stCondLst>
                                  <p:childTnLst>
                                    <p:animMotion origin="layout" path="M 0.08698 0.00115 L -4.44444E-6 2.87763E-6 " pathEditMode="relative" rAng="0" ptsTypes="AA">
                                      <p:cBhvr>
                                        <p:cTn id="14" dur="2000" fill="hold"/>
                                        <p:tgtEl>
                                          <p:spTgt spid="29"/>
                                        </p:tgtEl>
                                        <p:attrNameLst>
                                          <p:attrName>ppt_x</p:attrName>
                                          <p:attrName>ppt_y</p:attrName>
                                        </p:attrNameLst>
                                      </p:cBhvr>
                                      <p:rCtr x="-4400" y="-1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9" grpId="0" animBg="1"/>
      <p:bldP spid="29" grpId="1"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211395" name="Text Box 3">
            <a:extLst>
              <a:ext uri="{FF2B5EF4-FFF2-40B4-BE49-F238E27FC236}">
                <a16:creationId xmlns:a16="http://schemas.microsoft.com/office/drawing/2014/main" id="{C250A84A-69C9-DD47-8087-7129D7E0CA3F}"/>
              </a:ext>
            </a:extLst>
          </p:cNvPr>
          <p:cNvSpPr txBox="1">
            <a:spLocks noChangeArrowheads="1"/>
          </p:cNvSpPr>
          <p:nvPr/>
        </p:nvSpPr>
        <p:spPr bwMode="auto">
          <a:xfrm>
            <a:off x="425450" y="339725"/>
            <a:ext cx="8501063" cy="579438"/>
          </a:xfrm>
          <a:prstGeom prst="rect">
            <a:avLst/>
          </a:prstGeom>
          <a:noFill/>
          <a:ln>
            <a:noFill/>
          </a:ln>
          <a:effectLst/>
          <a:extLst>
            <a:ext uri="{909E8E84-426E-40dd-AFC4-6F175D3DCCD1}"/>
            <a:ext uri="{91240B29-F687-4f45-9708-019B960494DF}"/>
            <a:ext uri="{AF507438-7753-43e0-B8FC-AC1667EBCBE1}"/>
          </a:extLst>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3200" b="1" i="0" u="none" strike="noStrike" kern="1200" cap="none" spc="0" normalizeH="0" baseline="0" noProof="0">
                <a:ln>
                  <a:noFill/>
                </a:ln>
                <a:solidFill>
                  <a:srgbClr val="FFFF00"/>
                </a:solidFill>
                <a:effectLst>
                  <a:outerShdw blurRad="38100" dist="38100" dir="2700000" algn="tl">
                    <a:srgbClr val="000000"/>
                  </a:outerShdw>
                </a:effectLst>
                <a:uLnTx/>
                <a:uFillTx/>
                <a:latin typeface="Arial" panose="020B0604020202020204" pitchFamily="34" charset="0"/>
                <a:ea typeface="ＭＳ Ｐゴシック" panose="020B0600070205080204" pitchFamily="34" charset="-128"/>
                <a:cs typeface="+mn-cs"/>
              </a:rPr>
              <a:t>Datacenter and Server Cost Distribution</a:t>
            </a:r>
          </a:p>
        </p:txBody>
      </p:sp>
      <p:pic>
        <p:nvPicPr>
          <p:cNvPr id="20482" name="Picture 4" descr="f01-14-9780123858801">
            <a:extLst>
              <a:ext uri="{FF2B5EF4-FFF2-40B4-BE49-F238E27FC236}">
                <a16:creationId xmlns:a16="http://schemas.microsoft.com/office/drawing/2014/main" id="{926AFEF4-7D29-6343-A0FE-32255D7552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588" y="1254125"/>
            <a:ext cx="8602662" cy="442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0358040"/>
      </p:ext>
    </p:extLst>
  </p:cSld>
  <p:clrMapOvr>
    <a:masterClrMapping/>
  </p:clrMapOvr>
  <p:transition>
    <p:zoom/>
  </p:transition>
</p:sld>
</file>

<file path=ppt/slides/slide3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152002" name="Title 1">
            <a:extLst>
              <a:ext uri="{FF2B5EF4-FFF2-40B4-BE49-F238E27FC236}">
                <a16:creationId xmlns:a16="http://schemas.microsoft.com/office/drawing/2014/main" id="{FFF54815-329B-8041-8A3E-710BCEE59A8C}"/>
              </a:ext>
            </a:extLst>
          </p:cNvPr>
          <p:cNvSpPr>
            <a:spLocks noGrp="1"/>
          </p:cNvSpPr>
          <p:nvPr>
            <p:ph type="title" idx="4294967295"/>
          </p:nvPr>
        </p:nvSpPr>
        <p:spPr/>
        <p:txBody>
          <a:bodyPr lIns="121840" tIns="60920" rIns="121840" bIns="60920" anchor="ctr"/>
          <a:lstStyle/>
          <a:p>
            <a:pPr eaLnBrk="1" hangingPunct="1">
              <a:defRPr/>
            </a:pPr>
            <a:r>
              <a:rPr lang="en-US" altLang="en-US" sz="4300"/>
              <a:t>The Cloud </a:t>
            </a:r>
          </a:p>
        </p:txBody>
      </p:sp>
      <p:sp>
        <p:nvSpPr>
          <p:cNvPr id="1152003" name="Content Placeholder 4">
            <a:extLst>
              <a:ext uri="{FF2B5EF4-FFF2-40B4-BE49-F238E27FC236}">
                <a16:creationId xmlns:a16="http://schemas.microsoft.com/office/drawing/2014/main" id="{959D6128-2C75-374C-842B-C48DFE87F0E1}"/>
              </a:ext>
            </a:extLst>
          </p:cNvPr>
          <p:cNvSpPr>
            <a:spLocks noGrp="1"/>
          </p:cNvSpPr>
          <p:nvPr>
            <p:ph idx="4294967295"/>
          </p:nvPr>
        </p:nvSpPr>
        <p:spPr>
          <a:xfrm>
            <a:off x="219075" y="939800"/>
            <a:ext cx="6083300" cy="5459875"/>
          </a:xfrm>
        </p:spPr>
        <p:txBody>
          <a:bodyPr lIns="121840" tIns="60920" rIns="121840" bIns="60920"/>
          <a:lstStyle/>
          <a:p>
            <a:pPr marL="376238" indent="-376238" defTabSz="1217613" eaLnBrk="1" hangingPunct="1">
              <a:defRPr/>
            </a:pPr>
            <a:r>
              <a:rPr lang="en-US" altLang="en-US" sz="2400" b="1" dirty="0"/>
              <a:t>Historical roots in today</a:t>
            </a:r>
            <a:r>
              <a:rPr lang="ja-JP" altLang="en-US" sz="2400" b="1"/>
              <a:t>’</a:t>
            </a:r>
            <a:r>
              <a:rPr lang="en-US" altLang="ja-JP" sz="2400" b="1" dirty="0"/>
              <a:t>s </a:t>
            </a:r>
            <a:br>
              <a:rPr lang="en-US" altLang="ja-JP" sz="2400" b="1" dirty="0"/>
            </a:br>
            <a:r>
              <a:rPr lang="en-US" altLang="ja-JP" sz="2400" b="1" dirty="0"/>
              <a:t>Internet apps</a:t>
            </a:r>
          </a:p>
          <a:p>
            <a:pPr marL="1095375" lvl="2" indent="-301625" defTabSz="1217613" eaLnBrk="1" hangingPunct="1">
              <a:defRPr/>
            </a:pPr>
            <a:r>
              <a:rPr lang="en-US" altLang="en-US" b="1" dirty="0"/>
              <a:t>Search, email, social networks</a:t>
            </a:r>
          </a:p>
          <a:p>
            <a:pPr marL="1095375" lvl="2" indent="-301625" defTabSz="1217613" eaLnBrk="1" hangingPunct="1">
              <a:defRPr/>
            </a:pPr>
            <a:r>
              <a:rPr lang="en-US" altLang="en-US" b="1" dirty="0"/>
              <a:t>File storage (Live Mesh, Mobile</a:t>
            </a:r>
            <a:br>
              <a:rPr lang="en-US" altLang="en-US" b="1" dirty="0"/>
            </a:br>
            <a:r>
              <a:rPr lang="en-US" altLang="en-US" b="1" dirty="0"/>
              <a:t>Me, Flickr, …)</a:t>
            </a:r>
          </a:p>
          <a:p>
            <a:pPr marL="376238" indent="-376238" defTabSz="1217613" eaLnBrk="1" hangingPunct="1">
              <a:defRPr/>
            </a:pPr>
            <a:r>
              <a:rPr lang="en-US" altLang="en-US" sz="2400" b="1" dirty="0"/>
              <a:t>A cloud infrastructure provides a framework to manage scalable, reliable, on-demand access to applications</a:t>
            </a:r>
          </a:p>
          <a:p>
            <a:pPr marL="376238" indent="-376238" defTabSz="1217613" eaLnBrk="1" hangingPunct="1">
              <a:defRPr/>
            </a:pPr>
            <a:r>
              <a:rPr lang="en-US" altLang="en-US" sz="2400" b="1" dirty="0"/>
              <a:t>A cloud is the </a:t>
            </a:r>
            <a:r>
              <a:rPr lang="ja-JP" altLang="en-US" sz="2400" b="1"/>
              <a:t>“</a:t>
            </a:r>
            <a:r>
              <a:rPr lang="en-US" altLang="ja-JP" sz="2400" b="1" dirty="0"/>
              <a:t>invisible</a:t>
            </a:r>
            <a:r>
              <a:rPr lang="ja-JP" altLang="en-US" sz="2400" b="1"/>
              <a:t>”</a:t>
            </a:r>
            <a:r>
              <a:rPr lang="en-US" altLang="ja-JP" sz="2400" b="1" dirty="0"/>
              <a:t> backend to many of our mobile applications</a:t>
            </a:r>
          </a:p>
          <a:p>
            <a:pPr marL="376238" indent="-376238" defTabSz="1217613" eaLnBrk="1" hangingPunct="1">
              <a:defRPr/>
            </a:pPr>
            <a:r>
              <a:rPr lang="en-US" altLang="en-US" sz="2400" b="1" dirty="0"/>
              <a:t>A model of computation and data storage based on </a:t>
            </a:r>
            <a:r>
              <a:rPr lang="ja-JP" altLang="en-US" sz="2400" b="1"/>
              <a:t>“</a:t>
            </a:r>
            <a:r>
              <a:rPr lang="en-US" altLang="ja-JP" sz="2400" b="1" dirty="0"/>
              <a:t>pay as you go</a:t>
            </a:r>
            <a:r>
              <a:rPr lang="ja-JP" altLang="en-US" sz="2400" b="1"/>
              <a:t>”</a:t>
            </a:r>
            <a:r>
              <a:rPr lang="en-US" altLang="ja-JP" sz="2400" b="1" dirty="0"/>
              <a:t> access to </a:t>
            </a:r>
            <a:r>
              <a:rPr lang="ja-JP" altLang="en-US" sz="2400" b="1"/>
              <a:t>“</a:t>
            </a:r>
            <a:r>
              <a:rPr lang="en-US" altLang="ja-JP" sz="2400" b="1" dirty="0"/>
              <a:t>unlimited</a:t>
            </a:r>
            <a:r>
              <a:rPr lang="ja-JP" altLang="en-US" sz="2400" b="1"/>
              <a:t>”</a:t>
            </a:r>
            <a:r>
              <a:rPr lang="en-US" altLang="ja-JP" sz="2400" b="1" dirty="0"/>
              <a:t> remote data center capabilities</a:t>
            </a:r>
            <a:endParaRPr lang="en-US" altLang="en-US" sz="2400" b="1" dirty="0"/>
          </a:p>
        </p:txBody>
      </p:sp>
      <p:pic>
        <p:nvPicPr>
          <p:cNvPr id="8" name="Picture 7" descr="clouds.jpg">
            <a:extLst>
              <a:ext uri="{FF2B5EF4-FFF2-40B4-BE49-F238E27FC236}">
                <a16:creationId xmlns:a16="http://schemas.microsoft.com/office/drawing/2014/main" id="{E0287C62-9F49-4C4A-971B-0450BF19A1DD}"/>
              </a:ext>
            </a:extLst>
          </p:cNvPr>
          <p:cNvPicPr>
            <a:picLocks noChangeAspect="1"/>
          </p:cNvPicPr>
          <p:nvPr/>
        </p:nvPicPr>
        <p:blipFill>
          <a:blip r:embed="rId2" cstate="print"/>
          <a:stretch>
            <a:fillRect/>
          </a:stretch>
        </p:blipFill>
        <p:spPr>
          <a:xfrm>
            <a:off x="6195780" y="3177154"/>
            <a:ext cx="2719083" cy="3316478"/>
          </a:xfrm>
          <a:prstGeom prst="rect">
            <a:avLst/>
          </a:prstGeom>
          <a:ln>
            <a:noFill/>
          </a:ln>
          <a:effectLst>
            <a:softEdge rad="112500"/>
          </a:effectLst>
        </p:spPr>
      </p:pic>
      <p:pic>
        <p:nvPicPr>
          <p:cNvPr id="9" name="Picture 8" descr="datacenter1.JPG">
            <a:extLst>
              <a:ext uri="{FF2B5EF4-FFF2-40B4-BE49-F238E27FC236}">
                <a16:creationId xmlns:a16="http://schemas.microsoft.com/office/drawing/2014/main" id="{F5F8C1E1-690F-094C-AC23-673F6F68BD52}"/>
              </a:ext>
            </a:extLst>
          </p:cNvPr>
          <p:cNvPicPr>
            <a:picLocks noChangeAspect="1"/>
          </p:cNvPicPr>
          <p:nvPr/>
        </p:nvPicPr>
        <p:blipFill>
          <a:blip r:embed="rId3" cstate="print"/>
          <a:stretch>
            <a:fillRect/>
          </a:stretch>
        </p:blipFill>
        <p:spPr>
          <a:xfrm>
            <a:off x="6093545" y="672722"/>
            <a:ext cx="2883259" cy="2132009"/>
          </a:xfrm>
          <a:prstGeom prst="rect">
            <a:avLst/>
          </a:prstGeom>
          <a:ln>
            <a:noFill/>
          </a:ln>
          <a:effectLst>
            <a:softEdge rad="112500"/>
          </a:effectLst>
        </p:spPr>
      </p:pic>
      <p:sp>
        <p:nvSpPr>
          <p:cNvPr id="6" name="Text Box 10">
            <a:extLst>
              <a:ext uri="{FF2B5EF4-FFF2-40B4-BE49-F238E27FC236}">
                <a16:creationId xmlns:a16="http://schemas.microsoft.com/office/drawing/2014/main" id="{89CB0DB8-28C1-C34D-855C-73F91351548F}"/>
              </a:ext>
            </a:extLst>
          </p:cNvPr>
          <p:cNvSpPr txBox="1">
            <a:spLocks noChangeArrowheads="1"/>
          </p:cNvSpPr>
          <p:nvPr/>
        </p:nvSpPr>
        <p:spPr bwMode="auto">
          <a:xfrm>
            <a:off x="2352675" y="6451600"/>
            <a:ext cx="4022725" cy="244475"/>
          </a:xfrm>
          <a:prstGeom prst="rect">
            <a:avLst/>
          </a:prstGeom>
          <a:noFill/>
          <a:ln>
            <a:noFill/>
          </a:ln>
          <a:effectLst/>
          <a:extLst>
            <a:ext uri="{909E8E84-426E-40dd-AFC4-6F175D3DCCD1}"/>
            <a:ext uri="{91240B29-F687-4f45-9708-019B960494DF}"/>
            <a:ext uri="{AF507438-7753-43e0-B8FC-AC1667EBCBE1}"/>
          </a:extLst>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eaLnBrk="1" hangingPunct="1">
              <a:defRPr/>
            </a:pPr>
            <a:r>
              <a:rPr lang="en-US" altLang="en-US" sz="1000"/>
              <a:t>Copyright © 2012, Elsevier Inc. All rights reserved.</a:t>
            </a:r>
            <a:endParaRPr lang="en-US" altLang="en-US" sz="1000">
              <a:effectLst>
                <a:outerShdw blurRad="38100" dist="38100" dir="2700000" algn="tl">
                  <a:srgbClr val="000000"/>
                </a:outerShdw>
              </a:effectLst>
            </a:endParaRPr>
          </a:p>
        </p:txBody>
      </p:sp>
    </p:spTree>
    <p:extLst>
      <p:ext uri="{BB962C8B-B14F-4D97-AF65-F5344CB8AC3E}">
        <p14:creationId xmlns:p14="http://schemas.microsoft.com/office/powerpoint/2010/main" val="443374780"/>
      </p:ext>
    </p:extLst>
  </p:cSld>
  <p:clrMapOvr>
    <a:masterClrMapping/>
  </p:clrMapOvr>
  <p:transition>
    <p:strips dir="rd"/>
  </p:transition>
</p:sld>
</file>

<file path=ppt/slides/slide33.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p>
            <a:pPr eaLnBrk="0" fontAlgn="base" hangingPunct="0">
              <a:spcBef>
                <a:spcPct val="50000"/>
              </a:spcBef>
              <a:spcAft>
                <a:spcPct val="0"/>
              </a:spcAft>
            </a:pPr>
            <a:fld id="{003F8DB2-2EFB-4986-A9C9-103BD40E1C02}" type="slidenum">
              <a:rPr lang="en-US">
                <a:solidFill>
                  <a:srgbClr val="067AB4"/>
                </a:solidFill>
                <a:latin typeface="Verdana" pitchFamily="-111" charset="0"/>
                <a:cs typeface="Arial" pitchFamily="-111" charset="-52"/>
              </a:rPr>
              <a:pPr eaLnBrk="0" fontAlgn="base" hangingPunct="0">
                <a:spcBef>
                  <a:spcPct val="50000"/>
                </a:spcBef>
                <a:spcAft>
                  <a:spcPct val="0"/>
                </a:spcAft>
              </a:pPr>
              <a:t>33</a:t>
            </a:fld>
            <a:endParaRPr lang="en-US">
              <a:solidFill>
                <a:srgbClr val="067AB4"/>
              </a:solidFill>
              <a:latin typeface="Verdana" pitchFamily="-111" charset="0"/>
              <a:cs typeface="Arial" pitchFamily="-111" charset="-52"/>
            </a:endParaRPr>
          </a:p>
        </p:txBody>
      </p:sp>
      <p:sp>
        <p:nvSpPr>
          <p:cNvPr id="20481" name="Rectangle 1"/>
          <p:cNvSpPr>
            <a:spLocks noGrp="1" noChangeArrowheads="1"/>
          </p:cNvSpPr>
          <p:nvPr>
            <p:ph type="body" idx="1"/>
          </p:nvPr>
        </p:nvSpPr>
        <p:spPr>
          <a:xfrm>
            <a:off x="0" y="1281572"/>
            <a:ext cx="6962660" cy="4051300"/>
          </a:xfrm>
          <a:ln/>
        </p:spPr>
        <p:txBody>
          <a:bodyPr/>
          <a:lstStyle/>
          <a:p>
            <a:pPr marL="473257"/>
            <a:r>
              <a:rPr lang="en-US" dirty="0"/>
              <a:t>Provides highly scalable execution platform</a:t>
            </a:r>
          </a:p>
          <a:p>
            <a:pPr marL="785785" lvl="1"/>
            <a:r>
              <a:rPr lang="en-US" dirty="0"/>
              <a:t>Must write application to meet App Engine API</a:t>
            </a:r>
          </a:p>
          <a:p>
            <a:pPr marL="785785" lvl="1"/>
            <a:r>
              <a:rPr lang="en-US" dirty="0"/>
              <a:t>App Engine will </a:t>
            </a:r>
            <a:r>
              <a:rPr lang="en-US" dirty="0" err="1"/>
              <a:t>autoscale</a:t>
            </a:r>
            <a:r>
              <a:rPr lang="en-US" dirty="0"/>
              <a:t> your application</a:t>
            </a:r>
          </a:p>
          <a:p>
            <a:pPr marL="785785" lvl="1"/>
            <a:r>
              <a:rPr lang="en-US" dirty="0"/>
              <a:t>Strict requirements on application state</a:t>
            </a:r>
          </a:p>
          <a:p>
            <a:pPr marL="1098313" lvl="2"/>
            <a:r>
              <a:rPr lang="en-US" dirty="0"/>
              <a:t>“Stateless” applications much easier to scale</a:t>
            </a:r>
          </a:p>
          <a:p>
            <a:pPr marL="785785" lvl="1"/>
            <a:endParaRPr lang="en-US" dirty="0"/>
          </a:p>
          <a:p>
            <a:pPr marL="473257">
              <a:lnSpc>
                <a:spcPct val="90000"/>
              </a:lnSpc>
            </a:pPr>
            <a:r>
              <a:rPr lang="en-US" dirty="0"/>
              <a:t>Not based on virtualization</a:t>
            </a:r>
          </a:p>
          <a:p>
            <a:pPr marL="785785" lvl="1"/>
            <a:r>
              <a:rPr lang="en-US" dirty="0"/>
              <a:t>Multiple users’ threads running in same OS</a:t>
            </a:r>
          </a:p>
          <a:p>
            <a:pPr marL="785785" lvl="1"/>
            <a:r>
              <a:rPr lang="en-US" dirty="0"/>
              <a:t>Allows Google to quickly increase number of “worker threads” running each client’s application</a:t>
            </a:r>
          </a:p>
          <a:p>
            <a:pPr marL="473257">
              <a:lnSpc>
                <a:spcPct val="90000"/>
              </a:lnSpc>
            </a:pPr>
            <a:r>
              <a:rPr lang="en-US" dirty="0"/>
              <a:t>Simple scalability, but limited control</a:t>
            </a:r>
          </a:p>
          <a:p>
            <a:pPr marL="785785" lvl="1"/>
            <a:r>
              <a:rPr lang="en-US" dirty="0"/>
              <a:t>Only supports Java and Python</a:t>
            </a:r>
          </a:p>
        </p:txBody>
      </p:sp>
      <p:sp>
        <p:nvSpPr>
          <p:cNvPr id="20482" name="Rectangle 2"/>
          <p:cNvSpPr>
            <a:spLocks noGrp="1" noChangeArrowheads="1"/>
          </p:cNvSpPr>
          <p:nvPr>
            <p:ph type="title"/>
          </p:nvPr>
        </p:nvSpPr>
        <p:spPr>
          <a:ln/>
        </p:spPr>
        <p:txBody>
          <a:bodyPr/>
          <a:lstStyle/>
          <a:p>
            <a:r>
              <a:rPr lang="en-US"/>
              <a:t>PaaS: Google App Engine</a:t>
            </a:r>
          </a:p>
        </p:txBody>
      </p:sp>
      <p:pic>
        <p:nvPicPr>
          <p:cNvPr id="20483" name="Picture 3"/>
          <p:cNvPicPr>
            <a:picLocks noChangeAspect="1" noChangeArrowheads="1"/>
          </p:cNvPicPr>
          <p:nvPr/>
        </p:nvPicPr>
        <p:blipFill>
          <a:blip r:embed="rId2" cstate="print"/>
          <a:srcRect/>
          <a:stretch>
            <a:fillRect/>
          </a:stretch>
        </p:blipFill>
        <p:spPr bwMode="auto">
          <a:xfrm>
            <a:off x="6845947" y="1744640"/>
            <a:ext cx="2069455" cy="1928813"/>
          </a:xfrm>
          <a:prstGeom prst="rect">
            <a:avLst/>
          </a:prstGeom>
          <a:noFill/>
          <a:ln w="12700" cap="flat">
            <a:noFill/>
            <a:miter lim="800000"/>
            <a:headEnd/>
            <a:tailEnd/>
          </a:ln>
        </p:spPr>
      </p:pic>
      <p:pic>
        <p:nvPicPr>
          <p:cNvPr id="6" name="Picture 4" descr="How Does Google's Serverless App Engine Work? – CloudSavvy IT">
            <a:extLst>
              <a:ext uri="{FF2B5EF4-FFF2-40B4-BE49-F238E27FC236}">
                <a16:creationId xmlns:a16="http://schemas.microsoft.com/office/drawing/2014/main" id="{D3DCC140-EFC7-9E4A-BD4E-355EA8E4C1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5947" y="3767769"/>
            <a:ext cx="2298053" cy="12315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2095449"/>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5" name="Slide Number Placeholder 3"/>
          <p:cNvSpPr>
            <a:spLocks noGrp="1"/>
          </p:cNvSpPr>
          <p:nvPr>
            <p:ph type="sldNum" sz="quarter" idx="10"/>
          </p:nvPr>
        </p:nvSpPr>
        <p:spPr/>
        <p:txBody>
          <a:bodyPr/>
          <a:lstStyle/>
          <a:p>
            <a:pPr eaLnBrk="0" fontAlgn="base" hangingPunct="0">
              <a:spcBef>
                <a:spcPct val="50000"/>
              </a:spcBef>
              <a:spcAft>
                <a:spcPct val="0"/>
              </a:spcAft>
            </a:pPr>
            <a:fld id="{E43E47C6-184C-4FCC-A442-D49450DA49EF}" type="slidenum">
              <a:rPr lang="en-US">
                <a:solidFill>
                  <a:srgbClr val="067AB4"/>
                </a:solidFill>
                <a:latin typeface="Verdana" pitchFamily="-111" charset="0"/>
                <a:cs typeface="Arial" pitchFamily="-111" charset="-52"/>
              </a:rPr>
              <a:pPr eaLnBrk="0" fontAlgn="base" hangingPunct="0">
                <a:spcBef>
                  <a:spcPct val="50000"/>
                </a:spcBef>
                <a:spcAft>
                  <a:spcPct val="0"/>
                </a:spcAft>
              </a:pPr>
              <a:t>34</a:t>
            </a:fld>
            <a:endParaRPr lang="en-US">
              <a:solidFill>
                <a:srgbClr val="067AB4"/>
              </a:solidFill>
              <a:latin typeface="Verdana" pitchFamily="-111" charset="0"/>
              <a:cs typeface="Arial" pitchFamily="-111" charset="-52"/>
            </a:endParaRPr>
          </a:p>
        </p:txBody>
      </p:sp>
      <p:sp>
        <p:nvSpPr>
          <p:cNvPr id="21505" name="Rectangle 1"/>
          <p:cNvSpPr>
            <a:spLocks noGrp="1" noChangeArrowheads="1"/>
          </p:cNvSpPr>
          <p:nvPr>
            <p:ph type="body" idx="1"/>
          </p:nvPr>
        </p:nvSpPr>
        <p:spPr>
          <a:xfrm>
            <a:off x="214312" y="1098352"/>
            <a:ext cx="8688586" cy="5304234"/>
          </a:xfrm>
          <a:ln/>
        </p:spPr>
        <p:txBody>
          <a:bodyPr/>
          <a:lstStyle/>
          <a:p>
            <a:pPr marL="473257"/>
            <a:r>
              <a:rPr lang="en-US" dirty="0"/>
              <a:t>Rents servers and storage to customers</a:t>
            </a:r>
          </a:p>
          <a:p>
            <a:pPr marL="785785" lvl="1"/>
            <a:r>
              <a:rPr lang="en-US" dirty="0"/>
              <a:t>Uses virtualization to share each server across multiple customers</a:t>
            </a:r>
          </a:p>
          <a:p>
            <a:pPr marL="785785" lvl="1"/>
            <a:r>
              <a:rPr lang="en-US" dirty="0"/>
              <a:t>Economy of scale lowers prices</a:t>
            </a:r>
          </a:p>
          <a:p>
            <a:pPr marL="785785" lvl="1"/>
            <a:r>
              <a:rPr lang="en-US" dirty="0"/>
              <a:t>Can create VM with push of a button</a:t>
            </a:r>
          </a:p>
        </p:txBody>
      </p:sp>
      <p:pic>
        <p:nvPicPr>
          <p:cNvPr id="21506" name="Picture 2"/>
          <p:cNvPicPr>
            <a:picLocks noChangeArrowheads="1"/>
          </p:cNvPicPr>
          <p:nvPr/>
        </p:nvPicPr>
        <p:blipFill>
          <a:blip r:embed="rId2" cstate="print"/>
          <a:srcRect/>
          <a:stretch>
            <a:fillRect/>
          </a:stretch>
        </p:blipFill>
        <p:spPr bwMode="auto">
          <a:xfrm>
            <a:off x="6018609" y="2902150"/>
            <a:ext cx="2634258" cy="1518047"/>
          </a:xfrm>
          <a:prstGeom prst="rect">
            <a:avLst/>
          </a:prstGeom>
          <a:noFill/>
          <a:ln w="9525" cap="flat">
            <a:noFill/>
            <a:miter lim="800000"/>
            <a:headEnd/>
            <a:tailEnd/>
          </a:ln>
        </p:spPr>
      </p:pic>
      <p:sp>
        <p:nvSpPr>
          <p:cNvPr id="21507" name="Rectangle 3"/>
          <p:cNvSpPr>
            <a:spLocks noGrp="1" noChangeArrowheads="1"/>
          </p:cNvSpPr>
          <p:nvPr>
            <p:ph type="title"/>
          </p:nvPr>
        </p:nvSpPr>
        <p:spPr>
          <a:ln/>
        </p:spPr>
        <p:txBody>
          <a:bodyPr/>
          <a:lstStyle/>
          <a:p>
            <a:r>
              <a:rPr lang="en-US"/>
              <a:t>IaaS: Amazon EC2</a:t>
            </a:r>
          </a:p>
        </p:txBody>
      </p:sp>
      <p:pic>
        <p:nvPicPr>
          <p:cNvPr id="21508" name="Picture 4"/>
          <p:cNvPicPr>
            <a:picLocks noChangeArrowheads="1"/>
          </p:cNvPicPr>
          <p:nvPr/>
        </p:nvPicPr>
        <p:blipFill>
          <a:blip r:embed="rId3" cstate="print"/>
          <a:srcRect/>
          <a:stretch>
            <a:fillRect/>
          </a:stretch>
        </p:blipFill>
        <p:spPr bwMode="auto">
          <a:xfrm>
            <a:off x="6572252" y="2312789"/>
            <a:ext cx="1518047" cy="1955602"/>
          </a:xfrm>
          <a:prstGeom prst="rect">
            <a:avLst/>
          </a:prstGeom>
          <a:noFill/>
          <a:ln w="9525" cap="flat">
            <a:noFill/>
            <a:miter lim="800000"/>
            <a:headEnd/>
            <a:tailEnd/>
          </a:ln>
        </p:spPr>
      </p:pic>
      <p:grpSp>
        <p:nvGrpSpPr>
          <p:cNvPr id="2" name="Group 8"/>
          <p:cNvGrpSpPr>
            <a:grpSpLocks/>
          </p:cNvGrpSpPr>
          <p:nvPr/>
        </p:nvGrpSpPr>
        <p:grpSpPr bwMode="auto">
          <a:xfrm>
            <a:off x="6250783" y="5098854"/>
            <a:ext cx="1285875" cy="1007939"/>
            <a:chOff x="0" y="0"/>
            <a:chExt cx="1152" cy="903"/>
          </a:xfrm>
        </p:grpSpPr>
        <p:sp>
          <p:nvSpPr>
            <p:cNvPr id="21509" name="Oval 5"/>
            <p:cNvSpPr>
              <a:spLocks/>
            </p:cNvSpPr>
            <p:nvPr/>
          </p:nvSpPr>
          <p:spPr bwMode="auto">
            <a:xfrm>
              <a:off x="0" y="367"/>
              <a:ext cx="1152" cy="536"/>
            </a:xfrm>
            <a:prstGeom prst="ellipse">
              <a:avLst/>
            </a:prstGeom>
            <a:solidFill>
              <a:srgbClr val="D90B00"/>
            </a:solidFill>
            <a:ln w="12700" cap="flat">
              <a:solidFill>
                <a:schemeClr val="tx1"/>
              </a:solidFill>
              <a:prstDash val="solid"/>
              <a:miter lim="800000"/>
              <a:headEnd type="none" w="med" len="med"/>
              <a:tailEnd type="none" w="med" len="med"/>
            </a:ln>
          </p:spPr>
          <p:txBody>
            <a:bodyPr lIns="0" tIns="0" rIns="0" bIns="0"/>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pic>
          <p:nvPicPr>
            <p:cNvPr id="21510" name="Picture 6"/>
            <p:cNvPicPr>
              <a:picLocks noChangeArrowheads="1"/>
            </p:cNvPicPr>
            <p:nvPr/>
          </p:nvPicPr>
          <p:blipFill>
            <a:blip r:embed="rId4" cstate="print"/>
            <a:srcRect/>
            <a:stretch>
              <a:fillRect/>
            </a:stretch>
          </p:blipFill>
          <p:spPr bwMode="auto">
            <a:xfrm>
              <a:off x="394" y="0"/>
              <a:ext cx="666" cy="769"/>
            </a:xfrm>
            <a:prstGeom prst="rect">
              <a:avLst/>
            </a:prstGeom>
            <a:noFill/>
            <a:ln w="9525" cap="flat">
              <a:noFill/>
              <a:miter lim="800000"/>
              <a:headEnd/>
              <a:tailEnd/>
            </a:ln>
          </p:spPr>
        </p:pic>
        <p:pic>
          <p:nvPicPr>
            <p:cNvPr id="21511" name="Picture 7"/>
            <p:cNvPicPr>
              <a:picLocks noChangeArrowheads="1"/>
            </p:cNvPicPr>
            <p:nvPr/>
          </p:nvPicPr>
          <p:blipFill>
            <a:blip r:embed="rId5" cstate="print"/>
            <a:srcRect/>
            <a:stretch>
              <a:fillRect/>
            </a:stretch>
          </p:blipFill>
          <p:spPr bwMode="auto">
            <a:xfrm>
              <a:off x="86" y="247"/>
              <a:ext cx="471" cy="544"/>
            </a:xfrm>
            <a:prstGeom prst="rect">
              <a:avLst/>
            </a:prstGeom>
            <a:noFill/>
            <a:ln w="9525" cap="flat">
              <a:noFill/>
              <a:miter lim="800000"/>
              <a:headEnd/>
              <a:tailEnd/>
            </a:ln>
          </p:spPr>
        </p:pic>
      </p:grpSp>
      <p:grpSp>
        <p:nvGrpSpPr>
          <p:cNvPr id="3" name="Group 13"/>
          <p:cNvGrpSpPr>
            <a:grpSpLocks/>
          </p:cNvGrpSpPr>
          <p:nvPr/>
        </p:nvGrpSpPr>
        <p:grpSpPr bwMode="auto">
          <a:xfrm>
            <a:off x="7599164" y="5107781"/>
            <a:ext cx="1382986" cy="982266"/>
            <a:chOff x="0" y="0"/>
            <a:chExt cx="1239" cy="879"/>
          </a:xfrm>
        </p:grpSpPr>
        <p:sp>
          <p:nvSpPr>
            <p:cNvPr id="21513" name="Oval 9"/>
            <p:cNvSpPr>
              <a:spLocks/>
            </p:cNvSpPr>
            <p:nvPr/>
          </p:nvSpPr>
          <p:spPr bwMode="auto">
            <a:xfrm>
              <a:off x="0" y="428"/>
              <a:ext cx="1239" cy="451"/>
            </a:xfrm>
            <a:prstGeom prst="ellipse">
              <a:avLst/>
            </a:prstGeom>
            <a:solidFill>
              <a:srgbClr val="2E6FFD"/>
            </a:solidFill>
            <a:ln w="12700" cap="flat">
              <a:solidFill>
                <a:schemeClr val="tx1"/>
              </a:solidFill>
              <a:prstDash val="solid"/>
              <a:miter lim="800000"/>
              <a:headEnd type="none" w="med" len="med"/>
              <a:tailEnd type="none" w="med" len="med"/>
            </a:ln>
          </p:spPr>
          <p:txBody>
            <a:bodyPr lIns="0" tIns="0" rIns="0" bIns="0"/>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pic>
          <p:nvPicPr>
            <p:cNvPr id="21514" name="Picture 10"/>
            <p:cNvPicPr>
              <a:picLocks noChangeArrowheads="1"/>
            </p:cNvPicPr>
            <p:nvPr/>
          </p:nvPicPr>
          <p:blipFill>
            <a:blip r:embed="rId6" cstate="print"/>
            <a:srcRect/>
            <a:stretch>
              <a:fillRect/>
            </a:stretch>
          </p:blipFill>
          <p:spPr bwMode="auto">
            <a:xfrm>
              <a:off x="283" y="0"/>
              <a:ext cx="558" cy="646"/>
            </a:xfrm>
            <a:prstGeom prst="rect">
              <a:avLst/>
            </a:prstGeom>
            <a:noFill/>
            <a:ln w="9525" cap="flat">
              <a:noFill/>
              <a:miter lim="800000"/>
              <a:headEnd/>
              <a:tailEnd/>
            </a:ln>
          </p:spPr>
        </p:pic>
        <p:pic>
          <p:nvPicPr>
            <p:cNvPr id="21515" name="Picture 11"/>
            <p:cNvPicPr>
              <a:picLocks noChangeArrowheads="1"/>
            </p:cNvPicPr>
            <p:nvPr/>
          </p:nvPicPr>
          <p:blipFill>
            <a:blip r:embed="rId7" cstate="print"/>
            <a:srcRect/>
            <a:stretch>
              <a:fillRect/>
            </a:stretch>
          </p:blipFill>
          <p:spPr bwMode="auto">
            <a:xfrm>
              <a:off x="717" y="328"/>
              <a:ext cx="395" cy="457"/>
            </a:xfrm>
            <a:prstGeom prst="rect">
              <a:avLst/>
            </a:prstGeom>
            <a:noFill/>
            <a:ln w="9525" cap="flat">
              <a:noFill/>
              <a:miter lim="800000"/>
              <a:headEnd/>
              <a:tailEnd/>
            </a:ln>
          </p:spPr>
        </p:pic>
        <p:pic>
          <p:nvPicPr>
            <p:cNvPr id="21516" name="Picture 12"/>
            <p:cNvPicPr>
              <a:picLocks noChangeArrowheads="1"/>
            </p:cNvPicPr>
            <p:nvPr/>
          </p:nvPicPr>
          <p:blipFill>
            <a:blip r:embed="rId7" cstate="print"/>
            <a:srcRect/>
            <a:stretch>
              <a:fillRect/>
            </a:stretch>
          </p:blipFill>
          <p:spPr bwMode="auto">
            <a:xfrm>
              <a:off x="72" y="328"/>
              <a:ext cx="395" cy="457"/>
            </a:xfrm>
            <a:prstGeom prst="rect">
              <a:avLst/>
            </a:prstGeom>
            <a:noFill/>
            <a:ln w="9525" cap="flat">
              <a:noFill/>
              <a:miter lim="800000"/>
              <a:headEnd/>
              <a:tailEnd/>
            </a:ln>
          </p:spPr>
        </p:pic>
      </p:grpSp>
      <p:sp>
        <p:nvSpPr>
          <p:cNvPr id="21518" name="Line 14"/>
          <p:cNvSpPr>
            <a:spLocks noChangeShapeType="1"/>
          </p:cNvSpPr>
          <p:nvPr/>
        </p:nvSpPr>
        <p:spPr bwMode="auto">
          <a:xfrm>
            <a:off x="7768828" y="4315272"/>
            <a:ext cx="241102" cy="730002"/>
          </a:xfrm>
          <a:prstGeom prst="line">
            <a:avLst/>
          </a:prstGeom>
          <a:noFill/>
          <a:ln w="50800" cap="flat">
            <a:solidFill>
              <a:srgbClr val="003DCC"/>
            </a:solidFill>
            <a:prstDash val="solid"/>
            <a:miter lim="800000"/>
            <a:headEnd type="stealth" w="med" len="med"/>
            <a:tailEnd type="none" w="med" len="med"/>
          </a:ln>
        </p:spPr>
        <p:txBody>
          <a:bodyPr lIns="0" tIns="0" rIns="0" bIns="0"/>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sp>
        <p:nvSpPr>
          <p:cNvPr id="21519" name="Line 15"/>
          <p:cNvSpPr>
            <a:spLocks noChangeShapeType="1"/>
          </p:cNvSpPr>
          <p:nvPr/>
        </p:nvSpPr>
        <p:spPr bwMode="auto">
          <a:xfrm flipH="1">
            <a:off x="6827865" y="3982642"/>
            <a:ext cx="59159" cy="1178719"/>
          </a:xfrm>
          <a:prstGeom prst="line">
            <a:avLst/>
          </a:prstGeom>
          <a:noFill/>
          <a:ln w="50800" cap="flat">
            <a:solidFill>
              <a:srgbClr val="6E0500"/>
            </a:solidFill>
            <a:prstDash val="solid"/>
            <a:miter lim="800000"/>
            <a:headEnd type="stealth" w="med" len="med"/>
            <a:tailEnd type="none" w="med" len="med"/>
          </a:ln>
        </p:spPr>
        <p:txBody>
          <a:bodyPr lIns="0" tIns="0" rIns="0" bIns="0"/>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sp>
        <p:nvSpPr>
          <p:cNvPr id="21520" name="Oval 16"/>
          <p:cNvSpPr>
            <a:spLocks/>
          </p:cNvSpPr>
          <p:nvPr/>
        </p:nvSpPr>
        <p:spPr bwMode="auto">
          <a:xfrm rot="1658758">
            <a:off x="6441654" y="2805040"/>
            <a:ext cx="678656" cy="312539"/>
          </a:xfrm>
          <a:prstGeom prst="ellipse">
            <a:avLst/>
          </a:prstGeom>
          <a:solidFill>
            <a:srgbClr val="A3D979">
              <a:alpha val="89999"/>
            </a:srgbClr>
          </a:solidFill>
          <a:ln w="25400" cap="flat">
            <a:solidFill>
              <a:schemeClr val="tx1">
                <a:alpha val="89999"/>
              </a:schemeClr>
            </a:solidFill>
            <a:prstDash val="solid"/>
            <a:miter lim="800000"/>
            <a:headEnd type="none" w="med" len="med"/>
            <a:tailEnd type="none" w="med" len="med"/>
          </a:ln>
        </p:spPr>
        <p:txBody>
          <a:bodyPr lIns="0" tIns="0" rIns="0" bIns="0"/>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sp>
        <p:nvSpPr>
          <p:cNvPr id="21521" name="Oval 17"/>
          <p:cNvSpPr>
            <a:spLocks/>
          </p:cNvSpPr>
          <p:nvPr/>
        </p:nvSpPr>
        <p:spPr bwMode="auto">
          <a:xfrm rot="1658758">
            <a:off x="7256489" y="3167809"/>
            <a:ext cx="669727" cy="312539"/>
          </a:xfrm>
          <a:prstGeom prst="ellipse">
            <a:avLst/>
          </a:prstGeom>
          <a:solidFill>
            <a:srgbClr val="D90B00">
              <a:alpha val="79999"/>
            </a:srgbClr>
          </a:solidFill>
          <a:ln w="25400" cap="flat">
            <a:solidFill>
              <a:schemeClr val="tx1">
                <a:alpha val="79999"/>
              </a:schemeClr>
            </a:solidFill>
            <a:prstDash val="solid"/>
            <a:miter lim="800000"/>
            <a:headEnd type="none" w="med" len="med"/>
            <a:tailEnd type="none" w="med" len="med"/>
          </a:ln>
        </p:spPr>
        <p:txBody>
          <a:bodyPr lIns="0" tIns="0" rIns="0" bIns="0"/>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sp>
        <p:nvSpPr>
          <p:cNvPr id="21522" name="Oval 18"/>
          <p:cNvSpPr>
            <a:spLocks/>
          </p:cNvSpPr>
          <p:nvPr/>
        </p:nvSpPr>
        <p:spPr bwMode="auto">
          <a:xfrm rot="1658758">
            <a:off x="7248674" y="3791771"/>
            <a:ext cx="678656" cy="312539"/>
          </a:xfrm>
          <a:prstGeom prst="ellipse">
            <a:avLst/>
          </a:prstGeom>
          <a:solidFill>
            <a:srgbClr val="A3D979">
              <a:alpha val="79999"/>
            </a:srgbClr>
          </a:solidFill>
          <a:ln w="25400" cap="flat">
            <a:solidFill>
              <a:schemeClr val="tx1">
                <a:alpha val="79999"/>
              </a:schemeClr>
            </a:solidFill>
            <a:prstDash val="solid"/>
            <a:miter lim="800000"/>
            <a:headEnd type="none" w="med" len="med"/>
            <a:tailEnd type="none" w="med" len="med"/>
          </a:ln>
        </p:spPr>
        <p:txBody>
          <a:bodyPr lIns="0" tIns="0" rIns="0" bIns="0"/>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sp>
        <p:nvSpPr>
          <p:cNvPr id="21523" name="Oval 19"/>
          <p:cNvSpPr>
            <a:spLocks/>
          </p:cNvSpPr>
          <p:nvPr/>
        </p:nvSpPr>
        <p:spPr bwMode="auto">
          <a:xfrm rot="1658758">
            <a:off x="6802190" y="3523880"/>
            <a:ext cx="678656" cy="312539"/>
          </a:xfrm>
          <a:prstGeom prst="ellipse">
            <a:avLst/>
          </a:prstGeom>
          <a:solidFill>
            <a:srgbClr val="2E6FFD">
              <a:alpha val="79999"/>
            </a:srgbClr>
          </a:solidFill>
          <a:ln w="25400" cap="flat">
            <a:solidFill>
              <a:schemeClr val="tx1">
                <a:alpha val="79999"/>
              </a:schemeClr>
            </a:solidFill>
            <a:prstDash val="solid"/>
            <a:miter lim="800000"/>
            <a:headEnd type="none" w="med" len="med"/>
            <a:tailEnd type="none" w="med" len="med"/>
          </a:ln>
        </p:spPr>
        <p:txBody>
          <a:bodyPr lIns="0" tIns="0" rIns="0" bIns="0"/>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sp>
        <p:nvSpPr>
          <p:cNvPr id="21524" name="Oval 20"/>
          <p:cNvSpPr>
            <a:spLocks/>
          </p:cNvSpPr>
          <p:nvPr/>
        </p:nvSpPr>
        <p:spPr bwMode="auto">
          <a:xfrm rot="1658758">
            <a:off x="6855768" y="3255990"/>
            <a:ext cx="678656" cy="312539"/>
          </a:xfrm>
          <a:prstGeom prst="ellipse">
            <a:avLst/>
          </a:prstGeom>
          <a:solidFill>
            <a:srgbClr val="D90B00">
              <a:alpha val="79999"/>
            </a:srgbClr>
          </a:solidFill>
          <a:ln w="25400" cap="flat">
            <a:solidFill>
              <a:schemeClr val="tx1">
                <a:alpha val="79999"/>
              </a:schemeClr>
            </a:solidFill>
            <a:prstDash val="solid"/>
            <a:miter lim="800000"/>
            <a:headEnd type="none" w="med" len="med"/>
            <a:tailEnd type="none" w="med" len="med"/>
          </a:ln>
        </p:spPr>
        <p:txBody>
          <a:bodyPr lIns="0" tIns="0" rIns="0" bIns="0"/>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grpSp>
        <p:nvGrpSpPr>
          <p:cNvPr id="4" name="Group 25"/>
          <p:cNvGrpSpPr>
            <a:grpSpLocks/>
          </p:cNvGrpSpPr>
          <p:nvPr/>
        </p:nvGrpSpPr>
        <p:grpSpPr bwMode="auto">
          <a:xfrm>
            <a:off x="4518422" y="4857752"/>
            <a:ext cx="1669852" cy="1178719"/>
            <a:chOff x="0" y="0"/>
            <a:chExt cx="1496" cy="1056"/>
          </a:xfrm>
        </p:grpSpPr>
        <p:sp>
          <p:nvSpPr>
            <p:cNvPr id="21525" name="Oval 21"/>
            <p:cNvSpPr>
              <a:spLocks/>
            </p:cNvSpPr>
            <p:nvPr/>
          </p:nvSpPr>
          <p:spPr bwMode="auto">
            <a:xfrm>
              <a:off x="0" y="514"/>
              <a:ext cx="1496" cy="542"/>
            </a:xfrm>
            <a:prstGeom prst="ellipse">
              <a:avLst/>
            </a:prstGeom>
            <a:solidFill>
              <a:srgbClr val="A3D979"/>
            </a:solidFill>
            <a:ln w="12700" cap="flat">
              <a:solidFill>
                <a:schemeClr val="tx1"/>
              </a:solidFill>
              <a:prstDash val="solid"/>
              <a:miter lim="800000"/>
              <a:headEnd type="none" w="med" len="med"/>
              <a:tailEnd type="none" w="med" len="med"/>
            </a:ln>
          </p:spPr>
          <p:txBody>
            <a:bodyPr lIns="0" tIns="0" rIns="0" bIns="0"/>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pic>
          <p:nvPicPr>
            <p:cNvPr id="21526" name="Picture 22"/>
            <p:cNvPicPr>
              <a:picLocks noChangeArrowheads="1"/>
            </p:cNvPicPr>
            <p:nvPr/>
          </p:nvPicPr>
          <p:blipFill>
            <a:blip r:embed="rId4" cstate="print"/>
            <a:srcRect/>
            <a:stretch>
              <a:fillRect/>
            </a:stretch>
          </p:blipFill>
          <p:spPr bwMode="auto">
            <a:xfrm>
              <a:off x="342" y="0"/>
              <a:ext cx="673" cy="775"/>
            </a:xfrm>
            <a:prstGeom prst="rect">
              <a:avLst/>
            </a:prstGeom>
            <a:noFill/>
            <a:ln w="9525" cap="flat">
              <a:noFill/>
              <a:miter lim="800000"/>
              <a:headEnd/>
              <a:tailEnd/>
            </a:ln>
          </p:spPr>
        </p:pic>
        <p:pic>
          <p:nvPicPr>
            <p:cNvPr id="21527" name="Picture 23"/>
            <p:cNvPicPr>
              <a:picLocks noChangeArrowheads="1"/>
            </p:cNvPicPr>
            <p:nvPr/>
          </p:nvPicPr>
          <p:blipFill>
            <a:blip r:embed="rId8" cstate="print"/>
            <a:srcRect/>
            <a:stretch>
              <a:fillRect/>
            </a:stretch>
          </p:blipFill>
          <p:spPr bwMode="auto">
            <a:xfrm>
              <a:off x="865" y="394"/>
              <a:ext cx="476" cy="548"/>
            </a:xfrm>
            <a:prstGeom prst="rect">
              <a:avLst/>
            </a:prstGeom>
            <a:noFill/>
            <a:ln w="9525" cap="flat">
              <a:noFill/>
              <a:miter lim="800000"/>
              <a:headEnd/>
              <a:tailEnd/>
            </a:ln>
          </p:spPr>
        </p:pic>
        <p:pic>
          <p:nvPicPr>
            <p:cNvPr id="21528" name="Picture 24"/>
            <p:cNvPicPr>
              <a:picLocks noChangeArrowheads="1"/>
            </p:cNvPicPr>
            <p:nvPr/>
          </p:nvPicPr>
          <p:blipFill>
            <a:blip r:embed="rId8" cstate="print"/>
            <a:srcRect/>
            <a:stretch>
              <a:fillRect/>
            </a:stretch>
          </p:blipFill>
          <p:spPr bwMode="auto">
            <a:xfrm>
              <a:off x="87" y="394"/>
              <a:ext cx="476" cy="548"/>
            </a:xfrm>
            <a:prstGeom prst="rect">
              <a:avLst/>
            </a:prstGeom>
            <a:noFill/>
            <a:ln w="9525" cap="flat">
              <a:noFill/>
              <a:miter lim="800000"/>
              <a:headEnd/>
              <a:tailEnd/>
            </a:ln>
          </p:spPr>
        </p:pic>
      </p:grpSp>
      <p:sp>
        <p:nvSpPr>
          <p:cNvPr id="21530" name="Line 26"/>
          <p:cNvSpPr>
            <a:spLocks noChangeShapeType="1"/>
          </p:cNvSpPr>
          <p:nvPr/>
        </p:nvSpPr>
        <p:spPr bwMode="auto">
          <a:xfrm flipH="1">
            <a:off x="5456041" y="3743774"/>
            <a:ext cx="991195" cy="1096119"/>
          </a:xfrm>
          <a:prstGeom prst="line">
            <a:avLst/>
          </a:prstGeom>
          <a:noFill/>
          <a:ln w="50800" cap="flat">
            <a:solidFill>
              <a:srgbClr val="558E28"/>
            </a:solidFill>
            <a:prstDash val="solid"/>
            <a:miter lim="800000"/>
            <a:headEnd type="stealth" w="med" len="med"/>
            <a:tailEnd type="none" w="med" len="med"/>
          </a:ln>
        </p:spPr>
        <p:txBody>
          <a:bodyPr lIns="0" tIns="0" rIns="0" bIns="0"/>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graphicFrame>
        <p:nvGraphicFramePr>
          <p:cNvPr id="21531" name="Group 27"/>
          <p:cNvGraphicFramePr>
            <a:graphicFrameLocks noGrp="1"/>
          </p:cNvGraphicFramePr>
          <p:nvPr/>
        </p:nvGraphicFramePr>
        <p:xfrm>
          <a:off x="794742" y="3250406"/>
          <a:ext cx="3750468" cy="1455540"/>
        </p:xfrm>
        <a:graphic>
          <a:graphicData uri="http://schemas.openxmlformats.org/drawingml/2006/table">
            <a:tbl>
              <a:tblPr/>
              <a:tblGrid>
                <a:gridCol w="937617">
                  <a:extLst>
                    <a:ext uri="{9D8B030D-6E8A-4147-A177-3AD203B41FA5}">
                      <a16:colId xmlns:a16="http://schemas.microsoft.com/office/drawing/2014/main" val="20000"/>
                    </a:ext>
                  </a:extLst>
                </a:gridCol>
                <a:gridCol w="937617">
                  <a:extLst>
                    <a:ext uri="{9D8B030D-6E8A-4147-A177-3AD203B41FA5}">
                      <a16:colId xmlns:a16="http://schemas.microsoft.com/office/drawing/2014/main" val="20001"/>
                    </a:ext>
                  </a:extLst>
                </a:gridCol>
                <a:gridCol w="937617">
                  <a:extLst>
                    <a:ext uri="{9D8B030D-6E8A-4147-A177-3AD203B41FA5}">
                      <a16:colId xmlns:a16="http://schemas.microsoft.com/office/drawing/2014/main" val="20002"/>
                    </a:ext>
                  </a:extLst>
                </a:gridCol>
                <a:gridCol w="937617">
                  <a:extLst>
                    <a:ext uri="{9D8B030D-6E8A-4147-A177-3AD203B41FA5}">
                      <a16:colId xmlns:a16="http://schemas.microsoft.com/office/drawing/2014/main" val="20003"/>
                    </a:ext>
                  </a:extLst>
                </a:gridCol>
              </a:tblGrid>
              <a:tr h="363885">
                <a:tc>
                  <a:txBody>
                    <a:bodyPr/>
                    <a:lstStyle/>
                    <a:p>
                      <a:pPr marL="0" marR="0" lvl="0" indent="0" algn="ctr" defTabSz="914400" rtl="0" eaLnBrk="1" fontAlgn="base" latinLnBrk="0" hangingPunct="1">
                        <a:lnSpc>
                          <a:spcPct val="100000"/>
                        </a:lnSpc>
                        <a:spcBef>
                          <a:spcPct val="0"/>
                        </a:spcBef>
                        <a:spcAft>
                          <a:spcPct val="0"/>
                        </a:spcAft>
                        <a:buClr>
                          <a:srgbClr val="000000"/>
                        </a:buClr>
                        <a:buSzPct val="100000"/>
                        <a:buFont typeface="Gill Sans" charset="0"/>
                        <a:buNone/>
                        <a:tabLst>
                          <a:tab pos="914400" algn="l"/>
                        </a:tabLst>
                      </a:pPr>
                      <a:endParaRPr kumimoji="0" lang="en-US" sz="1600" b="0" i="0" u="none" strike="noStrike" cap="none" normalizeH="0" baseline="0">
                        <a:ln>
                          <a:noFill/>
                        </a:ln>
                        <a:solidFill>
                          <a:srgbClr val="FFFFFF"/>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cap="flat">
                      <a:noFill/>
                    </a:lnL>
                    <a:lnR w="25400" cap="flat" cmpd="sng" algn="ctr">
                      <a:solidFill>
                        <a:srgbClr val="333333"/>
                      </a:solidFill>
                      <a:prstDash val="solid"/>
                      <a:round/>
                      <a:headEnd type="none" w="med" len="med"/>
                      <a:tailEnd type="none" w="med" len="med"/>
                    </a:lnR>
                    <a:lnT cap="flat">
                      <a:noFill/>
                    </a:lnT>
                    <a:lnB w="25400" cap="flat" cmpd="sng" algn="ctr">
                      <a:solidFill>
                        <a:srgbClr val="333333"/>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00"/>
                        </a:buClr>
                        <a:buSzPct val="100000"/>
                        <a:buFont typeface="Gill Sans" charset="0"/>
                        <a:buNone/>
                        <a:tabLst>
                          <a:tab pos="914400" algn="l"/>
                        </a:tabLst>
                      </a:pPr>
                      <a:r>
                        <a:rPr kumimoji="0" lang="en-US" sz="16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rPr>
                        <a:t>Smallest</a:t>
                      </a:r>
                    </a:p>
                  </a:txBody>
                  <a:tcPr marL="35719" marR="35719" marT="35719" marB="35719" anchor="ctr" horzOverflow="overflow">
                    <a:lnL w="25400" cap="flat" cmpd="sng" algn="ctr">
                      <a:solidFill>
                        <a:srgbClr val="333333"/>
                      </a:solidFill>
                      <a:prstDash val="solid"/>
                      <a:round/>
                      <a:headEnd type="none" w="med" len="med"/>
                      <a:tailEnd type="none" w="med" len="med"/>
                    </a:lnL>
                    <a:lnR w="25400" cap="flat" cmpd="sng" algn="ctr">
                      <a:solidFill>
                        <a:srgbClr val="333333"/>
                      </a:solidFill>
                      <a:prstDash val="solid"/>
                      <a:round/>
                      <a:headEnd type="none" w="med" len="med"/>
                      <a:tailEnd type="none" w="med" len="med"/>
                    </a:lnR>
                    <a:lnT w="25400" cap="flat" cmpd="sng" algn="ctr">
                      <a:solidFill>
                        <a:srgbClr val="333333"/>
                      </a:solidFill>
                      <a:prstDash val="solid"/>
                      <a:round/>
                      <a:headEnd type="none" w="med" len="med"/>
                      <a:tailEnd type="none" w="med" len="med"/>
                    </a:lnT>
                    <a:lnB w="25400" cap="flat" cmpd="sng" algn="ctr">
                      <a:solidFill>
                        <a:srgbClr val="333333"/>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
                          <a:srgbClr val="000000"/>
                        </a:buClr>
                        <a:buSzPct val="100000"/>
                        <a:buFont typeface="Gill Sans" charset="0"/>
                        <a:buNone/>
                        <a:tabLst>
                          <a:tab pos="914400" algn="l"/>
                        </a:tabLst>
                      </a:pPr>
                      <a:r>
                        <a:rPr kumimoji="0" lang="en-US" sz="16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rPr>
                        <a:t>Medium</a:t>
                      </a:r>
                    </a:p>
                  </a:txBody>
                  <a:tcPr marL="35719" marR="35719" marT="35719" marB="35719" anchor="ctr" horzOverflow="overflow">
                    <a:lnL w="25400" cap="flat" cmpd="sng" algn="ctr">
                      <a:solidFill>
                        <a:srgbClr val="333333"/>
                      </a:solidFill>
                      <a:prstDash val="solid"/>
                      <a:round/>
                      <a:headEnd type="none" w="med" len="med"/>
                      <a:tailEnd type="none" w="med" len="med"/>
                    </a:lnL>
                    <a:lnR w="25400" cap="flat" cmpd="sng" algn="ctr">
                      <a:solidFill>
                        <a:srgbClr val="333333"/>
                      </a:solidFill>
                      <a:prstDash val="solid"/>
                      <a:round/>
                      <a:headEnd type="none" w="med" len="med"/>
                      <a:tailEnd type="none" w="med" len="med"/>
                    </a:lnR>
                    <a:lnT w="25400" cap="flat" cmpd="sng" algn="ctr">
                      <a:solidFill>
                        <a:srgbClr val="333333"/>
                      </a:solidFill>
                      <a:prstDash val="solid"/>
                      <a:round/>
                      <a:headEnd type="none" w="med" len="med"/>
                      <a:tailEnd type="none" w="med" len="med"/>
                    </a:lnT>
                    <a:lnB w="25400" cap="flat" cmpd="sng" algn="ctr">
                      <a:solidFill>
                        <a:srgbClr val="333333"/>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
                          <a:srgbClr val="000000"/>
                        </a:buClr>
                        <a:buSzPct val="100000"/>
                        <a:buFont typeface="Gill Sans" charset="0"/>
                        <a:buNone/>
                        <a:tabLst>
                          <a:tab pos="914400" algn="l"/>
                        </a:tabLst>
                      </a:pPr>
                      <a:r>
                        <a:rPr kumimoji="0" lang="en-US" sz="16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rPr>
                        <a:t>Largest</a:t>
                      </a:r>
                    </a:p>
                  </a:txBody>
                  <a:tcPr marL="35719" marR="35719" marT="35719" marB="35719" anchor="ctr" horzOverflow="overflow">
                    <a:lnL w="25400" cap="flat" cmpd="sng" algn="ctr">
                      <a:solidFill>
                        <a:srgbClr val="333333"/>
                      </a:solidFill>
                      <a:prstDash val="solid"/>
                      <a:round/>
                      <a:headEnd type="none" w="med" len="med"/>
                      <a:tailEnd type="none" w="med" len="med"/>
                    </a:lnL>
                    <a:lnR w="25400" cap="flat" cmpd="sng" algn="ctr">
                      <a:solidFill>
                        <a:srgbClr val="333333"/>
                      </a:solidFill>
                      <a:prstDash val="solid"/>
                      <a:round/>
                      <a:headEnd type="none" w="med" len="med"/>
                      <a:tailEnd type="none" w="med" len="med"/>
                    </a:lnR>
                    <a:lnT w="25400" cap="flat" cmpd="sng" algn="ctr">
                      <a:solidFill>
                        <a:srgbClr val="333333"/>
                      </a:solidFill>
                      <a:prstDash val="solid"/>
                      <a:round/>
                      <a:headEnd type="none" w="med" len="med"/>
                      <a:tailEnd type="none" w="med" len="med"/>
                    </a:lnT>
                    <a:lnB w="25400" cap="flat" cmpd="sng" algn="ctr">
                      <a:solidFill>
                        <a:srgbClr val="333333"/>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63885">
                <a:tc>
                  <a:txBody>
                    <a:bodyPr/>
                    <a:lstStyle/>
                    <a:p>
                      <a:pPr marL="0" marR="0" lvl="0" indent="0" algn="ctr" defTabSz="914400" rtl="0" eaLnBrk="1" fontAlgn="base" latinLnBrk="0" hangingPunct="1">
                        <a:lnSpc>
                          <a:spcPct val="100000"/>
                        </a:lnSpc>
                        <a:spcBef>
                          <a:spcPct val="0"/>
                        </a:spcBef>
                        <a:spcAft>
                          <a:spcPct val="0"/>
                        </a:spcAft>
                        <a:buClr>
                          <a:srgbClr val="000000"/>
                        </a:buClr>
                        <a:buSzPct val="100000"/>
                        <a:buFont typeface="Gill Sans" charset="0"/>
                        <a:buNone/>
                        <a:tabLst>
                          <a:tab pos="914400" algn="l"/>
                        </a:tabLst>
                      </a:pPr>
                      <a:r>
                        <a:rPr kumimoji="0" lang="en-US" sz="16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rPr>
                        <a:t>VCPUs</a:t>
                      </a:r>
                    </a:p>
                  </a:txBody>
                  <a:tcPr marL="35719" marR="35719" marT="35719" marB="35719" anchor="ctr" horzOverflow="overflow">
                    <a:lnL w="25400" cap="flat" cmpd="sng" algn="ctr">
                      <a:solidFill>
                        <a:srgbClr val="333333"/>
                      </a:solidFill>
                      <a:prstDash val="solid"/>
                      <a:round/>
                      <a:headEnd type="none" w="med" len="med"/>
                      <a:tailEnd type="none" w="med" len="med"/>
                    </a:lnL>
                    <a:lnR w="25400" cap="flat" cmpd="sng" algn="ctr">
                      <a:solidFill>
                        <a:srgbClr val="333333"/>
                      </a:solidFill>
                      <a:prstDash val="solid"/>
                      <a:round/>
                      <a:headEnd type="none" w="med" len="med"/>
                      <a:tailEnd type="none" w="med" len="med"/>
                    </a:lnR>
                    <a:lnT w="25400" cap="flat" cmpd="sng" algn="ctr">
                      <a:solidFill>
                        <a:srgbClr val="333333"/>
                      </a:solidFill>
                      <a:prstDash val="solid"/>
                      <a:round/>
                      <a:headEnd type="none" w="med" len="med"/>
                      <a:tailEnd type="none" w="med" len="med"/>
                    </a:lnT>
                    <a:lnB w="25400" cap="flat" cmpd="sng" algn="ctr">
                      <a:solidFill>
                        <a:srgbClr val="333333"/>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
                          <a:srgbClr val="000000"/>
                        </a:buClr>
                        <a:buSzPct val="100000"/>
                        <a:buFont typeface="Gill Sans" charset="0"/>
                        <a:buNone/>
                        <a:tabLst>
                          <a:tab pos="914400" algn="l"/>
                        </a:tabLst>
                      </a:pPr>
                      <a:r>
                        <a:rPr kumimoji="0" lang="en-US" sz="16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rPr>
                        <a:t>1</a:t>
                      </a:r>
                    </a:p>
                  </a:txBody>
                  <a:tcPr marL="35719" marR="35719" marT="35719" marB="35719" anchor="ctr" horzOverflow="overflow">
                    <a:lnL w="25400" cap="flat" cmpd="sng" algn="ctr">
                      <a:solidFill>
                        <a:srgbClr val="333333"/>
                      </a:solidFill>
                      <a:prstDash val="solid"/>
                      <a:round/>
                      <a:headEnd type="none" w="med" len="med"/>
                      <a:tailEnd type="none" w="med" len="med"/>
                    </a:lnL>
                    <a:lnR w="25400" cap="flat" cmpd="sng" algn="ctr">
                      <a:solidFill>
                        <a:srgbClr val="333333"/>
                      </a:solidFill>
                      <a:prstDash val="solid"/>
                      <a:round/>
                      <a:headEnd type="none" w="med" len="med"/>
                      <a:tailEnd type="none" w="med" len="med"/>
                    </a:lnR>
                    <a:lnT w="25400" cap="flat" cmpd="sng" algn="ctr">
                      <a:solidFill>
                        <a:srgbClr val="333333"/>
                      </a:solidFill>
                      <a:prstDash val="solid"/>
                      <a:round/>
                      <a:headEnd type="none" w="med" len="med"/>
                      <a:tailEnd type="none" w="med" len="med"/>
                    </a:lnT>
                    <a:lnB w="25400" cap="flat" cmpd="sng" algn="ctr">
                      <a:solidFill>
                        <a:srgbClr val="333333"/>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000000"/>
                        </a:buClr>
                        <a:buSzPct val="100000"/>
                        <a:buFont typeface="Gill Sans" charset="0"/>
                        <a:buNone/>
                        <a:tabLst>
                          <a:tab pos="914400" algn="l"/>
                        </a:tabLst>
                      </a:pPr>
                      <a:r>
                        <a:rPr kumimoji="0" lang="en-US" sz="16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rPr>
                        <a:t>5</a:t>
                      </a:r>
                    </a:p>
                  </a:txBody>
                  <a:tcPr marL="35719" marR="35719" marT="35719" marB="35719" anchor="ctr" horzOverflow="overflow">
                    <a:lnL w="25400" cap="flat" cmpd="sng" algn="ctr">
                      <a:solidFill>
                        <a:srgbClr val="333333"/>
                      </a:solidFill>
                      <a:prstDash val="solid"/>
                      <a:round/>
                      <a:headEnd type="none" w="med" len="med"/>
                      <a:tailEnd type="none" w="med" len="med"/>
                    </a:lnL>
                    <a:lnR w="25400" cap="flat" cmpd="sng" algn="ctr">
                      <a:solidFill>
                        <a:srgbClr val="333333"/>
                      </a:solidFill>
                      <a:prstDash val="solid"/>
                      <a:round/>
                      <a:headEnd type="none" w="med" len="med"/>
                      <a:tailEnd type="none" w="med" len="med"/>
                    </a:lnR>
                    <a:lnT w="25400" cap="flat" cmpd="sng" algn="ctr">
                      <a:solidFill>
                        <a:srgbClr val="333333"/>
                      </a:solidFill>
                      <a:prstDash val="solid"/>
                      <a:round/>
                      <a:headEnd type="none" w="med" len="med"/>
                      <a:tailEnd type="none" w="med" len="med"/>
                    </a:lnT>
                    <a:lnB w="25400" cap="flat" cmpd="sng" algn="ctr">
                      <a:solidFill>
                        <a:srgbClr val="333333"/>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000000"/>
                        </a:buClr>
                        <a:buSzPct val="100000"/>
                        <a:buFont typeface="Gill Sans" charset="0"/>
                        <a:buNone/>
                        <a:tabLst>
                          <a:tab pos="914400" algn="l"/>
                        </a:tabLst>
                      </a:pPr>
                      <a:r>
                        <a:rPr kumimoji="0" lang="en-US" sz="16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rPr>
                        <a:t>33.5</a:t>
                      </a:r>
                    </a:p>
                  </a:txBody>
                  <a:tcPr marL="35719" marR="35719" marT="35719" marB="35719" anchor="ctr" horzOverflow="overflow">
                    <a:lnL w="25400" cap="flat" cmpd="sng" algn="ctr">
                      <a:solidFill>
                        <a:srgbClr val="333333"/>
                      </a:solidFill>
                      <a:prstDash val="solid"/>
                      <a:round/>
                      <a:headEnd type="none" w="med" len="med"/>
                      <a:tailEnd type="none" w="med" len="med"/>
                    </a:lnL>
                    <a:lnR w="25400" cap="flat" cmpd="sng" algn="ctr">
                      <a:solidFill>
                        <a:srgbClr val="333333"/>
                      </a:solidFill>
                      <a:prstDash val="solid"/>
                      <a:round/>
                      <a:headEnd type="none" w="med" len="med"/>
                      <a:tailEnd type="none" w="med" len="med"/>
                    </a:lnR>
                    <a:lnT w="25400" cap="flat" cmpd="sng" algn="ctr">
                      <a:solidFill>
                        <a:srgbClr val="333333"/>
                      </a:solidFill>
                      <a:prstDash val="solid"/>
                      <a:round/>
                      <a:headEnd type="none" w="med" len="med"/>
                      <a:tailEnd type="none" w="med" len="med"/>
                    </a:lnT>
                    <a:lnB w="25400" cap="flat" cmpd="sng" algn="ctr">
                      <a:solidFill>
                        <a:srgbClr val="333333"/>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363885">
                <a:tc>
                  <a:txBody>
                    <a:bodyPr/>
                    <a:lstStyle/>
                    <a:p>
                      <a:pPr marL="0" marR="0" lvl="0" indent="0" algn="ctr" defTabSz="914400" rtl="0" eaLnBrk="1" fontAlgn="base" latinLnBrk="0" hangingPunct="1">
                        <a:lnSpc>
                          <a:spcPct val="100000"/>
                        </a:lnSpc>
                        <a:spcBef>
                          <a:spcPct val="0"/>
                        </a:spcBef>
                        <a:spcAft>
                          <a:spcPct val="0"/>
                        </a:spcAft>
                        <a:buClr>
                          <a:srgbClr val="000000"/>
                        </a:buClr>
                        <a:buSzPct val="100000"/>
                        <a:buFont typeface="Gill Sans" charset="0"/>
                        <a:buNone/>
                        <a:tabLst>
                          <a:tab pos="914400" algn="l"/>
                        </a:tabLst>
                      </a:pPr>
                      <a:r>
                        <a:rPr kumimoji="0" lang="en-US" sz="16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rPr>
                        <a:t>RAM</a:t>
                      </a:r>
                    </a:p>
                  </a:txBody>
                  <a:tcPr marL="35719" marR="35719" marT="35719" marB="35719" anchor="ctr" horzOverflow="overflow">
                    <a:lnL w="25400" cap="flat" cmpd="sng" algn="ctr">
                      <a:solidFill>
                        <a:srgbClr val="333333"/>
                      </a:solidFill>
                      <a:prstDash val="solid"/>
                      <a:round/>
                      <a:headEnd type="none" w="med" len="med"/>
                      <a:tailEnd type="none" w="med" len="med"/>
                    </a:lnL>
                    <a:lnR w="25400" cap="flat" cmpd="sng" algn="ctr">
                      <a:solidFill>
                        <a:srgbClr val="333333"/>
                      </a:solidFill>
                      <a:prstDash val="solid"/>
                      <a:round/>
                      <a:headEnd type="none" w="med" len="med"/>
                      <a:tailEnd type="none" w="med" len="med"/>
                    </a:lnR>
                    <a:lnT w="25400" cap="flat" cmpd="sng" algn="ctr">
                      <a:solidFill>
                        <a:srgbClr val="333333"/>
                      </a:solidFill>
                      <a:prstDash val="solid"/>
                      <a:round/>
                      <a:headEnd type="none" w="med" len="med"/>
                      <a:tailEnd type="none" w="med" len="med"/>
                    </a:lnT>
                    <a:lnB w="25400" cap="flat" cmpd="sng" algn="ctr">
                      <a:solidFill>
                        <a:srgbClr val="333333"/>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
                          <a:srgbClr val="000000"/>
                        </a:buClr>
                        <a:buSzPct val="100000"/>
                        <a:buFont typeface="Gill Sans" charset="0"/>
                        <a:buNone/>
                        <a:tabLst>
                          <a:tab pos="914400" algn="l"/>
                        </a:tabLst>
                      </a:pPr>
                      <a:r>
                        <a:rPr kumimoji="0" lang="en-US" sz="16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rPr>
                        <a:t>613MB</a:t>
                      </a:r>
                    </a:p>
                  </a:txBody>
                  <a:tcPr marL="35719" marR="35719" marT="35719" marB="35719" anchor="ctr" horzOverflow="overflow">
                    <a:lnL w="25400" cap="flat" cmpd="sng" algn="ctr">
                      <a:solidFill>
                        <a:srgbClr val="333333"/>
                      </a:solidFill>
                      <a:prstDash val="solid"/>
                      <a:round/>
                      <a:headEnd type="none" w="med" len="med"/>
                      <a:tailEnd type="none" w="med" len="med"/>
                    </a:lnL>
                    <a:lnR w="25400" cap="flat" cmpd="sng" algn="ctr">
                      <a:solidFill>
                        <a:srgbClr val="333333"/>
                      </a:solidFill>
                      <a:prstDash val="solid"/>
                      <a:round/>
                      <a:headEnd type="none" w="med" len="med"/>
                      <a:tailEnd type="none" w="med" len="med"/>
                    </a:lnR>
                    <a:lnT w="25400" cap="flat" cmpd="sng" algn="ctr">
                      <a:solidFill>
                        <a:srgbClr val="333333"/>
                      </a:solidFill>
                      <a:prstDash val="solid"/>
                      <a:round/>
                      <a:headEnd type="none" w="med" len="med"/>
                      <a:tailEnd type="none" w="med" len="med"/>
                    </a:lnT>
                    <a:lnB w="25400" cap="flat" cmpd="sng" algn="ctr">
                      <a:solidFill>
                        <a:srgbClr val="333333"/>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000000"/>
                        </a:buClr>
                        <a:buSzPct val="100000"/>
                        <a:buFont typeface="Gill Sans" charset="0"/>
                        <a:buNone/>
                        <a:tabLst>
                          <a:tab pos="914400" algn="l"/>
                        </a:tabLst>
                      </a:pPr>
                      <a:r>
                        <a:rPr kumimoji="0" lang="en-US" sz="16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rPr>
                        <a:t>1.7GB</a:t>
                      </a:r>
                    </a:p>
                  </a:txBody>
                  <a:tcPr marL="35719" marR="35719" marT="35719" marB="35719" anchor="ctr" horzOverflow="overflow">
                    <a:lnL w="25400" cap="flat" cmpd="sng" algn="ctr">
                      <a:solidFill>
                        <a:srgbClr val="333333"/>
                      </a:solidFill>
                      <a:prstDash val="solid"/>
                      <a:round/>
                      <a:headEnd type="none" w="med" len="med"/>
                      <a:tailEnd type="none" w="med" len="med"/>
                    </a:lnL>
                    <a:lnR w="25400" cap="flat" cmpd="sng" algn="ctr">
                      <a:solidFill>
                        <a:srgbClr val="333333"/>
                      </a:solidFill>
                      <a:prstDash val="solid"/>
                      <a:round/>
                      <a:headEnd type="none" w="med" len="med"/>
                      <a:tailEnd type="none" w="med" len="med"/>
                    </a:lnR>
                    <a:lnT w="25400" cap="flat" cmpd="sng" algn="ctr">
                      <a:solidFill>
                        <a:srgbClr val="333333"/>
                      </a:solidFill>
                      <a:prstDash val="solid"/>
                      <a:round/>
                      <a:headEnd type="none" w="med" len="med"/>
                      <a:tailEnd type="none" w="med" len="med"/>
                    </a:lnT>
                    <a:lnB w="25400" cap="flat" cmpd="sng" algn="ctr">
                      <a:solidFill>
                        <a:srgbClr val="333333"/>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000000"/>
                        </a:buClr>
                        <a:buSzPct val="100000"/>
                        <a:buFont typeface="Gill Sans" charset="0"/>
                        <a:buNone/>
                        <a:tabLst>
                          <a:tab pos="914400" algn="l"/>
                        </a:tabLst>
                      </a:pPr>
                      <a:r>
                        <a:rPr kumimoji="0" lang="en-US" sz="16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rPr>
                        <a:t>68.4GB</a:t>
                      </a:r>
                    </a:p>
                  </a:txBody>
                  <a:tcPr marL="35719" marR="35719" marT="35719" marB="35719" anchor="ctr" horzOverflow="overflow">
                    <a:lnL w="25400" cap="flat" cmpd="sng" algn="ctr">
                      <a:solidFill>
                        <a:srgbClr val="333333"/>
                      </a:solidFill>
                      <a:prstDash val="solid"/>
                      <a:round/>
                      <a:headEnd type="none" w="med" len="med"/>
                      <a:tailEnd type="none" w="med" len="med"/>
                    </a:lnL>
                    <a:lnR w="25400" cap="flat" cmpd="sng" algn="ctr">
                      <a:solidFill>
                        <a:srgbClr val="333333"/>
                      </a:solidFill>
                      <a:prstDash val="solid"/>
                      <a:round/>
                      <a:headEnd type="none" w="med" len="med"/>
                      <a:tailEnd type="none" w="med" len="med"/>
                    </a:lnR>
                    <a:lnT w="25400" cap="flat" cmpd="sng" algn="ctr">
                      <a:solidFill>
                        <a:srgbClr val="333333"/>
                      </a:solidFill>
                      <a:prstDash val="solid"/>
                      <a:round/>
                      <a:headEnd type="none" w="med" len="med"/>
                      <a:tailEnd type="none" w="med" len="med"/>
                    </a:lnT>
                    <a:lnB w="25400" cap="flat" cmpd="sng" algn="ctr">
                      <a:solidFill>
                        <a:srgbClr val="333333"/>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363885">
                <a:tc>
                  <a:txBody>
                    <a:bodyPr/>
                    <a:lstStyle/>
                    <a:p>
                      <a:pPr marL="0" marR="0" lvl="0" indent="0" algn="ctr" defTabSz="914400" rtl="0" eaLnBrk="1" fontAlgn="base" latinLnBrk="0" hangingPunct="1">
                        <a:lnSpc>
                          <a:spcPct val="100000"/>
                        </a:lnSpc>
                        <a:spcBef>
                          <a:spcPct val="0"/>
                        </a:spcBef>
                        <a:spcAft>
                          <a:spcPct val="0"/>
                        </a:spcAft>
                        <a:buClr>
                          <a:srgbClr val="000000"/>
                        </a:buClr>
                        <a:buSzPct val="100000"/>
                        <a:buFont typeface="Gill Sans" charset="0"/>
                        <a:buNone/>
                        <a:tabLst>
                          <a:tab pos="914400" algn="l"/>
                        </a:tabLst>
                      </a:pPr>
                      <a:r>
                        <a:rPr kumimoji="0" lang="en-US" sz="16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rPr>
                        <a:t>Price</a:t>
                      </a:r>
                    </a:p>
                  </a:txBody>
                  <a:tcPr marL="35719" marR="35719" marT="35719" marB="35719" anchor="ctr" horzOverflow="overflow">
                    <a:lnL w="25400" cap="flat" cmpd="sng" algn="ctr">
                      <a:solidFill>
                        <a:srgbClr val="333333"/>
                      </a:solidFill>
                      <a:prstDash val="solid"/>
                      <a:round/>
                      <a:headEnd type="none" w="med" len="med"/>
                      <a:tailEnd type="none" w="med" len="med"/>
                    </a:lnL>
                    <a:lnR w="25400" cap="flat" cmpd="sng" algn="ctr">
                      <a:solidFill>
                        <a:srgbClr val="333333"/>
                      </a:solidFill>
                      <a:prstDash val="solid"/>
                      <a:round/>
                      <a:headEnd type="none" w="med" len="med"/>
                      <a:tailEnd type="none" w="med" len="med"/>
                    </a:lnR>
                    <a:lnT w="25400" cap="flat" cmpd="sng" algn="ctr">
                      <a:solidFill>
                        <a:srgbClr val="333333"/>
                      </a:solidFill>
                      <a:prstDash val="solid"/>
                      <a:round/>
                      <a:headEnd type="none" w="med" len="med"/>
                      <a:tailEnd type="none" w="med" len="med"/>
                    </a:lnT>
                    <a:lnB w="25400" cap="flat" cmpd="sng" algn="ctr">
                      <a:solidFill>
                        <a:srgbClr val="333333"/>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
                          <a:srgbClr val="000000"/>
                        </a:buClr>
                        <a:buSzPct val="100000"/>
                        <a:buFont typeface="Gill Sans" charset="0"/>
                        <a:buNone/>
                        <a:tabLst>
                          <a:tab pos="914400" algn="l"/>
                        </a:tabLst>
                      </a:pPr>
                      <a:r>
                        <a:rPr kumimoji="0" lang="en-US" sz="16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rPr>
                        <a:t>$0.02/hr</a:t>
                      </a:r>
                    </a:p>
                  </a:txBody>
                  <a:tcPr marL="35719" marR="35719" marT="35719" marB="35719" anchor="ctr" horzOverflow="overflow">
                    <a:lnL w="25400" cap="flat" cmpd="sng" algn="ctr">
                      <a:solidFill>
                        <a:srgbClr val="333333"/>
                      </a:solidFill>
                      <a:prstDash val="solid"/>
                      <a:round/>
                      <a:headEnd type="none" w="med" len="med"/>
                      <a:tailEnd type="none" w="med" len="med"/>
                    </a:lnL>
                    <a:lnR w="25400" cap="flat" cmpd="sng" algn="ctr">
                      <a:solidFill>
                        <a:srgbClr val="333333"/>
                      </a:solidFill>
                      <a:prstDash val="solid"/>
                      <a:round/>
                      <a:headEnd type="none" w="med" len="med"/>
                      <a:tailEnd type="none" w="med" len="med"/>
                    </a:lnR>
                    <a:lnT w="25400" cap="flat" cmpd="sng" algn="ctr">
                      <a:solidFill>
                        <a:srgbClr val="333333"/>
                      </a:solidFill>
                      <a:prstDash val="solid"/>
                      <a:round/>
                      <a:headEnd type="none" w="med" len="med"/>
                      <a:tailEnd type="none" w="med" len="med"/>
                    </a:lnT>
                    <a:lnB w="25400" cap="flat" cmpd="sng" algn="ctr">
                      <a:solidFill>
                        <a:srgbClr val="333333"/>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000000"/>
                        </a:buClr>
                        <a:buSzPct val="100000"/>
                        <a:buFont typeface="Gill Sans" charset="0"/>
                        <a:buNone/>
                        <a:tabLst>
                          <a:tab pos="914400" algn="l"/>
                        </a:tabLst>
                      </a:pPr>
                      <a:r>
                        <a:rPr kumimoji="0" lang="en-US" sz="16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rPr>
                        <a:t>$0.17/hr</a:t>
                      </a:r>
                    </a:p>
                  </a:txBody>
                  <a:tcPr marL="35719" marR="35719" marT="35719" marB="35719" anchor="ctr" horzOverflow="overflow">
                    <a:lnL w="25400" cap="flat" cmpd="sng" algn="ctr">
                      <a:solidFill>
                        <a:srgbClr val="333333"/>
                      </a:solidFill>
                      <a:prstDash val="solid"/>
                      <a:round/>
                      <a:headEnd type="none" w="med" len="med"/>
                      <a:tailEnd type="none" w="med" len="med"/>
                    </a:lnL>
                    <a:lnR w="25400" cap="flat" cmpd="sng" algn="ctr">
                      <a:solidFill>
                        <a:srgbClr val="333333"/>
                      </a:solidFill>
                      <a:prstDash val="solid"/>
                      <a:round/>
                      <a:headEnd type="none" w="med" len="med"/>
                      <a:tailEnd type="none" w="med" len="med"/>
                    </a:lnR>
                    <a:lnT w="25400" cap="flat" cmpd="sng" algn="ctr">
                      <a:solidFill>
                        <a:srgbClr val="333333"/>
                      </a:solidFill>
                      <a:prstDash val="solid"/>
                      <a:round/>
                      <a:headEnd type="none" w="med" len="med"/>
                      <a:tailEnd type="none" w="med" len="med"/>
                    </a:lnT>
                    <a:lnB w="25400" cap="flat" cmpd="sng" algn="ctr">
                      <a:solidFill>
                        <a:srgbClr val="333333"/>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000000"/>
                        </a:buClr>
                        <a:buSzPct val="100000"/>
                        <a:buFont typeface="Gill Sans" charset="0"/>
                        <a:buNone/>
                        <a:tabLst>
                          <a:tab pos="914400" algn="l"/>
                        </a:tabLst>
                      </a:pPr>
                      <a:r>
                        <a:rPr kumimoji="0" lang="en-US" sz="16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rPr>
                        <a:t>$2.10/hr</a:t>
                      </a:r>
                    </a:p>
                  </a:txBody>
                  <a:tcPr marL="35719" marR="35719" marT="35719" marB="35719" anchor="ctr" horzOverflow="overflow">
                    <a:lnL w="25400" cap="flat" cmpd="sng" algn="ctr">
                      <a:solidFill>
                        <a:srgbClr val="333333"/>
                      </a:solidFill>
                      <a:prstDash val="solid"/>
                      <a:round/>
                      <a:headEnd type="none" w="med" len="med"/>
                      <a:tailEnd type="none" w="med" len="med"/>
                    </a:lnL>
                    <a:lnR w="25400" cap="flat" cmpd="sng" algn="ctr">
                      <a:solidFill>
                        <a:srgbClr val="333333"/>
                      </a:solidFill>
                      <a:prstDash val="solid"/>
                      <a:round/>
                      <a:headEnd type="none" w="med" len="med"/>
                      <a:tailEnd type="none" w="med" len="med"/>
                    </a:lnR>
                    <a:lnT w="25400" cap="flat" cmpd="sng" algn="ctr">
                      <a:solidFill>
                        <a:srgbClr val="333333"/>
                      </a:solidFill>
                      <a:prstDash val="solid"/>
                      <a:round/>
                      <a:headEnd type="none" w="med" len="med"/>
                      <a:tailEnd type="none" w="med" len="med"/>
                    </a:lnT>
                    <a:lnB w="25400" cap="flat" cmpd="sng" algn="ctr">
                      <a:solidFill>
                        <a:srgbClr val="333333"/>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bl>
          </a:graphicData>
        </a:graphic>
      </p:graphicFrame>
      <p:graphicFrame>
        <p:nvGraphicFramePr>
          <p:cNvPr id="21588" name="Group 84"/>
          <p:cNvGraphicFramePr>
            <a:graphicFrameLocks noGrp="1"/>
          </p:cNvGraphicFramePr>
          <p:nvPr/>
        </p:nvGraphicFramePr>
        <p:xfrm>
          <a:off x="794742" y="4794126"/>
          <a:ext cx="2830710" cy="564356"/>
        </p:xfrm>
        <a:graphic>
          <a:graphicData uri="http://schemas.openxmlformats.org/drawingml/2006/table">
            <a:tbl>
              <a:tblPr/>
              <a:tblGrid>
                <a:gridCol w="932036">
                  <a:extLst>
                    <a:ext uri="{9D8B030D-6E8A-4147-A177-3AD203B41FA5}">
                      <a16:colId xmlns:a16="http://schemas.microsoft.com/office/drawing/2014/main" val="20000"/>
                    </a:ext>
                  </a:extLst>
                </a:gridCol>
                <a:gridCol w="1898674">
                  <a:extLst>
                    <a:ext uri="{9D8B030D-6E8A-4147-A177-3AD203B41FA5}">
                      <a16:colId xmlns:a16="http://schemas.microsoft.com/office/drawing/2014/main" val="20001"/>
                    </a:ext>
                  </a:extLst>
                </a:gridCol>
              </a:tblGrid>
              <a:tr h="564356">
                <a:tc>
                  <a:txBody>
                    <a:bodyPr/>
                    <a:lstStyle/>
                    <a:p>
                      <a:pPr marL="0" marR="0" lvl="0" indent="0" algn="ctr" defTabSz="914400" rtl="0" eaLnBrk="1" fontAlgn="base" latinLnBrk="0" hangingPunct="1">
                        <a:lnSpc>
                          <a:spcPct val="100000"/>
                        </a:lnSpc>
                        <a:spcBef>
                          <a:spcPct val="0"/>
                        </a:spcBef>
                        <a:spcAft>
                          <a:spcPct val="0"/>
                        </a:spcAft>
                        <a:buClr>
                          <a:srgbClr val="000000"/>
                        </a:buClr>
                        <a:buSzPct val="100000"/>
                        <a:buFont typeface="Gill Sans" charset="0"/>
                        <a:buNone/>
                        <a:tabLst>
                          <a:tab pos="914400" algn="l"/>
                        </a:tabLst>
                      </a:pPr>
                      <a:r>
                        <a:rPr kumimoji="0" lang="en-US" sz="1600" b="0" i="0" u="none" strike="noStrike" cap="none" normalizeH="0" baseline="0" dirty="0">
                          <a:ln>
                            <a:noFill/>
                          </a:ln>
                          <a:solidFill>
                            <a:schemeClr val="tx1"/>
                          </a:solidFill>
                          <a:effectLst/>
                          <a:latin typeface="Gill Sans" charset="0"/>
                          <a:ea typeface="ヒラギノ角ゴ ProN W3" charset="0"/>
                          <a:cs typeface="ヒラギノ角ゴ ProN W3" charset="0"/>
                          <a:sym typeface="Gill Sans" charset="0"/>
                        </a:rPr>
                        <a:t>Storage</a:t>
                      </a:r>
                    </a:p>
                  </a:txBody>
                  <a:tcPr marL="35719" marR="35719" marT="35719" marB="35719" anchor="ctr" horzOverflow="overflow">
                    <a:lnL w="25400" cap="flat" cmpd="sng" algn="ctr">
                      <a:solidFill>
                        <a:srgbClr val="333333"/>
                      </a:solidFill>
                      <a:prstDash val="solid"/>
                      <a:round/>
                      <a:headEnd type="none" w="med" len="med"/>
                      <a:tailEnd type="none" w="med" len="med"/>
                    </a:lnL>
                    <a:lnR w="25400" cap="flat" cmpd="sng" algn="ctr">
                      <a:solidFill>
                        <a:srgbClr val="333333"/>
                      </a:solidFill>
                      <a:prstDash val="solid"/>
                      <a:round/>
                      <a:headEnd type="none" w="med" len="med"/>
                      <a:tailEnd type="none" w="med" len="med"/>
                    </a:lnR>
                    <a:lnT w="25400" cap="flat" cmpd="sng" algn="ctr">
                      <a:solidFill>
                        <a:srgbClr val="333333"/>
                      </a:solidFill>
                      <a:prstDash val="solid"/>
                      <a:round/>
                      <a:headEnd type="none" w="med" len="med"/>
                      <a:tailEnd type="none" w="med" len="med"/>
                    </a:lnT>
                    <a:lnB w="25400" cap="flat" cmpd="sng" algn="ctr">
                      <a:solidFill>
                        <a:srgbClr val="333333"/>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
                          <a:srgbClr val="000000"/>
                        </a:buClr>
                        <a:buSzPct val="100000"/>
                        <a:buFont typeface="Gill Sans" charset="0"/>
                        <a:buNone/>
                        <a:tabLst>
                          <a:tab pos="914400" algn="l"/>
                        </a:tabLst>
                      </a:pPr>
                      <a:r>
                        <a:rPr kumimoji="0" lang="en-US" sz="1400" b="0" i="0" u="none" strike="noStrike" cap="none" normalizeH="0" baseline="0" dirty="0">
                          <a:ln>
                            <a:noFill/>
                          </a:ln>
                          <a:solidFill>
                            <a:schemeClr val="tx1"/>
                          </a:solidFill>
                          <a:effectLst/>
                          <a:latin typeface="Gill Sans" charset="0"/>
                          <a:ea typeface="ヒラギノ角ゴ ProN W3" charset="0"/>
                          <a:cs typeface="ヒラギノ角ゴ ProN W3" charset="0"/>
                          <a:sym typeface="Gill Sans" charset="0"/>
                        </a:rPr>
                        <a:t>$0.10/GB per month</a:t>
                      </a:r>
                    </a:p>
                  </a:txBody>
                  <a:tcPr marL="35719" marR="35719" marT="35719" marB="35719" anchor="ctr" horzOverflow="overflow">
                    <a:lnL w="25400" cap="flat" cmpd="sng" algn="ctr">
                      <a:solidFill>
                        <a:srgbClr val="333333"/>
                      </a:solidFill>
                      <a:prstDash val="solid"/>
                      <a:round/>
                      <a:headEnd type="none" w="med" len="med"/>
                      <a:tailEnd type="none" w="med" len="med"/>
                    </a:lnL>
                    <a:lnR w="25400" cap="flat" cmpd="sng" algn="ctr">
                      <a:solidFill>
                        <a:srgbClr val="333333"/>
                      </a:solidFill>
                      <a:prstDash val="solid"/>
                      <a:round/>
                      <a:headEnd type="none" w="med" len="med"/>
                      <a:tailEnd type="none" w="med" len="med"/>
                    </a:lnR>
                    <a:lnT w="25400" cap="flat" cmpd="sng" algn="ctr">
                      <a:solidFill>
                        <a:srgbClr val="333333"/>
                      </a:solidFill>
                      <a:prstDash val="solid"/>
                      <a:round/>
                      <a:headEnd type="none" w="med" len="med"/>
                      <a:tailEnd type="none" w="med" len="med"/>
                    </a:lnT>
                    <a:lnB w="25400" cap="flat" cmpd="sng" algn="ctr">
                      <a:solidFill>
                        <a:srgbClr val="333333"/>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graphicFrame>
        <p:nvGraphicFramePr>
          <p:cNvPr id="21598" name="Group 94"/>
          <p:cNvGraphicFramePr>
            <a:graphicFrameLocks noGrp="1"/>
          </p:cNvGraphicFramePr>
          <p:nvPr/>
        </p:nvGraphicFramePr>
        <p:xfrm>
          <a:off x="794742" y="5241729"/>
          <a:ext cx="2830710" cy="542925"/>
        </p:xfrm>
        <a:graphic>
          <a:graphicData uri="http://schemas.openxmlformats.org/drawingml/2006/table">
            <a:tbl>
              <a:tblPr/>
              <a:tblGrid>
                <a:gridCol w="932036">
                  <a:extLst>
                    <a:ext uri="{9D8B030D-6E8A-4147-A177-3AD203B41FA5}">
                      <a16:colId xmlns:a16="http://schemas.microsoft.com/office/drawing/2014/main" val="20000"/>
                    </a:ext>
                  </a:extLst>
                </a:gridCol>
                <a:gridCol w="1898674">
                  <a:extLst>
                    <a:ext uri="{9D8B030D-6E8A-4147-A177-3AD203B41FA5}">
                      <a16:colId xmlns:a16="http://schemas.microsoft.com/office/drawing/2014/main" val="20001"/>
                    </a:ext>
                  </a:extLst>
                </a:gridCol>
              </a:tblGrid>
              <a:tr h="542925">
                <a:tc>
                  <a:txBody>
                    <a:bodyPr/>
                    <a:lstStyle/>
                    <a:p>
                      <a:pPr marL="0" marR="0" lvl="0" indent="0" algn="ctr" defTabSz="914400" rtl="0" eaLnBrk="1" fontAlgn="base" latinLnBrk="0" hangingPunct="1">
                        <a:lnSpc>
                          <a:spcPct val="100000"/>
                        </a:lnSpc>
                        <a:spcBef>
                          <a:spcPct val="0"/>
                        </a:spcBef>
                        <a:spcAft>
                          <a:spcPct val="0"/>
                        </a:spcAft>
                        <a:buClr>
                          <a:srgbClr val="000000"/>
                        </a:buClr>
                        <a:buSzPct val="100000"/>
                        <a:buFont typeface="Gill Sans" charset="0"/>
                        <a:buNone/>
                        <a:tabLst>
                          <a:tab pos="914400" algn="l"/>
                        </a:tabLst>
                      </a:pPr>
                      <a:r>
                        <a:rPr kumimoji="0" lang="en-US" sz="1400" b="0" i="0" u="none" strike="noStrike" cap="none" normalizeH="0" baseline="0" dirty="0">
                          <a:ln>
                            <a:noFill/>
                          </a:ln>
                          <a:solidFill>
                            <a:schemeClr val="tx1"/>
                          </a:solidFill>
                          <a:effectLst/>
                          <a:latin typeface="Gill Sans" charset="0"/>
                          <a:ea typeface="ヒラギノ角ゴ ProN W3" charset="0"/>
                          <a:cs typeface="ヒラギノ角ゴ ProN W3" charset="0"/>
                          <a:sym typeface="Gill Sans" charset="0"/>
                        </a:rPr>
                        <a:t>Bandwidth</a:t>
                      </a:r>
                    </a:p>
                  </a:txBody>
                  <a:tcPr marL="35719" marR="35719" marT="35719" marB="35719" anchor="ctr" horzOverflow="overflow">
                    <a:lnL w="25400" cap="flat" cmpd="sng" algn="ctr">
                      <a:solidFill>
                        <a:srgbClr val="333333"/>
                      </a:solidFill>
                      <a:prstDash val="solid"/>
                      <a:round/>
                      <a:headEnd type="none" w="med" len="med"/>
                      <a:tailEnd type="none" w="med" len="med"/>
                    </a:lnL>
                    <a:lnR w="25400" cap="flat" cmpd="sng" algn="ctr">
                      <a:solidFill>
                        <a:srgbClr val="333333"/>
                      </a:solidFill>
                      <a:prstDash val="solid"/>
                      <a:round/>
                      <a:headEnd type="none" w="med" len="med"/>
                      <a:tailEnd type="none" w="med" len="med"/>
                    </a:lnR>
                    <a:lnT w="25400" cap="flat" cmpd="sng" algn="ctr">
                      <a:solidFill>
                        <a:srgbClr val="333333"/>
                      </a:solidFill>
                      <a:prstDash val="solid"/>
                      <a:round/>
                      <a:headEnd type="none" w="med" len="med"/>
                      <a:tailEnd type="none" w="med" len="med"/>
                    </a:lnT>
                    <a:lnB w="25400" cap="flat" cmpd="sng" algn="ctr">
                      <a:solidFill>
                        <a:srgbClr val="333333"/>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
                          <a:srgbClr val="000000"/>
                        </a:buClr>
                        <a:buSzPct val="100000"/>
                        <a:buFont typeface="Gill Sans" charset="0"/>
                        <a:buNone/>
                        <a:tabLst>
                          <a:tab pos="914400" algn="l"/>
                        </a:tabLst>
                      </a:pPr>
                      <a:r>
                        <a:rPr kumimoji="0" lang="en-US" sz="15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rPr>
                        <a:t>$0.10 per GB</a:t>
                      </a:r>
                    </a:p>
                  </a:txBody>
                  <a:tcPr marL="35719" marR="35719" marT="35719" marB="35719" anchor="ctr" horzOverflow="overflow">
                    <a:lnL w="25400" cap="flat" cmpd="sng" algn="ctr">
                      <a:solidFill>
                        <a:srgbClr val="333333"/>
                      </a:solidFill>
                      <a:prstDash val="solid"/>
                      <a:round/>
                      <a:headEnd type="none" w="med" len="med"/>
                      <a:tailEnd type="none" w="med" len="med"/>
                    </a:lnL>
                    <a:lnR w="25400" cap="flat" cmpd="sng" algn="ctr">
                      <a:solidFill>
                        <a:srgbClr val="333333"/>
                      </a:solidFill>
                      <a:prstDash val="solid"/>
                      <a:round/>
                      <a:headEnd type="none" w="med" len="med"/>
                      <a:tailEnd type="none" w="med" len="med"/>
                    </a:lnR>
                    <a:lnT w="25400" cap="flat" cmpd="sng" algn="ctr">
                      <a:solidFill>
                        <a:srgbClr val="333333"/>
                      </a:solidFill>
                      <a:prstDash val="solid"/>
                      <a:round/>
                      <a:headEnd type="none" w="med" len="med"/>
                      <a:tailEnd type="none" w="med" len="med"/>
                    </a:lnT>
                    <a:lnB w="25400" cap="flat" cmpd="sng" algn="ctr">
                      <a:solidFill>
                        <a:srgbClr val="333333"/>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59124857"/>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eaLnBrk="0" fontAlgn="base" hangingPunct="0">
              <a:spcBef>
                <a:spcPct val="50000"/>
              </a:spcBef>
              <a:spcAft>
                <a:spcPct val="0"/>
              </a:spcAft>
            </a:pPr>
            <a:fld id="{D939EBB1-A79A-4CF5-A699-299C2723ACC9}" type="slidenum">
              <a:rPr lang="en-US">
                <a:solidFill>
                  <a:srgbClr val="067AB4"/>
                </a:solidFill>
                <a:latin typeface="Verdana" pitchFamily="-111" charset="0"/>
                <a:cs typeface="Arial" pitchFamily="-111" charset="-52"/>
              </a:rPr>
              <a:pPr eaLnBrk="0" fontAlgn="base" hangingPunct="0">
                <a:spcBef>
                  <a:spcPct val="50000"/>
                </a:spcBef>
                <a:spcAft>
                  <a:spcPct val="0"/>
                </a:spcAft>
              </a:pPr>
              <a:t>35</a:t>
            </a:fld>
            <a:endParaRPr lang="en-US">
              <a:solidFill>
                <a:srgbClr val="067AB4"/>
              </a:solidFill>
              <a:latin typeface="Verdana" pitchFamily="-111" charset="0"/>
              <a:cs typeface="Arial" pitchFamily="-111" charset="-52"/>
            </a:endParaRPr>
          </a:p>
        </p:txBody>
      </p:sp>
      <p:sp>
        <p:nvSpPr>
          <p:cNvPr id="22529" name="Rectangle 1"/>
          <p:cNvSpPr>
            <a:spLocks noGrp="1" noChangeArrowheads="1"/>
          </p:cNvSpPr>
          <p:nvPr>
            <p:ph type="title"/>
          </p:nvPr>
        </p:nvSpPr>
        <p:spPr>
          <a:xfrm>
            <a:off x="228600" y="344466"/>
            <a:ext cx="8686800" cy="838200"/>
          </a:xfrm>
          <a:ln/>
        </p:spPr>
        <p:txBody>
          <a:bodyPr/>
          <a:lstStyle/>
          <a:p>
            <a:r>
              <a:rPr lang="en-US" dirty="0"/>
              <a:t>Cloud Deployments:</a:t>
            </a:r>
            <a:br>
              <a:rPr lang="en-US" dirty="0"/>
            </a:br>
            <a:r>
              <a:rPr lang="en-US" dirty="0"/>
              <a:t>Public, Private, Hybrid Clouds</a:t>
            </a:r>
          </a:p>
        </p:txBody>
      </p:sp>
      <p:sp>
        <p:nvSpPr>
          <p:cNvPr id="22530" name="Rectangle 2"/>
          <p:cNvSpPr>
            <a:spLocks noGrp="1" noChangeArrowheads="1"/>
          </p:cNvSpPr>
          <p:nvPr>
            <p:ph type="body" idx="1"/>
          </p:nvPr>
        </p:nvSpPr>
        <p:spPr>
          <a:xfrm>
            <a:off x="228600" y="1525078"/>
            <a:ext cx="8627953" cy="4969202"/>
          </a:xfrm>
          <a:ln/>
        </p:spPr>
        <p:txBody>
          <a:bodyPr/>
          <a:lstStyle/>
          <a:p>
            <a:pPr marL="473257"/>
            <a:r>
              <a:rPr lang="en-US" dirty="0"/>
              <a:t>Not all enterprises are comfortable with using </a:t>
            </a:r>
            <a:r>
              <a:rPr lang="en-US" b="1" dirty="0"/>
              <a:t>public cloud</a:t>
            </a:r>
            <a:r>
              <a:rPr lang="en-US" dirty="0"/>
              <a:t> services</a:t>
            </a:r>
          </a:p>
          <a:p>
            <a:pPr marL="785785" lvl="1"/>
            <a:r>
              <a:rPr lang="en-US" dirty="0"/>
              <a:t>Don’t want to share CPU cycles or disks with competitors</a:t>
            </a:r>
          </a:p>
          <a:p>
            <a:pPr marL="785785" lvl="1"/>
            <a:r>
              <a:rPr lang="en-US" dirty="0"/>
              <a:t>Privacy and regulatory concerns</a:t>
            </a:r>
          </a:p>
          <a:p>
            <a:pPr marL="2473435" lvl="4">
              <a:lnSpc>
                <a:spcPct val="90000"/>
              </a:lnSpc>
            </a:pPr>
            <a:endParaRPr lang="en-US" dirty="0"/>
          </a:p>
          <a:p>
            <a:pPr marL="473257">
              <a:lnSpc>
                <a:spcPct val="60000"/>
              </a:lnSpc>
            </a:pPr>
            <a:r>
              <a:rPr lang="en-US" dirty="0"/>
              <a:t>Private Cloud</a:t>
            </a:r>
          </a:p>
          <a:p>
            <a:pPr marL="785785" lvl="1"/>
            <a:r>
              <a:rPr lang="en-US" dirty="0"/>
              <a:t>Use cloud computing concepts in a private data center</a:t>
            </a:r>
          </a:p>
          <a:p>
            <a:pPr marL="1098313" lvl="2"/>
            <a:r>
              <a:rPr lang="en-US" dirty="0"/>
              <a:t>Automate VM management and deployment</a:t>
            </a:r>
          </a:p>
          <a:p>
            <a:pPr marL="1098313" lvl="2"/>
            <a:r>
              <a:rPr lang="en-US" dirty="0"/>
              <a:t>Provides same convenience as public cloud</a:t>
            </a:r>
          </a:p>
          <a:p>
            <a:pPr marL="1098313" lvl="2"/>
            <a:r>
              <a:rPr lang="en-US" dirty="0"/>
              <a:t>May have higher cost</a:t>
            </a:r>
          </a:p>
          <a:p>
            <a:pPr marL="2473435" lvl="4">
              <a:lnSpc>
                <a:spcPct val="90000"/>
              </a:lnSpc>
            </a:pPr>
            <a:endParaRPr lang="en-US" dirty="0"/>
          </a:p>
          <a:p>
            <a:pPr marL="473257">
              <a:lnSpc>
                <a:spcPct val="60000"/>
              </a:lnSpc>
            </a:pPr>
            <a:r>
              <a:rPr lang="en-US" dirty="0"/>
              <a:t>Hybrid Model</a:t>
            </a:r>
          </a:p>
          <a:p>
            <a:pPr marL="785785" lvl="1"/>
            <a:r>
              <a:rPr lang="en-US" dirty="0"/>
              <a:t>Move resources between private and public depending on load</a:t>
            </a:r>
          </a:p>
        </p:txBody>
      </p:sp>
    </p:spTree>
    <p:extLst>
      <p:ext uri="{BB962C8B-B14F-4D97-AF65-F5344CB8AC3E}">
        <p14:creationId xmlns:p14="http://schemas.microsoft.com/office/powerpoint/2010/main" val="688939976"/>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6" name="Oval 3"/>
          <p:cNvSpPr>
            <a:spLocks noChangeArrowheads="1"/>
          </p:cNvSpPr>
          <p:nvPr/>
        </p:nvSpPr>
        <p:spPr bwMode="auto">
          <a:xfrm>
            <a:off x="4724400" y="1905000"/>
            <a:ext cx="3200400" cy="1676400"/>
          </a:xfrm>
          <a:prstGeom prst="ellipse">
            <a:avLst/>
          </a:prstGeom>
          <a:gradFill rotWithShape="0">
            <a:gsLst>
              <a:gs pos="0">
                <a:srgbClr val="1DFFC4"/>
              </a:gs>
              <a:gs pos="100000">
                <a:srgbClr val="18D2A1"/>
              </a:gs>
            </a:gsLst>
            <a:path path="shape">
              <a:fillToRect l="50000" t="50000" r="50000" b="50000"/>
            </a:path>
          </a:gradFill>
          <a:ln w="9398">
            <a:solidFill>
              <a:srgbClr val="000000"/>
            </a:solidFill>
            <a:miter lim="800000"/>
            <a:headEnd/>
            <a:tailEnd/>
          </a:ln>
        </p:spPr>
        <p:txBody>
          <a:bodyPr wrap="none" lIns="90000" tIns="46800" rIns="90000" bIns="46800" anchor="ctr"/>
          <a:lstStyle/>
          <a:p>
            <a:pPr algn="ctr" eaLnBrk="0" fontAlgn="base" hangingPunct="0">
              <a:spcBef>
                <a:spcPct val="5000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dirty="0">
                <a:solidFill>
                  <a:srgbClr val="000000"/>
                </a:solidFill>
                <a:latin typeface="Verdana" pitchFamily="-111" charset="0"/>
                <a:cs typeface="Arial" pitchFamily="-111" charset="-52"/>
              </a:rPr>
              <a:t>Private</a:t>
            </a:r>
            <a:br>
              <a:rPr lang="en-US" dirty="0">
                <a:solidFill>
                  <a:srgbClr val="000000"/>
                </a:solidFill>
                <a:latin typeface="Verdana" pitchFamily="-111" charset="0"/>
                <a:cs typeface="Arial" pitchFamily="-111" charset="-52"/>
              </a:rPr>
            </a:br>
            <a:r>
              <a:rPr lang="en-US" dirty="0">
                <a:solidFill>
                  <a:srgbClr val="000000"/>
                </a:solidFill>
                <a:latin typeface="Verdana" pitchFamily="-111" charset="0"/>
                <a:cs typeface="Arial" pitchFamily="-111" charset="-52"/>
              </a:rPr>
              <a:t>Cloud</a:t>
            </a:r>
          </a:p>
        </p:txBody>
      </p:sp>
      <p:sp>
        <p:nvSpPr>
          <p:cNvPr id="44034" name="Rectangle 1"/>
          <p:cNvSpPr>
            <a:spLocks noGrp="1" noChangeArrowheads="1"/>
          </p:cNvSpPr>
          <p:nvPr>
            <p:ph type="title"/>
          </p:nvPr>
        </p:nvSpPr>
        <p:spPr>
          <a:xfrm>
            <a:off x="410444" y="381000"/>
            <a:ext cx="8328744" cy="838200"/>
          </a:xfrm>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dirty="0"/>
              <a:t>Deployment Models</a:t>
            </a:r>
          </a:p>
        </p:txBody>
      </p:sp>
      <p:sp>
        <p:nvSpPr>
          <p:cNvPr id="11270" name="Rectangle 6"/>
          <p:cNvSpPr>
            <a:spLocks noGrp="1" noChangeArrowheads="1"/>
          </p:cNvSpPr>
          <p:nvPr>
            <p:ph type="body" idx="4294967295"/>
          </p:nvPr>
        </p:nvSpPr>
        <p:spPr>
          <a:xfrm>
            <a:off x="410444" y="3962400"/>
            <a:ext cx="8382000" cy="2133600"/>
          </a:xfrm>
          <a:prstGeom prst="rect">
            <a:avLst/>
          </a:prstGeom>
        </p:spPr>
        <p:txBody>
          <a:bodyPr lIns="0"/>
          <a:lstStyle/>
          <a:p>
            <a:pPr marL="457200" indent="-457200">
              <a:spcBef>
                <a:spcPts val="600"/>
              </a:spcBef>
              <a:spcAft>
                <a:spcPts val="0"/>
              </a:spcAft>
              <a:tabLst>
                <a:tab pos="457200" algn="l"/>
                <a:tab pos="573088" algn="l"/>
                <a:tab pos="1030288" algn="l"/>
                <a:tab pos="1487488" algn="l"/>
                <a:tab pos="1944688" algn="l"/>
                <a:tab pos="2401888" algn="l"/>
                <a:tab pos="2859088" algn="l"/>
                <a:tab pos="3316288" algn="l"/>
                <a:tab pos="3773488" algn="l"/>
                <a:tab pos="4230688" algn="l"/>
                <a:tab pos="4687888" algn="l"/>
                <a:tab pos="5145088" algn="l"/>
                <a:tab pos="5602288" algn="l"/>
                <a:tab pos="6059488" algn="l"/>
                <a:tab pos="6516688" algn="l"/>
                <a:tab pos="6973888" algn="l"/>
                <a:tab pos="7431088" algn="l"/>
                <a:tab pos="7888288" algn="l"/>
                <a:tab pos="8345488" algn="l"/>
                <a:tab pos="8802688" algn="l"/>
                <a:tab pos="9259888" algn="l"/>
              </a:tabLst>
            </a:pPr>
            <a:r>
              <a:rPr lang="en-US" b="1" dirty="0"/>
              <a:t>Hybrid cloud:</a:t>
            </a:r>
          </a:p>
          <a:p>
            <a:pPr marL="230188" indent="-230188">
              <a:spcBef>
                <a:spcPts val="600"/>
              </a:spcBef>
              <a:spcAft>
                <a:spcPts val="0"/>
              </a:spcAft>
              <a:buClr>
                <a:srgbClr val="000000"/>
              </a:buClr>
              <a:buSzPct val="90000"/>
              <a:buFont typeface="Verdana" charset="0"/>
              <a:buChar char="•"/>
              <a:tabLst>
                <a:tab pos="573088" algn="l"/>
                <a:tab pos="1030288" algn="l"/>
                <a:tab pos="1487488" algn="l"/>
                <a:tab pos="1944688" algn="l"/>
                <a:tab pos="2401888" algn="l"/>
                <a:tab pos="2859088" algn="l"/>
                <a:tab pos="3316288" algn="l"/>
                <a:tab pos="3773488" algn="l"/>
                <a:tab pos="4230688" algn="l"/>
                <a:tab pos="4687888" algn="l"/>
                <a:tab pos="5145088" algn="l"/>
                <a:tab pos="5602288" algn="l"/>
                <a:tab pos="6059488" algn="l"/>
                <a:tab pos="6516688" algn="l"/>
                <a:tab pos="6973888" algn="l"/>
                <a:tab pos="7431088" algn="l"/>
                <a:tab pos="7888288" algn="l"/>
                <a:tab pos="8345488" algn="l"/>
                <a:tab pos="8802688" algn="l"/>
                <a:tab pos="9259888" algn="l"/>
              </a:tabLst>
            </a:pPr>
            <a:r>
              <a:rPr lang="en-US" sz="1800" dirty="0">
                <a:solidFill>
                  <a:srgbClr val="000000"/>
                </a:solidFill>
              </a:rPr>
              <a:t>Typically rely on company’s own resources, flex to public cloud resources at peak loads</a:t>
            </a:r>
          </a:p>
          <a:p>
            <a:pPr marL="230188" indent="-230188">
              <a:spcBef>
                <a:spcPts val="600"/>
              </a:spcBef>
              <a:spcAft>
                <a:spcPts val="0"/>
              </a:spcAft>
              <a:buClr>
                <a:srgbClr val="000000"/>
              </a:buClr>
              <a:buSzPct val="90000"/>
              <a:buFont typeface="Verdana" charset="0"/>
              <a:buChar char="•"/>
              <a:tabLst>
                <a:tab pos="573088" algn="l"/>
                <a:tab pos="1030288" algn="l"/>
                <a:tab pos="1487488" algn="l"/>
                <a:tab pos="1944688" algn="l"/>
                <a:tab pos="2401888" algn="l"/>
                <a:tab pos="2859088" algn="l"/>
                <a:tab pos="3316288" algn="l"/>
                <a:tab pos="3773488" algn="l"/>
                <a:tab pos="4230688" algn="l"/>
                <a:tab pos="4687888" algn="l"/>
                <a:tab pos="5145088" algn="l"/>
                <a:tab pos="5602288" algn="l"/>
                <a:tab pos="6059488" algn="l"/>
                <a:tab pos="6516688" algn="l"/>
                <a:tab pos="6973888" algn="l"/>
                <a:tab pos="7431088" algn="l"/>
                <a:tab pos="7888288" algn="l"/>
                <a:tab pos="8345488" algn="l"/>
                <a:tab pos="8802688" algn="l"/>
                <a:tab pos="9259888" algn="l"/>
              </a:tabLst>
            </a:pPr>
            <a:r>
              <a:rPr lang="en-US" sz="1800" dirty="0">
                <a:solidFill>
                  <a:srgbClr val="000000"/>
                </a:solidFill>
              </a:rPr>
              <a:t>Cost efficient</a:t>
            </a:r>
          </a:p>
          <a:p>
            <a:pPr marL="230188" indent="-230188">
              <a:spcBef>
                <a:spcPts val="600"/>
              </a:spcBef>
              <a:spcAft>
                <a:spcPts val="0"/>
              </a:spcAft>
              <a:buClr>
                <a:srgbClr val="000000"/>
              </a:buClr>
              <a:buSzPct val="90000"/>
              <a:buFont typeface="Verdana" charset="0"/>
              <a:buChar char="•"/>
              <a:tabLst>
                <a:tab pos="573088" algn="l"/>
                <a:tab pos="1030288" algn="l"/>
                <a:tab pos="1487488" algn="l"/>
                <a:tab pos="1944688" algn="l"/>
                <a:tab pos="2401888" algn="l"/>
                <a:tab pos="2859088" algn="l"/>
                <a:tab pos="3316288" algn="l"/>
                <a:tab pos="3773488" algn="l"/>
                <a:tab pos="4230688" algn="l"/>
                <a:tab pos="4687888" algn="l"/>
                <a:tab pos="5145088" algn="l"/>
                <a:tab pos="5602288" algn="l"/>
                <a:tab pos="6059488" algn="l"/>
                <a:tab pos="6516688" algn="l"/>
                <a:tab pos="6973888" algn="l"/>
                <a:tab pos="7431088" algn="l"/>
                <a:tab pos="7888288" algn="l"/>
                <a:tab pos="8345488" algn="l"/>
                <a:tab pos="8802688" algn="l"/>
                <a:tab pos="9259888" algn="l"/>
              </a:tabLst>
            </a:pPr>
            <a:r>
              <a:rPr lang="en-US" sz="1800" dirty="0">
                <a:solidFill>
                  <a:srgbClr val="000000"/>
                </a:solidFill>
              </a:rPr>
              <a:t>Can be made seamless (e.g., the same programming APIs in both clouds)</a:t>
            </a:r>
          </a:p>
        </p:txBody>
      </p:sp>
      <p:sp>
        <p:nvSpPr>
          <p:cNvPr id="44035" name="Oval 2"/>
          <p:cNvSpPr>
            <a:spLocks noChangeArrowheads="1"/>
          </p:cNvSpPr>
          <p:nvPr/>
        </p:nvSpPr>
        <p:spPr bwMode="auto">
          <a:xfrm>
            <a:off x="1219200" y="1905000"/>
            <a:ext cx="3200400" cy="1676400"/>
          </a:xfrm>
          <a:prstGeom prst="ellipse">
            <a:avLst/>
          </a:prstGeom>
          <a:gradFill rotWithShape="0">
            <a:gsLst>
              <a:gs pos="0">
                <a:srgbClr val="FFF5C9"/>
              </a:gs>
              <a:gs pos="100000">
                <a:srgbClr val="FFD10D"/>
              </a:gs>
            </a:gsLst>
            <a:path path="shape">
              <a:fillToRect l="50000" t="50000" r="50000" b="50000"/>
            </a:path>
          </a:gradFill>
          <a:ln w="9398">
            <a:solidFill>
              <a:srgbClr val="000000"/>
            </a:solidFill>
            <a:miter lim="800000"/>
            <a:headEnd/>
            <a:tailEnd/>
          </a:ln>
        </p:spPr>
        <p:txBody>
          <a:bodyPr wrap="none" lIns="90000" tIns="46800" rIns="90000" bIns="46800" anchor="ctr"/>
          <a:lstStyle/>
          <a:p>
            <a:pPr algn="ctr" eaLnBrk="0" fontAlgn="base" hangingPunct="0">
              <a:spcBef>
                <a:spcPct val="5000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dirty="0">
                <a:solidFill>
                  <a:srgbClr val="000000"/>
                </a:solidFill>
                <a:latin typeface="Verdana" pitchFamily="-111" charset="0"/>
                <a:cs typeface="Arial" pitchFamily="-111" charset="-52"/>
              </a:rPr>
              <a:t>Public </a:t>
            </a:r>
            <a:br>
              <a:rPr lang="en-US" dirty="0">
                <a:solidFill>
                  <a:srgbClr val="000000"/>
                </a:solidFill>
                <a:latin typeface="Verdana" pitchFamily="-111" charset="0"/>
                <a:cs typeface="Arial" pitchFamily="-111" charset="-52"/>
              </a:rPr>
            </a:br>
            <a:r>
              <a:rPr lang="en-US" dirty="0">
                <a:solidFill>
                  <a:srgbClr val="000000"/>
                </a:solidFill>
                <a:latin typeface="Verdana" pitchFamily="-111" charset="0"/>
                <a:cs typeface="Arial" pitchFamily="-111" charset="-52"/>
              </a:rPr>
              <a:t>Clouds</a:t>
            </a:r>
          </a:p>
        </p:txBody>
      </p:sp>
      <p:sp>
        <p:nvSpPr>
          <p:cNvPr id="11268" name="Oval 4"/>
          <p:cNvSpPr>
            <a:spLocks noChangeArrowheads="1"/>
          </p:cNvSpPr>
          <p:nvPr/>
        </p:nvSpPr>
        <p:spPr bwMode="auto">
          <a:xfrm>
            <a:off x="3429000" y="1295400"/>
            <a:ext cx="4572000" cy="2514600"/>
          </a:xfrm>
          <a:prstGeom prst="ellipse">
            <a:avLst/>
          </a:prstGeom>
          <a:gradFill rotWithShape="1">
            <a:gsLst>
              <a:gs pos="0">
                <a:srgbClr val="00FFFF">
                  <a:alpha val="1999"/>
                </a:srgbClr>
              </a:gs>
              <a:gs pos="100000">
                <a:srgbClr val="DFFFFF"/>
              </a:gs>
            </a:gsLst>
            <a:path path="shape">
              <a:fillToRect l="50000" t="50000" r="50000" b="50000"/>
            </a:path>
          </a:gradFill>
          <a:ln w="9398">
            <a:solidFill>
              <a:srgbClr val="000000"/>
            </a:solidFill>
            <a:miter lim="800000"/>
            <a:headEnd/>
            <a:tailEnd/>
          </a:ln>
        </p:spPr>
        <p:txBody>
          <a:bodyPr wrap="none" anchor="ctr"/>
          <a:lstStyle/>
          <a:p>
            <a:pPr algn="ctr" eaLnBrk="0" fontAlgn="base" hangingPunct="0">
              <a:spcBef>
                <a:spcPct val="50000"/>
              </a:spcBef>
              <a:spcAft>
                <a:spcPct val="0"/>
              </a:spcAft>
            </a:pPr>
            <a:endParaRPr lang="en-US" sz="2400">
              <a:solidFill>
                <a:srgbClr val="CCCCCC"/>
              </a:solidFill>
              <a:latin typeface="Verdana" pitchFamily="-111" charset="0"/>
              <a:cs typeface="Arial" pitchFamily="-111" charset="-52"/>
            </a:endParaRPr>
          </a:p>
        </p:txBody>
      </p:sp>
      <p:sp>
        <p:nvSpPr>
          <p:cNvPr id="11269" name="Text Box 5"/>
          <p:cNvSpPr txBox="1">
            <a:spLocks noChangeArrowheads="1"/>
          </p:cNvSpPr>
          <p:nvPr/>
        </p:nvSpPr>
        <p:spPr bwMode="auto">
          <a:xfrm>
            <a:off x="4561194" y="1524002"/>
            <a:ext cx="1678964" cy="371513"/>
          </a:xfrm>
          <a:prstGeom prst="rect">
            <a:avLst/>
          </a:prstGeom>
          <a:noFill/>
          <a:ln w="9525">
            <a:noFill/>
            <a:round/>
            <a:headEnd/>
            <a:tailEnd/>
          </a:ln>
        </p:spPr>
        <p:txBody>
          <a:bodyPr wrap="none" lIns="90000" tIns="46800" rIns="90000" bIns="46800">
            <a:spAutoFit/>
          </a:bodyPr>
          <a:lstStyle/>
          <a:p>
            <a:pPr algn="ctr" eaLnBrk="0" fontAlgn="base" hangingPunct="0">
              <a:spcBef>
                <a:spcPct val="5000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solidFill>
                  <a:srgbClr val="000000"/>
                </a:solidFill>
                <a:latin typeface="Verdana" pitchFamily="-111" charset="0"/>
                <a:cs typeface="Arial" pitchFamily="-111" charset="-52"/>
              </a:rPr>
              <a:t>Hybrid Cloud</a:t>
            </a:r>
          </a:p>
        </p:txBody>
      </p:sp>
      <p:sp>
        <p:nvSpPr>
          <p:cNvPr id="9" name="Slide Number Placeholder 3"/>
          <p:cNvSpPr>
            <a:spLocks noGrp="1"/>
          </p:cNvSpPr>
          <p:nvPr>
            <p:ph type="sldNum" sz="quarter" idx="10"/>
          </p:nvPr>
        </p:nvSpPr>
        <p:spPr>
          <a:xfrm>
            <a:off x="402167" y="6341880"/>
            <a:ext cx="385235" cy="152400"/>
          </a:xfrm>
        </p:spPr>
        <p:txBody>
          <a:bodyPr/>
          <a:lstStyle/>
          <a:p>
            <a:pPr eaLnBrk="0" fontAlgn="base" hangingPunct="0">
              <a:spcBef>
                <a:spcPct val="50000"/>
              </a:spcBef>
              <a:spcAft>
                <a:spcPct val="0"/>
              </a:spcAft>
            </a:pPr>
            <a:fld id="{1DEFE11F-158B-594E-8BEE-CC26B87FEB38}" type="slidenum">
              <a:rPr lang="en-US">
                <a:solidFill>
                  <a:srgbClr val="067AB4"/>
                </a:solidFill>
                <a:latin typeface="Verdana" pitchFamily="-111" charset="0"/>
                <a:cs typeface="Arial" pitchFamily="-111" charset="-52"/>
              </a:rPr>
              <a:pPr eaLnBrk="0" fontAlgn="base" hangingPunct="0">
                <a:spcBef>
                  <a:spcPct val="50000"/>
                </a:spcBef>
                <a:spcAft>
                  <a:spcPct val="0"/>
                </a:spcAft>
              </a:pPr>
              <a:t>36</a:t>
            </a:fld>
            <a:endParaRPr lang="en-US" dirty="0">
              <a:solidFill>
                <a:srgbClr val="067AB4"/>
              </a:solidFill>
              <a:latin typeface="Verdana" pitchFamily="-111" charset="0"/>
              <a:cs typeface="Arial" pitchFamily="-111" charset="-52"/>
            </a:endParaRPr>
          </a:p>
        </p:txBody>
      </p:sp>
    </p:spTree>
    <p:extLst>
      <p:ext uri="{BB962C8B-B14F-4D97-AF65-F5344CB8AC3E}">
        <p14:creationId xmlns:p14="http://schemas.microsoft.com/office/powerpoint/2010/main" val="8176943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grpId="0" nodeType="clickEffect">
                                  <p:stCondLst>
                                    <p:cond delay="0"/>
                                  </p:stCondLst>
                                  <p:childTnLst>
                                    <p:set>
                                      <p:cBhvr additive="repl">
                                        <p:cTn id="6" dur="1" fill="hold">
                                          <p:stCondLst>
                                            <p:cond delay="0"/>
                                          </p:stCondLst>
                                        </p:cTn>
                                        <p:tgtEl>
                                          <p:spTgt spid="11268"/>
                                        </p:tgtEl>
                                        <p:attrNameLst>
                                          <p:attrName>style.visibility</p:attrName>
                                        </p:attrNameLst>
                                      </p:cBhvr>
                                      <p:to>
                                        <p:strVal val="visible"/>
                                      </p:to>
                                    </p:set>
                                  </p:childTnLst>
                                </p:cTn>
                              </p:par>
                            </p:childTnLst>
                          </p:cTn>
                        </p:par>
                        <p:par>
                          <p:cTn id="7" fill="hold">
                            <p:stCondLst>
                              <p:cond delay="0"/>
                            </p:stCondLst>
                            <p:childTnLst>
                              <p:par>
                                <p:cTn id="8" presetID="1" presetClass="entr" fill="hold" nodeType="afterEffect">
                                  <p:stCondLst>
                                    <p:cond delay="0"/>
                                  </p:stCondLst>
                                  <p:childTnLst>
                                    <p:set>
                                      <p:cBhvr additive="repl">
                                        <p:cTn id="9" dur="1" fill="hold">
                                          <p:stCondLst>
                                            <p:cond delay="0"/>
                                          </p:stCondLst>
                                        </p:cTn>
                                        <p:tgtEl>
                                          <p:spTgt spid="11269"/>
                                        </p:tgtEl>
                                        <p:attrNameLst>
                                          <p:attrName>style.visibility</p:attrName>
                                        </p:attrNameLst>
                                      </p:cBhvr>
                                      <p:to>
                                        <p:strVal val="visible"/>
                                      </p:to>
                                    </p:set>
                                  </p:childTnLst>
                                </p:cTn>
                              </p:par>
                            </p:childTnLst>
                          </p:cTn>
                        </p:par>
                        <p:par>
                          <p:cTn id="10" fill="hold">
                            <p:stCondLst>
                              <p:cond delay="0"/>
                            </p:stCondLst>
                            <p:childTnLst>
                              <p:par>
                                <p:cTn id="11" presetID="1" presetClass="entr" fill="hold" nodeType="afterEffect">
                                  <p:stCondLst>
                                    <p:cond delay="0"/>
                                  </p:stCondLst>
                                  <p:childTnLst>
                                    <p:set>
                                      <p:cBhvr additive="repl">
                                        <p:cTn id="12" dur="1" fill="hold">
                                          <p:stCondLst>
                                            <p:cond delay="0"/>
                                          </p:stCondLst>
                                        </p:cTn>
                                        <p:tgtEl>
                                          <p:spTgt spid="11270">
                                            <p:txEl>
                                              <p:pRg st="0" end="0"/>
                                            </p:txEl>
                                          </p:spTgt>
                                        </p:tgtEl>
                                        <p:attrNameLst>
                                          <p:attrName>style.visibility</p:attrName>
                                        </p:attrNameLst>
                                      </p:cBhvr>
                                      <p:to>
                                        <p:strVal val="visible"/>
                                      </p:to>
                                    </p:set>
                                  </p:childTnLst>
                                </p:cTn>
                              </p:par>
                            </p:childTnLst>
                          </p:cTn>
                        </p:par>
                        <p:par>
                          <p:cTn id="13" fill="hold">
                            <p:stCondLst>
                              <p:cond delay="0"/>
                            </p:stCondLst>
                            <p:childTnLst>
                              <p:par>
                                <p:cTn id="14" presetID="1" presetClass="entr" fill="hold" nodeType="afterEffect">
                                  <p:stCondLst>
                                    <p:cond delay="0"/>
                                  </p:stCondLst>
                                  <p:childTnLst>
                                    <p:set>
                                      <p:cBhvr additive="repl">
                                        <p:cTn id="15" dur="1" fill="hold">
                                          <p:stCondLst>
                                            <p:cond delay="0"/>
                                          </p:stCondLst>
                                        </p:cTn>
                                        <p:tgtEl>
                                          <p:spTgt spid="11270">
                                            <p:txEl>
                                              <p:pRg st="1" end="1"/>
                                            </p:txEl>
                                          </p:spTgt>
                                        </p:tgtEl>
                                        <p:attrNameLst>
                                          <p:attrName>style.visibility</p:attrName>
                                        </p:attrNameLst>
                                      </p:cBhvr>
                                      <p:to>
                                        <p:strVal val="visible"/>
                                      </p:to>
                                    </p:set>
                                  </p:childTnLst>
                                </p:cTn>
                              </p:par>
                              <p:par>
                                <p:cTn id="16" presetID="1" presetClass="entr" fill="hold" nodeType="withEffect">
                                  <p:stCondLst>
                                    <p:cond delay="0"/>
                                  </p:stCondLst>
                                  <p:childTnLst>
                                    <p:set>
                                      <p:cBhvr additive="repl">
                                        <p:cTn id="17" dur="1" fill="hold">
                                          <p:stCondLst>
                                            <p:cond delay="0"/>
                                          </p:stCondLst>
                                        </p:cTn>
                                        <p:tgtEl>
                                          <p:spTgt spid="11270">
                                            <p:txEl>
                                              <p:pRg st="2" end="2"/>
                                            </p:txEl>
                                          </p:spTgt>
                                        </p:tgtEl>
                                        <p:attrNameLst>
                                          <p:attrName>style.visibility</p:attrName>
                                        </p:attrNameLst>
                                      </p:cBhvr>
                                      <p:to>
                                        <p:strVal val="visible"/>
                                      </p:to>
                                    </p:set>
                                  </p:childTnLst>
                                </p:cTn>
                              </p:par>
                              <p:par>
                                <p:cTn id="18" presetID="1" presetClass="entr" fill="hold" nodeType="withEffect">
                                  <p:stCondLst>
                                    <p:cond delay="0"/>
                                  </p:stCondLst>
                                  <p:childTnLst>
                                    <p:set>
                                      <p:cBhvr additive="repl">
                                        <p:cTn id="19" dur="1" fill="hold">
                                          <p:stCondLst>
                                            <p:cond delay="0"/>
                                          </p:stCondLst>
                                        </p:cTn>
                                        <p:tgtEl>
                                          <p:spTgt spid="1127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DB3443A2-7F2A-6E46-BCF3-9BBBB5B48B32}"/>
              </a:ext>
            </a:extLst>
          </p:cNvPr>
          <p:cNvSpPr>
            <a:spLocks noGrp="1" noChangeArrowheads="1"/>
          </p:cNvSpPr>
          <p:nvPr>
            <p:ph type="title" idx="4294967295"/>
          </p:nvPr>
        </p:nvSpPr>
        <p:spPr>
          <a:xfrm>
            <a:off x="539750" y="53642"/>
            <a:ext cx="8229600" cy="1034129"/>
          </a:xfrm>
          <a:gradFill rotWithShape="1">
            <a:gsLst>
              <a:gs pos="0">
                <a:srgbClr val="0C0C2A"/>
              </a:gs>
              <a:gs pos="100000">
                <a:srgbClr val="1D1D69"/>
              </a:gs>
            </a:gsLst>
            <a:lin ang="5400000" scaled="1"/>
          </a:gradFill>
          <a:extLst>
            <a:ext uri="{91240B29-F687-4F45-9708-019B960494DF}">
              <a14:hiddenLine xmlns:a14="http://schemas.microsoft.com/office/drawing/2010/main" w="9525" cap="flat"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txBody>
          <a:bodyPr anchor="ctr"/>
          <a:lstStyle/>
          <a:p>
            <a:pPr eaLnBrk="1" hangingPunct="1"/>
            <a:r>
              <a:rPr lang="it-IT" altLang="en-US" sz="3600" b="0" dirty="0" err="1">
                <a:solidFill>
                  <a:srgbClr val="FFFF00"/>
                </a:solidFill>
                <a:effectLst/>
              </a:rPr>
              <a:t>Cloud</a:t>
            </a:r>
            <a:r>
              <a:rPr lang="it-IT" altLang="en-US" sz="3600" b="0" dirty="0">
                <a:solidFill>
                  <a:srgbClr val="FFFF00"/>
                </a:solidFill>
                <a:effectLst/>
              </a:rPr>
              <a:t> Computing </a:t>
            </a:r>
            <a:r>
              <a:rPr lang="it-IT" altLang="en-US" sz="3600" b="0" dirty="0" err="1">
                <a:solidFill>
                  <a:srgbClr val="FFFF00"/>
                </a:solidFill>
                <a:effectLst/>
              </a:rPr>
              <a:t>Challenges</a:t>
            </a:r>
            <a:r>
              <a:rPr lang="it-IT" altLang="en-US" sz="3600" b="0" dirty="0">
                <a:solidFill>
                  <a:srgbClr val="FFFF00"/>
                </a:solidFill>
                <a:effectLst/>
              </a:rPr>
              <a:t>: </a:t>
            </a:r>
            <a:br>
              <a:rPr lang="it-IT" altLang="en-US" sz="3600" b="0" dirty="0">
                <a:solidFill>
                  <a:srgbClr val="FFFF00"/>
                </a:solidFill>
                <a:effectLst/>
              </a:rPr>
            </a:br>
            <a:r>
              <a:rPr lang="it-IT" altLang="en-US" sz="3200" b="0" dirty="0">
                <a:solidFill>
                  <a:srgbClr val="00FFFF"/>
                </a:solidFill>
                <a:effectLst/>
              </a:rPr>
              <a:t>Deal with </a:t>
            </a:r>
            <a:r>
              <a:rPr lang="it-IT" altLang="en-US" sz="3200" b="0" dirty="0" err="1">
                <a:solidFill>
                  <a:srgbClr val="00FFFF"/>
                </a:solidFill>
                <a:effectLst/>
              </a:rPr>
              <a:t>many</a:t>
            </a:r>
            <a:r>
              <a:rPr lang="it-IT" altLang="en-US" sz="3200" b="0" dirty="0">
                <a:solidFill>
                  <a:srgbClr val="00FFFF"/>
                </a:solidFill>
                <a:effectLst/>
              </a:rPr>
              <a:t> </a:t>
            </a:r>
            <a:r>
              <a:rPr lang="it-IT" altLang="en-US" sz="3200" b="0" dirty="0" err="1">
                <a:solidFill>
                  <a:srgbClr val="00FFFF"/>
                </a:solidFill>
                <a:effectLst/>
              </a:rPr>
              <a:t>issues</a:t>
            </a:r>
            <a:r>
              <a:rPr lang="it-IT" altLang="en-US" sz="3200" b="0" dirty="0">
                <a:solidFill>
                  <a:srgbClr val="00FFFF"/>
                </a:solidFill>
                <a:effectLst/>
              </a:rPr>
              <a:t> </a:t>
            </a:r>
            <a:r>
              <a:rPr lang="it-IT" altLang="en-US" sz="1600" dirty="0">
                <a:solidFill>
                  <a:srgbClr val="66FFFF"/>
                </a:solidFill>
                <a:effectLst/>
              </a:rPr>
              <a:t>(</a:t>
            </a:r>
            <a:r>
              <a:rPr lang="it-IT" altLang="en-US" sz="1600" dirty="0" err="1">
                <a:solidFill>
                  <a:srgbClr val="66FFFF"/>
                </a:solidFill>
                <a:effectLst/>
              </a:rPr>
              <a:t>Courtesy</a:t>
            </a:r>
            <a:r>
              <a:rPr lang="it-IT" altLang="en-US" sz="1600" dirty="0">
                <a:solidFill>
                  <a:srgbClr val="66FFFF"/>
                </a:solidFill>
                <a:effectLst/>
              </a:rPr>
              <a:t> of </a:t>
            </a:r>
            <a:r>
              <a:rPr lang="it-IT" altLang="en-US" sz="1600" dirty="0" err="1">
                <a:solidFill>
                  <a:srgbClr val="66FFFF"/>
                </a:solidFill>
                <a:effectLst/>
              </a:rPr>
              <a:t>R</a:t>
            </a:r>
            <a:r>
              <a:rPr lang="it-IT" altLang="en-US" sz="1600" dirty="0">
                <a:solidFill>
                  <a:srgbClr val="66FFFF"/>
                </a:solidFill>
                <a:effectLst/>
              </a:rPr>
              <a:t>. </a:t>
            </a:r>
            <a:r>
              <a:rPr lang="it-IT" altLang="en-US" sz="1600" dirty="0" err="1">
                <a:solidFill>
                  <a:srgbClr val="66FFFF"/>
                </a:solidFill>
                <a:effectLst/>
              </a:rPr>
              <a:t>Buyya</a:t>
            </a:r>
            <a:r>
              <a:rPr lang="it-IT" altLang="en-US" sz="1600" dirty="0">
                <a:solidFill>
                  <a:srgbClr val="66FFFF"/>
                </a:solidFill>
                <a:effectLst/>
              </a:rPr>
              <a:t>)</a:t>
            </a:r>
            <a:endParaRPr lang="en-US" altLang="en-US" sz="1600" dirty="0">
              <a:solidFill>
                <a:srgbClr val="66FFFF"/>
              </a:solidFill>
              <a:effectLst/>
            </a:endParaRPr>
          </a:p>
        </p:txBody>
      </p:sp>
      <p:grpSp>
        <p:nvGrpSpPr>
          <p:cNvPr id="39938" name="Group 3">
            <a:extLst>
              <a:ext uri="{FF2B5EF4-FFF2-40B4-BE49-F238E27FC236}">
                <a16:creationId xmlns:a16="http://schemas.microsoft.com/office/drawing/2014/main" id="{E083F414-5231-9B48-B69D-9AE96BD218BA}"/>
              </a:ext>
            </a:extLst>
          </p:cNvPr>
          <p:cNvGrpSpPr>
            <a:grpSpLocks/>
          </p:cNvGrpSpPr>
          <p:nvPr/>
        </p:nvGrpSpPr>
        <p:grpSpPr bwMode="auto">
          <a:xfrm>
            <a:off x="457200" y="1427163"/>
            <a:ext cx="8432800" cy="5097462"/>
            <a:chOff x="288" y="899"/>
            <a:chExt cx="5312" cy="3211"/>
          </a:xfrm>
        </p:grpSpPr>
        <p:sp>
          <p:nvSpPr>
            <p:cNvPr id="39939" name="Cloud">
              <a:extLst>
                <a:ext uri="{FF2B5EF4-FFF2-40B4-BE49-F238E27FC236}">
                  <a16:creationId xmlns:a16="http://schemas.microsoft.com/office/drawing/2014/main" id="{EAAF321A-141B-4C4E-8092-E4C7922D402F}"/>
                </a:ext>
              </a:extLst>
            </p:cNvPr>
            <p:cNvSpPr>
              <a:spLocks noChangeAspect="1" noEditPoints="1" noChangeArrowheads="1"/>
            </p:cNvSpPr>
            <p:nvPr/>
          </p:nvSpPr>
          <p:spPr bwMode="auto">
            <a:xfrm>
              <a:off x="2086" y="3055"/>
              <a:ext cx="1888" cy="1055"/>
            </a:xfrm>
            <a:custGeom>
              <a:avLst/>
              <a:gdLst>
                <a:gd name="T0" fmla="*/ 6 w 21600"/>
                <a:gd name="T1" fmla="*/ 528 h 21600"/>
                <a:gd name="T2" fmla="*/ 944 w 21600"/>
                <a:gd name="T3" fmla="*/ 1054 h 21600"/>
                <a:gd name="T4" fmla="*/ 1886 w 21600"/>
                <a:gd name="T5" fmla="*/ 528 h 21600"/>
                <a:gd name="T6" fmla="*/ 944 w 21600"/>
                <a:gd name="T7" fmla="*/ 60 h 21600"/>
                <a:gd name="T8" fmla="*/ 0 60000 65536"/>
                <a:gd name="T9" fmla="*/ 0 60000 65536"/>
                <a:gd name="T10" fmla="*/ 0 60000 65536"/>
                <a:gd name="T11" fmla="*/ 0 60000 65536"/>
                <a:gd name="T12" fmla="*/ 2975 w 21600"/>
                <a:gd name="T13" fmla="*/ 3255 h 21600"/>
                <a:gd name="T14" fmla="*/ 17092 w 21600"/>
                <a:gd name="T15" fmla="*/ 17341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rgbClr val="FFFFFF"/>
                </a:gs>
                <a:gs pos="100000">
                  <a:srgbClr val="C0C0C0"/>
                </a:gs>
              </a:gsLst>
              <a:lin ang="5400000" scaled="1"/>
            </a:gradFill>
            <a:ln w="9525">
              <a:solidFill>
                <a:srgbClr val="000000"/>
              </a:solidFill>
              <a:miter lim="800000"/>
              <a:headEnd/>
              <a:tailEnd/>
            </a:ln>
            <a:effectLst>
              <a:outerShdw dist="53882" dir="2700000" algn="ctr" rotWithShape="0">
                <a:srgbClr val="777777"/>
              </a:outerShdw>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3200" b="1"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sp>
          <p:nvSpPr>
            <p:cNvPr id="39940" name="Cloud">
              <a:extLst>
                <a:ext uri="{FF2B5EF4-FFF2-40B4-BE49-F238E27FC236}">
                  <a16:creationId xmlns:a16="http://schemas.microsoft.com/office/drawing/2014/main" id="{11F27F24-ED94-3E44-AB48-E206D0AB3272}"/>
                </a:ext>
              </a:extLst>
            </p:cNvPr>
            <p:cNvSpPr>
              <a:spLocks noChangeAspect="1" noEditPoints="1" noChangeArrowheads="1"/>
            </p:cNvSpPr>
            <p:nvPr/>
          </p:nvSpPr>
          <p:spPr bwMode="auto">
            <a:xfrm>
              <a:off x="3712" y="899"/>
              <a:ext cx="1888" cy="1265"/>
            </a:xfrm>
            <a:custGeom>
              <a:avLst/>
              <a:gdLst>
                <a:gd name="T0" fmla="*/ 6 w 21600"/>
                <a:gd name="T1" fmla="*/ 633 h 21600"/>
                <a:gd name="T2" fmla="*/ 944 w 21600"/>
                <a:gd name="T3" fmla="*/ 1264 h 21600"/>
                <a:gd name="T4" fmla="*/ 1886 w 21600"/>
                <a:gd name="T5" fmla="*/ 633 h 21600"/>
                <a:gd name="T6" fmla="*/ 944 w 21600"/>
                <a:gd name="T7" fmla="*/ 72 h 21600"/>
                <a:gd name="T8" fmla="*/ 0 60000 65536"/>
                <a:gd name="T9" fmla="*/ 0 60000 65536"/>
                <a:gd name="T10" fmla="*/ 0 60000 65536"/>
                <a:gd name="T11" fmla="*/ 0 60000 65536"/>
                <a:gd name="T12" fmla="*/ 2975 w 21600"/>
                <a:gd name="T13" fmla="*/ 3261 h 21600"/>
                <a:gd name="T14" fmla="*/ 17092 w 21600"/>
                <a:gd name="T15" fmla="*/ 17331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rgbClr val="FFFFFF"/>
                </a:gs>
                <a:gs pos="100000">
                  <a:srgbClr val="C0C0C0"/>
                </a:gs>
              </a:gsLst>
              <a:lin ang="5400000" scaled="1"/>
            </a:gradFill>
            <a:ln w="9525">
              <a:solidFill>
                <a:srgbClr val="000000"/>
              </a:solidFill>
              <a:miter lim="800000"/>
              <a:headEnd/>
              <a:tailEnd/>
            </a:ln>
            <a:effectLst>
              <a:outerShdw dist="53882" dir="2700000" algn="ctr" rotWithShape="0">
                <a:srgbClr val="777777"/>
              </a:outerShdw>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3200" b="1"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sp>
          <p:nvSpPr>
            <p:cNvPr id="39941" name="Cloud">
              <a:extLst>
                <a:ext uri="{FF2B5EF4-FFF2-40B4-BE49-F238E27FC236}">
                  <a16:creationId xmlns:a16="http://schemas.microsoft.com/office/drawing/2014/main" id="{0C6D7103-F1D9-B84E-8568-ABB859C2797B}"/>
                </a:ext>
              </a:extLst>
            </p:cNvPr>
            <p:cNvSpPr>
              <a:spLocks noChangeAspect="1" noEditPoints="1" noChangeArrowheads="1"/>
            </p:cNvSpPr>
            <p:nvPr/>
          </p:nvSpPr>
          <p:spPr bwMode="auto">
            <a:xfrm>
              <a:off x="432" y="2558"/>
              <a:ext cx="1888" cy="1265"/>
            </a:xfrm>
            <a:custGeom>
              <a:avLst/>
              <a:gdLst>
                <a:gd name="T0" fmla="*/ 6 w 21600"/>
                <a:gd name="T1" fmla="*/ 633 h 21600"/>
                <a:gd name="T2" fmla="*/ 944 w 21600"/>
                <a:gd name="T3" fmla="*/ 1264 h 21600"/>
                <a:gd name="T4" fmla="*/ 1886 w 21600"/>
                <a:gd name="T5" fmla="*/ 633 h 21600"/>
                <a:gd name="T6" fmla="*/ 944 w 21600"/>
                <a:gd name="T7" fmla="*/ 72 h 21600"/>
                <a:gd name="T8" fmla="*/ 0 60000 65536"/>
                <a:gd name="T9" fmla="*/ 0 60000 65536"/>
                <a:gd name="T10" fmla="*/ 0 60000 65536"/>
                <a:gd name="T11" fmla="*/ 0 60000 65536"/>
                <a:gd name="T12" fmla="*/ 2975 w 21600"/>
                <a:gd name="T13" fmla="*/ 3261 h 21600"/>
                <a:gd name="T14" fmla="*/ 17092 w 21600"/>
                <a:gd name="T15" fmla="*/ 17331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rgbClr val="FFFFFF"/>
                </a:gs>
                <a:gs pos="100000">
                  <a:srgbClr val="C0C0C0"/>
                </a:gs>
              </a:gsLst>
              <a:lin ang="5400000" scaled="1"/>
            </a:gradFill>
            <a:ln w="9525">
              <a:solidFill>
                <a:srgbClr val="000000"/>
              </a:solidFill>
              <a:miter lim="800000"/>
              <a:headEnd/>
              <a:tailEnd/>
            </a:ln>
            <a:effectLst>
              <a:outerShdw dist="53882" dir="2700000" algn="ctr" rotWithShape="0">
                <a:srgbClr val="777777"/>
              </a:outerShdw>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3200" b="1"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sp>
          <p:nvSpPr>
            <p:cNvPr id="39942" name="Cloud">
              <a:extLst>
                <a:ext uri="{FF2B5EF4-FFF2-40B4-BE49-F238E27FC236}">
                  <a16:creationId xmlns:a16="http://schemas.microsoft.com/office/drawing/2014/main" id="{AAF2FBF1-A464-F94A-8742-E3819F6979BD}"/>
                </a:ext>
              </a:extLst>
            </p:cNvPr>
            <p:cNvSpPr>
              <a:spLocks noChangeAspect="1" noEditPoints="1" noChangeArrowheads="1"/>
            </p:cNvSpPr>
            <p:nvPr/>
          </p:nvSpPr>
          <p:spPr bwMode="auto">
            <a:xfrm>
              <a:off x="2512" y="899"/>
              <a:ext cx="1888" cy="1265"/>
            </a:xfrm>
            <a:custGeom>
              <a:avLst/>
              <a:gdLst>
                <a:gd name="T0" fmla="*/ 6 w 21600"/>
                <a:gd name="T1" fmla="*/ 633 h 21600"/>
                <a:gd name="T2" fmla="*/ 944 w 21600"/>
                <a:gd name="T3" fmla="*/ 1264 h 21600"/>
                <a:gd name="T4" fmla="*/ 1886 w 21600"/>
                <a:gd name="T5" fmla="*/ 633 h 21600"/>
                <a:gd name="T6" fmla="*/ 944 w 21600"/>
                <a:gd name="T7" fmla="*/ 72 h 21600"/>
                <a:gd name="T8" fmla="*/ 0 60000 65536"/>
                <a:gd name="T9" fmla="*/ 0 60000 65536"/>
                <a:gd name="T10" fmla="*/ 0 60000 65536"/>
                <a:gd name="T11" fmla="*/ 0 60000 65536"/>
                <a:gd name="T12" fmla="*/ 2975 w 21600"/>
                <a:gd name="T13" fmla="*/ 3261 h 21600"/>
                <a:gd name="T14" fmla="*/ 17092 w 21600"/>
                <a:gd name="T15" fmla="*/ 17331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rgbClr val="FFFFFF"/>
                </a:gs>
                <a:gs pos="100000">
                  <a:srgbClr val="C0C0C0"/>
                </a:gs>
              </a:gsLst>
              <a:lin ang="5400000" scaled="1"/>
            </a:gradFill>
            <a:ln w="9525">
              <a:solidFill>
                <a:srgbClr val="000000"/>
              </a:solidFill>
              <a:miter lim="800000"/>
              <a:headEnd/>
              <a:tailEnd/>
            </a:ln>
            <a:effectLst>
              <a:outerShdw dist="53882" dir="2700000" algn="ctr" rotWithShape="0">
                <a:srgbClr val="777777"/>
              </a:outerShdw>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3200" b="1"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sp>
          <p:nvSpPr>
            <p:cNvPr id="39943" name="Cloud">
              <a:extLst>
                <a:ext uri="{FF2B5EF4-FFF2-40B4-BE49-F238E27FC236}">
                  <a16:creationId xmlns:a16="http://schemas.microsoft.com/office/drawing/2014/main" id="{C3947E77-9A38-204D-9D11-5C65F586AC82}"/>
                </a:ext>
              </a:extLst>
            </p:cNvPr>
            <p:cNvSpPr>
              <a:spLocks noChangeAspect="1" noEditPoints="1" noChangeArrowheads="1"/>
            </p:cNvSpPr>
            <p:nvPr/>
          </p:nvSpPr>
          <p:spPr bwMode="auto">
            <a:xfrm>
              <a:off x="1360" y="1729"/>
              <a:ext cx="2384" cy="1597"/>
            </a:xfrm>
            <a:custGeom>
              <a:avLst/>
              <a:gdLst>
                <a:gd name="T0" fmla="*/ 7 w 21600"/>
                <a:gd name="T1" fmla="*/ 799 h 21600"/>
                <a:gd name="T2" fmla="*/ 1192 w 21600"/>
                <a:gd name="T3" fmla="*/ 1595 h 21600"/>
                <a:gd name="T4" fmla="*/ 2382 w 21600"/>
                <a:gd name="T5" fmla="*/ 799 h 21600"/>
                <a:gd name="T6" fmla="*/ 1192 w 21600"/>
                <a:gd name="T7" fmla="*/ 91 h 21600"/>
                <a:gd name="T8" fmla="*/ 0 60000 65536"/>
                <a:gd name="T9" fmla="*/ 0 60000 65536"/>
                <a:gd name="T10" fmla="*/ 0 60000 65536"/>
                <a:gd name="T11" fmla="*/ 0 60000 65536"/>
                <a:gd name="T12" fmla="*/ 2981 w 21600"/>
                <a:gd name="T13" fmla="*/ 3260 h 21600"/>
                <a:gd name="T14" fmla="*/ 17088 w 21600"/>
                <a:gd name="T15" fmla="*/ 17340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rgbClr val="FFFFFF"/>
                </a:gs>
                <a:gs pos="100000">
                  <a:srgbClr val="C0C0C0"/>
                </a:gs>
              </a:gsLst>
              <a:lin ang="5400000" scaled="1"/>
            </a:gradFill>
            <a:ln w="9525">
              <a:solidFill>
                <a:srgbClr val="000000"/>
              </a:solidFill>
              <a:miter lim="800000"/>
              <a:headEnd/>
              <a:tailEnd/>
            </a:ln>
            <a:effectLst>
              <a:outerShdw dist="53882" dir="2700000" algn="ctr" rotWithShape="0">
                <a:srgbClr val="777777"/>
              </a:outerShdw>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3200" b="1"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sp>
          <p:nvSpPr>
            <p:cNvPr id="39944" name="Cloud">
              <a:extLst>
                <a:ext uri="{FF2B5EF4-FFF2-40B4-BE49-F238E27FC236}">
                  <a16:creationId xmlns:a16="http://schemas.microsoft.com/office/drawing/2014/main" id="{3C9A35A3-C501-2E46-99F6-179E8861B581}"/>
                </a:ext>
              </a:extLst>
            </p:cNvPr>
            <p:cNvSpPr>
              <a:spLocks noChangeAspect="1" noEditPoints="1" noChangeArrowheads="1"/>
            </p:cNvSpPr>
            <p:nvPr/>
          </p:nvSpPr>
          <p:spPr bwMode="auto">
            <a:xfrm>
              <a:off x="760" y="1003"/>
              <a:ext cx="1888" cy="1265"/>
            </a:xfrm>
            <a:custGeom>
              <a:avLst/>
              <a:gdLst>
                <a:gd name="T0" fmla="*/ 6 w 21600"/>
                <a:gd name="T1" fmla="*/ 633 h 21600"/>
                <a:gd name="T2" fmla="*/ 944 w 21600"/>
                <a:gd name="T3" fmla="*/ 1264 h 21600"/>
                <a:gd name="T4" fmla="*/ 1886 w 21600"/>
                <a:gd name="T5" fmla="*/ 633 h 21600"/>
                <a:gd name="T6" fmla="*/ 944 w 21600"/>
                <a:gd name="T7" fmla="*/ 72 h 21600"/>
                <a:gd name="T8" fmla="*/ 0 60000 65536"/>
                <a:gd name="T9" fmla="*/ 0 60000 65536"/>
                <a:gd name="T10" fmla="*/ 0 60000 65536"/>
                <a:gd name="T11" fmla="*/ 0 60000 65536"/>
                <a:gd name="T12" fmla="*/ 2975 w 21600"/>
                <a:gd name="T13" fmla="*/ 3261 h 21600"/>
                <a:gd name="T14" fmla="*/ 17092 w 21600"/>
                <a:gd name="T15" fmla="*/ 17331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rgbClr val="FFFFFF"/>
                </a:gs>
                <a:gs pos="100000">
                  <a:srgbClr val="C0C0C0"/>
                </a:gs>
              </a:gsLst>
              <a:lin ang="5400000" scaled="1"/>
            </a:gradFill>
            <a:ln w="9525">
              <a:solidFill>
                <a:srgbClr val="000000"/>
              </a:solidFill>
              <a:miter lim="800000"/>
              <a:headEnd/>
              <a:tailEnd/>
            </a:ln>
            <a:effectLst>
              <a:outerShdw dist="53882" dir="2700000" algn="ctr" rotWithShape="0">
                <a:srgbClr val="777777"/>
              </a:outerShdw>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3200" b="1"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sp>
          <p:nvSpPr>
            <p:cNvPr id="39945" name="Cloud">
              <a:extLst>
                <a:ext uri="{FF2B5EF4-FFF2-40B4-BE49-F238E27FC236}">
                  <a16:creationId xmlns:a16="http://schemas.microsoft.com/office/drawing/2014/main" id="{7B202774-3D4D-D848-A0DA-40DF181C86C4}"/>
                </a:ext>
              </a:extLst>
            </p:cNvPr>
            <p:cNvSpPr>
              <a:spLocks noChangeAspect="1" noEditPoints="1" noChangeArrowheads="1"/>
            </p:cNvSpPr>
            <p:nvPr/>
          </p:nvSpPr>
          <p:spPr bwMode="auto">
            <a:xfrm>
              <a:off x="3456" y="1763"/>
              <a:ext cx="1888" cy="1265"/>
            </a:xfrm>
            <a:custGeom>
              <a:avLst/>
              <a:gdLst>
                <a:gd name="T0" fmla="*/ 6 w 21600"/>
                <a:gd name="T1" fmla="*/ 633 h 21600"/>
                <a:gd name="T2" fmla="*/ 944 w 21600"/>
                <a:gd name="T3" fmla="*/ 1264 h 21600"/>
                <a:gd name="T4" fmla="*/ 1886 w 21600"/>
                <a:gd name="T5" fmla="*/ 633 h 21600"/>
                <a:gd name="T6" fmla="*/ 944 w 21600"/>
                <a:gd name="T7" fmla="*/ 72 h 21600"/>
                <a:gd name="T8" fmla="*/ 0 60000 65536"/>
                <a:gd name="T9" fmla="*/ 0 60000 65536"/>
                <a:gd name="T10" fmla="*/ 0 60000 65536"/>
                <a:gd name="T11" fmla="*/ 0 60000 65536"/>
                <a:gd name="T12" fmla="*/ 2975 w 21600"/>
                <a:gd name="T13" fmla="*/ 3261 h 21600"/>
                <a:gd name="T14" fmla="*/ 17092 w 21600"/>
                <a:gd name="T15" fmla="*/ 17331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rgbClr val="FFFFFF"/>
                </a:gs>
                <a:gs pos="100000">
                  <a:srgbClr val="C0C0C0"/>
                </a:gs>
              </a:gsLst>
              <a:lin ang="5400000" scaled="1"/>
            </a:gradFill>
            <a:ln w="9525">
              <a:solidFill>
                <a:srgbClr val="000000"/>
              </a:solidFill>
              <a:miter lim="800000"/>
              <a:headEnd/>
              <a:tailEnd/>
            </a:ln>
            <a:effectLst>
              <a:outerShdw dist="53882" dir="2700000" algn="ctr" rotWithShape="0">
                <a:srgbClr val="777777"/>
              </a:outerShdw>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3200" b="1"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sp>
          <p:nvSpPr>
            <p:cNvPr id="39946" name="AutoShape 30">
              <a:extLst>
                <a:ext uri="{FF2B5EF4-FFF2-40B4-BE49-F238E27FC236}">
                  <a16:creationId xmlns:a16="http://schemas.microsoft.com/office/drawing/2014/main" id="{6A3AF68C-1171-FD4F-BBA4-F68C6232506A}"/>
                </a:ext>
              </a:extLst>
            </p:cNvPr>
            <p:cNvSpPr>
              <a:spLocks noChangeArrowheads="1"/>
            </p:cNvSpPr>
            <p:nvPr/>
          </p:nvSpPr>
          <p:spPr bwMode="auto">
            <a:xfrm>
              <a:off x="3700" y="2999"/>
              <a:ext cx="1315" cy="752"/>
            </a:xfrm>
            <a:prstGeom prst="cloudCallout">
              <a:avLst>
                <a:gd name="adj1" fmla="val 30227"/>
                <a:gd name="adj2" fmla="val 67685"/>
              </a:avLst>
            </a:prstGeom>
            <a:gradFill rotWithShape="1">
              <a:gsLst>
                <a:gs pos="0">
                  <a:schemeClr val="bg1"/>
                </a:gs>
                <a:gs pos="100000">
                  <a:schemeClr val="accent1"/>
                </a:gs>
              </a:gsLst>
              <a:lin ang="5400000" scaled="1"/>
            </a:gradFill>
            <a:ln w="9525">
              <a:solidFill>
                <a:schemeClr val="tx1"/>
              </a:solidFill>
              <a:round/>
              <a:headEnd/>
              <a:tailEnd/>
            </a:ln>
          </p:spPr>
          <p:txBody>
            <a:bodyPr/>
            <a:lstStyle>
              <a:lvl1pPr>
                <a:lnSpc>
                  <a:spcPct val="90000"/>
                </a:lnSpc>
                <a:spcBef>
                  <a:spcPct val="30000"/>
                </a:spcBef>
                <a:buClr>
                  <a:schemeClr val="tx2"/>
                </a:buClr>
                <a:buSzPct val="75000"/>
                <a:buFont typeface="Wingdings" pitchFamily="2"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lnSpc>
                  <a:spcPct val="90000"/>
                </a:lnSpc>
                <a:spcBef>
                  <a:spcPct val="30000"/>
                </a:spcBef>
                <a:buClr>
                  <a:schemeClr val="tx2"/>
                </a:buClr>
                <a:buSzPct val="75000"/>
                <a:buFont typeface="Wingdings" pitchFamily="2" charset="2"/>
                <a:buChar char="Ø"/>
                <a:defRPr sz="2400">
                  <a:solidFill>
                    <a:schemeClr val="tx1"/>
                  </a:solidFill>
                  <a:latin typeface="Arial" panose="020B0604020202020204" pitchFamily="34" charset="0"/>
                  <a:ea typeface="ＭＳ Ｐゴシック" panose="020B0600070205080204" pitchFamily="34" charset="-128"/>
                </a:defRPr>
              </a:lvl2pPr>
              <a:lvl3pPr marL="1143000" indent="-228600">
                <a:lnSpc>
                  <a:spcPct val="90000"/>
                </a:lnSpc>
                <a:spcBef>
                  <a:spcPct val="30000"/>
                </a:spcBef>
                <a:buClr>
                  <a:schemeClr val="tx2"/>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3pPr>
              <a:lvl4pPr marL="1600200" indent="-228600">
                <a:lnSpc>
                  <a:spcPct val="90000"/>
                </a:lnSpc>
                <a:spcBef>
                  <a:spcPct val="30000"/>
                </a:spcBef>
                <a:buClr>
                  <a:schemeClr val="tx2"/>
                </a:buClr>
                <a:buSzPct val="75000"/>
                <a:buFont typeface="Wingdings" pitchFamily="2" charset="2"/>
                <a:buChar char="§"/>
                <a:defRPr>
                  <a:solidFill>
                    <a:schemeClr val="tx1"/>
                  </a:solidFill>
                  <a:latin typeface="Arial" panose="020B0604020202020204" pitchFamily="34" charset="0"/>
                  <a:ea typeface="ＭＳ Ｐゴシック" panose="020B0600070205080204" pitchFamily="34" charset="-128"/>
                </a:defRPr>
              </a:lvl4pPr>
              <a:lvl5pPr marL="2057400" indent="-228600">
                <a:lnSpc>
                  <a:spcPct val="90000"/>
                </a:lnSpc>
                <a:spcBef>
                  <a:spcPct val="30000"/>
                </a:spcBef>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478E"/>
                </a:solidFill>
                <a:effectLst/>
                <a:uLnTx/>
                <a:uFillTx/>
                <a:latin typeface="Arial" panose="020B0604020202020204" pitchFamily="34" charset="0"/>
                <a:ea typeface="宋体" panose="02010600030101010101" pitchFamily="2" charset="-122"/>
                <a:cs typeface="+mn-cs"/>
              </a:endParaRPr>
            </a:p>
          </p:txBody>
        </p:sp>
        <p:sp>
          <p:nvSpPr>
            <p:cNvPr id="39947" name="Text Box 13">
              <a:extLst>
                <a:ext uri="{FF2B5EF4-FFF2-40B4-BE49-F238E27FC236}">
                  <a16:creationId xmlns:a16="http://schemas.microsoft.com/office/drawing/2014/main" id="{682A7F88-7278-E74E-8A50-C95350CA65CB}"/>
                </a:ext>
              </a:extLst>
            </p:cNvPr>
            <p:cNvSpPr txBox="1">
              <a:spLocks noChangeArrowheads="1"/>
            </p:cNvSpPr>
            <p:nvPr/>
          </p:nvSpPr>
          <p:spPr bwMode="auto">
            <a:xfrm rot="-1200000">
              <a:off x="952" y="1344"/>
              <a:ext cx="937" cy="312"/>
            </a:xfrm>
            <a:prstGeom prst="rect">
              <a:avLst/>
            </a:prstGeom>
            <a:solidFill>
              <a:srgbClr val="FFFF00"/>
            </a:solidFill>
            <a:ln w="9525" algn="ctr">
              <a:solidFill>
                <a:srgbClr val="990000"/>
              </a:solidFill>
              <a:miter lim="800000"/>
              <a:headEnd/>
              <a:tailEnd/>
            </a:ln>
          </p:spPr>
          <p:txBody>
            <a:bodyPr wrap="none" lIns="182880" tIns="137160" rIns="182880" bIns="137160">
              <a:spAutoFit/>
            </a:bodyPr>
            <a:lstStyle>
              <a:lvl1pPr>
                <a:lnSpc>
                  <a:spcPct val="90000"/>
                </a:lnSpc>
                <a:spcBef>
                  <a:spcPct val="30000"/>
                </a:spcBef>
                <a:buClr>
                  <a:schemeClr val="tx2"/>
                </a:buClr>
                <a:buSzPct val="75000"/>
                <a:buFont typeface="Wingdings" pitchFamily="2"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lnSpc>
                  <a:spcPct val="90000"/>
                </a:lnSpc>
                <a:spcBef>
                  <a:spcPct val="30000"/>
                </a:spcBef>
                <a:buClr>
                  <a:schemeClr val="tx2"/>
                </a:buClr>
                <a:buSzPct val="75000"/>
                <a:buFont typeface="Wingdings" pitchFamily="2" charset="2"/>
                <a:buChar char="Ø"/>
                <a:defRPr sz="2400">
                  <a:solidFill>
                    <a:schemeClr val="tx1"/>
                  </a:solidFill>
                  <a:latin typeface="Arial" panose="020B0604020202020204" pitchFamily="34" charset="0"/>
                  <a:ea typeface="ＭＳ Ｐゴシック" panose="020B0600070205080204" pitchFamily="34" charset="-128"/>
                </a:defRPr>
              </a:lvl2pPr>
              <a:lvl3pPr marL="1143000" indent="-228600">
                <a:lnSpc>
                  <a:spcPct val="90000"/>
                </a:lnSpc>
                <a:spcBef>
                  <a:spcPct val="30000"/>
                </a:spcBef>
                <a:buClr>
                  <a:schemeClr val="tx2"/>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3pPr>
              <a:lvl4pPr marL="1600200" indent="-228600">
                <a:lnSpc>
                  <a:spcPct val="90000"/>
                </a:lnSpc>
                <a:spcBef>
                  <a:spcPct val="30000"/>
                </a:spcBef>
                <a:buClr>
                  <a:schemeClr val="tx2"/>
                </a:buClr>
                <a:buSzPct val="75000"/>
                <a:buFont typeface="Wingdings" pitchFamily="2" charset="2"/>
                <a:buChar char="§"/>
                <a:defRPr>
                  <a:solidFill>
                    <a:schemeClr val="tx1"/>
                  </a:solidFill>
                  <a:latin typeface="Arial" panose="020B0604020202020204" pitchFamily="34" charset="0"/>
                  <a:ea typeface="ＭＳ Ｐゴシック" panose="020B0600070205080204" pitchFamily="34" charset="-128"/>
                </a:defRPr>
              </a:lvl4pPr>
              <a:lvl5pPr marL="2057400" indent="-228600">
                <a:lnSpc>
                  <a:spcPct val="90000"/>
                </a:lnSpc>
                <a:spcBef>
                  <a:spcPct val="30000"/>
                </a:spcBef>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478E"/>
                  </a:solidFill>
                  <a:effectLst/>
                  <a:uLnTx/>
                  <a:uFillTx/>
                  <a:latin typeface="Arial" panose="020B0604020202020204" pitchFamily="34" charset="0"/>
                  <a:ea typeface="宋体" panose="02010600030101010101" pitchFamily="2" charset="-122"/>
                  <a:cs typeface="+mn-cs"/>
                </a:rPr>
                <a:t>Virtualization</a:t>
              </a:r>
            </a:p>
          </p:txBody>
        </p:sp>
        <p:sp>
          <p:nvSpPr>
            <p:cNvPr id="39948" name="Text Box 11">
              <a:extLst>
                <a:ext uri="{FF2B5EF4-FFF2-40B4-BE49-F238E27FC236}">
                  <a16:creationId xmlns:a16="http://schemas.microsoft.com/office/drawing/2014/main" id="{B8EB3C6C-604A-9C4C-8128-AE5CE728D08D}"/>
                </a:ext>
              </a:extLst>
            </p:cNvPr>
            <p:cNvSpPr txBox="1">
              <a:spLocks noChangeArrowheads="1"/>
            </p:cNvSpPr>
            <p:nvPr/>
          </p:nvSpPr>
          <p:spPr bwMode="auto">
            <a:xfrm rot="-1237057">
              <a:off x="1542" y="1661"/>
              <a:ext cx="641" cy="312"/>
            </a:xfrm>
            <a:prstGeom prst="rect">
              <a:avLst/>
            </a:prstGeom>
            <a:gradFill rotWithShape="1">
              <a:gsLst>
                <a:gs pos="0">
                  <a:srgbClr val="0A5804"/>
                </a:gs>
                <a:gs pos="100000">
                  <a:srgbClr val="009900"/>
                </a:gs>
              </a:gsLst>
              <a:lin ang="5400000" scaled="1"/>
            </a:gradFill>
            <a:ln w="9525" algn="ctr">
              <a:solidFill>
                <a:srgbClr val="0A5804"/>
              </a:solidFill>
              <a:miter lim="800000"/>
              <a:headEnd/>
              <a:tailEnd/>
            </a:ln>
          </p:spPr>
          <p:txBody>
            <a:bodyPr lIns="182880" tIns="137160" rIns="182880" bIns="137160">
              <a:spAutoFit/>
            </a:bodyPr>
            <a:lstStyle>
              <a:lvl1pPr>
                <a:lnSpc>
                  <a:spcPct val="90000"/>
                </a:lnSpc>
                <a:spcBef>
                  <a:spcPct val="30000"/>
                </a:spcBef>
                <a:buClr>
                  <a:schemeClr val="tx2"/>
                </a:buClr>
                <a:buSzPct val="75000"/>
                <a:buFont typeface="Wingdings" pitchFamily="2"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lnSpc>
                  <a:spcPct val="90000"/>
                </a:lnSpc>
                <a:spcBef>
                  <a:spcPct val="30000"/>
                </a:spcBef>
                <a:buClr>
                  <a:schemeClr val="tx2"/>
                </a:buClr>
                <a:buSzPct val="75000"/>
                <a:buFont typeface="Wingdings" pitchFamily="2" charset="2"/>
                <a:buChar char="Ø"/>
                <a:defRPr sz="2400">
                  <a:solidFill>
                    <a:schemeClr val="tx1"/>
                  </a:solidFill>
                  <a:latin typeface="Arial" panose="020B0604020202020204" pitchFamily="34" charset="0"/>
                  <a:ea typeface="ＭＳ Ｐゴシック" panose="020B0600070205080204" pitchFamily="34" charset="-128"/>
                </a:defRPr>
              </a:lvl2pPr>
              <a:lvl3pPr marL="1143000" indent="-228600">
                <a:lnSpc>
                  <a:spcPct val="90000"/>
                </a:lnSpc>
                <a:spcBef>
                  <a:spcPct val="30000"/>
                </a:spcBef>
                <a:buClr>
                  <a:schemeClr val="tx2"/>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3pPr>
              <a:lvl4pPr marL="1600200" indent="-228600">
                <a:lnSpc>
                  <a:spcPct val="90000"/>
                </a:lnSpc>
                <a:spcBef>
                  <a:spcPct val="30000"/>
                </a:spcBef>
                <a:buClr>
                  <a:schemeClr val="tx2"/>
                </a:buClr>
                <a:buSzPct val="75000"/>
                <a:buFont typeface="Wingdings" pitchFamily="2" charset="2"/>
                <a:buChar char="§"/>
                <a:defRPr>
                  <a:solidFill>
                    <a:schemeClr val="tx1"/>
                  </a:solidFill>
                  <a:latin typeface="Arial" panose="020B0604020202020204" pitchFamily="34" charset="0"/>
                  <a:ea typeface="ＭＳ Ｐゴシック" panose="020B0600070205080204" pitchFamily="34" charset="-128"/>
                </a:defRPr>
              </a:lvl4pPr>
              <a:lvl5pPr marL="2057400" indent="-228600">
                <a:lnSpc>
                  <a:spcPct val="90000"/>
                </a:lnSpc>
                <a:spcBef>
                  <a:spcPct val="30000"/>
                </a:spcBef>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478E"/>
                  </a:solidFill>
                  <a:effectLst/>
                  <a:uLnTx/>
                  <a:uFillTx/>
                  <a:latin typeface="Arial" panose="020B0604020202020204" pitchFamily="34" charset="0"/>
                  <a:ea typeface="宋体" panose="02010600030101010101" pitchFamily="2" charset="-122"/>
                  <a:cs typeface="+mn-cs"/>
                </a:rPr>
                <a:t>QoS</a:t>
              </a:r>
            </a:p>
          </p:txBody>
        </p:sp>
        <p:sp>
          <p:nvSpPr>
            <p:cNvPr id="39949" name="Text Box 14">
              <a:extLst>
                <a:ext uri="{FF2B5EF4-FFF2-40B4-BE49-F238E27FC236}">
                  <a16:creationId xmlns:a16="http://schemas.microsoft.com/office/drawing/2014/main" id="{9B6B8DAE-1146-9F4B-B974-FC936DBA4930}"/>
                </a:ext>
              </a:extLst>
            </p:cNvPr>
            <p:cNvSpPr txBox="1">
              <a:spLocks noChangeArrowheads="1"/>
            </p:cNvSpPr>
            <p:nvPr/>
          </p:nvSpPr>
          <p:spPr bwMode="auto">
            <a:xfrm rot="-2165441">
              <a:off x="1451" y="2160"/>
              <a:ext cx="981" cy="446"/>
            </a:xfrm>
            <a:prstGeom prst="rect">
              <a:avLst/>
            </a:prstGeom>
            <a:gradFill rotWithShape="1">
              <a:gsLst>
                <a:gs pos="0">
                  <a:srgbClr val="FF9933"/>
                </a:gs>
                <a:gs pos="100000">
                  <a:srgbClr val="FFCC00"/>
                </a:gs>
              </a:gsLst>
              <a:lin ang="5400000" scaled="1"/>
            </a:gradFill>
            <a:ln w="9525" algn="ctr">
              <a:solidFill>
                <a:srgbClr val="FF9933"/>
              </a:solidFill>
              <a:miter lim="800000"/>
              <a:headEnd/>
              <a:tailEnd/>
            </a:ln>
          </p:spPr>
          <p:txBody>
            <a:bodyPr wrap="none" lIns="182880" tIns="137160" rIns="182880" bIns="137160">
              <a:spAutoFit/>
            </a:bodyPr>
            <a:lstStyle>
              <a:lvl1pPr>
                <a:lnSpc>
                  <a:spcPct val="90000"/>
                </a:lnSpc>
                <a:spcBef>
                  <a:spcPct val="30000"/>
                </a:spcBef>
                <a:buClr>
                  <a:schemeClr val="tx2"/>
                </a:buClr>
                <a:buSzPct val="75000"/>
                <a:buFont typeface="Wingdings" pitchFamily="2"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lnSpc>
                  <a:spcPct val="90000"/>
                </a:lnSpc>
                <a:spcBef>
                  <a:spcPct val="30000"/>
                </a:spcBef>
                <a:buClr>
                  <a:schemeClr val="tx2"/>
                </a:buClr>
                <a:buSzPct val="75000"/>
                <a:buFont typeface="Wingdings" pitchFamily="2" charset="2"/>
                <a:buChar char="Ø"/>
                <a:defRPr sz="2400">
                  <a:solidFill>
                    <a:schemeClr val="tx1"/>
                  </a:solidFill>
                  <a:latin typeface="Arial" panose="020B0604020202020204" pitchFamily="34" charset="0"/>
                  <a:ea typeface="ＭＳ Ｐゴシック" panose="020B0600070205080204" pitchFamily="34" charset="-128"/>
                </a:defRPr>
              </a:lvl2pPr>
              <a:lvl3pPr marL="1143000" indent="-228600">
                <a:lnSpc>
                  <a:spcPct val="90000"/>
                </a:lnSpc>
                <a:spcBef>
                  <a:spcPct val="30000"/>
                </a:spcBef>
                <a:buClr>
                  <a:schemeClr val="tx2"/>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3pPr>
              <a:lvl4pPr marL="1600200" indent="-228600">
                <a:lnSpc>
                  <a:spcPct val="90000"/>
                </a:lnSpc>
                <a:spcBef>
                  <a:spcPct val="30000"/>
                </a:spcBef>
                <a:buClr>
                  <a:schemeClr val="tx2"/>
                </a:buClr>
                <a:buSzPct val="75000"/>
                <a:buFont typeface="Wingdings" pitchFamily="2" charset="2"/>
                <a:buChar char="§"/>
                <a:defRPr>
                  <a:solidFill>
                    <a:schemeClr val="tx1"/>
                  </a:solidFill>
                  <a:latin typeface="Arial" panose="020B0604020202020204" pitchFamily="34" charset="0"/>
                  <a:ea typeface="ＭＳ Ｐゴシック" panose="020B0600070205080204" pitchFamily="34" charset="-128"/>
                </a:defRPr>
              </a:lvl4pPr>
              <a:lvl5pPr marL="2057400" indent="-228600">
                <a:lnSpc>
                  <a:spcPct val="90000"/>
                </a:lnSpc>
                <a:spcBef>
                  <a:spcPct val="30000"/>
                </a:spcBef>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478E"/>
                  </a:solidFill>
                  <a:effectLst/>
                  <a:uLnTx/>
                  <a:uFillTx/>
                  <a:latin typeface="Arial" panose="020B0604020202020204" pitchFamily="34" charset="0"/>
                  <a:ea typeface="宋体" panose="02010600030101010101" pitchFamily="2" charset="-122"/>
                  <a:cs typeface="+mn-cs"/>
                </a:rPr>
                <a:t>Service Level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478E"/>
                  </a:solidFill>
                  <a:effectLst/>
                  <a:uLnTx/>
                  <a:uFillTx/>
                  <a:latin typeface="Arial" panose="020B0604020202020204" pitchFamily="34" charset="0"/>
                  <a:ea typeface="宋体" panose="02010600030101010101" pitchFamily="2" charset="-122"/>
                  <a:cs typeface="+mn-cs"/>
                </a:rPr>
                <a:t>Agreements</a:t>
              </a:r>
            </a:p>
          </p:txBody>
        </p:sp>
        <p:sp>
          <p:nvSpPr>
            <p:cNvPr id="39950" name="Text Box 22">
              <a:extLst>
                <a:ext uri="{FF2B5EF4-FFF2-40B4-BE49-F238E27FC236}">
                  <a16:creationId xmlns:a16="http://schemas.microsoft.com/office/drawing/2014/main" id="{7EE2F317-99E8-5B49-BFE1-59F4D97B8772}"/>
                </a:ext>
              </a:extLst>
            </p:cNvPr>
            <p:cNvSpPr txBox="1">
              <a:spLocks noChangeArrowheads="1"/>
            </p:cNvSpPr>
            <p:nvPr/>
          </p:nvSpPr>
          <p:spPr bwMode="auto">
            <a:xfrm rot="1140777">
              <a:off x="2812" y="1480"/>
              <a:ext cx="1241" cy="312"/>
            </a:xfrm>
            <a:prstGeom prst="rect">
              <a:avLst/>
            </a:prstGeom>
            <a:gradFill rotWithShape="1">
              <a:gsLst>
                <a:gs pos="0">
                  <a:srgbClr val="990033"/>
                </a:gs>
                <a:gs pos="100000">
                  <a:srgbClr val="CC0066"/>
                </a:gs>
              </a:gsLst>
              <a:lin ang="5400000" scaled="1"/>
            </a:gradFill>
            <a:ln w="9525" algn="ctr">
              <a:solidFill>
                <a:srgbClr val="990033"/>
              </a:solidFill>
              <a:miter lim="800000"/>
              <a:headEnd/>
              <a:tailEnd/>
            </a:ln>
          </p:spPr>
          <p:txBody>
            <a:bodyPr wrap="none" lIns="182880" tIns="137160" rIns="182880" bIns="137160">
              <a:spAutoFit/>
            </a:bodyPr>
            <a:lstStyle>
              <a:lvl1pPr>
                <a:lnSpc>
                  <a:spcPct val="90000"/>
                </a:lnSpc>
                <a:spcBef>
                  <a:spcPct val="30000"/>
                </a:spcBef>
                <a:buClr>
                  <a:schemeClr val="tx2"/>
                </a:buClr>
                <a:buSzPct val="75000"/>
                <a:buFont typeface="Wingdings" pitchFamily="2"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lnSpc>
                  <a:spcPct val="90000"/>
                </a:lnSpc>
                <a:spcBef>
                  <a:spcPct val="30000"/>
                </a:spcBef>
                <a:buClr>
                  <a:schemeClr val="tx2"/>
                </a:buClr>
                <a:buSzPct val="75000"/>
                <a:buFont typeface="Wingdings" pitchFamily="2" charset="2"/>
                <a:buChar char="Ø"/>
                <a:defRPr sz="2400">
                  <a:solidFill>
                    <a:schemeClr val="tx1"/>
                  </a:solidFill>
                  <a:latin typeface="Arial" panose="020B0604020202020204" pitchFamily="34" charset="0"/>
                  <a:ea typeface="ＭＳ Ｐゴシック" panose="020B0600070205080204" pitchFamily="34" charset="-128"/>
                </a:defRPr>
              </a:lvl2pPr>
              <a:lvl3pPr marL="1143000" indent="-228600">
                <a:lnSpc>
                  <a:spcPct val="90000"/>
                </a:lnSpc>
                <a:spcBef>
                  <a:spcPct val="30000"/>
                </a:spcBef>
                <a:buClr>
                  <a:schemeClr val="tx2"/>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3pPr>
              <a:lvl4pPr marL="1600200" indent="-228600">
                <a:lnSpc>
                  <a:spcPct val="90000"/>
                </a:lnSpc>
                <a:spcBef>
                  <a:spcPct val="30000"/>
                </a:spcBef>
                <a:buClr>
                  <a:schemeClr val="tx2"/>
                </a:buClr>
                <a:buSzPct val="75000"/>
                <a:buFont typeface="Wingdings" pitchFamily="2" charset="2"/>
                <a:buChar char="§"/>
                <a:defRPr>
                  <a:solidFill>
                    <a:schemeClr val="tx1"/>
                  </a:solidFill>
                  <a:latin typeface="Arial" panose="020B0604020202020204" pitchFamily="34" charset="0"/>
                  <a:ea typeface="ＭＳ Ｐゴシック" panose="020B0600070205080204" pitchFamily="34" charset="-128"/>
                </a:defRPr>
              </a:lvl4pPr>
              <a:lvl5pPr marL="2057400" indent="-228600">
                <a:lnSpc>
                  <a:spcPct val="90000"/>
                </a:lnSpc>
                <a:spcBef>
                  <a:spcPct val="30000"/>
                </a:spcBef>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478E"/>
                  </a:solidFill>
                  <a:effectLst/>
                  <a:uLnTx/>
                  <a:uFillTx/>
                  <a:latin typeface="Arial" panose="020B0604020202020204" pitchFamily="34" charset="0"/>
                  <a:ea typeface="宋体" panose="02010600030101010101" pitchFamily="2" charset="-122"/>
                  <a:cs typeface="+mn-cs"/>
                </a:rPr>
                <a:t>Resource Metering</a:t>
              </a:r>
            </a:p>
          </p:txBody>
        </p:sp>
        <p:sp>
          <p:nvSpPr>
            <p:cNvPr id="39951" name="Text Box 10">
              <a:extLst>
                <a:ext uri="{FF2B5EF4-FFF2-40B4-BE49-F238E27FC236}">
                  <a16:creationId xmlns:a16="http://schemas.microsoft.com/office/drawing/2014/main" id="{B17FC909-0343-804F-90D8-610E7BF468F0}"/>
                </a:ext>
              </a:extLst>
            </p:cNvPr>
            <p:cNvSpPr txBox="1">
              <a:spLocks noChangeArrowheads="1"/>
            </p:cNvSpPr>
            <p:nvPr/>
          </p:nvSpPr>
          <p:spPr bwMode="auto">
            <a:xfrm>
              <a:off x="2835" y="1911"/>
              <a:ext cx="641" cy="312"/>
            </a:xfrm>
            <a:prstGeom prst="rect">
              <a:avLst/>
            </a:prstGeom>
            <a:gradFill rotWithShape="1">
              <a:gsLst>
                <a:gs pos="0">
                  <a:srgbClr val="000066"/>
                </a:gs>
                <a:gs pos="100000">
                  <a:srgbClr val="0033CC"/>
                </a:gs>
              </a:gsLst>
              <a:lin ang="5400000" scaled="1"/>
            </a:gradFill>
            <a:ln w="9525" algn="ctr">
              <a:solidFill>
                <a:srgbClr val="000066"/>
              </a:solidFill>
              <a:miter lim="800000"/>
              <a:headEnd/>
              <a:tailEnd/>
            </a:ln>
          </p:spPr>
          <p:txBody>
            <a:bodyPr lIns="182880" tIns="137160" rIns="182880" bIns="137160">
              <a:spAutoFit/>
            </a:bodyPr>
            <a:lstStyle>
              <a:lvl1pPr>
                <a:lnSpc>
                  <a:spcPct val="90000"/>
                </a:lnSpc>
                <a:spcBef>
                  <a:spcPct val="30000"/>
                </a:spcBef>
                <a:buClr>
                  <a:schemeClr val="tx2"/>
                </a:buClr>
                <a:buSzPct val="75000"/>
                <a:buFont typeface="Wingdings" pitchFamily="2"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lnSpc>
                  <a:spcPct val="90000"/>
                </a:lnSpc>
                <a:spcBef>
                  <a:spcPct val="30000"/>
                </a:spcBef>
                <a:buClr>
                  <a:schemeClr val="tx2"/>
                </a:buClr>
                <a:buSzPct val="75000"/>
                <a:buFont typeface="Wingdings" pitchFamily="2" charset="2"/>
                <a:buChar char="Ø"/>
                <a:defRPr sz="2400">
                  <a:solidFill>
                    <a:schemeClr val="tx1"/>
                  </a:solidFill>
                  <a:latin typeface="Arial" panose="020B0604020202020204" pitchFamily="34" charset="0"/>
                  <a:ea typeface="ＭＳ Ｐゴシック" panose="020B0600070205080204" pitchFamily="34" charset="-128"/>
                </a:defRPr>
              </a:lvl2pPr>
              <a:lvl3pPr marL="1143000" indent="-228600">
                <a:lnSpc>
                  <a:spcPct val="90000"/>
                </a:lnSpc>
                <a:spcBef>
                  <a:spcPct val="30000"/>
                </a:spcBef>
                <a:buClr>
                  <a:schemeClr val="tx2"/>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3pPr>
              <a:lvl4pPr marL="1600200" indent="-228600">
                <a:lnSpc>
                  <a:spcPct val="90000"/>
                </a:lnSpc>
                <a:spcBef>
                  <a:spcPct val="30000"/>
                </a:spcBef>
                <a:buClr>
                  <a:schemeClr val="tx2"/>
                </a:buClr>
                <a:buSzPct val="75000"/>
                <a:buFont typeface="Wingdings" pitchFamily="2" charset="2"/>
                <a:buChar char="§"/>
                <a:defRPr>
                  <a:solidFill>
                    <a:schemeClr val="tx1"/>
                  </a:solidFill>
                  <a:latin typeface="Arial" panose="020B0604020202020204" pitchFamily="34" charset="0"/>
                  <a:ea typeface="ＭＳ Ｐゴシック" panose="020B0600070205080204" pitchFamily="34" charset="-128"/>
                </a:defRPr>
              </a:lvl4pPr>
              <a:lvl5pPr marL="2057400" indent="-228600">
                <a:lnSpc>
                  <a:spcPct val="90000"/>
                </a:lnSpc>
                <a:spcBef>
                  <a:spcPct val="30000"/>
                </a:spcBef>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t>Billing</a:t>
              </a:r>
            </a:p>
          </p:txBody>
        </p:sp>
        <p:sp>
          <p:nvSpPr>
            <p:cNvPr id="39952" name="Text Box 20">
              <a:extLst>
                <a:ext uri="{FF2B5EF4-FFF2-40B4-BE49-F238E27FC236}">
                  <a16:creationId xmlns:a16="http://schemas.microsoft.com/office/drawing/2014/main" id="{F6BB944A-DEBC-9446-AFAE-737658189B30}"/>
                </a:ext>
              </a:extLst>
            </p:cNvPr>
            <p:cNvSpPr txBox="1">
              <a:spLocks noChangeArrowheads="1"/>
            </p:cNvSpPr>
            <p:nvPr/>
          </p:nvSpPr>
          <p:spPr bwMode="auto">
            <a:xfrm rot="-841391">
              <a:off x="3311" y="1049"/>
              <a:ext cx="615" cy="312"/>
            </a:xfrm>
            <a:prstGeom prst="rect">
              <a:avLst/>
            </a:prstGeom>
            <a:gradFill rotWithShape="1">
              <a:gsLst>
                <a:gs pos="0">
                  <a:srgbClr val="FF9933"/>
                </a:gs>
                <a:gs pos="100000">
                  <a:srgbClr val="FFCC00"/>
                </a:gs>
              </a:gsLst>
              <a:lin ang="5400000" scaled="1"/>
            </a:gradFill>
            <a:ln w="9525" algn="ctr">
              <a:solidFill>
                <a:srgbClr val="FF9933"/>
              </a:solidFill>
              <a:miter lim="800000"/>
              <a:headEnd/>
              <a:tailEnd/>
            </a:ln>
          </p:spPr>
          <p:txBody>
            <a:bodyPr wrap="none" lIns="182880" tIns="137160" rIns="182880" bIns="137160">
              <a:spAutoFit/>
            </a:bodyPr>
            <a:lstStyle>
              <a:lvl1pPr>
                <a:lnSpc>
                  <a:spcPct val="90000"/>
                </a:lnSpc>
                <a:spcBef>
                  <a:spcPct val="30000"/>
                </a:spcBef>
                <a:buClr>
                  <a:schemeClr val="tx2"/>
                </a:buClr>
                <a:buSzPct val="75000"/>
                <a:buFont typeface="Wingdings" pitchFamily="2"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lnSpc>
                  <a:spcPct val="90000"/>
                </a:lnSpc>
                <a:spcBef>
                  <a:spcPct val="30000"/>
                </a:spcBef>
                <a:buClr>
                  <a:schemeClr val="tx2"/>
                </a:buClr>
                <a:buSzPct val="75000"/>
                <a:buFont typeface="Wingdings" pitchFamily="2" charset="2"/>
                <a:buChar char="Ø"/>
                <a:defRPr sz="2400">
                  <a:solidFill>
                    <a:schemeClr val="tx1"/>
                  </a:solidFill>
                  <a:latin typeface="Arial" panose="020B0604020202020204" pitchFamily="34" charset="0"/>
                  <a:ea typeface="ＭＳ Ｐゴシック" panose="020B0600070205080204" pitchFamily="34" charset="-128"/>
                </a:defRPr>
              </a:lvl2pPr>
              <a:lvl3pPr marL="1143000" indent="-228600">
                <a:lnSpc>
                  <a:spcPct val="90000"/>
                </a:lnSpc>
                <a:spcBef>
                  <a:spcPct val="30000"/>
                </a:spcBef>
                <a:buClr>
                  <a:schemeClr val="tx2"/>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3pPr>
              <a:lvl4pPr marL="1600200" indent="-228600">
                <a:lnSpc>
                  <a:spcPct val="90000"/>
                </a:lnSpc>
                <a:spcBef>
                  <a:spcPct val="30000"/>
                </a:spcBef>
                <a:buClr>
                  <a:schemeClr val="tx2"/>
                </a:buClr>
                <a:buSzPct val="75000"/>
                <a:buFont typeface="Wingdings" pitchFamily="2" charset="2"/>
                <a:buChar char="§"/>
                <a:defRPr>
                  <a:solidFill>
                    <a:schemeClr val="tx1"/>
                  </a:solidFill>
                  <a:latin typeface="Arial" panose="020B0604020202020204" pitchFamily="34" charset="0"/>
                  <a:ea typeface="ＭＳ Ｐゴシック" panose="020B0600070205080204" pitchFamily="34" charset="-128"/>
                </a:defRPr>
              </a:lvl4pPr>
              <a:lvl5pPr marL="2057400" indent="-228600">
                <a:lnSpc>
                  <a:spcPct val="90000"/>
                </a:lnSpc>
                <a:spcBef>
                  <a:spcPct val="30000"/>
                </a:spcBef>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478E"/>
                  </a:solidFill>
                  <a:effectLst/>
                  <a:uLnTx/>
                  <a:uFillTx/>
                  <a:latin typeface="Arial" panose="020B0604020202020204" pitchFamily="34" charset="0"/>
                  <a:ea typeface="宋体" panose="02010600030101010101" pitchFamily="2" charset="-122"/>
                  <a:cs typeface="+mn-cs"/>
                </a:rPr>
                <a:t>Pricing</a:t>
              </a:r>
            </a:p>
          </p:txBody>
        </p:sp>
        <p:sp>
          <p:nvSpPr>
            <p:cNvPr id="39953" name="Text Box 15">
              <a:extLst>
                <a:ext uri="{FF2B5EF4-FFF2-40B4-BE49-F238E27FC236}">
                  <a16:creationId xmlns:a16="http://schemas.microsoft.com/office/drawing/2014/main" id="{5C74897B-66D9-7A44-918B-A7930EF5B3CD}"/>
                </a:ext>
              </a:extLst>
            </p:cNvPr>
            <p:cNvSpPr txBox="1">
              <a:spLocks noChangeArrowheads="1"/>
            </p:cNvSpPr>
            <p:nvPr/>
          </p:nvSpPr>
          <p:spPr bwMode="auto">
            <a:xfrm rot="390885">
              <a:off x="2443" y="2352"/>
              <a:ext cx="943" cy="446"/>
            </a:xfrm>
            <a:prstGeom prst="rect">
              <a:avLst/>
            </a:prstGeom>
            <a:gradFill rotWithShape="1">
              <a:gsLst>
                <a:gs pos="0">
                  <a:srgbClr val="660066"/>
                </a:gs>
                <a:gs pos="100000">
                  <a:srgbClr val="9900CC"/>
                </a:gs>
              </a:gsLst>
              <a:lin ang="5400000" scaled="1"/>
            </a:gradFill>
            <a:ln w="9525" algn="ctr">
              <a:solidFill>
                <a:srgbClr val="660066"/>
              </a:solidFill>
              <a:miter lim="800000"/>
              <a:headEnd/>
              <a:tailEnd/>
            </a:ln>
          </p:spPr>
          <p:txBody>
            <a:bodyPr wrap="none" lIns="182880" tIns="137160" rIns="182880" bIns="137160">
              <a:spAutoFit/>
            </a:bodyPr>
            <a:lstStyle>
              <a:lvl1pPr>
                <a:lnSpc>
                  <a:spcPct val="90000"/>
                </a:lnSpc>
                <a:spcBef>
                  <a:spcPct val="30000"/>
                </a:spcBef>
                <a:buClr>
                  <a:schemeClr val="tx2"/>
                </a:buClr>
                <a:buSzPct val="75000"/>
                <a:buFont typeface="Wingdings" pitchFamily="2"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lnSpc>
                  <a:spcPct val="90000"/>
                </a:lnSpc>
                <a:spcBef>
                  <a:spcPct val="30000"/>
                </a:spcBef>
                <a:buClr>
                  <a:schemeClr val="tx2"/>
                </a:buClr>
                <a:buSzPct val="75000"/>
                <a:buFont typeface="Wingdings" pitchFamily="2" charset="2"/>
                <a:buChar char="Ø"/>
                <a:defRPr sz="2400">
                  <a:solidFill>
                    <a:schemeClr val="tx1"/>
                  </a:solidFill>
                  <a:latin typeface="Arial" panose="020B0604020202020204" pitchFamily="34" charset="0"/>
                  <a:ea typeface="ＭＳ Ｐゴシック" panose="020B0600070205080204" pitchFamily="34" charset="-128"/>
                </a:defRPr>
              </a:lvl2pPr>
              <a:lvl3pPr marL="1143000" indent="-228600">
                <a:lnSpc>
                  <a:spcPct val="90000"/>
                </a:lnSpc>
                <a:spcBef>
                  <a:spcPct val="30000"/>
                </a:spcBef>
                <a:buClr>
                  <a:schemeClr val="tx2"/>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3pPr>
              <a:lvl4pPr marL="1600200" indent="-228600">
                <a:lnSpc>
                  <a:spcPct val="90000"/>
                </a:lnSpc>
                <a:spcBef>
                  <a:spcPct val="30000"/>
                </a:spcBef>
                <a:buClr>
                  <a:schemeClr val="tx2"/>
                </a:buClr>
                <a:buSzPct val="75000"/>
                <a:buFont typeface="Wingdings" pitchFamily="2" charset="2"/>
                <a:buChar char="§"/>
                <a:defRPr>
                  <a:solidFill>
                    <a:schemeClr val="tx1"/>
                  </a:solidFill>
                  <a:latin typeface="Arial" panose="020B0604020202020204" pitchFamily="34" charset="0"/>
                  <a:ea typeface="ＭＳ Ｐゴシック" panose="020B0600070205080204" pitchFamily="34" charset="-128"/>
                </a:defRPr>
              </a:lvl4pPr>
              <a:lvl5pPr marL="2057400" indent="-228600">
                <a:lnSpc>
                  <a:spcPct val="90000"/>
                </a:lnSpc>
                <a:spcBef>
                  <a:spcPct val="30000"/>
                </a:spcBef>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t>Provisioning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t>on Demand</a:t>
              </a:r>
            </a:p>
          </p:txBody>
        </p:sp>
        <p:sp>
          <p:nvSpPr>
            <p:cNvPr id="39954" name="Text Box 24">
              <a:extLst>
                <a:ext uri="{FF2B5EF4-FFF2-40B4-BE49-F238E27FC236}">
                  <a16:creationId xmlns:a16="http://schemas.microsoft.com/office/drawing/2014/main" id="{5A3AA8EA-7C61-2C4C-B3A4-8270F387D129}"/>
                </a:ext>
              </a:extLst>
            </p:cNvPr>
            <p:cNvSpPr txBox="1">
              <a:spLocks noChangeArrowheads="1"/>
            </p:cNvSpPr>
            <p:nvPr/>
          </p:nvSpPr>
          <p:spPr bwMode="auto">
            <a:xfrm>
              <a:off x="3552" y="2400"/>
              <a:ext cx="985" cy="446"/>
            </a:xfrm>
            <a:prstGeom prst="rect">
              <a:avLst/>
            </a:prstGeom>
            <a:gradFill rotWithShape="1">
              <a:gsLst>
                <a:gs pos="0">
                  <a:srgbClr val="000066"/>
                </a:gs>
                <a:gs pos="100000">
                  <a:srgbClr val="0033CC"/>
                </a:gs>
              </a:gsLst>
              <a:lin ang="5400000" scaled="1"/>
            </a:gradFill>
            <a:ln w="9525" algn="ctr">
              <a:solidFill>
                <a:srgbClr val="000066"/>
              </a:solidFill>
              <a:miter lim="800000"/>
              <a:headEnd/>
              <a:tailEnd/>
            </a:ln>
          </p:spPr>
          <p:txBody>
            <a:bodyPr lIns="182880" tIns="137160" rIns="182880" bIns="137160">
              <a:spAutoFit/>
            </a:bodyPr>
            <a:lstStyle>
              <a:lvl1pPr>
                <a:lnSpc>
                  <a:spcPct val="90000"/>
                </a:lnSpc>
                <a:spcBef>
                  <a:spcPct val="30000"/>
                </a:spcBef>
                <a:buClr>
                  <a:schemeClr val="tx2"/>
                </a:buClr>
                <a:buSzPct val="75000"/>
                <a:buFont typeface="Wingdings" pitchFamily="2"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lnSpc>
                  <a:spcPct val="90000"/>
                </a:lnSpc>
                <a:spcBef>
                  <a:spcPct val="30000"/>
                </a:spcBef>
                <a:buClr>
                  <a:schemeClr val="tx2"/>
                </a:buClr>
                <a:buSzPct val="75000"/>
                <a:buFont typeface="Wingdings" pitchFamily="2" charset="2"/>
                <a:buChar char="Ø"/>
                <a:defRPr sz="2400">
                  <a:solidFill>
                    <a:schemeClr val="tx1"/>
                  </a:solidFill>
                  <a:latin typeface="Arial" panose="020B0604020202020204" pitchFamily="34" charset="0"/>
                  <a:ea typeface="ＭＳ Ｐゴシック" panose="020B0600070205080204" pitchFamily="34" charset="-128"/>
                </a:defRPr>
              </a:lvl2pPr>
              <a:lvl3pPr marL="1143000" indent="-228600">
                <a:lnSpc>
                  <a:spcPct val="90000"/>
                </a:lnSpc>
                <a:spcBef>
                  <a:spcPct val="30000"/>
                </a:spcBef>
                <a:buClr>
                  <a:schemeClr val="tx2"/>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3pPr>
              <a:lvl4pPr marL="1600200" indent="-228600">
                <a:lnSpc>
                  <a:spcPct val="90000"/>
                </a:lnSpc>
                <a:spcBef>
                  <a:spcPct val="30000"/>
                </a:spcBef>
                <a:buClr>
                  <a:schemeClr val="tx2"/>
                </a:buClr>
                <a:buSzPct val="75000"/>
                <a:buFont typeface="Wingdings" pitchFamily="2" charset="2"/>
                <a:buChar char="§"/>
                <a:defRPr>
                  <a:solidFill>
                    <a:schemeClr val="tx1"/>
                  </a:solidFill>
                  <a:latin typeface="Arial" panose="020B0604020202020204" pitchFamily="34" charset="0"/>
                  <a:ea typeface="ＭＳ Ｐゴシック" panose="020B0600070205080204" pitchFamily="34" charset="-128"/>
                </a:defRPr>
              </a:lvl4pPr>
              <a:lvl5pPr marL="2057400" indent="-228600">
                <a:lnSpc>
                  <a:spcPct val="90000"/>
                </a:lnSpc>
                <a:spcBef>
                  <a:spcPct val="30000"/>
                </a:spcBef>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t>Utility &amp; Risk Management</a:t>
              </a:r>
            </a:p>
          </p:txBody>
        </p:sp>
        <p:sp>
          <p:nvSpPr>
            <p:cNvPr id="39955" name="Text Box 42">
              <a:extLst>
                <a:ext uri="{FF2B5EF4-FFF2-40B4-BE49-F238E27FC236}">
                  <a16:creationId xmlns:a16="http://schemas.microsoft.com/office/drawing/2014/main" id="{AABD0D47-148F-A44B-865C-DB98D2D3B323}"/>
                </a:ext>
              </a:extLst>
            </p:cNvPr>
            <p:cNvSpPr txBox="1">
              <a:spLocks noChangeArrowheads="1"/>
            </p:cNvSpPr>
            <p:nvPr/>
          </p:nvSpPr>
          <p:spPr bwMode="auto">
            <a:xfrm>
              <a:off x="4080" y="1104"/>
              <a:ext cx="788" cy="312"/>
            </a:xfrm>
            <a:prstGeom prst="rect">
              <a:avLst/>
            </a:prstGeom>
            <a:gradFill rotWithShape="1">
              <a:gsLst>
                <a:gs pos="0">
                  <a:srgbClr val="FF3399"/>
                </a:gs>
                <a:gs pos="100000">
                  <a:srgbClr val="FF66FF"/>
                </a:gs>
              </a:gsLst>
              <a:lin ang="5400000" scaled="1"/>
            </a:gradFill>
            <a:ln w="9525" algn="ctr">
              <a:solidFill>
                <a:srgbClr val="FF3399"/>
              </a:solidFill>
              <a:miter lim="800000"/>
              <a:headEnd/>
              <a:tailEnd/>
            </a:ln>
          </p:spPr>
          <p:txBody>
            <a:bodyPr wrap="none" lIns="182880" tIns="137160" rIns="182880" bIns="137160">
              <a:spAutoFit/>
            </a:bodyPr>
            <a:lstStyle>
              <a:lvl1pPr>
                <a:lnSpc>
                  <a:spcPct val="90000"/>
                </a:lnSpc>
                <a:spcBef>
                  <a:spcPct val="30000"/>
                </a:spcBef>
                <a:buClr>
                  <a:schemeClr val="tx2"/>
                </a:buClr>
                <a:buSzPct val="75000"/>
                <a:buFont typeface="Wingdings" pitchFamily="2"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lnSpc>
                  <a:spcPct val="90000"/>
                </a:lnSpc>
                <a:spcBef>
                  <a:spcPct val="30000"/>
                </a:spcBef>
                <a:buClr>
                  <a:schemeClr val="tx2"/>
                </a:buClr>
                <a:buSzPct val="75000"/>
                <a:buFont typeface="Wingdings" pitchFamily="2" charset="2"/>
                <a:buChar char="Ø"/>
                <a:defRPr sz="2400">
                  <a:solidFill>
                    <a:schemeClr val="tx1"/>
                  </a:solidFill>
                  <a:latin typeface="Arial" panose="020B0604020202020204" pitchFamily="34" charset="0"/>
                  <a:ea typeface="ＭＳ Ｐゴシック" panose="020B0600070205080204" pitchFamily="34" charset="-128"/>
                </a:defRPr>
              </a:lvl2pPr>
              <a:lvl3pPr marL="1143000" indent="-228600">
                <a:lnSpc>
                  <a:spcPct val="90000"/>
                </a:lnSpc>
                <a:spcBef>
                  <a:spcPct val="30000"/>
                </a:spcBef>
                <a:buClr>
                  <a:schemeClr val="tx2"/>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3pPr>
              <a:lvl4pPr marL="1600200" indent="-228600">
                <a:lnSpc>
                  <a:spcPct val="90000"/>
                </a:lnSpc>
                <a:spcBef>
                  <a:spcPct val="30000"/>
                </a:spcBef>
                <a:buClr>
                  <a:schemeClr val="tx2"/>
                </a:buClr>
                <a:buSzPct val="75000"/>
                <a:buFont typeface="Wingdings" pitchFamily="2" charset="2"/>
                <a:buChar char="§"/>
                <a:defRPr>
                  <a:solidFill>
                    <a:schemeClr val="tx1"/>
                  </a:solidFill>
                  <a:latin typeface="Arial" panose="020B0604020202020204" pitchFamily="34" charset="0"/>
                  <a:ea typeface="ＭＳ Ｐゴシック" panose="020B0600070205080204" pitchFamily="34" charset="-128"/>
                </a:defRPr>
              </a:lvl4pPr>
              <a:lvl5pPr marL="2057400" indent="-228600">
                <a:lnSpc>
                  <a:spcPct val="90000"/>
                </a:lnSpc>
                <a:spcBef>
                  <a:spcPct val="30000"/>
                </a:spcBef>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AU" altLang="en-US" sz="1400" b="1" i="0" u="none" strike="noStrike" kern="1200" cap="none" spc="0" normalizeH="0" baseline="0" noProof="0">
                  <a:ln>
                    <a:noFill/>
                  </a:ln>
                  <a:solidFill>
                    <a:srgbClr val="00478E"/>
                  </a:solidFill>
                  <a:effectLst/>
                  <a:uLnTx/>
                  <a:uFillTx/>
                  <a:latin typeface="Arial" panose="020B0604020202020204" pitchFamily="34" charset="0"/>
                  <a:ea typeface="宋体" panose="02010600030101010101" pitchFamily="2" charset="-122"/>
                  <a:cs typeface="+mn-cs"/>
                </a:rPr>
                <a:t>Scalability</a:t>
              </a:r>
              <a:endParaRPr kumimoji="0" lang="en-US" altLang="en-US" sz="1400" b="1" i="0" u="none" strike="noStrike" kern="1200" cap="none" spc="0" normalizeH="0" baseline="0" noProof="0">
                <a:ln>
                  <a:noFill/>
                </a:ln>
                <a:solidFill>
                  <a:srgbClr val="00478E"/>
                </a:solidFill>
                <a:effectLst/>
                <a:uLnTx/>
                <a:uFillTx/>
                <a:latin typeface="Arial" panose="020B0604020202020204" pitchFamily="34" charset="0"/>
                <a:ea typeface="宋体" panose="02010600030101010101" pitchFamily="2" charset="-122"/>
                <a:cs typeface="+mn-cs"/>
              </a:endParaRPr>
            </a:p>
          </p:txBody>
        </p:sp>
        <p:sp>
          <p:nvSpPr>
            <p:cNvPr id="39956" name="Text Box 43">
              <a:extLst>
                <a:ext uri="{FF2B5EF4-FFF2-40B4-BE49-F238E27FC236}">
                  <a16:creationId xmlns:a16="http://schemas.microsoft.com/office/drawing/2014/main" id="{7F657009-9569-2F45-B578-7C8F35A2875B}"/>
                </a:ext>
              </a:extLst>
            </p:cNvPr>
            <p:cNvSpPr txBox="1">
              <a:spLocks noChangeArrowheads="1"/>
            </p:cNvSpPr>
            <p:nvPr/>
          </p:nvSpPr>
          <p:spPr bwMode="auto">
            <a:xfrm>
              <a:off x="4560" y="1536"/>
              <a:ext cx="763" cy="312"/>
            </a:xfrm>
            <a:prstGeom prst="rect">
              <a:avLst/>
            </a:prstGeom>
            <a:solidFill>
              <a:srgbClr val="000000"/>
            </a:solidFill>
            <a:ln w="9525" algn="ctr">
              <a:solidFill>
                <a:srgbClr val="FF3399"/>
              </a:solidFill>
              <a:miter lim="800000"/>
              <a:headEnd/>
              <a:tailEnd/>
            </a:ln>
          </p:spPr>
          <p:txBody>
            <a:bodyPr wrap="none" lIns="182880" tIns="137160" rIns="182880" bIns="137160">
              <a:spAutoFit/>
            </a:bodyPr>
            <a:lstStyle>
              <a:lvl1pPr>
                <a:lnSpc>
                  <a:spcPct val="90000"/>
                </a:lnSpc>
                <a:spcBef>
                  <a:spcPct val="30000"/>
                </a:spcBef>
                <a:buClr>
                  <a:schemeClr val="tx2"/>
                </a:buClr>
                <a:buSzPct val="75000"/>
                <a:buFont typeface="Wingdings" pitchFamily="2"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lnSpc>
                  <a:spcPct val="90000"/>
                </a:lnSpc>
                <a:spcBef>
                  <a:spcPct val="30000"/>
                </a:spcBef>
                <a:buClr>
                  <a:schemeClr val="tx2"/>
                </a:buClr>
                <a:buSzPct val="75000"/>
                <a:buFont typeface="Wingdings" pitchFamily="2" charset="2"/>
                <a:buChar char="Ø"/>
                <a:defRPr sz="2400">
                  <a:solidFill>
                    <a:schemeClr val="tx1"/>
                  </a:solidFill>
                  <a:latin typeface="Arial" panose="020B0604020202020204" pitchFamily="34" charset="0"/>
                  <a:ea typeface="ＭＳ Ｐゴシック" panose="020B0600070205080204" pitchFamily="34" charset="-128"/>
                </a:defRPr>
              </a:lvl2pPr>
              <a:lvl3pPr marL="1143000" indent="-228600">
                <a:lnSpc>
                  <a:spcPct val="90000"/>
                </a:lnSpc>
                <a:spcBef>
                  <a:spcPct val="30000"/>
                </a:spcBef>
                <a:buClr>
                  <a:schemeClr val="tx2"/>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3pPr>
              <a:lvl4pPr marL="1600200" indent="-228600">
                <a:lnSpc>
                  <a:spcPct val="90000"/>
                </a:lnSpc>
                <a:spcBef>
                  <a:spcPct val="30000"/>
                </a:spcBef>
                <a:buClr>
                  <a:schemeClr val="tx2"/>
                </a:buClr>
                <a:buSzPct val="75000"/>
                <a:buFont typeface="Wingdings" pitchFamily="2" charset="2"/>
                <a:buChar char="§"/>
                <a:defRPr>
                  <a:solidFill>
                    <a:schemeClr val="tx1"/>
                  </a:solidFill>
                  <a:latin typeface="Arial" panose="020B0604020202020204" pitchFamily="34" charset="0"/>
                  <a:ea typeface="ＭＳ Ｐゴシック" panose="020B0600070205080204" pitchFamily="34" charset="-128"/>
                </a:defRPr>
              </a:lvl4pPr>
              <a:lvl5pPr marL="2057400" indent="-228600">
                <a:lnSpc>
                  <a:spcPct val="90000"/>
                </a:lnSpc>
                <a:spcBef>
                  <a:spcPct val="30000"/>
                </a:spcBef>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AU" altLang="en-US" sz="14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t>Reliability</a:t>
              </a:r>
              <a:endParaRPr kumimoji="0" lang="en-US" altLang="en-US" sz="14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39957" name="Text Box 48">
              <a:extLst>
                <a:ext uri="{FF2B5EF4-FFF2-40B4-BE49-F238E27FC236}">
                  <a16:creationId xmlns:a16="http://schemas.microsoft.com/office/drawing/2014/main" id="{B44E6FBA-20D2-B84B-943A-7AD95B837523}"/>
                </a:ext>
              </a:extLst>
            </p:cNvPr>
            <p:cNvSpPr txBox="1">
              <a:spLocks noChangeArrowheads="1"/>
            </p:cNvSpPr>
            <p:nvPr/>
          </p:nvSpPr>
          <p:spPr bwMode="auto">
            <a:xfrm rot="1140777">
              <a:off x="4082" y="2137"/>
              <a:ext cx="1173" cy="312"/>
            </a:xfrm>
            <a:prstGeom prst="rect">
              <a:avLst/>
            </a:prstGeom>
            <a:gradFill rotWithShape="1">
              <a:gsLst>
                <a:gs pos="0">
                  <a:srgbClr val="990000"/>
                </a:gs>
                <a:gs pos="100000">
                  <a:srgbClr val="FF0000"/>
                </a:gs>
              </a:gsLst>
              <a:lin ang="5400000" scaled="1"/>
            </a:gradFill>
            <a:ln w="9525" algn="ctr">
              <a:solidFill>
                <a:srgbClr val="990000"/>
              </a:solidFill>
              <a:miter lim="800000"/>
              <a:headEnd/>
              <a:tailEnd/>
            </a:ln>
          </p:spPr>
          <p:txBody>
            <a:bodyPr wrap="none" lIns="182880" tIns="137160" rIns="182880" bIns="137160">
              <a:spAutoFit/>
            </a:bodyPr>
            <a:lstStyle>
              <a:lvl1pPr>
                <a:lnSpc>
                  <a:spcPct val="90000"/>
                </a:lnSpc>
                <a:spcBef>
                  <a:spcPct val="30000"/>
                </a:spcBef>
                <a:buClr>
                  <a:schemeClr val="tx2"/>
                </a:buClr>
                <a:buSzPct val="75000"/>
                <a:buFont typeface="Wingdings" pitchFamily="2"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lnSpc>
                  <a:spcPct val="90000"/>
                </a:lnSpc>
                <a:spcBef>
                  <a:spcPct val="30000"/>
                </a:spcBef>
                <a:buClr>
                  <a:schemeClr val="tx2"/>
                </a:buClr>
                <a:buSzPct val="75000"/>
                <a:buFont typeface="Wingdings" pitchFamily="2" charset="2"/>
                <a:buChar char="Ø"/>
                <a:defRPr sz="2400">
                  <a:solidFill>
                    <a:schemeClr val="tx1"/>
                  </a:solidFill>
                  <a:latin typeface="Arial" panose="020B0604020202020204" pitchFamily="34" charset="0"/>
                  <a:ea typeface="ＭＳ Ｐゴシック" panose="020B0600070205080204" pitchFamily="34" charset="-128"/>
                </a:defRPr>
              </a:lvl2pPr>
              <a:lvl3pPr marL="1143000" indent="-228600">
                <a:lnSpc>
                  <a:spcPct val="90000"/>
                </a:lnSpc>
                <a:spcBef>
                  <a:spcPct val="30000"/>
                </a:spcBef>
                <a:buClr>
                  <a:schemeClr val="tx2"/>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3pPr>
              <a:lvl4pPr marL="1600200" indent="-228600">
                <a:lnSpc>
                  <a:spcPct val="90000"/>
                </a:lnSpc>
                <a:spcBef>
                  <a:spcPct val="30000"/>
                </a:spcBef>
                <a:buClr>
                  <a:schemeClr val="tx2"/>
                </a:buClr>
                <a:buSzPct val="75000"/>
                <a:buFont typeface="Wingdings" pitchFamily="2" charset="2"/>
                <a:buChar char="§"/>
                <a:defRPr>
                  <a:solidFill>
                    <a:schemeClr val="tx1"/>
                  </a:solidFill>
                  <a:latin typeface="Arial" panose="020B0604020202020204" pitchFamily="34" charset="0"/>
                  <a:ea typeface="ＭＳ Ｐゴシック" panose="020B0600070205080204" pitchFamily="34" charset="-128"/>
                </a:defRPr>
              </a:lvl4pPr>
              <a:lvl5pPr marL="2057400" indent="-228600">
                <a:lnSpc>
                  <a:spcPct val="90000"/>
                </a:lnSpc>
                <a:spcBef>
                  <a:spcPct val="30000"/>
                </a:spcBef>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AU" altLang="en-US" sz="1400" b="1" i="0" u="none" strike="noStrike" kern="1200" cap="none" spc="0" normalizeH="0" baseline="0" noProof="0">
                  <a:ln>
                    <a:noFill/>
                  </a:ln>
                  <a:solidFill>
                    <a:srgbClr val="00478E"/>
                  </a:solidFill>
                  <a:effectLst/>
                  <a:uLnTx/>
                  <a:uFillTx/>
                  <a:latin typeface="Arial" panose="020B0604020202020204" pitchFamily="34" charset="0"/>
                  <a:ea typeface="宋体" panose="02010600030101010101" pitchFamily="2" charset="-122"/>
                  <a:cs typeface="+mn-cs"/>
                </a:rPr>
                <a:t>Energy Efficiency</a:t>
              </a:r>
              <a:endParaRPr kumimoji="0" lang="en-US" altLang="en-US" sz="1400" b="1" i="0" u="none" strike="noStrike" kern="1200" cap="none" spc="0" normalizeH="0" baseline="0" noProof="0">
                <a:ln>
                  <a:noFill/>
                </a:ln>
                <a:solidFill>
                  <a:srgbClr val="00478E"/>
                </a:solidFill>
                <a:effectLst/>
                <a:uLnTx/>
                <a:uFillTx/>
                <a:latin typeface="Arial" panose="020B0604020202020204" pitchFamily="34" charset="0"/>
                <a:ea typeface="宋体" panose="02010600030101010101" pitchFamily="2" charset="-122"/>
                <a:cs typeface="+mn-cs"/>
              </a:endParaRPr>
            </a:p>
          </p:txBody>
        </p:sp>
        <p:sp>
          <p:nvSpPr>
            <p:cNvPr id="39958" name="Text Box 25">
              <a:extLst>
                <a:ext uri="{FF2B5EF4-FFF2-40B4-BE49-F238E27FC236}">
                  <a16:creationId xmlns:a16="http://schemas.microsoft.com/office/drawing/2014/main" id="{C61381D2-9229-E643-AD8E-5542C98BF0F9}"/>
                </a:ext>
              </a:extLst>
            </p:cNvPr>
            <p:cNvSpPr txBox="1">
              <a:spLocks noChangeArrowheads="1"/>
            </p:cNvSpPr>
            <p:nvPr/>
          </p:nvSpPr>
          <p:spPr bwMode="auto">
            <a:xfrm rot="-1120015">
              <a:off x="288" y="2834"/>
              <a:ext cx="954" cy="312"/>
            </a:xfrm>
            <a:prstGeom prst="rect">
              <a:avLst/>
            </a:prstGeom>
            <a:gradFill rotWithShape="1">
              <a:gsLst>
                <a:gs pos="0">
                  <a:srgbClr val="292929"/>
                </a:gs>
                <a:gs pos="100000">
                  <a:srgbClr val="777777"/>
                </a:gs>
              </a:gsLst>
              <a:lin ang="5400000" scaled="1"/>
            </a:gradFill>
            <a:ln w="9525" algn="ctr">
              <a:solidFill>
                <a:srgbClr val="292929"/>
              </a:solidFill>
              <a:miter lim="800000"/>
              <a:headEnd/>
              <a:tailEnd/>
            </a:ln>
          </p:spPr>
          <p:txBody>
            <a:bodyPr lIns="182880" tIns="137160" rIns="182880" bIns="137160">
              <a:spAutoFit/>
            </a:bodyPr>
            <a:lstStyle>
              <a:lvl1pPr>
                <a:lnSpc>
                  <a:spcPct val="90000"/>
                </a:lnSpc>
                <a:spcBef>
                  <a:spcPct val="30000"/>
                </a:spcBef>
                <a:buClr>
                  <a:schemeClr val="tx2"/>
                </a:buClr>
                <a:buSzPct val="75000"/>
                <a:buFont typeface="Wingdings" pitchFamily="2"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lnSpc>
                  <a:spcPct val="90000"/>
                </a:lnSpc>
                <a:spcBef>
                  <a:spcPct val="30000"/>
                </a:spcBef>
                <a:buClr>
                  <a:schemeClr val="tx2"/>
                </a:buClr>
                <a:buSzPct val="75000"/>
                <a:buFont typeface="Wingdings" pitchFamily="2" charset="2"/>
                <a:buChar char="Ø"/>
                <a:defRPr sz="2400">
                  <a:solidFill>
                    <a:schemeClr val="tx1"/>
                  </a:solidFill>
                  <a:latin typeface="Arial" panose="020B0604020202020204" pitchFamily="34" charset="0"/>
                  <a:ea typeface="ＭＳ Ｐゴシック" panose="020B0600070205080204" pitchFamily="34" charset="-128"/>
                </a:defRPr>
              </a:lvl2pPr>
              <a:lvl3pPr marL="1143000" indent="-228600">
                <a:lnSpc>
                  <a:spcPct val="90000"/>
                </a:lnSpc>
                <a:spcBef>
                  <a:spcPct val="30000"/>
                </a:spcBef>
                <a:buClr>
                  <a:schemeClr val="tx2"/>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3pPr>
              <a:lvl4pPr marL="1600200" indent="-228600">
                <a:lnSpc>
                  <a:spcPct val="90000"/>
                </a:lnSpc>
                <a:spcBef>
                  <a:spcPct val="30000"/>
                </a:spcBef>
                <a:buClr>
                  <a:schemeClr val="tx2"/>
                </a:buClr>
                <a:buSzPct val="75000"/>
                <a:buFont typeface="Wingdings" pitchFamily="2" charset="2"/>
                <a:buChar char="§"/>
                <a:defRPr>
                  <a:solidFill>
                    <a:schemeClr val="tx1"/>
                  </a:solidFill>
                  <a:latin typeface="Arial" panose="020B0604020202020204" pitchFamily="34" charset="0"/>
                  <a:ea typeface="ＭＳ Ｐゴシック" panose="020B0600070205080204" pitchFamily="34" charset="-128"/>
                </a:defRPr>
              </a:lvl4pPr>
              <a:lvl5pPr marL="2057400" indent="-228600">
                <a:lnSpc>
                  <a:spcPct val="90000"/>
                </a:lnSpc>
                <a:spcBef>
                  <a:spcPct val="30000"/>
                </a:spcBef>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t>Security</a:t>
              </a:r>
            </a:p>
          </p:txBody>
        </p:sp>
        <p:sp>
          <p:nvSpPr>
            <p:cNvPr id="39959" name="Text Box 26">
              <a:extLst>
                <a:ext uri="{FF2B5EF4-FFF2-40B4-BE49-F238E27FC236}">
                  <a16:creationId xmlns:a16="http://schemas.microsoft.com/office/drawing/2014/main" id="{1BA4797A-14BE-7749-A408-B22BAC7E02C4}"/>
                </a:ext>
              </a:extLst>
            </p:cNvPr>
            <p:cNvSpPr txBox="1">
              <a:spLocks noChangeArrowheads="1"/>
            </p:cNvSpPr>
            <p:nvPr/>
          </p:nvSpPr>
          <p:spPr bwMode="auto">
            <a:xfrm rot="-246898">
              <a:off x="748" y="3170"/>
              <a:ext cx="634" cy="312"/>
            </a:xfrm>
            <a:prstGeom prst="rect">
              <a:avLst/>
            </a:prstGeom>
            <a:gradFill rotWithShape="1">
              <a:gsLst>
                <a:gs pos="0">
                  <a:srgbClr val="FF3399"/>
                </a:gs>
                <a:gs pos="100000">
                  <a:srgbClr val="FF66FF"/>
                </a:gs>
              </a:gsLst>
              <a:lin ang="5400000" scaled="1"/>
            </a:gradFill>
            <a:ln w="9525" algn="ctr">
              <a:solidFill>
                <a:srgbClr val="FF3399"/>
              </a:solidFill>
              <a:miter lim="800000"/>
              <a:headEnd/>
              <a:tailEnd/>
            </a:ln>
          </p:spPr>
          <p:txBody>
            <a:bodyPr wrap="none" lIns="182880" tIns="137160" rIns="182880" bIns="137160">
              <a:spAutoFit/>
            </a:bodyPr>
            <a:lstStyle>
              <a:lvl1pPr>
                <a:lnSpc>
                  <a:spcPct val="90000"/>
                </a:lnSpc>
                <a:spcBef>
                  <a:spcPct val="30000"/>
                </a:spcBef>
                <a:buClr>
                  <a:schemeClr val="tx2"/>
                </a:buClr>
                <a:buSzPct val="75000"/>
                <a:buFont typeface="Wingdings" pitchFamily="2"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lnSpc>
                  <a:spcPct val="90000"/>
                </a:lnSpc>
                <a:spcBef>
                  <a:spcPct val="30000"/>
                </a:spcBef>
                <a:buClr>
                  <a:schemeClr val="tx2"/>
                </a:buClr>
                <a:buSzPct val="75000"/>
                <a:buFont typeface="Wingdings" pitchFamily="2" charset="2"/>
                <a:buChar char="Ø"/>
                <a:defRPr sz="2400">
                  <a:solidFill>
                    <a:schemeClr val="tx1"/>
                  </a:solidFill>
                  <a:latin typeface="Arial" panose="020B0604020202020204" pitchFamily="34" charset="0"/>
                  <a:ea typeface="ＭＳ Ｐゴシック" panose="020B0600070205080204" pitchFamily="34" charset="-128"/>
                </a:defRPr>
              </a:lvl2pPr>
              <a:lvl3pPr marL="1143000" indent="-228600">
                <a:lnSpc>
                  <a:spcPct val="90000"/>
                </a:lnSpc>
                <a:spcBef>
                  <a:spcPct val="30000"/>
                </a:spcBef>
                <a:buClr>
                  <a:schemeClr val="tx2"/>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3pPr>
              <a:lvl4pPr marL="1600200" indent="-228600">
                <a:lnSpc>
                  <a:spcPct val="90000"/>
                </a:lnSpc>
                <a:spcBef>
                  <a:spcPct val="30000"/>
                </a:spcBef>
                <a:buClr>
                  <a:schemeClr val="tx2"/>
                </a:buClr>
                <a:buSzPct val="75000"/>
                <a:buFont typeface="Wingdings" pitchFamily="2" charset="2"/>
                <a:buChar char="§"/>
                <a:defRPr>
                  <a:solidFill>
                    <a:schemeClr val="tx1"/>
                  </a:solidFill>
                  <a:latin typeface="Arial" panose="020B0604020202020204" pitchFamily="34" charset="0"/>
                  <a:ea typeface="ＭＳ Ｐゴシック" panose="020B0600070205080204" pitchFamily="34" charset="-128"/>
                </a:defRPr>
              </a:lvl4pPr>
              <a:lvl5pPr marL="2057400" indent="-228600">
                <a:lnSpc>
                  <a:spcPct val="90000"/>
                </a:lnSpc>
                <a:spcBef>
                  <a:spcPct val="30000"/>
                </a:spcBef>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478E"/>
                  </a:solidFill>
                  <a:effectLst/>
                  <a:uLnTx/>
                  <a:uFillTx/>
                  <a:latin typeface="Arial" panose="020B0604020202020204" pitchFamily="34" charset="0"/>
                  <a:ea typeface="宋体" panose="02010600030101010101" pitchFamily="2" charset="-122"/>
                  <a:cs typeface="+mn-cs"/>
                </a:rPr>
                <a:t>Privacy</a:t>
              </a:r>
            </a:p>
          </p:txBody>
        </p:sp>
        <p:sp>
          <p:nvSpPr>
            <p:cNvPr id="39960" name="Text Box 51">
              <a:extLst>
                <a:ext uri="{FF2B5EF4-FFF2-40B4-BE49-F238E27FC236}">
                  <a16:creationId xmlns:a16="http://schemas.microsoft.com/office/drawing/2014/main" id="{3B6AD4B6-CFC8-5D4A-AC4F-524EB5E9A352}"/>
                </a:ext>
              </a:extLst>
            </p:cNvPr>
            <p:cNvSpPr txBox="1">
              <a:spLocks noChangeArrowheads="1"/>
            </p:cNvSpPr>
            <p:nvPr/>
          </p:nvSpPr>
          <p:spPr bwMode="auto">
            <a:xfrm rot="-1200000">
              <a:off x="1200" y="3410"/>
              <a:ext cx="641" cy="312"/>
            </a:xfrm>
            <a:prstGeom prst="rect">
              <a:avLst/>
            </a:prstGeom>
            <a:gradFill rotWithShape="1">
              <a:gsLst>
                <a:gs pos="0">
                  <a:srgbClr val="000066"/>
                </a:gs>
                <a:gs pos="100000">
                  <a:srgbClr val="0033CC"/>
                </a:gs>
              </a:gsLst>
              <a:lin ang="5400000" scaled="1"/>
            </a:gradFill>
            <a:ln w="9525" algn="ctr">
              <a:solidFill>
                <a:srgbClr val="000066"/>
              </a:solidFill>
              <a:miter lim="800000"/>
              <a:headEnd/>
              <a:tailEnd/>
            </a:ln>
          </p:spPr>
          <p:txBody>
            <a:bodyPr lIns="182880" tIns="137160" rIns="182880" bIns="137160">
              <a:spAutoFit/>
            </a:bodyPr>
            <a:lstStyle>
              <a:lvl1pPr>
                <a:lnSpc>
                  <a:spcPct val="90000"/>
                </a:lnSpc>
                <a:spcBef>
                  <a:spcPct val="30000"/>
                </a:spcBef>
                <a:buClr>
                  <a:schemeClr val="tx2"/>
                </a:buClr>
                <a:buSzPct val="75000"/>
                <a:buFont typeface="Wingdings" pitchFamily="2"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lnSpc>
                  <a:spcPct val="90000"/>
                </a:lnSpc>
                <a:spcBef>
                  <a:spcPct val="30000"/>
                </a:spcBef>
                <a:buClr>
                  <a:schemeClr val="tx2"/>
                </a:buClr>
                <a:buSzPct val="75000"/>
                <a:buFont typeface="Wingdings" pitchFamily="2" charset="2"/>
                <a:buChar char="Ø"/>
                <a:defRPr sz="2400">
                  <a:solidFill>
                    <a:schemeClr val="tx1"/>
                  </a:solidFill>
                  <a:latin typeface="Arial" panose="020B0604020202020204" pitchFamily="34" charset="0"/>
                  <a:ea typeface="ＭＳ Ｐゴシック" panose="020B0600070205080204" pitchFamily="34" charset="-128"/>
                </a:defRPr>
              </a:lvl2pPr>
              <a:lvl3pPr marL="1143000" indent="-228600">
                <a:lnSpc>
                  <a:spcPct val="90000"/>
                </a:lnSpc>
                <a:spcBef>
                  <a:spcPct val="30000"/>
                </a:spcBef>
                <a:buClr>
                  <a:schemeClr val="tx2"/>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3pPr>
              <a:lvl4pPr marL="1600200" indent="-228600">
                <a:lnSpc>
                  <a:spcPct val="90000"/>
                </a:lnSpc>
                <a:spcBef>
                  <a:spcPct val="30000"/>
                </a:spcBef>
                <a:buClr>
                  <a:schemeClr val="tx2"/>
                </a:buClr>
                <a:buSzPct val="75000"/>
                <a:buFont typeface="Wingdings" pitchFamily="2" charset="2"/>
                <a:buChar char="§"/>
                <a:defRPr>
                  <a:solidFill>
                    <a:schemeClr val="tx1"/>
                  </a:solidFill>
                  <a:latin typeface="Arial" panose="020B0604020202020204" pitchFamily="34" charset="0"/>
                  <a:ea typeface="ＭＳ Ｐゴシック" panose="020B0600070205080204" pitchFamily="34" charset="-128"/>
                </a:defRPr>
              </a:lvl4pPr>
              <a:lvl5pPr marL="2057400" indent="-228600">
                <a:lnSpc>
                  <a:spcPct val="90000"/>
                </a:lnSpc>
                <a:spcBef>
                  <a:spcPct val="30000"/>
                </a:spcBef>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t>Trust</a:t>
              </a:r>
            </a:p>
          </p:txBody>
        </p:sp>
        <p:sp>
          <p:nvSpPr>
            <p:cNvPr id="39961" name="Text Box 52">
              <a:extLst>
                <a:ext uri="{FF2B5EF4-FFF2-40B4-BE49-F238E27FC236}">
                  <a16:creationId xmlns:a16="http://schemas.microsoft.com/office/drawing/2014/main" id="{A3E21011-AA43-1D4C-9BD8-A42C62EA072C}"/>
                </a:ext>
              </a:extLst>
            </p:cNvPr>
            <p:cNvSpPr txBox="1">
              <a:spLocks noChangeArrowheads="1"/>
            </p:cNvSpPr>
            <p:nvPr/>
          </p:nvSpPr>
          <p:spPr bwMode="auto">
            <a:xfrm rot="244232">
              <a:off x="1994" y="2839"/>
              <a:ext cx="1401" cy="446"/>
            </a:xfrm>
            <a:prstGeom prst="rect">
              <a:avLst/>
            </a:prstGeom>
            <a:gradFill rotWithShape="1">
              <a:gsLst>
                <a:gs pos="0">
                  <a:srgbClr val="FF9933"/>
                </a:gs>
                <a:gs pos="100000">
                  <a:srgbClr val="FFCC00"/>
                </a:gs>
              </a:gsLst>
              <a:lin ang="5400000" scaled="1"/>
            </a:gradFill>
            <a:ln w="9525" algn="ctr">
              <a:solidFill>
                <a:srgbClr val="FF9933"/>
              </a:solidFill>
              <a:miter lim="800000"/>
              <a:headEnd/>
              <a:tailEnd/>
            </a:ln>
          </p:spPr>
          <p:txBody>
            <a:bodyPr wrap="square" lIns="182880" tIns="137160" rIns="182880" bIns="137160">
              <a:spAutoFit/>
            </a:bodyPr>
            <a:lstStyle>
              <a:lvl1pPr>
                <a:lnSpc>
                  <a:spcPct val="90000"/>
                </a:lnSpc>
                <a:spcBef>
                  <a:spcPct val="30000"/>
                </a:spcBef>
                <a:buClr>
                  <a:schemeClr val="tx2"/>
                </a:buClr>
                <a:buSzPct val="75000"/>
                <a:buFont typeface="Wingdings" pitchFamily="2"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lnSpc>
                  <a:spcPct val="90000"/>
                </a:lnSpc>
                <a:spcBef>
                  <a:spcPct val="30000"/>
                </a:spcBef>
                <a:buClr>
                  <a:schemeClr val="tx2"/>
                </a:buClr>
                <a:buSzPct val="75000"/>
                <a:buFont typeface="Wingdings" pitchFamily="2" charset="2"/>
                <a:buChar char="Ø"/>
                <a:defRPr sz="2400">
                  <a:solidFill>
                    <a:schemeClr val="tx1"/>
                  </a:solidFill>
                  <a:latin typeface="Arial" panose="020B0604020202020204" pitchFamily="34" charset="0"/>
                  <a:ea typeface="ＭＳ Ｐゴシック" panose="020B0600070205080204" pitchFamily="34" charset="-128"/>
                </a:defRPr>
              </a:lvl2pPr>
              <a:lvl3pPr marL="1143000" indent="-228600">
                <a:lnSpc>
                  <a:spcPct val="90000"/>
                </a:lnSpc>
                <a:spcBef>
                  <a:spcPct val="30000"/>
                </a:spcBef>
                <a:buClr>
                  <a:schemeClr val="tx2"/>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3pPr>
              <a:lvl4pPr marL="1600200" indent="-228600">
                <a:lnSpc>
                  <a:spcPct val="90000"/>
                </a:lnSpc>
                <a:spcBef>
                  <a:spcPct val="30000"/>
                </a:spcBef>
                <a:buClr>
                  <a:schemeClr val="tx2"/>
                </a:buClr>
                <a:buSzPct val="75000"/>
                <a:buFont typeface="Wingdings" pitchFamily="2" charset="2"/>
                <a:buChar char="§"/>
                <a:defRPr>
                  <a:solidFill>
                    <a:schemeClr val="tx1"/>
                  </a:solidFill>
                  <a:latin typeface="Arial" panose="020B0604020202020204" pitchFamily="34" charset="0"/>
                  <a:ea typeface="ＭＳ Ｐゴシック" panose="020B0600070205080204" pitchFamily="34" charset="-128"/>
                </a:defRPr>
              </a:lvl4pPr>
              <a:lvl5pPr marL="2057400" indent="-228600">
                <a:lnSpc>
                  <a:spcPct val="90000"/>
                </a:lnSpc>
                <a:spcBef>
                  <a:spcPct val="30000"/>
                </a:spcBef>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400" b="1" i="0" u="none" strike="noStrike" kern="1200" cap="none" spc="0" normalizeH="0" baseline="0" noProof="0" dirty="0">
                  <a:ln>
                    <a:noFill/>
                  </a:ln>
                  <a:solidFill>
                    <a:srgbClr val="00478E"/>
                  </a:solidFill>
                  <a:effectLst/>
                  <a:uLnTx/>
                  <a:uFillTx/>
                  <a:latin typeface="Arial" panose="020B0604020202020204" pitchFamily="34" charset="0"/>
                  <a:ea typeface="宋体" panose="02010600030101010101" pitchFamily="2" charset="-122"/>
                  <a:cs typeface="+mn-cs"/>
                </a:rPr>
                <a:t>Legal &amp; Regulatory</a:t>
              </a:r>
            </a:p>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en-US" sz="1400" b="1" dirty="0">
                  <a:solidFill>
                    <a:srgbClr val="00478E"/>
                  </a:solidFill>
                  <a:ea typeface="宋体" panose="02010600030101010101" pitchFamily="2" charset="-122"/>
                </a:rPr>
                <a:t>(GDPR – Europe)</a:t>
              </a:r>
              <a:endParaRPr kumimoji="0" lang="en-US" altLang="en-US" sz="1400" b="1" i="0" u="none" strike="noStrike" kern="1200" cap="none" spc="0" normalizeH="0" baseline="0" noProof="0" dirty="0">
                <a:ln>
                  <a:noFill/>
                </a:ln>
                <a:solidFill>
                  <a:srgbClr val="00478E"/>
                </a:solidFill>
                <a:effectLst/>
                <a:uLnTx/>
                <a:uFillTx/>
                <a:latin typeface="Arial" panose="020B0604020202020204" pitchFamily="34" charset="0"/>
                <a:ea typeface="宋体" panose="02010600030101010101" pitchFamily="2" charset="-122"/>
                <a:cs typeface="+mn-cs"/>
              </a:endParaRPr>
            </a:p>
          </p:txBody>
        </p:sp>
        <p:sp>
          <p:nvSpPr>
            <p:cNvPr id="39962" name="Text Box 46">
              <a:extLst>
                <a:ext uri="{FF2B5EF4-FFF2-40B4-BE49-F238E27FC236}">
                  <a16:creationId xmlns:a16="http://schemas.microsoft.com/office/drawing/2014/main" id="{88FDD3E9-597C-AA4B-A0BB-2591157263E0}"/>
                </a:ext>
              </a:extLst>
            </p:cNvPr>
            <p:cNvSpPr txBox="1">
              <a:spLocks noChangeArrowheads="1"/>
            </p:cNvSpPr>
            <p:nvPr/>
          </p:nvSpPr>
          <p:spPr bwMode="auto">
            <a:xfrm>
              <a:off x="3923" y="3158"/>
              <a:ext cx="1104" cy="446"/>
            </a:xfrm>
            <a:prstGeom prst="rect">
              <a:avLst/>
            </a:prstGeom>
            <a:gradFill rotWithShape="1">
              <a:gsLst>
                <a:gs pos="0">
                  <a:srgbClr val="000066"/>
                </a:gs>
                <a:gs pos="100000">
                  <a:srgbClr val="0033CC"/>
                </a:gs>
              </a:gsLst>
              <a:lin ang="5400000" scaled="1"/>
            </a:gradFill>
            <a:ln w="9525" algn="ctr">
              <a:solidFill>
                <a:srgbClr val="000066"/>
              </a:solidFill>
              <a:miter lim="800000"/>
              <a:headEnd/>
              <a:tailEnd/>
            </a:ln>
          </p:spPr>
          <p:txBody>
            <a:bodyPr lIns="182880" tIns="137160" rIns="182880" bIns="137160">
              <a:spAutoFit/>
            </a:bodyPr>
            <a:lstStyle>
              <a:lvl1pPr>
                <a:lnSpc>
                  <a:spcPct val="90000"/>
                </a:lnSpc>
                <a:spcBef>
                  <a:spcPct val="30000"/>
                </a:spcBef>
                <a:buClr>
                  <a:schemeClr val="tx2"/>
                </a:buClr>
                <a:buSzPct val="75000"/>
                <a:buFont typeface="Wingdings" pitchFamily="2"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lnSpc>
                  <a:spcPct val="90000"/>
                </a:lnSpc>
                <a:spcBef>
                  <a:spcPct val="30000"/>
                </a:spcBef>
                <a:buClr>
                  <a:schemeClr val="tx2"/>
                </a:buClr>
                <a:buSzPct val="75000"/>
                <a:buFont typeface="Wingdings" pitchFamily="2" charset="2"/>
                <a:buChar char="Ø"/>
                <a:defRPr sz="2400">
                  <a:solidFill>
                    <a:schemeClr val="tx1"/>
                  </a:solidFill>
                  <a:latin typeface="Arial" panose="020B0604020202020204" pitchFamily="34" charset="0"/>
                  <a:ea typeface="ＭＳ Ｐゴシック" panose="020B0600070205080204" pitchFamily="34" charset="-128"/>
                </a:defRPr>
              </a:lvl2pPr>
              <a:lvl3pPr marL="1143000" indent="-228600">
                <a:lnSpc>
                  <a:spcPct val="90000"/>
                </a:lnSpc>
                <a:spcBef>
                  <a:spcPct val="30000"/>
                </a:spcBef>
                <a:buClr>
                  <a:schemeClr val="tx2"/>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3pPr>
              <a:lvl4pPr marL="1600200" indent="-228600">
                <a:lnSpc>
                  <a:spcPct val="90000"/>
                </a:lnSpc>
                <a:spcBef>
                  <a:spcPct val="30000"/>
                </a:spcBef>
                <a:buClr>
                  <a:schemeClr val="tx2"/>
                </a:buClr>
                <a:buSzPct val="75000"/>
                <a:buFont typeface="Wingdings" pitchFamily="2" charset="2"/>
                <a:buChar char="§"/>
                <a:defRPr>
                  <a:solidFill>
                    <a:schemeClr val="tx1"/>
                  </a:solidFill>
                  <a:latin typeface="Arial" panose="020B0604020202020204" pitchFamily="34" charset="0"/>
                  <a:ea typeface="ＭＳ Ｐゴシック" panose="020B0600070205080204" pitchFamily="34" charset="-128"/>
                </a:defRPr>
              </a:lvl4pPr>
              <a:lvl5pPr marL="2057400" indent="-228600">
                <a:lnSpc>
                  <a:spcPct val="90000"/>
                </a:lnSpc>
                <a:spcBef>
                  <a:spcPct val="30000"/>
                </a:spcBef>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t>Software Eng. Complexity</a:t>
              </a:r>
            </a:p>
          </p:txBody>
        </p:sp>
        <p:sp>
          <p:nvSpPr>
            <p:cNvPr id="39963" name="Text Box 54">
              <a:extLst>
                <a:ext uri="{FF2B5EF4-FFF2-40B4-BE49-F238E27FC236}">
                  <a16:creationId xmlns:a16="http://schemas.microsoft.com/office/drawing/2014/main" id="{42EEC737-B036-6E45-8C3C-196309813CEB}"/>
                </a:ext>
              </a:extLst>
            </p:cNvPr>
            <p:cNvSpPr txBox="1">
              <a:spLocks noChangeArrowheads="1"/>
            </p:cNvSpPr>
            <p:nvPr/>
          </p:nvSpPr>
          <p:spPr bwMode="auto">
            <a:xfrm>
              <a:off x="2405" y="3562"/>
              <a:ext cx="1344" cy="446"/>
            </a:xfrm>
            <a:prstGeom prst="rect">
              <a:avLst/>
            </a:prstGeom>
            <a:solidFill>
              <a:srgbClr val="00FFFF"/>
            </a:solidFill>
            <a:ln w="9525" algn="ctr">
              <a:solidFill>
                <a:srgbClr val="000066"/>
              </a:solidFill>
              <a:miter lim="800000"/>
              <a:headEnd/>
              <a:tailEnd/>
            </a:ln>
          </p:spPr>
          <p:txBody>
            <a:bodyPr lIns="182880" tIns="137160" rIns="182880" bIns="137160">
              <a:spAutoFit/>
            </a:bodyPr>
            <a:lstStyle>
              <a:lvl1pPr>
                <a:lnSpc>
                  <a:spcPct val="90000"/>
                </a:lnSpc>
                <a:spcBef>
                  <a:spcPct val="30000"/>
                </a:spcBef>
                <a:buClr>
                  <a:schemeClr val="tx2"/>
                </a:buClr>
                <a:buSzPct val="75000"/>
                <a:buFont typeface="Wingdings" pitchFamily="2"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lnSpc>
                  <a:spcPct val="90000"/>
                </a:lnSpc>
                <a:spcBef>
                  <a:spcPct val="30000"/>
                </a:spcBef>
                <a:buClr>
                  <a:schemeClr val="tx2"/>
                </a:buClr>
                <a:buSzPct val="75000"/>
                <a:buFont typeface="Wingdings" pitchFamily="2" charset="2"/>
                <a:buChar char="Ø"/>
                <a:defRPr sz="2400">
                  <a:solidFill>
                    <a:schemeClr val="tx1"/>
                  </a:solidFill>
                  <a:latin typeface="Arial" panose="020B0604020202020204" pitchFamily="34" charset="0"/>
                  <a:ea typeface="ＭＳ Ｐゴシック" panose="020B0600070205080204" pitchFamily="34" charset="-128"/>
                </a:defRPr>
              </a:lvl2pPr>
              <a:lvl3pPr marL="1143000" indent="-228600">
                <a:lnSpc>
                  <a:spcPct val="90000"/>
                </a:lnSpc>
                <a:spcBef>
                  <a:spcPct val="30000"/>
                </a:spcBef>
                <a:buClr>
                  <a:schemeClr val="tx2"/>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3pPr>
              <a:lvl4pPr marL="1600200" indent="-228600">
                <a:lnSpc>
                  <a:spcPct val="90000"/>
                </a:lnSpc>
                <a:spcBef>
                  <a:spcPct val="30000"/>
                </a:spcBef>
                <a:buClr>
                  <a:schemeClr val="tx2"/>
                </a:buClr>
                <a:buSzPct val="75000"/>
                <a:buFont typeface="Wingdings" pitchFamily="2" charset="2"/>
                <a:buChar char="§"/>
                <a:defRPr>
                  <a:solidFill>
                    <a:schemeClr val="tx1"/>
                  </a:solidFill>
                  <a:latin typeface="Arial" panose="020B0604020202020204" pitchFamily="34" charset="0"/>
                  <a:ea typeface="ＭＳ Ｐゴシック" panose="020B0600070205080204" pitchFamily="34" charset="-128"/>
                </a:defRPr>
              </a:lvl4pPr>
              <a:lvl5pPr marL="2057400" indent="-228600">
                <a:lnSpc>
                  <a:spcPct val="90000"/>
                </a:lnSpc>
                <a:spcBef>
                  <a:spcPct val="30000"/>
                </a:spcBef>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478E"/>
                  </a:solidFill>
                  <a:effectLst/>
                  <a:uLnTx/>
                  <a:uFillTx/>
                  <a:latin typeface="Arial" panose="020B0604020202020204" pitchFamily="34" charset="0"/>
                  <a:ea typeface="宋体" panose="02010600030101010101" pitchFamily="2" charset="-122"/>
                  <a:cs typeface="+mn-cs"/>
                </a:rPr>
                <a:t>Programming Env. </a:t>
              </a:r>
              <a:br>
                <a:rPr kumimoji="0" lang="en-US" altLang="en-US" sz="1400" b="1" i="0" u="none" strike="noStrike" kern="1200" cap="none" spc="0" normalizeH="0" baseline="0" noProof="0">
                  <a:ln>
                    <a:noFill/>
                  </a:ln>
                  <a:solidFill>
                    <a:srgbClr val="00478E"/>
                  </a:solidFill>
                  <a:effectLst/>
                  <a:uLnTx/>
                  <a:uFillTx/>
                  <a:latin typeface="Arial" panose="020B0604020202020204" pitchFamily="34" charset="0"/>
                  <a:ea typeface="宋体" panose="02010600030101010101" pitchFamily="2" charset="-122"/>
                  <a:cs typeface="+mn-cs"/>
                </a:rPr>
              </a:br>
              <a:r>
                <a:rPr kumimoji="0" lang="en-US" altLang="en-US" sz="1400" b="1" i="0" u="none" strike="noStrike" kern="1200" cap="none" spc="0" normalizeH="0" baseline="0" noProof="0">
                  <a:ln>
                    <a:noFill/>
                  </a:ln>
                  <a:solidFill>
                    <a:srgbClr val="00478E"/>
                  </a:solidFill>
                  <a:effectLst/>
                  <a:uLnTx/>
                  <a:uFillTx/>
                  <a:latin typeface="Arial" panose="020B0604020202020204" pitchFamily="34" charset="0"/>
                  <a:ea typeface="宋体" panose="02010600030101010101" pitchFamily="2" charset="-122"/>
                  <a:cs typeface="+mn-cs"/>
                </a:rPr>
                <a:t>&amp; Application Dev.</a:t>
              </a:r>
            </a:p>
          </p:txBody>
        </p:sp>
      </p:grpSp>
    </p:spTree>
    <p:extLst>
      <p:ext uri="{BB962C8B-B14F-4D97-AF65-F5344CB8AC3E}">
        <p14:creationId xmlns:p14="http://schemas.microsoft.com/office/powerpoint/2010/main" val="2450884167"/>
      </p:ext>
    </p:extLst>
  </p:cSld>
  <p:clrMapOvr>
    <a:masterClrMapping/>
  </p:clrMapOvr>
  <p:transition>
    <p:zoom/>
  </p:transition>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AB408A3-9D25-A44D-A267-54D79345764A}"/>
              </a:ext>
            </a:extLst>
          </p:cNvPr>
          <p:cNvPicPr>
            <a:picLocks noChangeAspect="1"/>
          </p:cNvPicPr>
          <p:nvPr/>
        </p:nvPicPr>
        <p:blipFill>
          <a:blip r:embed="rId2"/>
          <a:stretch>
            <a:fillRect/>
          </a:stretch>
        </p:blipFill>
        <p:spPr>
          <a:xfrm>
            <a:off x="7917310" y="5533981"/>
            <a:ext cx="933450" cy="284539"/>
          </a:xfrm>
          <a:prstGeom prst="rect">
            <a:avLst/>
          </a:prstGeom>
        </p:spPr>
      </p:pic>
      <p:sp>
        <p:nvSpPr>
          <p:cNvPr id="11" name="TextBox 10">
            <a:extLst>
              <a:ext uri="{FF2B5EF4-FFF2-40B4-BE49-F238E27FC236}">
                <a16:creationId xmlns:a16="http://schemas.microsoft.com/office/drawing/2014/main" id="{1B92A8F9-FF41-8F44-BF9E-797DE5FBF7A6}"/>
              </a:ext>
            </a:extLst>
          </p:cNvPr>
          <p:cNvSpPr txBox="1"/>
          <p:nvPr/>
        </p:nvSpPr>
        <p:spPr>
          <a:xfrm>
            <a:off x="1139024" y="2501127"/>
            <a:ext cx="6863963" cy="1353127"/>
          </a:xfrm>
          <a:prstGeom prst="rect">
            <a:avLst/>
          </a:prstGeom>
          <a:noFill/>
        </p:spPr>
        <p:txBody>
          <a:bodyPr wrap="square" rtlCol="0">
            <a:spAutoFit/>
          </a:bodyPr>
          <a:lstStyle/>
          <a:p>
            <a:pPr algn="ctr">
              <a:lnSpc>
                <a:spcPts val="5115"/>
              </a:lnSpc>
            </a:pPr>
            <a:r>
              <a:rPr lang="en-US" sz="4050" b="1" dirty="0">
                <a:solidFill>
                  <a:srgbClr val="003DA5"/>
                </a:solidFill>
                <a:latin typeface="Arial" panose="020B0604020202020204" pitchFamily="34" charset="0"/>
                <a:ea typeface="Fira Sans Medium" panose="020B0503050000020004" pitchFamily="34" charset="0"/>
                <a:cs typeface="Arial" panose="020B0604020202020204" pitchFamily="34" charset="0"/>
              </a:rPr>
              <a:t>CS208 Cloud Computing and </a:t>
            </a:r>
            <a:r>
              <a:rPr lang="en-US" sz="4050" b="1" dirty="0">
                <a:solidFill>
                  <a:srgbClr val="003DA5"/>
                </a:solidFill>
                <a:ea typeface="Fira Sans Medium" panose="020B0503050000020004" pitchFamily="34" charset="0"/>
                <a:cs typeface="Arial" panose="020B0604020202020204" pitchFamily="34" charset="0"/>
              </a:rPr>
              <a:t>Cloud</a:t>
            </a:r>
            <a:r>
              <a:rPr lang="en-US" sz="4050" b="1" dirty="0">
                <a:solidFill>
                  <a:srgbClr val="003DA5"/>
                </a:solidFill>
                <a:latin typeface="Arial" panose="020B0604020202020204" pitchFamily="34" charset="0"/>
                <a:ea typeface="Fira Sans Medium" panose="020B0503050000020004" pitchFamily="34" charset="0"/>
                <a:cs typeface="Arial" panose="020B0604020202020204" pitchFamily="34" charset="0"/>
              </a:rPr>
              <a:t> Networking</a:t>
            </a:r>
          </a:p>
        </p:txBody>
      </p:sp>
      <p:pic>
        <p:nvPicPr>
          <p:cNvPr id="8" name="Graphic 7">
            <a:extLst>
              <a:ext uri="{FF2B5EF4-FFF2-40B4-BE49-F238E27FC236}">
                <a16:creationId xmlns:a16="http://schemas.microsoft.com/office/drawing/2014/main" id="{D8432B74-759A-274E-BF69-139B2D231B4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04166" y="2243177"/>
            <a:ext cx="333678" cy="152648"/>
          </a:xfrm>
          <a:prstGeom prst="rect">
            <a:avLst/>
          </a:prstGeom>
        </p:spPr>
      </p:pic>
      <p:sp>
        <p:nvSpPr>
          <p:cNvPr id="5" name="TextBox 4">
            <a:extLst>
              <a:ext uri="{FF2B5EF4-FFF2-40B4-BE49-F238E27FC236}">
                <a16:creationId xmlns:a16="http://schemas.microsoft.com/office/drawing/2014/main" id="{193273C6-19AC-4BE0-A31B-776E76DD510B}"/>
              </a:ext>
            </a:extLst>
          </p:cNvPr>
          <p:cNvSpPr txBox="1"/>
          <p:nvPr/>
        </p:nvSpPr>
        <p:spPr>
          <a:xfrm>
            <a:off x="2375910" y="3936959"/>
            <a:ext cx="4390190" cy="646331"/>
          </a:xfrm>
          <a:prstGeom prst="rect">
            <a:avLst/>
          </a:prstGeom>
          <a:noFill/>
        </p:spPr>
        <p:txBody>
          <a:bodyPr wrap="square" rtlCol="0">
            <a:spAutoFit/>
          </a:bodyPr>
          <a:lstStyle/>
          <a:p>
            <a:pPr algn="ctr"/>
            <a:r>
              <a:rPr lang="en-US" dirty="0">
                <a:solidFill>
                  <a:srgbClr val="003DA5"/>
                </a:solidFill>
                <a:latin typeface="Arial" panose="020B0604020202020204" pitchFamily="34" charset="0"/>
                <a:cs typeface="Arial" panose="020B0604020202020204" pitchFamily="34" charset="0"/>
              </a:rPr>
              <a:t>Instructor: Prof K. K. Ramakrishnan</a:t>
            </a:r>
          </a:p>
          <a:p>
            <a:pPr algn="ctr"/>
            <a:r>
              <a:rPr lang="en-US" dirty="0">
                <a:solidFill>
                  <a:srgbClr val="003DA5"/>
                </a:solidFill>
                <a:latin typeface="Arial" panose="020B0604020202020204" pitchFamily="34" charset="0"/>
                <a:cs typeface="Arial" panose="020B0604020202020204" pitchFamily="34" charset="0"/>
              </a:rPr>
              <a:t>TA: Sourav Panda</a:t>
            </a:r>
          </a:p>
        </p:txBody>
      </p:sp>
    </p:spTree>
    <p:extLst>
      <p:ext uri="{BB962C8B-B14F-4D97-AF65-F5344CB8AC3E}">
        <p14:creationId xmlns:p14="http://schemas.microsoft.com/office/powerpoint/2010/main" val="22595817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8FC41-F5CF-DF4B-923D-9D3615DA3C2B}"/>
              </a:ext>
            </a:extLst>
          </p:cNvPr>
          <p:cNvSpPr>
            <a:spLocks noGrp="1"/>
          </p:cNvSpPr>
          <p:nvPr>
            <p:ph type="title"/>
          </p:nvPr>
        </p:nvSpPr>
        <p:spPr>
          <a:xfrm>
            <a:off x="1160008" y="575683"/>
            <a:ext cx="7582266" cy="580838"/>
          </a:xfrm>
        </p:spPr>
        <p:txBody>
          <a:bodyPr>
            <a:normAutofit fontScale="90000"/>
          </a:bodyPr>
          <a:lstStyle/>
          <a:p>
            <a:r>
              <a:rPr lang="en-US" dirty="0"/>
              <a:t>CS 208 Cloud Computing and Cloud Networking</a:t>
            </a:r>
          </a:p>
        </p:txBody>
      </p:sp>
      <p:sp>
        <p:nvSpPr>
          <p:cNvPr id="3" name="Content Placeholder 2">
            <a:extLst>
              <a:ext uri="{FF2B5EF4-FFF2-40B4-BE49-F238E27FC236}">
                <a16:creationId xmlns:a16="http://schemas.microsoft.com/office/drawing/2014/main" id="{BD06CB26-2338-1E4F-B788-DE915FC1EB9C}"/>
              </a:ext>
            </a:extLst>
          </p:cNvPr>
          <p:cNvSpPr>
            <a:spLocks noGrp="1"/>
          </p:cNvSpPr>
          <p:nvPr>
            <p:ph idx="1"/>
          </p:nvPr>
        </p:nvSpPr>
        <p:spPr>
          <a:xfrm>
            <a:off x="245327" y="1360449"/>
            <a:ext cx="8138708" cy="4861931"/>
          </a:xfrm>
        </p:spPr>
        <p:txBody>
          <a:bodyPr>
            <a:normAutofit/>
          </a:bodyPr>
          <a:lstStyle/>
          <a:p>
            <a:r>
              <a:rPr lang="en-US" dirty="0"/>
              <a:t>TA: Sourav Panda</a:t>
            </a:r>
          </a:p>
          <a:p>
            <a:r>
              <a:rPr lang="en-US" dirty="0"/>
              <a:t>Office Hours: (Zoom link on </a:t>
            </a:r>
            <a:r>
              <a:rPr lang="en-US" dirty="0" err="1"/>
              <a:t>elearn</a:t>
            </a:r>
            <a:r>
              <a:rPr lang="en-US" dirty="0"/>
              <a:t>)</a:t>
            </a:r>
          </a:p>
          <a:p>
            <a:r>
              <a:rPr lang="en-US" dirty="0"/>
              <a:t>Email: spand009@ucr.edu</a:t>
            </a:r>
          </a:p>
          <a:p>
            <a:endParaRPr lang="en-US" dirty="0"/>
          </a:p>
          <a:p>
            <a:r>
              <a:rPr lang="en-US" dirty="0"/>
              <a:t>Register for Winter 2023 CS 208 class on piazza (</a:t>
            </a:r>
            <a:r>
              <a:rPr lang="en-US" dirty="0">
                <a:hlinkClick r:id="rId2"/>
              </a:rPr>
              <a:t>https://piazza.com</a:t>
            </a:r>
            <a:r>
              <a:rPr lang="en-US" dirty="0"/>
              <a:t>) </a:t>
            </a:r>
          </a:p>
          <a:p>
            <a:r>
              <a:rPr lang="en-US" dirty="0"/>
              <a:t>Homework to be done using </a:t>
            </a:r>
            <a:r>
              <a:rPr lang="en-US" dirty="0" err="1"/>
              <a:t>CloudLab</a:t>
            </a:r>
            <a:r>
              <a:rPr lang="en-US" dirty="0"/>
              <a:t>/Google Cloud</a:t>
            </a:r>
          </a:p>
          <a:p>
            <a:r>
              <a:rPr lang="en-US" dirty="0"/>
              <a:t>Projects can be done using </a:t>
            </a:r>
            <a:r>
              <a:rPr lang="en-US" dirty="0" err="1"/>
              <a:t>CloudLab</a:t>
            </a:r>
            <a:r>
              <a:rPr lang="en-US" dirty="0"/>
              <a:t>, Google Cloud, AWS or other approved platforms</a:t>
            </a:r>
          </a:p>
          <a:p>
            <a:endParaRPr lang="en-US" dirty="0"/>
          </a:p>
          <a:p>
            <a:endParaRPr lang="en-US" dirty="0"/>
          </a:p>
          <a:p>
            <a:endParaRPr lang="en-US" dirty="0"/>
          </a:p>
        </p:txBody>
      </p:sp>
      <p:pic>
        <p:nvPicPr>
          <p:cNvPr id="4" name="Picture 3">
            <a:extLst>
              <a:ext uri="{FF2B5EF4-FFF2-40B4-BE49-F238E27FC236}">
                <a16:creationId xmlns:a16="http://schemas.microsoft.com/office/drawing/2014/main" id="{E3A22001-23D7-4357-ACB4-FA7F4B5E91C1}"/>
              </a:ext>
            </a:extLst>
          </p:cNvPr>
          <p:cNvPicPr>
            <a:picLocks noChangeAspect="1"/>
          </p:cNvPicPr>
          <p:nvPr/>
        </p:nvPicPr>
        <p:blipFill>
          <a:blip r:embed="rId3"/>
          <a:stretch>
            <a:fillRect/>
          </a:stretch>
        </p:blipFill>
        <p:spPr>
          <a:xfrm>
            <a:off x="8073427" y="6501466"/>
            <a:ext cx="933450" cy="284539"/>
          </a:xfrm>
          <a:prstGeom prst="rect">
            <a:avLst/>
          </a:prstGeom>
        </p:spPr>
      </p:pic>
      <p:pic>
        <p:nvPicPr>
          <p:cNvPr id="6" name="Graphic 5">
            <a:extLst>
              <a:ext uri="{FF2B5EF4-FFF2-40B4-BE49-F238E27FC236}">
                <a16:creationId xmlns:a16="http://schemas.microsoft.com/office/drawing/2014/main" id="{D29911AE-6318-4733-8FC9-1DD1F3DE2C2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4820" y="731803"/>
            <a:ext cx="333678" cy="152648"/>
          </a:xfrm>
          <a:prstGeom prst="rect">
            <a:avLst/>
          </a:prstGeom>
        </p:spPr>
      </p:pic>
    </p:spTree>
    <p:extLst>
      <p:ext uri="{BB962C8B-B14F-4D97-AF65-F5344CB8AC3E}">
        <p14:creationId xmlns:p14="http://schemas.microsoft.com/office/powerpoint/2010/main" val="24842341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60379-CC9B-F640-96BE-88B9BA90211B}"/>
              </a:ext>
            </a:extLst>
          </p:cNvPr>
          <p:cNvSpPr>
            <a:spLocks noGrp="1"/>
          </p:cNvSpPr>
          <p:nvPr>
            <p:ph type="title"/>
          </p:nvPr>
        </p:nvSpPr>
        <p:spPr>
          <a:xfrm>
            <a:off x="1792758" y="427247"/>
            <a:ext cx="6196693" cy="431432"/>
          </a:xfrm>
        </p:spPr>
        <p:txBody>
          <a:bodyPr>
            <a:normAutofit fontScale="90000"/>
          </a:bodyPr>
          <a:lstStyle/>
          <a:p>
            <a:r>
              <a:rPr lang="en-US" dirty="0"/>
              <a:t>Platform Access</a:t>
            </a:r>
          </a:p>
        </p:txBody>
      </p:sp>
      <p:sp>
        <p:nvSpPr>
          <p:cNvPr id="3" name="Content Placeholder 2">
            <a:extLst>
              <a:ext uri="{FF2B5EF4-FFF2-40B4-BE49-F238E27FC236}">
                <a16:creationId xmlns:a16="http://schemas.microsoft.com/office/drawing/2014/main" id="{B7B259E1-5981-E442-866B-02440AE3C670}"/>
              </a:ext>
            </a:extLst>
          </p:cNvPr>
          <p:cNvSpPr>
            <a:spLocks noGrp="1"/>
          </p:cNvSpPr>
          <p:nvPr>
            <p:ph idx="1"/>
          </p:nvPr>
        </p:nvSpPr>
        <p:spPr>
          <a:xfrm>
            <a:off x="245328" y="858679"/>
            <a:ext cx="8142980" cy="5731692"/>
          </a:xfrm>
        </p:spPr>
        <p:txBody>
          <a:bodyPr>
            <a:normAutofit fontScale="92500" lnSpcReduction="10000"/>
          </a:bodyPr>
          <a:lstStyle/>
          <a:p>
            <a:r>
              <a:rPr lang="en-US" dirty="0" err="1"/>
              <a:t>CloudLab</a:t>
            </a:r>
            <a:r>
              <a:rPr lang="en-US" dirty="0"/>
              <a:t> (mandatory) – registration deadline (Jan 13th 2023 11:59pm)</a:t>
            </a:r>
          </a:p>
          <a:p>
            <a:r>
              <a:rPr lang="en-US" dirty="0"/>
              <a:t>Sign up for account with school email at </a:t>
            </a:r>
            <a:r>
              <a:rPr lang="en-US" dirty="0">
                <a:hlinkClick r:id="rId3"/>
              </a:rPr>
              <a:t>https://cloudlab.us/signup.php</a:t>
            </a:r>
            <a:r>
              <a:rPr lang="en-US" dirty="0"/>
              <a:t> </a:t>
            </a:r>
          </a:p>
          <a:p>
            <a:pPr lvl="1"/>
            <a:r>
              <a:rPr lang="en-US" dirty="0"/>
              <a:t>Join </a:t>
            </a:r>
            <a:r>
              <a:rPr lang="en-US" dirty="0" err="1"/>
              <a:t>KKProjects</a:t>
            </a:r>
            <a:r>
              <a:rPr lang="en-US" dirty="0"/>
              <a:t> (then wait for approval)</a:t>
            </a:r>
          </a:p>
          <a:p>
            <a:r>
              <a:rPr lang="en-US" dirty="0"/>
              <a:t>These two videos provide a good introduction to </a:t>
            </a:r>
            <a:r>
              <a:rPr lang="en-US" dirty="0" err="1"/>
              <a:t>Cloudlab</a:t>
            </a:r>
            <a:r>
              <a:rPr lang="en-US" dirty="0"/>
              <a:t>:</a:t>
            </a:r>
          </a:p>
          <a:p>
            <a:pPr lvl="1"/>
            <a:r>
              <a:rPr lang="en-US" dirty="0"/>
              <a:t>Part 1: Creating a New Experiment in </a:t>
            </a:r>
            <a:r>
              <a:rPr lang="en-US" dirty="0" err="1"/>
              <a:t>CloudLab</a:t>
            </a:r>
            <a:r>
              <a:rPr lang="en-US" dirty="0"/>
              <a:t> and How to Extend an Experiment</a:t>
            </a:r>
          </a:p>
          <a:p>
            <a:pPr marL="257175" lvl="1" indent="0">
              <a:buNone/>
            </a:pPr>
            <a:r>
              <a:rPr lang="en-US" dirty="0">
                <a:hlinkClick r:id="rId4"/>
              </a:rPr>
              <a:t>https://www.youtube.com/watch?v=hHeLz5clsPc</a:t>
            </a:r>
            <a:endParaRPr lang="en-US" dirty="0"/>
          </a:p>
          <a:p>
            <a:pPr lvl="1"/>
            <a:r>
              <a:rPr lang="en-US" dirty="0"/>
              <a:t>Part 2: Managing your </a:t>
            </a:r>
            <a:r>
              <a:rPr lang="en-US" dirty="0" err="1"/>
              <a:t>CloudLab</a:t>
            </a:r>
            <a:r>
              <a:rPr lang="en-US" dirty="0"/>
              <a:t> Experiment Through the OpenStack Dashboard</a:t>
            </a:r>
          </a:p>
          <a:p>
            <a:pPr marL="257175" lvl="1" indent="0">
              <a:buNone/>
            </a:pPr>
            <a:r>
              <a:rPr lang="en-US" dirty="0">
                <a:hlinkClick r:id="rId5"/>
              </a:rPr>
              <a:t>https://www.youtube.com/watch?v=SZSYe8arwvs</a:t>
            </a:r>
            <a:endParaRPr lang="en-US" dirty="0"/>
          </a:p>
          <a:p>
            <a:endParaRPr lang="en-US" dirty="0"/>
          </a:p>
          <a:p>
            <a:r>
              <a:rPr lang="en-US" dirty="0"/>
              <a:t>AWS (optional)</a:t>
            </a:r>
          </a:p>
          <a:p>
            <a:r>
              <a:rPr lang="en-US" dirty="0"/>
              <a:t>Sign up for an  account at </a:t>
            </a:r>
            <a:r>
              <a:rPr lang="en-US" dirty="0">
                <a:hlinkClick r:id="rId6"/>
              </a:rPr>
              <a:t>https://aws.amazon.com/</a:t>
            </a:r>
            <a:r>
              <a:rPr lang="en-US" dirty="0"/>
              <a:t> (create free account) and follow the instructions</a:t>
            </a:r>
          </a:p>
        </p:txBody>
      </p:sp>
      <p:pic>
        <p:nvPicPr>
          <p:cNvPr id="4" name="Picture 3">
            <a:extLst>
              <a:ext uri="{FF2B5EF4-FFF2-40B4-BE49-F238E27FC236}">
                <a16:creationId xmlns:a16="http://schemas.microsoft.com/office/drawing/2014/main" id="{F06B9081-4354-4B00-A442-EBE19BB0AA27}"/>
              </a:ext>
            </a:extLst>
          </p:cNvPr>
          <p:cNvPicPr>
            <a:picLocks noChangeAspect="1"/>
          </p:cNvPicPr>
          <p:nvPr/>
        </p:nvPicPr>
        <p:blipFill>
          <a:blip r:embed="rId7"/>
          <a:stretch>
            <a:fillRect/>
          </a:stretch>
        </p:blipFill>
        <p:spPr>
          <a:xfrm>
            <a:off x="8084578" y="6473599"/>
            <a:ext cx="933450" cy="284539"/>
          </a:xfrm>
          <a:prstGeom prst="rect">
            <a:avLst/>
          </a:prstGeom>
        </p:spPr>
      </p:pic>
      <p:pic>
        <p:nvPicPr>
          <p:cNvPr id="5" name="Graphic 4">
            <a:extLst>
              <a:ext uri="{FF2B5EF4-FFF2-40B4-BE49-F238E27FC236}">
                <a16:creationId xmlns:a16="http://schemas.microsoft.com/office/drawing/2014/main" id="{17257671-56A3-46D2-9F5C-D278B193020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14028" y="597986"/>
            <a:ext cx="333678" cy="152648"/>
          </a:xfrm>
          <a:prstGeom prst="rect">
            <a:avLst/>
          </a:prstGeom>
        </p:spPr>
      </p:pic>
    </p:spTree>
    <p:extLst>
      <p:ext uri="{BB962C8B-B14F-4D97-AF65-F5344CB8AC3E}">
        <p14:creationId xmlns:p14="http://schemas.microsoft.com/office/powerpoint/2010/main" val="15426026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D7760-6BA0-254F-A4AE-FD10CDEA013D}"/>
              </a:ext>
            </a:extLst>
          </p:cNvPr>
          <p:cNvSpPr>
            <a:spLocks noGrp="1"/>
          </p:cNvSpPr>
          <p:nvPr>
            <p:ph type="title"/>
          </p:nvPr>
        </p:nvSpPr>
        <p:spPr>
          <a:xfrm>
            <a:off x="1614487" y="704361"/>
            <a:ext cx="5915025" cy="327337"/>
          </a:xfrm>
        </p:spPr>
        <p:txBody>
          <a:bodyPr>
            <a:normAutofit fontScale="90000"/>
          </a:bodyPr>
          <a:lstStyle/>
          <a:p>
            <a:r>
              <a:rPr lang="en-US" dirty="0"/>
              <a:t>Projects</a:t>
            </a:r>
          </a:p>
        </p:txBody>
      </p:sp>
      <p:graphicFrame>
        <p:nvGraphicFramePr>
          <p:cNvPr id="4" name="Table 3">
            <a:extLst>
              <a:ext uri="{FF2B5EF4-FFF2-40B4-BE49-F238E27FC236}">
                <a16:creationId xmlns:a16="http://schemas.microsoft.com/office/drawing/2014/main" id="{3E0616A0-C13B-094F-A5A7-6FE11A6CA949}"/>
              </a:ext>
            </a:extLst>
          </p:cNvPr>
          <p:cNvGraphicFramePr>
            <a:graphicFrameLocks noGrp="1"/>
          </p:cNvGraphicFramePr>
          <p:nvPr>
            <p:extLst>
              <p:ext uri="{D42A27DB-BD31-4B8C-83A1-F6EECF244321}">
                <p14:modId xmlns:p14="http://schemas.microsoft.com/office/powerpoint/2010/main" val="3233420839"/>
              </p:ext>
            </p:extLst>
          </p:nvPr>
        </p:nvGraphicFramePr>
        <p:xfrm>
          <a:off x="434898" y="1304693"/>
          <a:ext cx="8296507" cy="5143689"/>
        </p:xfrm>
        <a:graphic>
          <a:graphicData uri="http://schemas.openxmlformats.org/drawingml/2006/table">
            <a:tbl>
              <a:tblPr firstRow="1" firstCol="1" bandRow="1">
                <a:tableStyleId>{5C22544A-7EE6-4342-B048-85BDC9FD1C3A}</a:tableStyleId>
              </a:tblPr>
              <a:tblGrid>
                <a:gridCol w="1892751">
                  <a:extLst>
                    <a:ext uri="{9D8B030D-6E8A-4147-A177-3AD203B41FA5}">
                      <a16:colId xmlns:a16="http://schemas.microsoft.com/office/drawing/2014/main" val="3449150193"/>
                    </a:ext>
                  </a:extLst>
                </a:gridCol>
                <a:gridCol w="6403756">
                  <a:extLst>
                    <a:ext uri="{9D8B030D-6E8A-4147-A177-3AD203B41FA5}">
                      <a16:colId xmlns:a16="http://schemas.microsoft.com/office/drawing/2014/main" val="2133534345"/>
                    </a:ext>
                  </a:extLst>
                </a:gridCol>
              </a:tblGrid>
              <a:tr h="214320">
                <a:tc>
                  <a:txBody>
                    <a:bodyPr/>
                    <a:lstStyle/>
                    <a:p>
                      <a:pPr marL="0" marR="0">
                        <a:spcBef>
                          <a:spcPts val="0"/>
                        </a:spcBef>
                        <a:spcAft>
                          <a:spcPts val="0"/>
                        </a:spcAft>
                      </a:pPr>
                      <a:r>
                        <a:rPr lang="en-US" sz="1100" dirty="0">
                          <a:effectLst/>
                        </a:rPr>
                        <a:t>Category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8245" marR="38245" marT="0" marB="0"/>
                </a:tc>
                <a:tc>
                  <a:txBody>
                    <a:bodyPr/>
                    <a:lstStyle/>
                    <a:p>
                      <a:pPr marL="0" marR="0">
                        <a:spcBef>
                          <a:spcPts val="0"/>
                        </a:spcBef>
                        <a:spcAft>
                          <a:spcPts val="0"/>
                        </a:spcAft>
                      </a:pPr>
                      <a:r>
                        <a:rPr lang="en-US" sz="1100">
                          <a:effectLst/>
                        </a:rPr>
                        <a:t>Title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8245" marR="38245" marT="0" marB="0"/>
                </a:tc>
                <a:extLst>
                  <a:ext uri="{0D108BD9-81ED-4DB2-BD59-A6C34878D82A}">
                    <a16:rowId xmlns:a16="http://schemas.microsoft.com/office/drawing/2014/main" val="2077373053"/>
                  </a:ext>
                </a:extLst>
              </a:tr>
              <a:tr h="857282">
                <a:tc rowSpan="2">
                  <a:txBody>
                    <a:bodyPr/>
                    <a:lstStyle/>
                    <a:p>
                      <a:pPr marL="0" marR="0">
                        <a:spcBef>
                          <a:spcPts val="0"/>
                        </a:spcBef>
                        <a:spcAft>
                          <a:spcPts val="0"/>
                        </a:spcAft>
                      </a:pPr>
                      <a:r>
                        <a:rPr lang="en-US" sz="1100" dirty="0">
                          <a:effectLst/>
                        </a:rPr>
                        <a:t>Serverless platform comparison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8245" marR="38245" marT="0" marB="0"/>
                </a:tc>
                <a:tc>
                  <a:txBody>
                    <a:bodyPr/>
                    <a:lstStyle/>
                    <a:p>
                      <a:pPr marL="342900" marR="0" indent="-342900">
                        <a:spcBef>
                          <a:spcPts val="0"/>
                        </a:spcBef>
                        <a:spcAft>
                          <a:spcPts val="0"/>
                        </a:spcAft>
                        <a:buFont typeface="Arial" panose="020B0604020202020204" pitchFamily="34" charset="0"/>
                        <a:buChar char="•"/>
                      </a:pPr>
                      <a:r>
                        <a:rPr lang="en-US" sz="1100" dirty="0">
                          <a:effectLst/>
                        </a:rPr>
                        <a:t>Building and Deploying Mobile Serverless Application on Amazon AWS Lambda and  Amazon EC2</a:t>
                      </a:r>
                    </a:p>
                    <a:p>
                      <a:pPr marL="800100" marR="0" lvl="1" indent="-342900">
                        <a:spcBef>
                          <a:spcPts val="0"/>
                        </a:spcBef>
                        <a:spcAft>
                          <a:spcPts val="0"/>
                        </a:spcAft>
                        <a:buFont typeface="Arial" panose="020B0604020202020204" pitchFamily="34" charset="0"/>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Comparison of application deployment</a:t>
                      </a:r>
                    </a:p>
                  </a:txBody>
                  <a:tcPr marL="38245" marR="38245" marT="0" marB="0"/>
                </a:tc>
                <a:extLst>
                  <a:ext uri="{0D108BD9-81ED-4DB2-BD59-A6C34878D82A}">
                    <a16:rowId xmlns:a16="http://schemas.microsoft.com/office/drawing/2014/main" val="3788083819"/>
                  </a:ext>
                </a:extLst>
              </a:tr>
              <a:tr h="857282">
                <a:tc vMerge="1">
                  <a:txBody>
                    <a:bodyPr/>
                    <a:lstStyle/>
                    <a:p>
                      <a:pPr marL="0" marR="0">
                        <a:spcBef>
                          <a:spcPts val="0"/>
                        </a:spcBef>
                        <a:spcAft>
                          <a:spcPts val="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7990" marR="67990" marT="0" marB="0"/>
                </a:tc>
                <a:tc>
                  <a:txBody>
                    <a:bodyPr/>
                    <a:lstStyle/>
                    <a:p>
                      <a:pPr marL="342900" marR="0" indent="-342900">
                        <a:spcBef>
                          <a:spcPts val="0"/>
                        </a:spcBef>
                        <a:spcAft>
                          <a:spcPts val="0"/>
                        </a:spcAft>
                        <a:buFont typeface="Arial" panose="020B0604020202020204" pitchFamily="34" charset="0"/>
                        <a:buChar char="•"/>
                      </a:pPr>
                      <a:r>
                        <a:rPr lang="en-US" sz="1100" dirty="0">
                          <a:effectLst/>
                        </a:rPr>
                        <a:t>Scheduling in Serverless Platforms</a:t>
                      </a:r>
                    </a:p>
                    <a:p>
                      <a:pPr marL="800100" marR="0" lvl="1" indent="-342900">
                        <a:spcBef>
                          <a:spcPts val="0"/>
                        </a:spcBef>
                        <a:spcAft>
                          <a:spcPts val="0"/>
                        </a:spcAft>
                        <a:buFont typeface="Arial" panose="020B0604020202020204" pitchFamily="34" charset="0"/>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Comparison of scheduling mechanisms on different platforms (scalability, warm/cold start latency)</a:t>
                      </a:r>
                    </a:p>
                  </a:txBody>
                  <a:tcPr marL="38245" marR="38245" marT="0" marB="0"/>
                </a:tc>
                <a:extLst>
                  <a:ext uri="{0D108BD9-81ED-4DB2-BD59-A6C34878D82A}">
                    <a16:rowId xmlns:a16="http://schemas.microsoft.com/office/drawing/2014/main" val="800865842"/>
                  </a:ext>
                </a:extLst>
              </a:tr>
              <a:tr h="1071601">
                <a:tc rowSpan="2">
                  <a:txBody>
                    <a:bodyPr/>
                    <a:lstStyle/>
                    <a:p>
                      <a:pPr marL="0" marR="0">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Virtualization platform Analysis</a:t>
                      </a:r>
                    </a:p>
                  </a:txBody>
                  <a:tcPr marL="38245" marR="38245" marT="0" marB="0"/>
                </a:tc>
                <a:tc>
                  <a:txBody>
                    <a:bodyPr/>
                    <a:lstStyle/>
                    <a:p>
                      <a:pPr marL="342900" marR="0" indent="-342900" algn="l">
                        <a:spcBef>
                          <a:spcPts val="0"/>
                        </a:spcBef>
                        <a:spcAft>
                          <a:spcPts val="0"/>
                        </a:spcAft>
                        <a:buFont typeface="Arial" panose="020B0604020202020204" pitchFamily="34" charset="0"/>
                        <a:buChar char="•"/>
                      </a:pPr>
                      <a:r>
                        <a:rPr lang="en-US" sz="1100" dirty="0">
                          <a:effectLst/>
                        </a:rPr>
                        <a:t>Understanding KVM via some cloud-based application</a:t>
                      </a:r>
                    </a:p>
                    <a:p>
                      <a:pPr marL="800100" marR="0" lvl="1" indent="-342900" algn="l">
                        <a:spcBef>
                          <a:spcPts val="0"/>
                        </a:spcBef>
                        <a:spcAft>
                          <a:spcPts val="0"/>
                        </a:spcAft>
                        <a:buFont typeface="Arial" panose="020B0604020202020204" pitchFamily="34" charset="0"/>
                        <a:buChar char="•"/>
                      </a:pPr>
                      <a:r>
                        <a:rPr lang="en-US" sz="1100" dirty="0">
                          <a:effectLst/>
                        </a:rPr>
                        <a:t>Use VM, Containers, </a:t>
                      </a:r>
                      <a:r>
                        <a:rPr lang="en-US" sz="1100" dirty="0" err="1">
                          <a:effectLst/>
                        </a:rPr>
                        <a:t>Unikernel</a:t>
                      </a:r>
                      <a:r>
                        <a:rPr lang="en-US" sz="1100" dirty="0">
                          <a:effectLst/>
                        </a:rPr>
                        <a:t> to host the application on KVM</a:t>
                      </a:r>
                    </a:p>
                    <a:p>
                      <a:pPr marL="800100" marR="0" lvl="1" indent="-342900" algn="l">
                        <a:spcBef>
                          <a:spcPts val="0"/>
                        </a:spcBef>
                        <a:spcAft>
                          <a:spcPts val="0"/>
                        </a:spcAft>
                        <a:buFont typeface="Arial" panose="020B0604020202020204" pitchFamily="34" charset="0"/>
                        <a:buChar char="•"/>
                      </a:pPr>
                      <a:endParaRPr lang="en-US" sz="1100" dirty="0">
                        <a:effectLst/>
                      </a:endParaRPr>
                    </a:p>
                    <a:p>
                      <a:pPr marL="457200" marR="0" lvl="1" indent="0">
                        <a:spcBef>
                          <a:spcPts val="0"/>
                        </a:spcBef>
                        <a:spcAft>
                          <a:spcPts val="0"/>
                        </a:spcAft>
                        <a:buFont typeface="Arial" panose="020B0604020202020204" pitchFamily="34" charset="0"/>
                        <a:buNone/>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8245" marR="38245" marT="0" marB="0"/>
                </a:tc>
                <a:extLst>
                  <a:ext uri="{0D108BD9-81ED-4DB2-BD59-A6C34878D82A}">
                    <a16:rowId xmlns:a16="http://schemas.microsoft.com/office/drawing/2014/main" val="292775244"/>
                  </a:ext>
                </a:extLst>
              </a:tr>
              <a:tr h="857282">
                <a:tc vMerge="1">
                  <a:txBody>
                    <a:bodyPr/>
                    <a:lstStyle/>
                    <a:p>
                      <a:pPr marL="0" marR="0">
                        <a:spcBef>
                          <a:spcPts val="0"/>
                        </a:spcBef>
                        <a:spcAft>
                          <a:spcPts val="0"/>
                        </a:spcAft>
                      </a:pP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50993" marR="50993" marT="0" marB="0"/>
                </a:tc>
                <a:tc>
                  <a:txBody>
                    <a:bodyPr/>
                    <a:lstStyle/>
                    <a:p>
                      <a:pPr marL="342900" marR="0" indent="-342900" algn="l">
                        <a:spcBef>
                          <a:spcPts val="0"/>
                        </a:spcBef>
                        <a:spcAft>
                          <a:spcPts val="0"/>
                        </a:spcAft>
                        <a:buFont typeface="Arial" panose="020B0604020202020204" pitchFamily="34" charset="0"/>
                        <a:buChar char="•"/>
                      </a:pPr>
                      <a:r>
                        <a:rPr lang="en-US" sz="1100" dirty="0">
                          <a:effectLst/>
                        </a:rPr>
                        <a:t>Understanding Firecracker via some cloud-based application</a:t>
                      </a:r>
                    </a:p>
                    <a:p>
                      <a:pPr marL="800100" marR="0" lvl="1" indent="-342900" algn="l">
                        <a:spcBef>
                          <a:spcPts val="0"/>
                        </a:spcBef>
                        <a:spcAft>
                          <a:spcPts val="0"/>
                        </a:spcAft>
                        <a:buFont typeface="Arial" panose="020B0604020202020204" pitchFamily="34" charset="0"/>
                        <a:buChar char="•"/>
                      </a:pPr>
                      <a:r>
                        <a:rPr lang="en-US" sz="1100" dirty="0">
                          <a:effectLst/>
                        </a:rPr>
                        <a:t>Use VM, Containers, </a:t>
                      </a:r>
                      <a:r>
                        <a:rPr lang="en-US" sz="1100" dirty="0" err="1">
                          <a:effectLst/>
                        </a:rPr>
                        <a:t>Unikernel</a:t>
                      </a:r>
                      <a:r>
                        <a:rPr lang="en-US" sz="1100" dirty="0">
                          <a:effectLst/>
                        </a:rPr>
                        <a:t> to host the application on KVM</a:t>
                      </a:r>
                    </a:p>
                    <a:p>
                      <a:pPr marL="457200" marR="0" lvl="1" indent="0">
                        <a:spcBef>
                          <a:spcPts val="0"/>
                        </a:spcBef>
                        <a:spcAft>
                          <a:spcPts val="0"/>
                        </a:spcAft>
                        <a:buFont typeface="Arial" panose="020B0604020202020204" pitchFamily="34" charset="0"/>
                        <a:buNone/>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8245" marR="38245" marT="0" marB="0"/>
                </a:tc>
                <a:extLst>
                  <a:ext uri="{0D108BD9-81ED-4DB2-BD59-A6C34878D82A}">
                    <a16:rowId xmlns:a16="http://schemas.microsoft.com/office/drawing/2014/main" val="3134683163"/>
                  </a:ext>
                </a:extLst>
              </a:tr>
              <a:tr h="642961">
                <a:tc rowSpan="2">
                  <a:txBody>
                    <a:bodyPr/>
                    <a:lstStyle/>
                    <a:p>
                      <a:pPr marL="0" marR="0">
                        <a:spcBef>
                          <a:spcPts val="0"/>
                        </a:spcBef>
                        <a:spcAft>
                          <a:spcPts val="0"/>
                        </a:spcAft>
                      </a:pPr>
                      <a:r>
                        <a:rPr lang="en-US" sz="1100" dirty="0">
                          <a:effectLst/>
                        </a:rPr>
                        <a:t>Data Analysis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8245" marR="38245" marT="0" marB="0"/>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effectLst/>
                        </a:rPr>
                        <a:t>Apache Spark Streaming Analytics on Amazon EMR </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effectLst/>
                          <a:latin typeface="Calibri" panose="020F0502020204030204" pitchFamily="34" charset="0"/>
                          <a:cs typeface="Times New Roman" panose="02020603050405020304" pitchFamily="18" charset="0"/>
                        </a:rPr>
                        <a:t>Analysis of twitter data</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100" dirty="0">
                        <a:effectLst/>
                      </a:endParaRPr>
                    </a:p>
                  </a:txBody>
                  <a:tcPr marL="38245" marR="38245" marT="0" marB="0"/>
                </a:tc>
                <a:extLst>
                  <a:ext uri="{0D108BD9-81ED-4DB2-BD59-A6C34878D82A}">
                    <a16:rowId xmlns:a16="http://schemas.microsoft.com/office/drawing/2014/main" val="3817276983"/>
                  </a:ext>
                </a:extLst>
              </a:tr>
              <a:tr h="642961">
                <a:tc vMerge="1">
                  <a:txBody>
                    <a:bodyPr/>
                    <a:lstStyle/>
                    <a:p>
                      <a:pPr marL="0" marR="0">
                        <a:spcBef>
                          <a:spcPts val="0"/>
                        </a:spcBef>
                        <a:spcAft>
                          <a:spcPts val="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7990" marR="67990" marT="0" marB="0"/>
                </a:tc>
                <a:tc>
                  <a:txBody>
                    <a:bodyPr/>
                    <a:lstStyle/>
                    <a:p>
                      <a:pPr marL="342900" marR="0" indent="-342900">
                        <a:spcBef>
                          <a:spcPts val="0"/>
                        </a:spcBef>
                        <a:spcAft>
                          <a:spcPts val="0"/>
                        </a:spcAft>
                        <a:buFont typeface="Arial" panose="020B0604020202020204" pitchFamily="34" charset="0"/>
                        <a:buChar char="•"/>
                      </a:pPr>
                      <a:r>
                        <a:rPr lang="en-US" sz="1100" dirty="0">
                          <a:effectLst/>
                        </a:rPr>
                        <a:t>Analysis of Network Traffic </a:t>
                      </a:r>
                    </a:p>
                    <a:p>
                      <a:pPr marL="800100" marR="0" lvl="1" indent="-342900">
                        <a:spcBef>
                          <a:spcPts val="0"/>
                        </a:spcBef>
                        <a:spcAft>
                          <a:spcPts val="0"/>
                        </a:spcAft>
                        <a:buFont typeface="Arial" panose="020B0604020202020204" pitchFamily="34" charset="0"/>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Analysis of internet data</a:t>
                      </a:r>
                    </a:p>
                    <a:p>
                      <a:pPr marL="800100" marR="0" lvl="1" indent="-342900">
                        <a:spcBef>
                          <a:spcPts val="0"/>
                        </a:spcBef>
                        <a:spcAft>
                          <a:spcPts val="0"/>
                        </a:spcAft>
                        <a:buFont typeface="Arial" panose="020B0604020202020204" pitchFamily="34" charset="0"/>
                        <a:buChar char="•"/>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8245" marR="38245" marT="0" marB="0"/>
                </a:tc>
                <a:extLst>
                  <a:ext uri="{0D108BD9-81ED-4DB2-BD59-A6C34878D82A}">
                    <a16:rowId xmlns:a16="http://schemas.microsoft.com/office/drawing/2014/main" val="905241392"/>
                  </a:ext>
                </a:extLst>
              </a:tr>
            </a:tbl>
          </a:graphicData>
        </a:graphic>
      </p:graphicFrame>
      <p:pic>
        <p:nvPicPr>
          <p:cNvPr id="5" name="Picture 4">
            <a:extLst>
              <a:ext uri="{FF2B5EF4-FFF2-40B4-BE49-F238E27FC236}">
                <a16:creationId xmlns:a16="http://schemas.microsoft.com/office/drawing/2014/main" id="{955E7E7F-86CF-4D70-A126-75E4242B7058}"/>
              </a:ext>
            </a:extLst>
          </p:cNvPr>
          <p:cNvPicPr>
            <a:picLocks noChangeAspect="1"/>
          </p:cNvPicPr>
          <p:nvPr/>
        </p:nvPicPr>
        <p:blipFill>
          <a:blip r:embed="rId2"/>
          <a:stretch>
            <a:fillRect/>
          </a:stretch>
        </p:blipFill>
        <p:spPr>
          <a:xfrm>
            <a:off x="8017671" y="6448381"/>
            <a:ext cx="933450" cy="284539"/>
          </a:xfrm>
          <a:prstGeom prst="rect">
            <a:avLst/>
          </a:prstGeom>
        </p:spPr>
      </p:pic>
      <p:pic>
        <p:nvPicPr>
          <p:cNvPr id="6" name="Graphic 5">
            <a:extLst>
              <a:ext uri="{FF2B5EF4-FFF2-40B4-BE49-F238E27FC236}">
                <a16:creationId xmlns:a16="http://schemas.microsoft.com/office/drawing/2014/main" id="{D61015FB-468C-45B6-B824-76ABC68FC1D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5680" y="867480"/>
            <a:ext cx="333678" cy="152648"/>
          </a:xfrm>
          <a:prstGeom prst="rect">
            <a:avLst/>
          </a:prstGeom>
        </p:spPr>
      </p:pic>
    </p:spTree>
    <p:extLst>
      <p:ext uri="{BB962C8B-B14F-4D97-AF65-F5344CB8AC3E}">
        <p14:creationId xmlns:p14="http://schemas.microsoft.com/office/powerpoint/2010/main" val="859670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D7760-6BA0-254F-A4AE-FD10CDEA013D}"/>
              </a:ext>
            </a:extLst>
          </p:cNvPr>
          <p:cNvSpPr>
            <a:spLocks noGrp="1"/>
          </p:cNvSpPr>
          <p:nvPr>
            <p:ph type="title"/>
          </p:nvPr>
        </p:nvSpPr>
        <p:spPr>
          <a:xfrm>
            <a:off x="1515698" y="620417"/>
            <a:ext cx="5915025" cy="327337"/>
          </a:xfrm>
        </p:spPr>
        <p:txBody>
          <a:bodyPr>
            <a:normAutofit fontScale="90000"/>
          </a:bodyPr>
          <a:lstStyle/>
          <a:p>
            <a:r>
              <a:rPr lang="en-US" dirty="0"/>
              <a:t>Projects</a:t>
            </a:r>
          </a:p>
        </p:txBody>
      </p:sp>
      <p:graphicFrame>
        <p:nvGraphicFramePr>
          <p:cNvPr id="4" name="Table 3">
            <a:extLst>
              <a:ext uri="{FF2B5EF4-FFF2-40B4-BE49-F238E27FC236}">
                <a16:creationId xmlns:a16="http://schemas.microsoft.com/office/drawing/2014/main" id="{3E0616A0-C13B-094F-A5A7-6FE11A6CA949}"/>
              </a:ext>
            </a:extLst>
          </p:cNvPr>
          <p:cNvGraphicFramePr>
            <a:graphicFrameLocks noGrp="1"/>
          </p:cNvGraphicFramePr>
          <p:nvPr>
            <p:extLst>
              <p:ext uri="{D42A27DB-BD31-4B8C-83A1-F6EECF244321}">
                <p14:modId xmlns:p14="http://schemas.microsoft.com/office/powerpoint/2010/main" val="4230009266"/>
              </p:ext>
            </p:extLst>
          </p:nvPr>
        </p:nvGraphicFramePr>
        <p:xfrm>
          <a:off x="234176" y="1170877"/>
          <a:ext cx="7883856" cy="5584347"/>
        </p:xfrm>
        <a:graphic>
          <a:graphicData uri="http://schemas.openxmlformats.org/drawingml/2006/table">
            <a:tbl>
              <a:tblPr firstRow="1" firstCol="1" bandRow="1">
                <a:tableStyleId>{5C22544A-7EE6-4342-B048-85BDC9FD1C3A}</a:tableStyleId>
              </a:tblPr>
              <a:tblGrid>
                <a:gridCol w="1790347">
                  <a:extLst>
                    <a:ext uri="{9D8B030D-6E8A-4147-A177-3AD203B41FA5}">
                      <a16:colId xmlns:a16="http://schemas.microsoft.com/office/drawing/2014/main" val="3449150193"/>
                    </a:ext>
                  </a:extLst>
                </a:gridCol>
                <a:gridCol w="6093509">
                  <a:extLst>
                    <a:ext uri="{9D8B030D-6E8A-4147-A177-3AD203B41FA5}">
                      <a16:colId xmlns:a16="http://schemas.microsoft.com/office/drawing/2014/main" val="2133534345"/>
                    </a:ext>
                  </a:extLst>
                </a:gridCol>
              </a:tblGrid>
              <a:tr h="279218">
                <a:tc>
                  <a:txBody>
                    <a:bodyPr/>
                    <a:lstStyle/>
                    <a:p>
                      <a:pPr marL="0" marR="0">
                        <a:spcBef>
                          <a:spcPts val="0"/>
                        </a:spcBef>
                        <a:spcAft>
                          <a:spcPts val="0"/>
                        </a:spcAft>
                      </a:pPr>
                      <a:r>
                        <a:rPr lang="en-US" sz="1100" dirty="0">
                          <a:effectLst/>
                        </a:rPr>
                        <a:t>Category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8245" marR="38245" marT="0" marB="0"/>
                </a:tc>
                <a:tc>
                  <a:txBody>
                    <a:bodyPr/>
                    <a:lstStyle/>
                    <a:p>
                      <a:pPr marL="0" marR="0">
                        <a:spcBef>
                          <a:spcPts val="0"/>
                        </a:spcBef>
                        <a:spcAft>
                          <a:spcPts val="0"/>
                        </a:spcAft>
                      </a:pPr>
                      <a:r>
                        <a:rPr lang="en-US" sz="1100">
                          <a:effectLst/>
                        </a:rPr>
                        <a:t>Title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8245" marR="38245" marT="0" marB="0"/>
                </a:tc>
                <a:extLst>
                  <a:ext uri="{0D108BD9-81ED-4DB2-BD59-A6C34878D82A}">
                    <a16:rowId xmlns:a16="http://schemas.microsoft.com/office/drawing/2014/main" val="2077373053"/>
                  </a:ext>
                </a:extLst>
              </a:tr>
              <a:tr h="837652">
                <a:tc rowSpan="4">
                  <a:txBody>
                    <a:bodyPr/>
                    <a:lstStyle/>
                    <a:p>
                      <a:pPr marL="0" marR="0">
                        <a:spcBef>
                          <a:spcPts val="0"/>
                        </a:spcBef>
                        <a:spcAft>
                          <a:spcPts val="0"/>
                        </a:spcAft>
                      </a:pPr>
                      <a:r>
                        <a:rPr lang="en-US" sz="1100" dirty="0">
                          <a:effectLst/>
                        </a:rPr>
                        <a:t>ML &amp; GPU</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8245" marR="38245" marT="0" marB="0"/>
                </a:tc>
                <a:tc>
                  <a:txBody>
                    <a:bodyPr/>
                    <a:lstStyle/>
                    <a:p>
                      <a:pPr marL="342900" marR="0" indent="-342900" algn="l">
                        <a:spcBef>
                          <a:spcPts val="0"/>
                        </a:spcBef>
                        <a:spcAft>
                          <a:spcPts val="0"/>
                        </a:spcAft>
                        <a:buFont typeface="Arial" panose="020B0604020202020204" pitchFamily="34" charset="0"/>
                        <a:buChar char="•"/>
                      </a:pPr>
                      <a:r>
                        <a:rPr lang="en-US" sz="1100" dirty="0">
                          <a:effectLst/>
                        </a:rPr>
                        <a:t>On Device AI Offloading</a:t>
                      </a:r>
                    </a:p>
                    <a:p>
                      <a:pPr marL="800100" marR="0" lvl="1" indent="-342900" algn="l">
                        <a:spcBef>
                          <a:spcPts val="0"/>
                        </a:spcBef>
                        <a:spcAft>
                          <a:spcPts val="0"/>
                        </a:spcAft>
                        <a:buFont typeface="Arial" panose="020B0604020202020204" pitchFamily="34" charset="0"/>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Offloading object detection from mobile to cloud</a:t>
                      </a:r>
                    </a:p>
                    <a:p>
                      <a:pPr marL="800100" marR="0" lvl="1" indent="-342900" algn="l">
                        <a:spcBef>
                          <a:spcPts val="0"/>
                        </a:spcBef>
                        <a:spcAft>
                          <a:spcPts val="0"/>
                        </a:spcAft>
                        <a:buFont typeface="Arial" panose="020B0604020202020204" pitchFamily="34" charset="0"/>
                        <a:buChar char="•"/>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8245" marR="38245" marT="0" marB="0"/>
                </a:tc>
                <a:extLst>
                  <a:ext uri="{0D108BD9-81ED-4DB2-BD59-A6C34878D82A}">
                    <a16:rowId xmlns:a16="http://schemas.microsoft.com/office/drawing/2014/main" val="2535974704"/>
                  </a:ext>
                </a:extLst>
              </a:tr>
              <a:tr h="837652">
                <a:tc vMerge="1">
                  <a:txBody>
                    <a:bodyPr/>
                    <a:lstStyle/>
                    <a:p>
                      <a:pPr marL="0" marR="0">
                        <a:spcBef>
                          <a:spcPts val="0"/>
                        </a:spcBef>
                        <a:spcAft>
                          <a:spcPts val="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7990" marR="67990" marT="0" marB="0"/>
                </a:tc>
                <a:tc>
                  <a:txBody>
                    <a:bodyPr/>
                    <a:lstStyle/>
                    <a:p>
                      <a:pPr marL="342900" marR="0" indent="-342900" algn="l">
                        <a:spcBef>
                          <a:spcPts val="0"/>
                        </a:spcBef>
                        <a:spcAft>
                          <a:spcPts val="0"/>
                        </a:spcAft>
                        <a:buFont typeface="Arial" panose="020B0604020202020204" pitchFamily="34" charset="0"/>
                        <a:buChar char="•"/>
                      </a:pPr>
                      <a:r>
                        <a:rPr lang="en-US" sz="1100" dirty="0">
                          <a:effectLst/>
                        </a:rPr>
                        <a:t>Distributed Deep Learning for Image Recognition</a:t>
                      </a:r>
                    </a:p>
                    <a:p>
                      <a:pPr marL="800100" marR="0" lvl="1" indent="-342900" algn="l">
                        <a:spcBef>
                          <a:spcPts val="0"/>
                        </a:spcBef>
                        <a:spcAft>
                          <a:spcPts val="0"/>
                        </a:spcAft>
                        <a:buFont typeface="Arial" panose="020B0604020202020204" pitchFamily="34" charset="0"/>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Train single GPU tensor flow program on many GPUs faster</a:t>
                      </a:r>
                    </a:p>
                    <a:p>
                      <a:pPr marL="800100" marR="0" lvl="1" indent="-342900" algn="l">
                        <a:spcBef>
                          <a:spcPts val="0"/>
                        </a:spcBef>
                        <a:spcAft>
                          <a:spcPts val="0"/>
                        </a:spcAft>
                        <a:buFont typeface="Arial" panose="020B0604020202020204" pitchFamily="34" charset="0"/>
                        <a:buChar char="•"/>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8245" marR="38245" marT="0" marB="0"/>
                </a:tc>
                <a:extLst>
                  <a:ext uri="{0D108BD9-81ED-4DB2-BD59-A6C34878D82A}">
                    <a16:rowId xmlns:a16="http://schemas.microsoft.com/office/drawing/2014/main" val="2991350855"/>
                  </a:ext>
                </a:extLst>
              </a:tr>
              <a:tr h="1116869">
                <a:tc vMerge="1">
                  <a:txBody>
                    <a:bodyPr/>
                    <a:lstStyle/>
                    <a:p>
                      <a:pPr marL="0" marR="0">
                        <a:spcBef>
                          <a:spcPts val="0"/>
                        </a:spcBef>
                        <a:spcAft>
                          <a:spcPts val="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7990" marR="67990" marT="0" marB="0"/>
                </a:tc>
                <a:tc>
                  <a:txBody>
                    <a:bodyPr/>
                    <a:lstStyle/>
                    <a:p>
                      <a:pPr marL="342900" marR="0" indent="-342900" algn="l">
                        <a:spcBef>
                          <a:spcPts val="0"/>
                        </a:spcBef>
                        <a:spcAft>
                          <a:spcPts val="0"/>
                        </a:spcAft>
                        <a:buFont typeface="Arial" panose="020B0604020202020204" pitchFamily="34" charset="0"/>
                        <a:buChar char="•"/>
                      </a:pPr>
                      <a:r>
                        <a:rPr lang="en-US" sz="1100" dirty="0">
                          <a:effectLst/>
                        </a:rPr>
                        <a:t>Understanding </a:t>
                      </a:r>
                      <a:r>
                        <a:rPr lang="en-US" sz="1100" dirty="0" err="1">
                          <a:effectLst/>
                        </a:rPr>
                        <a:t>Openwhisk</a:t>
                      </a:r>
                      <a:r>
                        <a:rPr lang="en-US" sz="1100" dirty="0">
                          <a:effectLst/>
                        </a:rPr>
                        <a:t> via a machine learning application</a:t>
                      </a:r>
                    </a:p>
                    <a:p>
                      <a:pPr marL="800100" marR="0" lvl="1" indent="-342900" algn="l">
                        <a:spcBef>
                          <a:spcPts val="0"/>
                        </a:spcBef>
                        <a:spcAft>
                          <a:spcPts val="0"/>
                        </a:spcAft>
                        <a:buFont typeface="Arial" panose="020B0604020202020204" pitchFamily="34" charset="0"/>
                        <a:buChar char="•"/>
                      </a:pPr>
                      <a:r>
                        <a:rPr lang="en-US" sz="1100" dirty="0">
                          <a:effectLst/>
                        </a:rPr>
                        <a:t>Migrate handwritten Chinese character recognizer to serverless platform</a:t>
                      </a:r>
                    </a:p>
                    <a:p>
                      <a:pPr marL="800100" marR="0" lvl="1" indent="-342900" algn="l">
                        <a:spcBef>
                          <a:spcPts val="0"/>
                        </a:spcBef>
                        <a:spcAft>
                          <a:spcPts val="0"/>
                        </a:spcAft>
                        <a:buFont typeface="Arial" panose="020B0604020202020204" pitchFamily="34" charset="0"/>
                        <a:buChar char="•"/>
                      </a:pPr>
                      <a:endParaRPr lang="en-US" sz="1100" dirty="0">
                        <a:effectLst/>
                      </a:endParaRPr>
                    </a:p>
                  </a:txBody>
                  <a:tcPr marL="38245" marR="38245" marT="0" marB="0"/>
                </a:tc>
                <a:extLst>
                  <a:ext uri="{0D108BD9-81ED-4DB2-BD59-A6C34878D82A}">
                    <a16:rowId xmlns:a16="http://schemas.microsoft.com/office/drawing/2014/main" val="945642332"/>
                  </a:ext>
                </a:extLst>
              </a:tr>
              <a:tr h="837652">
                <a:tc vMerge="1">
                  <a:txBody>
                    <a:bodyPr/>
                    <a:lstStyle/>
                    <a:p>
                      <a:pPr marL="0" marR="0">
                        <a:spcBef>
                          <a:spcPts val="0"/>
                        </a:spcBef>
                        <a:spcAft>
                          <a:spcPts val="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7990" marR="67990" marT="0" marB="0"/>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effectLst/>
                        </a:rPr>
                        <a:t>Enabling GPUs in Serverless Computing for Scientific Domains</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effectLst/>
                          <a:latin typeface="Calibri" panose="020F0502020204030204" pitchFamily="34" charset="0"/>
                          <a:ea typeface="Calibri" panose="020F0502020204030204" pitchFamily="34" charset="0"/>
                          <a:cs typeface="Times New Roman" panose="02020603050405020304" pitchFamily="18" charset="0"/>
                        </a:rPr>
                        <a:t>Expose and manage GPU containers for scientific computing functions</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8245" marR="38245" marT="0" marB="0"/>
                </a:tc>
                <a:extLst>
                  <a:ext uri="{0D108BD9-81ED-4DB2-BD59-A6C34878D82A}">
                    <a16:rowId xmlns:a16="http://schemas.microsoft.com/office/drawing/2014/main" val="1722723791"/>
                  </a:ext>
                </a:extLst>
              </a:tr>
              <a:tr h="837652">
                <a:tc rowSpan="2">
                  <a:txBody>
                    <a:bodyPr/>
                    <a:lstStyle/>
                    <a:p>
                      <a:pPr marL="0" marR="0">
                        <a:spcBef>
                          <a:spcPts val="0"/>
                        </a:spcBef>
                        <a:spcAft>
                          <a:spcPts val="0"/>
                        </a:spcAft>
                      </a:pPr>
                      <a:r>
                        <a:rPr lang="en-US" sz="1100" dirty="0">
                          <a:effectLst/>
                        </a:rPr>
                        <a:t>Migration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8245" marR="38245" marT="0" marB="0"/>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effectLst/>
                        </a:rPr>
                        <a:t>Latency and Live Migration with IoT</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effectLst/>
                          <a:latin typeface="Calibri" panose="020F0502020204030204" pitchFamily="34" charset="0"/>
                          <a:ea typeface="Calibri" panose="020F0502020204030204" pitchFamily="34" charset="0"/>
                          <a:cs typeface="Times New Roman" panose="02020603050405020304" pitchFamily="18" charset="0"/>
                        </a:rPr>
                        <a:t>Evaluate migration performance of VMs with different latency</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8245" marR="38245" marT="0" marB="0"/>
                </a:tc>
                <a:extLst>
                  <a:ext uri="{0D108BD9-81ED-4DB2-BD59-A6C34878D82A}">
                    <a16:rowId xmlns:a16="http://schemas.microsoft.com/office/drawing/2014/main" val="3369491103"/>
                  </a:ext>
                </a:extLst>
              </a:tr>
              <a:tr h="837652">
                <a:tc vMerge="1">
                  <a:txBody>
                    <a:bodyPr/>
                    <a:lstStyle/>
                    <a:p>
                      <a:pPr marL="0" marR="0">
                        <a:spcBef>
                          <a:spcPts val="0"/>
                        </a:spcBef>
                        <a:spcAft>
                          <a:spcPts val="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7990" marR="67990" marT="0" marB="0"/>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effectLst/>
                        </a:rPr>
                        <a:t>Distributed Decision Tree Implementation and Comparison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a:spcBef>
                          <a:spcPts val="0"/>
                        </a:spcBef>
                        <a:spcAft>
                          <a:spcPts val="0"/>
                        </a:spcAft>
                        <a:buFont typeface="Arial" panose="020B0604020202020204" pitchFamily="34" charset="0"/>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Scale number of containers depending on latency/load</a:t>
                      </a:r>
                    </a:p>
                    <a:p>
                      <a:pPr marL="800100" marR="0" lvl="1" indent="-342900" algn="l">
                        <a:spcBef>
                          <a:spcPts val="0"/>
                        </a:spcBef>
                        <a:spcAft>
                          <a:spcPts val="0"/>
                        </a:spcAft>
                        <a:buFont typeface="Arial" panose="020B0604020202020204" pitchFamily="34" charset="0"/>
                        <a:buChar char="•"/>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8245" marR="38245" marT="0" marB="0"/>
                </a:tc>
                <a:extLst>
                  <a:ext uri="{0D108BD9-81ED-4DB2-BD59-A6C34878D82A}">
                    <a16:rowId xmlns:a16="http://schemas.microsoft.com/office/drawing/2014/main" val="963226469"/>
                  </a:ext>
                </a:extLst>
              </a:tr>
            </a:tbl>
          </a:graphicData>
        </a:graphic>
      </p:graphicFrame>
      <p:pic>
        <p:nvPicPr>
          <p:cNvPr id="5" name="Picture 4">
            <a:extLst>
              <a:ext uri="{FF2B5EF4-FFF2-40B4-BE49-F238E27FC236}">
                <a16:creationId xmlns:a16="http://schemas.microsoft.com/office/drawing/2014/main" id="{6D1EE0EC-3F39-425B-981B-584A8B0CF756}"/>
              </a:ext>
            </a:extLst>
          </p:cNvPr>
          <p:cNvPicPr>
            <a:picLocks noChangeAspect="1"/>
          </p:cNvPicPr>
          <p:nvPr/>
        </p:nvPicPr>
        <p:blipFill>
          <a:blip r:embed="rId2"/>
          <a:stretch>
            <a:fillRect/>
          </a:stretch>
        </p:blipFill>
        <p:spPr>
          <a:xfrm>
            <a:off x="8118032" y="6470684"/>
            <a:ext cx="933450" cy="284539"/>
          </a:xfrm>
          <a:prstGeom prst="rect">
            <a:avLst/>
          </a:prstGeom>
        </p:spPr>
      </p:pic>
      <p:pic>
        <p:nvPicPr>
          <p:cNvPr id="6" name="Graphic 5">
            <a:extLst>
              <a:ext uri="{FF2B5EF4-FFF2-40B4-BE49-F238E27FC236}">
                <a16:creationId xmlns:a16="http://schemas.microsoft.com/office/drawing/2014/main" id="{D64E16BE-1630-4E7D-970C-8D5481AD0FB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9064" y="707761"/>
            <a:ext cx="333678" cy="152648"/>
          </a:xfrm>
          <a:prstGeom prst="rect">
            <a:avLst/>
          </a:prstGeom>
        </p:spPr>
      </p:pic>
    </p:spTree>
    <p:extLst>
      <p:ext uri="{BB962C8B-B14F-4D97-AF65-F5344CB8AC3E}">
        <p14:creationId xmlns:p14="http://schemas.microsoft.com/office/powerpoint/2010/main" val="30933138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A762A-91DE-004B-BC1D-78DE9849D625}"/>
              </a:ext>
            </a:extLst>
          </p:cNvPr>
          <p:cNvSpPr>
            <a:spLocks noGrp="1"/>
          </p:cNvSpPr>
          <p:nvPr>
            <p:ph type="title"/>
          </p:nvPr>
        </p:nvSpPr>
        <p:spPr>
          <a:xfrm>
            <a:off x="1351048" y="574077"/>
            <a:ext cx="6441904" cy="488990"/>
          </a:xfrm>
        </p:spPr>
        <p:txBody>
          <a:bodyPr>
            <a:normAutofit fontScale="90000"/>
          </a:bodyPr>
          <a:lstStyle/>
          <a:p>
            <a:r>
              <a:rPr lang="en-US" dirty="0"/>
              <a:t>Examples of platforms used in projects</a:t>
            </a:r>
          </a:p>
        </p:txBody>
      </p:sp>
      <p:sp>
        <p:nvSpPr>
          <p:cNvPr id="3" name="Content Placeholder 2">
            <a:extLst>
              <a:ext uri="{FF2B5EF4-FFF2-40B4-BE49-F238E27FC236}">
                <a16:creationId xmlns:a16="http://schemas.microsoft.com/office/drawing/2014/main" id="{92713DC8-8259-A04A-9545-F376348ECA30}"/>
              </a:ext>
            </a:extLst>
          </p:cNvPr>
          <p:cNvSpPr>
            <a:spLocks noGrp="1"/>
          </p:cNvSpPr>
          <p:nvPr>
            <p:ph idx="1"/>
          </p:nvPr>
        </p:nvSpPr>
        <p:spPr>
          <a:xfrm>
            <a:off x="668636" y="1500914"/>
            <a:ext cx="7248674" cy="4989096"/>
          </a:xfrm>
        </p:spPr>
        <p:txBody>
          <a:bodyPr>
            <a:normAutofit lnSpcReduction="10000"/>
          </a:bodyPr>
          <a:lstStyle/>
          <a:p>
            <a:r>
              <a:rPr lang="en-US" dirty="0" err="1"/>
              <a:t>Cloudlab</a:t>
            </a:r>
            <a:endParaRPr lang="en-US" dirty="0"/>
          </a:p>
          <a:p>
            <a:pPr lvl="1"/>
            <a:r>
              <a:rPr lang="en-US" dirty="0"/>
              <a:t>Virtual machines</a:t>
            </a:r>
          </a:p>
          <a:p>
            <a:pPr lvl="1"/>
            <a:r>
              <a:rPr lang="en-US" dirty="0"/>
              <a:t>Physical servers</a:t>
            </a:r>
          </a:p>
          <a:p>
            <a:r>
              <a:rPr lang="en-US" dirty="0"/>
              <a:t>Virtualization platforms</a:t>
            </a:r>
          </a:p>
          <a:p>
            <a:pPr lvl="1"/>
            <a:r>
              <a:rPr lang="en-US" dirty="0"/>
              <a:t>KVM</a:t>
            </a:r>
          </a:p>
          <a:p>
            <a:pPr lvl="1"/>
            <a:r>
              <a:rPr lang="en-US" dirty="0"/>
              <a:t>Firecracker</a:t>
            </a:r>
          </a:p>
          <a:p>
            <a:pPr lvl="1"/>
            <a:r>
              <a:rPr lang="en-US" dirty="0"/>
              <a:t>XEN</a:t>
            </a:r>
          </a:p>
          <a:p>
            <a:r>
              <a:rPr lang="en-US" dirty="0"/>
              <a:t>Serverless platforms</a:t>
            </a:r>
          </a:p>
          <a:p>
            <a:pPr lvl="1"/>
            <a:r>
              <a:rPr lang="en-US" dirty="0"/>
              <a:t>Amazon Lambda</a:t>
            </a:r>
          </a:p>
          <a:p>
            <a:pPr lvl="1"/>
            <a:r>
              <a:rPr lang="en-US" dirty="0" err="1"/>
              <a:t>Nuclio</a:t>
            </a:r>
            <a:endParaRPr lang="en-US" dirty="0"/>
          </a:p>
          <a:p>
            <a:pPr lvl="1"/>
            <a:r>
              <a:rPr lang="en-US" dirty="0" err="1"/>
              <a:t>Knative</a:t>
            </a:r>
            <a:endParaRPr lang="en-US" dirty="0"/>
          </a:p>
          <a:p>
            <a:pPr lvl="1"/>
            <a:r>
              <a:rPr lang="en-US" dirty="0" err="1"/>
              <a:t>Openwhisk</a:t>
            </a:r>
            <a:endParaRPr lang="en-US" dirty="0"/>
          </a:p>
        </p:txBody>
      </p:sp>
      <p:pic>
        <p:nvPicPr>
          <p:cNvPr id="4" name="Picture 3">
            <a:extLst>
              <a:ext uri="{FF2B5EF4-FFF2-40B4-BE49-F238E27FC236}">
                <a16:creationId xmlns:a16="http://schemas.microsoft.com/office/drawing/2014/main" id="{6423CB60-93DC-4D2A-A872-0E5EA11DBEEA}"/>
              </a:ext>
            </a:extLst>
          </p:cNvPr>
          <p:cNvPicPr>
            <a:picLocks noChangeAspect="1"/>
          </p:cNvPicPr>
          <p:nvPr/>
        </p:nvPicPr>
        <p:blipFill>
          <a:blip r:embed="rId2"/>
          <a:stretch>
            <a:fillRect/>
          </a:stretch>
        </p:blipFill>
        <p:spPr>
          <a:xfrm>
            <a:off x="8166382" y="6490010"/>
            <a:ext cx="933450" cy="284539"/>
          </a:xfrm>
          <a:prstGeom prst="rect">
            <a:avLst/>
          </a:prstGeom>
        </p:spPr>
      </p:pic>
      <p:pic>
        <p:nvPicPr>
          <p:cNvPr id="5" name="Graphic 4">
            <a:extLst>
              <a:ext uri="{FF2B5EF4-FFF2-40B4-BE49-F238E27FC236}">
                <a16:creationId xmlns:a16="http://schemas.microsoft.com/office/drawing/2014/main" id="{20A788CE-FEEF-4FDA-A3DA-B116FF76FE5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1797" y="733666"/>
            <a:ext cx="333678" cy="152648"/>
          </a:xfrm>
          <a:prstGeom prst="rect">
            <a:avLst/>
          </a:prstGeom>
        </p:spPr>
      </p:pic>
    </p:spTree>
    <p:extLst>
      <p:ext uri="{BB962C8B-B14F-4D97-AF65-F5344CB8AC3E}">
        <p14:creationId xmlns:p14="http://schemas.microsoft.com/office/powerpoint/2010/main" val="7029675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034" name="Rectangle 1"/>
          <p:cNvSpPr>
            <a:spLocks noGrp="1" noChangeArrowheads="1"/>
          </p:cNvSpPr>
          <p:nvPr>
            <p:ph type="title"/>
          </p:nvPr>
        </p:nvSpPr>
        <p:spPr>
          <a:xfrm>
            <a:off x="410444" y="381000"/>
            <a:ext cx="8328744" cy="838200"/>
          </a:xfrm>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dirty="0"/>
              <a:t>Some Projects to think about</a:t>
            </a:r>
          </a:p>
        </p:txBody>
      </p:sp>
      <p:sp>
        <p:nvSpPr>
          <p:cNvPr id="11270" name="Rectangle 6"/>
          <p:cNvSpPr>
            <a:spLocks noGrp="1" noChangeArrowheads="1"/>
          </p:cNvSpPr>
          <p:nvPr>
            <p:ph type="body" idx="4294967295"/>
          </p:nvPr>
        </p:nvSpPr>
        <p:spPr>
          <a:xfrm>
            <a:off x="402167" y="859971"/>
            <a:ext cx="8579787" cy="5236029"/>
          </a:xfrm>
          <a:prstGeom prst="rect">
            <a:avLst/>
          </a:prstGeom>
        </p:spPr>
        <p:txBody>
          <a:bodyPr lIns="0"/>
          <a:lstStyle/>
          <a:p>
            <a:pPr lvl="0"/>
            <a:r>
              <a:rPr lang="en-US" dirty="0"/>
              <a:t>Container private cloud running on EC2 instances – use Kubernetes; OpenStack; Compare </a:t>
            </a:r>
            <a:r>
              <a:rPr lang="en-US" dirty="0" err="1"/>
              <a:t>Openstack</a:t>
            </a:r>
            <a:r>
              <a:rPr lang="en-US" dirty="0"/>
              <a:t> vs. Kubernetes</a:t>
            </a:r>
          </a:p>
          <a:p>
            <a:pPr lvl="0"/>
            <a:r>
              <a:rPr lang="en-US" dirty="0"/>
              <a:t>Use AWS or </a:t>
            </a:r>
            <a:r>
              <a:rPr lang="en-US" dirty="0" err="1"/>
              <a:t>CloudLab</a:t>
            </a:r>
            <a:r>
              <a:rPr lang="en-US" dirty="0"/>
              <a:t> to run ML libraries to learn and infer based on streaming data</a:t>
            </a:r>
          </a:p>
          <a:p>
            <a:pPr lvl="0"/>
            <a:r>
              <a:rPr lang="en-US" dirty="0"/>
              <a:t>Checkpoint and Migration for VMs (</a:t>
            </a:r>
            <a:r>
              <a:rPr lang="en-US" dirty="0" err="1"/>
              <a:t>CloudLab</a:t>
            </a:r>
            <a:r>
              <a:rPr lang="en-US" dirty="0"/>
              <a:t>); Containers (</a:t>
            </a:r>
            <a:r>
              <a:rPr lang="en-US" dirty="0" err="1"/>
              <a:t>CloudLab</a:t>
            </a:r>
            <a:r>
              <a:rPr lang="en-US" dirty="0"/>
              <a:t>)</a:t>
            </a:r>
          </a:p>
          <a:p>
            <a:pPr lvl="0"/>
            <a:r>
              <a:rPr lang="en-US" dirty="0"/>
              <a:t>Failure of VM on one machine and run on another (REMUS)</a:t>
            </a:r>
          </a:p>
          <a:p>
            <a:r>
              <a:rPr lang="en-US" dirty="0"/>
              <a:t>Failure of Container on one machine and run on another (CRIU)</a:t>
            </a:r>
          </a:p>
          <a:p>
            <a:pPr lvl="0"/>
            <a:r>
              <a:rPr lang="en-US" dirty="0"/>
              <a:t>MapReduce: Experiment with simple applications to evaluate performance characteristics. In-cast congestion problem solutions</a:t>
            </a:r>
          </a:p>
          <a:p>
            <a:pPr lvl="0"/>
            <a:r>
              <a:rPr lang="en-US" dirty="0"/>
              <a:t>Apache Spark/Storm streaming analytics</a:t>
            </a:r>
          </a:p>
          <a:p>
            <a:pPr lvl="0"/>
            <a:r>
              <a:rPr lang="en-US" dirty="0"/>
              <a:t>Compare Xen, KVM, Containers: performance of applications on each of these.</a:t>
            </a:r>
          </a:p>
          <a:p>
            <a:pPr lvl="0"/>
            <a:r>
              <a:rPr lang="en-US" dirty="0"/>
              <a:t>Use Amazon Lambda for </a:t>
            </a:r>
            <a:r>
              <a:rPr lang="en-US" dirty="0" err="1"/>
              <a:t>Serverless</a:t>
            </a:r>
            <a:r>
              <a:rPr lang="en-US" dirty="0"/>
              <a:t> Computing: Characterize impact of complete statelessness. Multiplexing advantage?</a:t>
            </a:r>
          </a:p>
        </p:txBody>
      </p:sp>
      <p:sp>
        <p:nvSpPr>
          <p:cNvPr id="9" name="Slide Number Placeholder 3"/>
          <p:cNvSpPr>
            <a:spLocks noGrp="1"/>
          </p:cNvSpPr>
          <p:nvPr>
            <p:ph type="sldNum" sz="quarter" idx="10"/>
          </p:nvPr>
        </p:nvSpPr>
        <p:spPr>
          <a:xfrm>
            <a:off x="402167" y="6341880"/>
            <a:ext cx="385235" cy="152400"/>
          </a:xfrm>
        </p:spPr>
        <p:txBody>
          <a:bodyPr/>
          <a:lstStyle/>
          <a:p>
            <a:pPr marL="0" marR="0" lvl="0" indent="0" algn="l" defTabSz="914400" rtl="0" eaLnBrk="0" fontAlgn="base" latinLnBrk="0" hangingPunct="0">
              <a:lnSpc>
                <a:spcPct val="100000"/>
              </a:lnSpc>
              <a:spcBef>
                <a:spcPct val="50000"/>
              </a:spcBef>
              <a:spcAft>
                <a:spcPct val="0"/>
              </a:spcAft>
              <a:buClrTx/>
              <a:buSzTx/>
              <a:buFontTx/>
              <a:buNone/>
              <a:tabLst/>
              <a:defRPr/>
            </a:pPr>
            <a:fld id="{1DEFE11F-158B-594E-8BEE-CC26B87FEB38}" type="slidenum">
              <a:rPr kumimoji="0" lang="en-US" sz="800" b="1" i="0" u="none" strike="noStrike" kern="1200" cap="none" spc="0" normalizeH="0" baseline="0" noProof="0">
                <a:ln>
                  <a:noFill/>
                </a:ln>
                <a:solidFill>
                  <a:srgbClr val="067AB4"/>
                </a:solidFill>
                <a:effectLst/>
                <a:uLnTx/>
                <a:uFillTx/>
                <a:latin typeface="Verdana" pitchFamily="-111" charset="0"/>
                <a:ea typeface="+mn-ea"/>
                <a:cs typeface="Arial" pitchFamily="-111" charset="-52"/>
              </a:rPr>
              <a:pPr marL="0" marR="0" lvl="0" indent="0" algn="l" defTabSz="914400" rtl="0" eaLnBrk="0" fontAlgn="base" latinLnBrk="0" hangingPunct="0">
                <a:lnSpc>
                  <a:spcPct val="100000"/>
                </a:lnSpc>
                <a:spcBef>
                  <a:spcPct val="50000"/>
                </a:spcBef>
                <a:spcAft>
                  <a:spcPct val="0"/>
                </a:spcAft>
                <a:buClrTx/>
                <a:buSzTx/>
                <a:buFontTx/>
                <a:buNone/>
                <a:tabLst/>
                <a:defRPr/>
              </a:pPr>
              <a:t>44</a:t>
            </a:fld>
            <a:endParaRPr kumimoji="0" lang="en-US" sz="800" b="1" i="0" u="none" strike="noStrike" kern="1200" cap="none" spc="0" normalizeH="0" baseline="0" noProof="0" dirty="0">
              <a:ln>
                <a:noFill/>
              </a:ln>
              <a:solidFill>
                <a:srgbClr val="067AB4"/>
              </a:solidFill>
              <a:effectLst/>
              <a:uLnTx/>
              <a:uFillTx/>
              <a:latin typeface="Verdana" pitchFamily="-111" charset="0"/>
              <a:ea typeface="+mn-ea"/>
              <a:cs typeface="Arial" pitchFamily="-111" charset="-52"/>
            </a:endParaRPr>
          </a:p>
        </p:txBody>
      </p:sp>
    </p:spTree>
    <p:extLst>
      <p:ext uri="{BB962C8B-B14F-4D97-AF65-F5344CB8AC3E}">
        <p14:creationId xmlns:p14="http://schemas.microsoft.com/office/powerpoint/2010/main" val="20620711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fill="hold" nodeType="afterEffect">
                                  <p:stCondLst>
                                    <p:cond delay="0"/>
                                  </p:stCondLst>
                                  <p:childTnLst>
                                    <p:set>
                                      <p:cBhvr additive="repl">
                                        <p:cTn id="6" dur="1" fill="hold">
                                          <p:stCondLst>
                                            <p:cond delay="0"/>
                                          </p:stCondLst>
                                        </p:cTn>
                                        <p:tgtEl>
                                          <p:spTgt spid="11270">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fill="hold" nodeType="afterEffect">
                                  <p:stCondLst>
                                    <p:cond delay="0"/>
                                  </p:stCondLst>
                                  <p:childTnLst>
                                    <p:set>
                                      <p:cBhvr additive="repl">
                                        <p:cTn id="9" dur="1" fill="hold">
                                          <p:stCondLst>
                                            <p:cond delay="0"/>
                                          </p:stCondLst>
                                        </p:cTn>
                                        <p:tgtEl>
                                          <p:spTgt spid="11270">
                                            <p:txEl>
                                              <p:pRg st="1" end="1"/>
                                            </p:txEl>
                                          </p:spTgt>
                                        </p:tgtEl>
                                        <p:attrNameLst>
                                          <p:attrName>style.visibility</p:attrName>
                                        </p:attrNameLst>
                                      </p:cBhvr>
                                      <p:to>
                                        <p:strVal val="visible"/>
                                      </p:to>
                                    </p:set>
                                  </p:childTnLst>
                                </p:cTn>
                              </p:par>
                            </p:childTnLst>
                          </p:cTn>
                        </p:par>
                        <p:par>
                          <p:cTn id="10" fill="hold">
                            <p:stCondLst>
                              <p:cond delay="0"/>
                            </p:stCondLst>
                            <p:childTnLst>
                              <p:par>
                                <p:cTn id="11" presetID="1" presetClass="entr" fill="hold" nodeType="afterEffect">
                                  <p:stCondLst>
                                    <p:cond delay="0"/>
                                  </p:stCondLst>
                                  <p:childTnLst>
                                    <p:set>
                                      <p:cBhvr additive="repl">
                                        <p:cTn id="12" dur="1" fill="hold">
                                          <p:stCondLst>
                                            <p:cond delay="0"/>
                                          </p:stCondLst>
                                        </p:cTn>
                                        <p:tgtEl>
                                          <p:spTgt spid="11270">
                                            <p:txEl>
                                              <p:pRg st="2" end="2"/>
                                            </p:txEl>
                                          </p:spTgt>
                                        </p:tgtEl>
                                        <p:attrNameLst>
                                          <p:attrName>style.visibility</p:attrName>
                                        </p:attrNameLst>
                                      </p:cBhvr>
                                      <p:to>
                                        <p:strVal val="visible"/>
                                      </p:to>
                                    </p:set>
                                  </p:childTnLst>
                                </p:cTn>
                              </p:par>
                            </p:childTnLst>
                          </p:cTn>
                        </p:par>
                        <p:par>
                          <p:cTn id="13" fill="hold">
                            <p:stCondLst>
                              <p:cond delay="0"/>
                            </p:stCondLst>
                            <p:childTnLst>
                              <p:par>
                                <p:cTn id="14" presetID="1" presetClass="entr" fill="hold" nodeType="afterEffect">
                                  <p:stCondLst>
                                    <p:cond delay="0"/>
                                  </p:stCondLst>
                                  <p:childTnLst>
                                    <p:set>
                                      <p:cBhvr additive="repl">
                                        <p:cTn id="15" dur="1" fill="hold">
                                          <p:stCondLst>
                                            <p:cond delay="0"/>
                                          </p:stCondLst>
                                        </p:cTn>
                                        <p:tgtEl>
                                          <p:spTgt spid="11270">
                                            <p:txEl>
                                              <p:pRg st="3" end="3"/>
                                            </p:txEl>
                                          </p:spTgt>
                                        </p:tgtEl>
                                        <p:attrNameLst>
                                          <p:attrName>style.visibility</p:attrName>
                                        </p:attrNameLst>
                                      </p:cBhvr>
                                      <p:to>
                                        <p:strVal val="visible"/>
                                      </p:to>
                                    </p:set>
                                  </p:childTnLst>
                                </p:cTn>
                              </p:par>
                            </p:childTnLst>
                          </p:cTn>
                        </p:par>
                        <p:par>
                          <p:cTn id="16" fill="hold">
                            <p:stCondLst>
                              <p:cond delay="0"/>
                            </p:stCondLst>
                            <p:childTnLst>
                              <p:par>
                                <p:cTn id="17" presetID="1" presetClass="entr" fill="hold" nodeType="afterEffect">
                                  <p:stCondLst>
                                    <p:cond delay="0"/>
                                  </p:stCondLst>
                                  <p:childTnLst>
                                    <p:set>
                                      <p:cBhvr additive="repl">
                                        <p:cTn id="18" dur="1" fill="hold">
                                          <p:stCondLst>
                                            <p:cond delay="0"/>
                                          </p:stCondLst>
                                        </p:cTn>
                                        <p:tgtEl>
                                          <p:spTgt spid="11270">
                                            <p:txEl>
                                              <p:pRg st="4" end="4"/>
                                            </p:txEl>
                                          </p:spTgt>
                                        </p:tgtEl>
                                        <p:attrNameLst>
                                          <p:attrName>style.visibility</p:attrName>
                                        </p:attrNameLst>
                                      </p:cBhvr>
                                      <p:to>
                                        <p:strVal val="visible"/>
                                      </p:to>
                                    </p:set>
                                  </p:childTnLst>
                                </p:cTn>
                              </p:par>
                            </p:childTnLst>
                          </p:cTn>
                        </p:par>
                        <p:par>
                          <p:cTn id="19" fill="hold">
                            <p:stCondLst>
                              <p:cond delay="0"/>
                            </p:stCondLst>
                            <p:childTnLst>
                              <p:par>
                                <p:cTn id="20" presetID="1" presetClass="entr" fill="hold" nodeType="afterEffect">
                                  <p:stCondLst>
                                    <p:cond delay="0"/>
                                  </p:stCondLst>
                                  <p:childTnLst>
                                    <p:set>
                                      <p:cBhvr additive="repl">
                                        <p:cTn id="21" dur="1" fill="hold">
                                          <p:stCondLst>
                                            <p:cond delay="0"/>
                                          </p:stCondLst>
                                        </p:cTn>
                                        <p:tgtEl>
                                          <p:spTgt spid="11270">
                                            <p:txEl>
                                              <p:pRg st="5" end="5"/>
                                            </p:txEl>
                                          </p:spTgt>
                                        </p:tgtEl>
                                        <p:attrNameLst>
                                          <p:attrName>style.visibility</p:attrName>
                                        </p:attrNameLst>
                                      </p:cBhvr>
                                      <p:to>
                                        <p:strVal val="visible"/>
                                      </p:to>
                                    </p:set>
                                  </p:childTnLst>
                                </p:cTn>
                              </p:par>
                            </p:childTnLst>
                          </p:cTn>
                        </p:par>
                        <p:par>
                          <p:cTn id="22" fill="hold">
                            <p:stCondLst>
                              <p:cond delay="0"/>
                            </p:stCondLst>
                            <p:childTnLst>
                              <p:par>
                                <p:cTn id="23" presetID="1" presetClass="entr" fill="hold" nodeType="afterEffect">
                                  <p:stCondLst>
                                    <p:cond delay="0"/>
                                  </p:stCondLst>
                                  <p:childTnLst>
                                    <p:set>
                                      <p:cBhvr additive="repl">
                                        <p:cTn id="24" dur="1" fill="hold">
                                          <p:stCondLst>
                                            <p:cond delay="0"/>
                                          </p:stCondLst>
                                        </p:cTn>
                                        <p:tgtEl>
                                          <p:spTgt spid="11270">
                                            <p:txEl>
                                              <p:pRg st="6" end="6"/>
                                            </p:txEl>
                                          </p:spTgt>
                                        </p:tgtEl>
                                        <p:attrNameLst>
                                          <p:attrName>style.visibility</p:attrName>
                                        </p:attrNameLst>
                                      </p:cBhvr>
                                      <p:to>
                                        <p:strVal val="visible"/>
                                      </p:to>
                                    </p:set>
                                  </p:childTnLst>
                                </p:cTn>
                              </p:par>
                            </p:childTnLst>
                          </p:cTn>
                        </p:par>
                        <p:par>
                          <p:cTn id="25" fill="hold">
                            <p:stCondLst>
                              <p:cond delay="0"/>
                            </p:stCondLst>
                            <p:childTnLst>
                              <p:par>
                                <p:cTn id="26" presetID="1" presetClass="entr" fill="hold" nodeType="afterEffect">
                                  <p:stCondLst>
                                    <p:cond delay="0"/>
                                  </p:stCondLst>
                                  <p:childTnLst>
                                    <p:set>
                                      <p:cBhvr additive="repl">
                                        <p:cTn id="27" dur="1" fill="hold">
                                          <p:stCondLst>
                                            <p:cond delay="0"/>
                                          </p:stCondLst>
                                        </p:cTn>
                                        <p:tgtEl>
                                          <p:spTgt spid="11270">
                                            <p:txEl>
                                              <p:pRg st="7" end="7"/>
                                            </p:txEl>
                                          </p:spTgt>
                                        </p:tgtEl>
                                        <p:attrNameLst>
                                          <p:attrName>style.visibility</p:attrName>
                                        </p:attrNameLst>
                                      </p:cBhvr>
                                      <p:to>
                                        <p:strVal val="visible"/>
                                      </p:to>
                                    </p:set>
                                  </p:childTnLst>
                                </p:cTn>
                              </p:par>
                            </p:childTnLst>
                          </p:cTn>
                        </p:par>
                        <p:par>
                          <p:cTn id="28" fill="hold">
                            <p:stCondLst>
                              <p:cond delay="0"/>
                            </p:stCondLst>
                            <p:childTnLst>
                              <p:par>
                                <p:cTn id="29" presetID="1" presetClass="entr" fill="hold" nodeType="afterEffect">
                                  <p:stCondLst>
                                    <p:cond delay="0"/>
                                  </p:stCondLst>
                                  <p:childTnLst>
                                    <p:set>
                                      <p:cBhvr additive="repl">
                                        <p:cTn id="30" dur="1" fill="hold">
                                          <p:stCondLst>
                                            <p:cond delay="0"/>
                                          </p:stCondLst>
                                        </p:cTn>
                                        <p:tgtEl>
                                          <p:spTgt spid="1127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445D75F-486D-FF4C-B0C7-01DFEF3A464B}"/>
              </a:ext>
            </a:extLst>
          </p:cNvPr>
          <p:cNvSpPr>
            <a:spLocks noGrp="1"/>
          </p:cNvSpPr>
          <p:nvPr>
            <p:ph type="title"/>
          </p:nvPr>
        </p:nvSpPr>
        <p:spPr/>
        <p:txBody>
          <a:bodyPr/>
          <a:lstStyle/>
          <a:p>
            <a:r>
              <a:rPr lang="en-US" dirty="0"/>
              <a:t>Some Projects to think about</a:t>
            </a:r>
          </a:p>
        </p:txBody>
      </p:sp>
      <p:sp>
        <p:nvSpPr>
          <p:cNvPr id="5" name="Content Placeholder 4">
            <a:extLst>
              <a:ext uri="{FF2B5EF4-FFF2-40B4-BE49-F238E27FC236}">
                <a16:creationId xmlns:a16="http://schemas.microsoft.com/office/drawing/2014/main" id="{C2F3A835-B4C5-F247-A058-9242636AA31C}"/>
              </a:ext>
            </a:extLst>
          </p:cNvPr>
          <p:cNvSpPr>
            <a:spLocks noGrp="1"/>
          </p:cNvSpPr>
          <p:nvPr>
            <p:ph idx="1"/>
          </p:nvPr>
        </p:nvSpPr>
        <p:spPr/>
        <p:txBody>
          <a:bodyPr/>
          <a:lstStyle/>
          <a:p>
            <a:pPr lvl="0"/>
            <a:r>
              <a:rPr lang="en-US" dirty="0"/>
              <a:t>Use Amazon for simple Machine Learning App for face recognition – done too many times in past 2 years.</a:t>
            </a:r>
          </a:p>
          <a:p>
            <a:pPr lvl="0"/>
            <a:r>
              <a:rPr lang="en-US" dirty="0"/>
              <a:t>Security: Enclaves, using Intel SGX (</a:t>
            </a:r>
            <a:r>
              <a:rPr lang="en-US" sz="1600" dirty="0"/>
              <a:t>Everything You Should Know about Intel SGX Performance on Virtualized Systems</a:t>
            </a:r>
            <a:r>
              <a:rPr lang="en-US" dirty="0"/>
              <a:t>)</a:t>
            </a:r>
          </a:p>
          <a:p>
            <a:pPr lvl="0"/>
            <a:r>
              <a:rPr lang="en-US" dirty="0" err="1"/>
              <a:t>SafeCode</a:t>
            </a:r>
            <a:r>
              <a:rPr lang="en-US" dirty="0"/>
              <a:t>, </a:t>
            </a:r>
            <a:r>
              <a:rPr lang="en-US" dirty="0" err="1"/>
              <a:t>SoftBound</a:t>
            </a:r>
            <a:r>
              <a:rPr lang="en-US" dirty="0"/>
              <a:t>: use these to see if you can protect application from violating bounds</a:t>
            </a:r>
          </a:p>
          <a:p>
            <a:pPr lvl="0"/>
            <a:r>
              <a:rPr lang="en-US" dirty="0" err="1"/>
              <a:t>Microservices</a:t>
            </a:r>
            <a:r>
              <a:rPr lang="en-US" dirty="0"/>
              <a:t>: web service formed of multiple </a:t>
            </a:r>
            <a:r>
              <a:rPr lang="en-US" dirty="0" err="1"/>
              <a:t>microservices</a:t>
            </a:r>
            <a:r>
              <a:rPr lang="en-US" dirty="0"/>
              <a:t> running on containers. Rather than 3 tiers, make it with 100 components.</a:t>
            </a:r>
          </a:p>
          <a:p>
            <a:pPr lvl="0"/>
            <a:r>
              <a:rPr lang="en-US" dirty="0"/>
              <a:t>Build consensus among multiple containers running a distributed application</a:t>
            </a:r>
          </a:p>
          <a:p>
            <a:pPr lvl="0"/>
            <a:r>
              <a:rPr lang="en-US" dirty="0"/>
              <a:t>Benchmarking </a:t>
            </a:r>
            <a:r>
              <a:rPr lang="en-US" dirty="0" err="1"/>
              <a:t>Paxos</a:t>
            </a:r>
            <a:r>
              <a:rPr lang="en-US" dirty="0"/>
              <a:t> libraries as more entities interact to achieve distributed consensus</a:t>
            </a:r>
          </a:p>
          <a:p>
            <a:endParaRPr lang="en-US" dirty="0"/>
          </a:p>
        </p:txBody>
      </p:sp>
      <p:sp>
        <p:nvSpPr>
          <p:cNvPr id="3" name="Slide Number Placeholder 2">
            <a:extLst>
              <a:ext uri="{FF2B5EF4-FFF2-40B4-BE49-F238E27FC236}">
                <a16:creationId xmlns:a16="http://schemas.microsoft.com/office/drawing/2014/main" id="{5B7F054A-4CC9-8F4A-A067-A60CE58857F7}"/>
              </a:ext>
            </a:extLst>
          </p:cNvPr>
          <p:cNvSpPr>
            <a:spLocks noGrp="1"/>
          </p:cNvSpPr>
          <p:nvPr>
            <p:ph type="sldNum" sz="quarter" idx="10"/>
          </p:nvPr>
        </p:nvSpPr>
        <p:spPr/>
        <p:txBody>
          <a:bodyPr/>
          <a:lstStyle/>
          <a:p>
            <a:fld id="{1DEFE11F-158B-594E-8BEE-CC26B87FEB38}" type="slidenum">
              <a:rPr lang="en-US" smtClean="0"/>
              <a:pPr/>
              <a:t>45</a:t>
            </a:fld>
            <a:endParaRPr lang="en-US" dirty="0"/>
          </a:p>
        </p:txBody>
      </p:sp>
    </p:spTree>
    <p:extLst>
      <p:ext uri="{BB962C8B-B14F-4D97-AF65-F5344CB8AC3E}">
        <p14:creationId xmlns:p14="http://schemas.microsoft.com/office/powerpoint/2010/main" val="355204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5DF13-0573-A146-803D-927CF822D4CA}"/>
              </a:ext>
            </a:extLst>
          </p:cNvPr>
          <p:cNvSpPr>
            <a:spLocks noGrp="1"/>
          </p:cNvSpPr>
          <p:nvPr>
            <p:ph type="title"/>
          </p:nvPr>
        </p:nvSpPr>
        <p:spPr/>
        <p:txBody>
          <a:bodyPr/>
          <a:lstStyle/>
          <a:p>
            <a:r>
              <a:rPr lang="en-US" dirty="0"/>
              <a:t>Some Projects to think about</a:t>
            </a:r>
          </a:p>
        </p:txBody>
      </p:sp>
      <p:sp>
        <p:nvSpPr>
          <p:cNvPr id="3" name="Content Placeholder 2">
            <a:extLst>
              <a:ext uri="{FF2B5EF4-FFF2-40B4-BE49-F238E27FC236}">
                <a16:creationId xmlns:a16="http://schemas.microsoft.com/office/drawing/2014/main" id="{432CAB10-397C-784D-8B09-18F5474BCC30}"/>
              </a:ext>
            </a:extLst>
          </p:cNvPr>
          <p:cNvSpPr>
            <a:spLocks noGrp="1"/>
          </p:cNvSpPr>
          <p:nvPr>
            <p:ph idx="1"/>
          </p:nvPr>
        </p:nvSpPr>
        <p:spPr/>
        <p:txBody>
          <a:bodyPr/>
          <a:lstStyle/>
          <a:p>
            <a:pPr lvl="0"/>
            <a:r>
              <a:rPr lang="en-US" dirty="0"/>
              <a:t>Google cloud trace: analysis of resource usage on cluster at Google and Microsoft to understand workloads. What % of servers are loaded? How many fewer servers can you run the whole trace on? </a:t>
            </a:r>
          </a:p>
          <a:p>
            <a:pPr lvl="0"/>
            <a:r>
              <a:rPr lang="en-US" dirty="0"/>
              <a:t>Similar task with Microsoft SOSP 2017– what analysis is feasible with released trace.</a:t>
            </a:r>
          </a:p>
          <a:p>
            <a:pPr lvl="0"/>
            <a:r>
              <a:rPr lang="en-US" dirty="0"/>
              <a:t>Setup NFV service chains. Different complexity. Use </a:t>
            </a:r>
            <a:r>
              <a:rPr lang="en-US" dirty="0" err="1"/>
              <a:t>OpenNetVM</a:t>
            </a:r>
            <a:endParaRPr lang="en-US" dirty="0"/>
          </a:p>
          <a:p>
            <a:pPr lvl="0"/>
            <a:r>
              <a:rPr lang="en-US" dirty="0"/>
              <a:t>SDN projects. Use of P4</a:t>
            </a:r>
          </a:p>
          <a:p>
            <a:r>
              <a:rPr lang="en-US" dirty="0"/>
              <a:t>Offloading VR processing in the Cloud</a:t>
            </a:r>
          </a:p>
          <a:p>
            <a:endParaRPr lang="en-US" dirty="0"/>
          </a:p>
        </p:txBody>
      </p:sp>
      <p:sp>
        <p:nvSpPr>
          <p:cNvPr id="4" name="Slide Number Placeholder 3">
            <a:extLst>
              <a:ext uri="{FF2B5EF4-FFF2-40B4-BE49-F238E27FC236}">
                <a16:creationId xmlns:a16="http://schemas.microsoft.com/office/drawing/2014/main" id="{F1FBA17C-617A-C64F-8208-8C5D1D4AE0B7}"/>
              </a:ext>
            </a:extLst>
          </p:cNvPr>
          <p:cNvSpPr>
            <a:spLocks noGrp="1"/>
          </p:cNvSpPr>
          <p:nvPr>
            <p:ph type="sldNum" sz="quarter" idx="10"/>
          </p:nvPr>
        </p:nvSpPr>
        <p:spPr/>
        <p:txBody>
          <a:bodyPr/>
          <a:lstStyle/>
          <a:p>
            <a:pPr>
              <a:defRPr/>
            </a:pPr>
            <a:r>
              <a:rPr lang="en-US"/>
              <a:t>Page </a:t>
            </a:r>
            <a:fld id="{E218AC47-F4D5-4A58-A0C0-0DD466A5F1E2}" type="slidenum">
              <a:rPr lang="en-US" smtClean="0"/>
              <a:pPr>
                <a:defRPr/>
              </a:pPr>
              <a:t>46</a:t>
            </a:fld>
            <a:endParaRPr lang="en-US"/>
          </a:p>
        </p:txBody>
      </p:sp>
    </p:spTree>
    <p:extLst>
      <p:ext uri="{BB962C8B-B14F-4D97-AF65-F5344CB8AC3E}">
        <p14:creationId xmlns:p14="http://schemas.microsoft.com/office/powerpoint/2010/main" val="106026892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J2D5eO1GtEmiGeIjgRl.8Q"/>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J2D5eO1GtEmiGeIjgRl.8Q"/>
</p:tagLst>
</file>

<file path=ppt/theme/theme1.xml><?xml version="1.0" encoding="utf-8"?>
<a:theme xmlns:a="http://schemas.openxmlformats.org/drawingml/2006/main" name="att_gvt_bus_exp">
  <a:themeElements>
    <a:clrScheme name="att_opt2_orng_073107 1">
      <a:dk1>
        <a:srgbClr val="4D4D4D"/>
      </a:dk1>
      <a:lt1>
        <a:srgbClr val="FFFFFF"/>
      </a:lt1>
      <a:dk2>
        <a:srgbClr val="000000"/>
      </a:dk2>
      <a:lt2>
        <a:srgbClr val="CCCCCC"/>
      </a:lt2>
      <a:accent1>
        <a:srgbClr val="067AB4"/>
      </a:accent1>
      <a:accent2>
        <a:srgbClr val="FF7200"/>
      </a:accent2>
      <a:accent3>
        <a:srgbClr val="FFFFFF"/>
      </a:accent3>
      <a:accent4>
        <a:srgbClr val="404040"/>
      </a:accent4>
      <a:accent5>
        <a:srgbClr val="AABED6"/>
      </a:accent5>
      <a:accent6>
        <a:srgbClr val="E76700"/>
      </a:accent6>
      <a:hlink>
        <a:srgbClr val="6EBB1F"/>
      </a:hlink>
      <a:folHlink>
        <a:srgbClr val="0C2577"/>
      </a:folHlink>
    </a:clrScheme>
    <a:fontScheme name="att_opt2_orng_073107">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914400" rtl="0" eaLnBrk="0" fontAlgn="base" latinLnBrk="0" hangingPunct="0">
          <a:lnSpc>
            <a:spcPct val="100000"/>
          </a:lnSpc>
          <a:spcBef>
            <a:spcPct val="50000"/>
          </a:spcBef>
          <a:spcAft>
            <a:spcPct val="0"/>
          </a:spcAft>
          <a:buClrTx/>
          <a:buSzTx/>
          <a:buFontTx/>
          <a:buNone/>
          <a:tabLst/>
          <a:defRPr kumimoji="0" lang="en-US" sz="2400" b="0" i="0" u="none" strike="noStrike" cap="none" normalizeH="0" baseline="0">
            <a:ln>
              <a:noFill/>
            </a:ln>
            <a:solidFill>
              <a:srgbClr val="CCCCCC"/>
            </a:solidFill>
            <a:effectLst/>
            <a:latin typeface="Verdana" pitchFamily="-111" charset="0"/>
            <a:ea typeface="Arial" pitchFamily="-111" charset="-52"/>
            <a:cs typeface="Arial" pitchFamily="-111" charset="-52"/>
          </a:defRPr>
        </a:defPPr>
      </a:lstStyle>
    </a:spDef>
    <a:lnDef>
      <a:spPr bwMode="auto">
        <a:xfrm>
          <a:off x="0" y="0"/>
          <a:ext cx="1" cy="1"/>
        </a:xfrm>
        <a:custGeom>
          <a:avLst/>
          <a:gdLst/>
          <a:ahLst/>
          <a:cxnLst/>
          <a:rect l="0" t="0" r="0" b="0"/>
          <a:pathLst/>
        </a:custGeom>
        <a:no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914400" rtl="0" eaLnBrk="0" fontAlgn="base" latinLnBrk="0" hangingPunct="0">
          <a:lnSpc>
            <a:spcPct val="100000"/>
          </a:lnSpc>
          <a:spcBef>
            <a:spcPct val="50000"/>
          </a:spcBef>
          <a:spcAft>
            <a:spcPct val="0"/>
          </a:spcAft>
          <a:buClrTx/>
          <a:buSzTx/>
          <a:buFontTx/>
          <a:buNone/>
          <a:tabLst/>
          <a:defRPr kumimoji="0" lang="en-US" sz="2400" b="0" i="0" u="none" strike="noStrike" cap="none" normalizeH="0" baseline="0">
            <a:ln>
              <a:noFill/>
            </a:ln>
            <a:solidFill>
              <a:srgbClr val="CCCCCC"/>
            </a:solidFill>
            <a:effectLst/>
            <a:latin typeface="Verdana" pitchFamily="-111" charset="0"/>
            <a:ea typeface="Arial" pitchFamily="-111" charset="-52"/>
            <a:cs typeface="Arial" pitchFamily="-111" charset="-52"/>
          </a:defRPr>
        </a:defPPr>
      </a:lstStyle>
    </a:lnDef>
  </a:objectDefaults>
  <a:extraClrSchemeLst>
    <a:extraClrScheme>
      <a:clrScheme name="att_opt2_orng_073107 1">
        <a:dk1>
          <a:srgbClr val="4D4D4D"/>
        </a:dk1>
        <a:lt1>
          <a:srgbClr val="FFFFFF"/>
        </a:lt1>
        <a:dk2>
          <a:srgbClr val="000000"/>
        </a:dk2>
        <a:lt2>
          <a:srgbClr val="CCCCCC"/>
        </a:lt2>
        <a:accent1>
          <a:srgbClr val="067AB4"/>
        </a:accent1>
        <a:accent2>
          <a:srgbClr val="FF7200"/>
        </a:accent2>
        <a:accent3>
          <a:srgbClr val="FFFFFF"/>
        </a:accent3>
        <a:accent4>
          <a:srgbClr val="404040"/>
        </a:accent4>
        <a:accent5>
          <a:srgbClr val="AABED6"/>
        </a:accent5>
        <a:accent6>
          <a:srgbClr val="E76700"/>
        </a:accent6>
        <a:hlink>
          <a:srgbClr val="6EBB1F"/>
        </a:hlink>
        <a:folHlink>
          <a:srgbClr val="0C2577"/>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Hwang-EE657-Lecture1-Intruction-Aug31-2007">
  <a:themeElements>
    <a:clrScheme name="Hwang-EE657-Lecture1-Intruction-Aug31-2007 1">
      <a:dk1>
        <a:srgbClr val="000000"/>
      </a:dk1>
      <a:lt1>
        <a:srgbClr val="FFFFFF"/>
      </a:lt1>
      <a:dk2>
        <a:srgbClr val="00478E"/>
      </a:dk2>
      <a:lt2>
        <a:srgbClr val="FFCC29"/>
      </a:lt2>
      <a:accent1>
        <a:srgbClr val="FCEB98"/>
      </a:accent1>
      <a:accent2>
        <a:srgbClr val="6699FF"/>
      </a:accent2>
      <a:accent3>
        <a:srgbClr val="AAB1C6"/>
      </a:accent3>
      <a:accent4>
        <a:srgbClr val="DADADA"/>
      </a:accent4>
      <a:accent5>
        <a:srgbClr val="FDF3CA"/>
      </a:accent5>
      <a:accent6>
        <a:srgbClr val="5C8AE7"/>
      </a:accent6>
      <a:hlink>
        <a:srgbClr val="66CC66"/>
      </a:hlink>
      <a:folHlink>
        <a:srgbClr val="FA7438"/>
      </a:folHlink>
    </a:clrScheme>
    <a:fontScheme name="Hwang-EE657-Lecture1-Intruction-Aug31-2007">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200" b="1" i="0" u="none" strike="noStrike" cap="none" normalizeH="0" baseline="0">
            <a:ln>
              <a:noFill/>
            </a:ln>
            <a:solidFill>
              <a:schemeClr val="tx1"/>
            </a:solidFill>
            <a:effectLst>
              <a:outerShdw blurRad="38100" dist="38100" dir="2700000" algn="tl">
                <a:srgbClr val="000000">
                  <a:alpha val="43137"/>
                </a:srgbClr>
              </a:outerShdw>
            </a:effectLst>
            <a:latin typeface="Arial"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200" b="1" i="0" u="none" strike="noStrike" cap="none" normalizeH="0" baseline="0">
            <a:ln>
              <a:noFill/>
            </a:ln>
            <a:solidFill>
              <a:schemeClr val="tx1"/>
            </a:solidFill>
            <a:effectLst>
              <a:outerShdw blurRad="38100" dist="38100" dir="2700000" algn="tl">
                <a:srgbClr val="000000">
                  <a:alpha val="43137"/>
                </a:srgbClr>
              </a:outerShdw>
            </a:effectLst>
            <a:latin typeface="Arial" charset="0"/>
            <a:ea typeface="ＭＳ Ｐゴシック" charset="0"/>
          </a:defRPr>
        </a:defPPr>
      </a:lstStyle>
    </a:lnDef>
  </a:objectDefaults>
  <a:extraClrSchemeLst>
    <a:extraClrScheme>
      <a:clrScheme name="Hwang-EE657-Lecture1-Intruction-Aug31-2007 1">
        <a:dk1>
          <a:srgbClr val="000000"/>
        </a:dk1>
        <a:lt1>
          <a:srgbClr val="FFFFFF"/>
        </a:lt1>
        <a:dk2>
          <a:srgbClr val="00478E"/>
        </a:dk2>
        <a:lt2>
          <a:srgbClr val="FFCC29"/>
        </a:lt2>
        <a:accent1>
          <a:srgbClr val="FCEB98"/>
        </a:accent1>
        <a:accent2>
          <a:srgbClr val="6699FF"/>
        </a:accent2>
        <a:accent3>
          <a:srgbClr val="AAB1C6"/>
        </a:accent3>
        <a:accent4>
          <a:srgbClr val="DADADA"/>
        </a:accent4>
        <a:accent5>
          <a:srgbClr val="FDF3CA"/>
        </a:accent5>
        <a:accent6>
          <a:srgbClr val="5C8AE7"/>
        </a:accent6>
        <a:hlink>
          <a:srgbClr val="66CC66"/>
        </a:hlink>
        <a:folHlink>
          <a:srgbClr val="FA7438"/>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3_Default Design">
  <a:themeElements>
    <a:clrScheme name="12_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2_Default Design">
      <a:majorFont>
        <a:latin typeface="Gill Sans MT"/>
        <a:ea typeface=""/>
        <a:cs typeface="Arial"/>
      </a:majorFont>
      <a:minorFont>
        <a:latin typeface="Gill Sans MT"/>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a:lstStyle/>
    </a:lnDef>
  </a:objectDefaults>
  <a:extraClrSchemeLst>
    <a:extraClrScheme>
      <a:clrScheme name="12_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2_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2_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2_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2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2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2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36673</TotalTime>
  <Words>4055</Words>
  <Application>Microsoft Macintosh PowerPoint</Application>
  <PresentationFormat>On-screen Show (4:3)</PresentationFormat>
  <Paragraphs>581</Paragraphs>
  <Slides>46</Slides>
  <Notes>20</Notes>
  <HiddenSlides>14</HiddenSlides>
  <MMClips>0</MMClips>
  <ScaleCrop>false</ScaleCrop>
  <HeadingPairs>
    <vt:vector size="6" baseType="variant">
      <vt:variant>
        <vt:lpstr>Fonts Used</vt:lpstr>
      </vt:variant>
      <vt:variant>
        <vt:i4>14</vt:i4>
      </vt:variant>
      <vt:variant>
        <vt:lpstr>Theme</vt:lpstr>
      </vt:variant>
      <vt:variant>
        <vt:i4>4</vt:i4>
      </vt:variant>
      <vt:variant>
        <vt:lpstr>Slide Titles</vt:lpstr>
      </vt:variant>
      <vt:variant>
        <vt:i4>46</vt:i4>
      </vt:variant>
    </vt:vector>
  </HeadingPairs>
  <TitlesOfParts>
    <vt:vector size="64" baseType="lpstr">
      <vt:lpstr>FuturaA Bk BT</vt:lpstr>
      <vt:lpstr>IB Wb Regular</vt:lpstr>
      <vt:lpstr>Arial</vt:lpstr>
      <vt:lpstr>Calibri</vt:lpstr>
      <vt:lpstr>Calibri Light</vt:lpstr>
      <vt:lpstr>Comic Sans MS</vt:lpstr>
      <vt:lpstr>Gill Sans</vt:lpstr>
      <vt:lpstr>Gill Sans MT</vt:lpstr>
      <vt:lpstr>Helvetica</vt:lpstr>
      <vt:lpstr>Lucida Grande</vt:lpstr>
      <vt:lpstr>Tahoma</vt:lpstr>
      <vt:lpstr>Times New Roman</vt:lpstr>
      <vt:lpstr>Verdana</vt:lpstr>
      <vt:lpstr>Wingdings</vt:lpstr>
      <vt:lpstr>att_gvt_bus_exp</vt:lpstr>
      <vt:lpstr>Hwang-EE657-Lecture1-Intruction-Aug31-2007</vt:lpstr>
      <vt:lpstr>13_Default Design</vt:lpstr>
      <vt:lpstr>Office Theme</vt:lpstr>
      <vt:lpstr>Cloud Computing and  Cloud Networking</vt:lpstr>
      <vt:lpstr>Today’s Lecture</vt:lpstr>
      <vt:lpstr>Class Structure</vt:lpstr>
      <vt:lpstr>Course Readings</vt:lpstr>
      <vt:lpstr>Course Grading</vt:lpstr>
      <vt:lpstr>Syllabus for CS 208, Winter 2025</vt:lpstr>
      <vt:lpstr>Evolution of Computing and Communication Systems</vt:lpstr>
      <vt:lpstr> From Desktop/HPC/Grids to  Internet Clouds in 30 Years</vt:lpstr>
      <vt:lpstr>PowerPoint Presentation</vt:lpstr>
      <vt:lpstr>PowerPoint Presentation</vt:lpstr>
      <vt:lpstr>PowerPoint Presentation</vt:lpstr>
      <vt:lpstr>Astonishing Cloud Computing Statistics</vt:lpstr>
      <vt:lpstr>Some more observations on Cloud Adoption</vt:lpstr>
      <vt:lpstr>What is the cloud?</vt:lpstr>
      <vt:lpstr>What is Cloud Computing?  </vt:lpstr>
      <vt:lpstr>Many Familiar Aspects</vt:lpstr>
      <vt:lpstr>The Next Revolution in IT Cloud Computing</vt:lpstr>
      <vt:lpstr>PowerPoint Presentation</vt:lpstr>
      <vt:lpstr>‘Cloud’ services grouped in 3  categories</vt:lpstr>
      <vt:lpstr>The Cloud Stack</vt:lpstr>
      <vt:lpstr>Cloud Computing</vt:lpstr>
      <vt:lpstr>Server Virtualization</vt:lpstr>
      <vt:lpstr>Server Virtualization</vt:lpstr>
      <vt:lpstr>Types of Virtualization</vt:lpstr>
      <vt:lpstr>PowerPoint Presentation</vt:lpstr>
      <vt:lpstr>Server Virtualization</vt:lpstr>
      <vt:lpstr>Virtualization: Useful in Data Centers</vt:lpstr>
      <vt:lpstr>Enterprise Data Centers: Traditional Server Provisioning</vt:lpstr>
      <vt:lpstr>Enterprise Data Centers:  Exploiting Virtualization</vt:lpstr>
      <vt:lpstr>Variability in Demand across services =&gt; Reduce Resource Requirements</vt:lpstr>
      <vt:lpstr>PowerPoint Presentation</vt:lpstr>
      <vt:lpstr>The Cloud </vt:lpstr>
      <vt:lpstr>PaaS: Google App Engine</vt:lpstr>
      <vt:lpstr>IaaS: Amazon EC2</vt:lpstr>
      <vt:lpstr>Cloud Deployments: Public, Private, Hybrid Clouds</vt:lpstr>
      <vt:lpstr>Deployment Models</vt:lpstr>
      <vt:lpstr>Cloud Computing Challenges:  Deal with many issues (Courtesy of R. Buyya)</vt:lpstr>
      <vt:lpstr>PowerPoint Presentation</vt:lpstr>
      <vt:lpstr>CS 208 Cloud Computing and Cloud Networking</vt:lpstr>
      <vt:lpstr>Platform Access</vt:lpstr>
      <vt:lpstr>Projects</vt:lpstr>
      <vt:lpstr>Projects</vt:lpstr>
      <vt:lpstr>Examples of platforms used in projects</vt:lpstr>
      <vt:lpstr>Some Projects to think about</vt:lpstr>
      <vt:lpstr>Some Projects to think about</vt:lpstr>
      <vt:lpstr>Some Projects to think about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Evolution of Computing and Communication Systems</dc:title>
  <dc:creator>Microsoft Office User</dc:creator>
  <cp:lastModifiedBy>Microsoft Office User</cp:lastModifiedBy>
  <cp:revision>158</cp:revision>
  <cp:lastPrinted>2018-04-05T00:50:21Z</cp:lastPrinted>
  <dcterms:created xsi:type="dcterms:W3CDTF">2018-04-01T05:36:36Z</dcterms:created>
  <dcterms:modified xsi:type="dcterms:W3CDTF">2025-01-06T06:40:25Z</dcterms:modified>
</cp:coreProperties>
</file>