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65" d="100"/>
          <a:sy n="165" d="100"/>
        </p:scale>
        <p:origin x="6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1a89ec06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1a89ec06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1a89ec06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1a89ec06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1a89ec06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1a89ec06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1a89ec06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1a89ec06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1a89ec06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1a89ec06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1a89ec06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1a89ec06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Presenter 1 Name:  NetID: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Presenter 2 Name: NetID: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Goal of the Project: what is the problem you set out to solve?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Outline of Presentation – use it wisely to convey useful information.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What is the design of your system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architecture/topology of your system (figure(s) will be of help)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Why your design can solve the problem you set out to solve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How you implement your design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What technique/open source project are you using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What did you leverage? What did you implement by yourself?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 </a:t>
            </a:r>
            <a:r>
              <a:rPr lang="en" dirty="0" err="1"/>
              <a:t>Github</a:t>
            </a:r>
            <a:r>
              <a:rPr lang="en" dirty="0"/>
              <a:t> repo link: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Video/Live Display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didn’t work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During the project, what approaches have you tried that did not work? Why is that the case?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Other possible </a:t>
            </a:r>
            <a:r>
              <a:rPr lang="en-US" dirty="0"/>
              <a:t>designs</a:t>
            </a:r>
            <a:r>
              <a:rPr lang="en" dirty="0"/>
              <a:t> that you have not </a:t>
            </a:r>
            <a:r>
              <a:rPr lang="en-US" dirty="0"/>
              <a:t>chosen.</a:t>
            </a:r>
            <a:r>
              <a:rPr lang="en" dirty="0"/>
              <a:t> Why are those approaches not as good as yours?</a:t>
            </a:r>
            <a:endParaRPr dirty="0"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ctrTitle" idx="4294967295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Q&amp;A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Macintosh PowerPoint</Application>
  <PresentationFormat>On-screen Show (16:9)</PresentationFormat>
  <Paragraphs>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Project Title</vt:lpstr>
      <vt:lpstr>Outline</vt:lpstr>
      <vt:lpstr>Design</vt:lpstr>
      <vt:lpstr>Implementation</vt:lpstr>
      <vt:lpstr>Demo</vt:lpstr>
      <vt:lpstr>What didn’t work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cp:lastModifiedBy>Microsoft Office User</cp:lastModifiedBy>
  <cp:revision>1</cp:revision>
  <dcterms:modified xsi:type="dcterms:W3CDTF">2025-03-18T22:35:48Z</dcterms:modified>
</cp:coreProperties>
</file>