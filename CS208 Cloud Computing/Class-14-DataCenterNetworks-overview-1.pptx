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svg" ContentType="image/svg+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slideLayouts/slideLayout34.xml" ContentType="application/vnd.openxmlformats-officedocument.presentationml.slideLayout+xml"/>
  <Override PartName="/ppt/theme/theme4.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5.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2" r:id="rId2"/>
    <p:sldMasterId id="2147483684" r:id="rId3"/>
    <p:sldMasterId id="2147483696" r:id="rId4"/>
    <p:sldMasterId id="2147483698" r:id="rId5"/>
    <p:sldMasterId id="2147483711" r:id="rId6"/>
  </p:sldMasterIdLst>
  <p:notesMasterIdLst>
    <p:notesMasterId r:id="rId110"/>
  </p:notesMasterIdLst>
  <p:handoutMasterIdLst>
    <p:handoutMasterId r:id="rId111"/>
  </p:handoutMasterIdLst>
  <p:sldIdLst>
    <p:sldId id="256" r:id="rId7"/>
    <p:sldId id="585" r:id="rId8"/>
    <p:sldId id="377" r:id="rId9"/>
    <p:sldId id="305" r:id="rId10"/>
    <p:sldId id="314" r:id="rId11"/>
    <p:sldId id="309" r:id="rId12"/>
    <p:sldId id="299" r:id="rId13"/>
    <p:sldId id="324" r:id="rId14"/>
    <p:sldId id="325" r:id="rId15"/>
    <p:sldId id="326" r:id="rId16"/>
    <p:sldId id="327" r:id="rId17"/>
    <p:sldId id="328" r:id="rId18"/>
    <p:sldId id="330" r:id="rId19"/>
    <p:sldId id="331" r:id="rId20"/>
    <p:sldId id="332" r:id="rId21"/>
    <p:sldId id="333" r:id="rId22"/>
    <p:sldId id="300" r:id="rId23"/>
    <p:sldId id="301" r:id="rId24"/>
    <p:sldId id="302" r:id="rId25"/>
    <p:sldId id="303" r:id="rId26"/>
    <p:sldId id="304" r:id="rId27"/>
    <p:sldId id="530" r:id="rId28"/>
    <p:sldId id="565" r:id="rId29"/>
    <p:sldId id="586" r:id="rId30"/>
    <p:sldId id="411" r:id="rId31"/>
    <p:sldId id="592" r:id="rId32"/>
    <p:sldId id="593" r:id="rId33"/>
    <p:sldId id="594" r:id="rId34"/>
    <p:sldId id="583" r:id="rId35"/>
    <p:sldId id="562" r:id="rId36"/>
    <p:sldId id="551" r:id="rId37"/>
    <p:sldId id="563" r:id="rId38"/>
    <p:sldId id="893" r:id="rId39"/>
    <p:sldId id="885" r:id="rId40"/>
    <p:sldId id="537" r:id="rId41"/>
    <p:sldId id="521" r:id="rId42"/>
    <p:sldId id="525" r:id="rId43"/>
    <p:sldId id="526" r:id="rId44"/>
    <p:sldId id="578" r:id="rId45"/>
    <p:sldId id="581" r:id="rId46"/>
    <p:sldId id="527" r:id="rId47"/>
    <p:sldId id="528" r:id="rId48"/>
    <p:sldId id="531" r:id="rId49"/>
    <p:sldId id="532" r:id="rId50"/>
    <p:sldId id="533" r:id="rId51"/>
    <p:sldId id="534" r:id="rId52"/>
    <p:sldId id="522" r:id="rId53"/>
    <p:sldId id="524" r:id="rId54"/>
    <p:sldId id="535" r:id="rId55"/>
    <p:sldId id="536" r:id="rId56"/>
    <p:sldId id="587" r:id="rId57"/>
    <p:sldId id="590" r:id="rId58"/>
    <p:sldId id="588" r:id="rId59"/>
    <p:sldId id="539" r:id="rId60"/>
    <p:sldId id="541" r:id="rId61"/>
    <p:sldId id="543" r:id="rId62"/>
    <p:sldId id="540" r:id="rId63"/>
    <p:sldId id="889" r:id="rId64"/>
    <p:sldId id="888" r:id="rId65"/>
    <p:sldId id="890" r:id="rId66"/>
    <p:sldId id="891" r:id="rId67"/>
    <p:sldId id="892" r:id="rId68"/>
    <p:sldId id="887" r:id="rId69"/>
    <p:sldId id="542" r:id="rId70"/>
    <p:sldId id="544" r:id="rId71"/>
    <p:sldId id="545" r:id="rId72"/>
    <p:sldId id="546" r:id="rId73"/>
    <p:sldId id="547" r:id="rId74"/>
    <p:sldId id="548" r:id="rId75"/>
    <p:sldId id="549" r:id="rId76"/>
    <p:sldId id="550" r:id="rId77"/>
    <p:sldId id="572" r:id="rId78"/>
    <p:sldId id="553" r:id="rId79"/>
    <p:sldId id="554" r:id="rId80"/>
    <p:sldId id="555" r:id="rId81"/>
    <p:sldId id="556" r:id="rId82"/>
    <p:sldId id="557" r:id="rId83"/>
    <p:sldId id="589" r:id="rId84"/>
    <p:sldId id="558" r:id="rId85"/>
    <p:sldId id="559" r:id="rId86"/>
    <p:sldId id="566" r:id="rId87"/>
    <p:sldId id="567" r:id="rId88"/>
    <p:sldId id="591" r:id="rId89"/>
    <p:sldId id="568" r:id="rId90"/>
    <p:sldId id="560" r:id="rId91"/>
    <p:sldId id="561" r:id="rId92"/>
    <p:sldId id="569" r:id="rId93"/>
    <p:sldId id="516" r:id="rId94"/>
    <p:sldId id="573" r:id="rId95"/>
    <p:sldId id="397" r:id="rId96"/>
    <p:sldId id="398" r:id="rId97"/>
    <p:sldId id="399" r:id="rId98"/>
    <p:sldId id="574" r:id="rId99"/>
    <p:sldId id="414" r:id="rId100"/>
    <p:sldId id="415" r:id="rId101"/>
    <p:sldId id="416" r:id="rId102"/>
    <p:sldId id="417" r:id="rId103"/>
    <p:sldId id="418" r:id="rId104"/>
    <p:sldId id="420" r:id="rId105"/>
    <p:sldId id="584" r:id="rId106"/>
    <p:sldId id="421" r:id="rId107"/>
    <p:sldId id="422" r:id="rId108"/>
    <p:sldId id="293" r:id="rId109"/>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7616" autoAdjust="0"/>
    <p:restoredTop sz="95946" autoAdjust="0"/>
  </p:normalViewPr>
  <p:slideViewPr>
    <p:cSldViewPr>
      <p:cViewPr varScale="1">
        <p:scale>
          <a:sx n="119" d="100"/>
          <a:sy n="119" d="100"/>
        </p:scale>
        <p:origin x="1272" y="184"/>
      </p:cViewPr>
      <p:guideLst>
        <p:guide orient="horz" pos="2160"/>
        <p:guide pos="2880"/>
      </p:guideLst>
    </p:cSldViewPr>
  </p:slideViewPr>
  <p:notesTextViewPr>
    <p:cViewPr>
      <p:scale>
        <a:sx n="100" d="100"/>
        <a:sy n="100" d="100"/>
      </p:scale>
      <p:origin x="0" y="0"/>
    </p:cViewPr>
  </p:notesTextViewPr>
  <p:notesViewPr>
    <p:cSldViewPr>
      <p:cViewPr varScale="1">
        <p:scale>
          <a:sx n="54" d="100"/>
          <a:sy n="54" d="100"/>
        </p:scale>
        <p:origin x="-2928" y="-102"/>
      </p:cViewPr>
      <p:guideLst>
        <p:guide orient="horz" pos="2880"/>
        <p:guide pos="2160"/>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0.xml"/><Relationship Id="rId21" Type="http://schemas.openxmlformats.org/officeDocument/2006/relationships/slide" Target="slides/slide15.xml"/><Relationship Id="rId42" Type="http://schemas.openxmlformats.org/officeDocument/2006/relationships/slide" Target="slides/slide36.xml"/><Relationship Id="rId47" Type="http://schemas.openxmlformats.org/officeDocument/2006/relationships/slide" Target="slides/slide41.xml"/><Relationship Id="rId63" Type="http://schemas.openxmlformats.org/officeDocument/2006/relationships/slide" Target="slides/slide57.xml"/><Relationship Id="rId68" Type="http://schemas.openxmlformats.org/officeDocument/2006/relationships/slide" Target="slides/slide62.xml"/><Relationship Id="rId84" Type="http://schemas.openxmlformats.org/officeDocument/2006/relationships/slide" Target="slides/slide78.xml"/><Relationship Id="rId89" Type="http://schemas.openxmlformats.org/officeDocument/2006/relationships/slide" Target="slides/slide83.xml"/><Relationship Id="rId112" Type="http://schemas.openxmlformats.org/officeDocument/2006/relationships/presProps" Target="presProps.xml"/><Relationship Id="rId16" Type="http://schemas.openxmlformats.org/officeDocument/2006/relationships/slide" Target="slides/slide10.xml"/><Relationship Id="rId107" Type="http://schemas.openxmlformats.org/officeDocument/2006/relationships/slide" Target="slides/slide101.xml"/><Relationship Id="rId11" Type="http://schemas.openxmlformats.org/officeDocument/2006/relationships/slide" Target="slides/slide5.xml"/><Relationship Id="rId32" Type="http://schemas.openxmlformats.org/officeDocument/2006/relationships/slide" Target="slides/slide26.xml"/><Relationship Id="rId37" Type="http://schemas.openxmlformats.org/officeDocument/2006/relationships/slide" Target="slides/slide31.xml"/><Relationship Id="rId53" Type="http://schemas.openxmlformats.org/officeDocument/2006/relationships/slide" Target="slides/slide47.xml"/><Relationship Id="rId58" Type="http://schemas.openxmlformats.org/officeDocument/2006/relationships/slide" Target="slides/slide52.xml"/><Relationship Id="rId74" Type="http://schemas.openxmlformats.org/officeDocument/2006/relationships/slide" Target="slides/slide68.xml"/><Relationship Id="rId79" Type="http://schemas.openxmlformats.org/officeDocument/2006/relationships/slide" Target="slides/slide73.xml"/><Relationship Id="rId102" Type="http://schemas.openxmlformats.org/officeDocument/2006/relationships/slide" Target="slides/slide96.xml"/><Relationship Id="rId5" Type="http://schemas.openxmlformats.org/officeDocument/2006/relationships/slideMaster" Target="slideMasters/slideMaster5.xml"/><Relationship Id="rId90" Type="http://schemas.openxmlformats.org/officeDocument/2006/relationships/slide" Target="slides/slide84.xml"/><Relationship Id="rId95" Type="http://schemas.openxmlformats.org/officeDocument/2006/relationships/slide" Target="slides/slide89.xml"/><Relationship Id="rId22" Type="http://schemas.openxmlformats.org/officeDocument/2006/relationships/slide" Target="slides/slide16.xml"/><Relationship Id="rId27" Type="http://schemas.openxmlformats.org/officeDocument/2006/relationships/slide" Target="slides/slide21.xml"/><Relationship Id="rId43" Type="http://schemas.openxmlformats.org/officeDocument/2006/relationships/slide" Target="slides/slide37.xml"/><Relationship Id="rId48" Type="http://schemas.openxmlformats.org/officeDocument/2006/relationships/slide" Target="slides/slide42.xml"/><Relationship Id="rId64" Type="http://schemas.openxmlformats.org/officeDocument/2006/relationships/slide" Target="slides/slide58.xml"/><Relationship Id="rId69" Type="http://schemas.openxmlformats.org/officeDocument/2006/relationships/slide" Target="slides/slide63.xml"/><Relationship Id="rId113" Type="http://schemas.openxmlformats.org/officeDocument/2006/relationships/viewProps" Target="viewProps.xml"/><Relationship Id="rId80" Type="http://schemas.openxmlformats.org/officeDocument/2006/relationships/slide" Target="slides/slide74.xml"/><Relationship Id="rId85" Type="http://schemas.openxmlformats.org/officeDocument/2006/relationships/slide" Target="slides/slide79.xml"/><Relationship Id="rId12" Type="http://schemas.openxmlformats.org/officeDocument/2006/relationships/slide" Target="slides/slide6.xml"/><Relationship Id="rId17" Type="http://schemas.openxmlformats.org/officeDocument/2006/relationships/slide" Target="slides/slide11.xml"/><Relationship Id="rId33" Type="http://schemas.openxmlformats.org/officeDocument/2006/relationships/slide" Target="slides/slide27.xml"/><Relationship Id="rId38" Type="http://schemas.openxmlformats.org/officeDocument/2006/relationships/slide" Target="slides/slide32.xml"/><Relationship Id="rId59" Type="http://schemas.openxmlformats.org/officeDocument/2006/relationships/slide" Target="slides/slide53.xml"/><Relationship Id="rId103" Type="http://schemas.openxmlformats.org/officeDocument/2006/relationships/slide" Target="slides/slide97.xml"/><Relationship Id="rId108" Type="http://schemas.openxmlformats.org/officeDocument/2006/relationships/slide" Target="slides/slide102.xml"/><Relationship Id="rId54" Type="http://schemas.openxmlformats.org/officeDocument/2006/relationships/slide" Target="slides/slide48.xml"/><Relationship Id="rId70" Type="http://schemas.openxmlformats.org/officeDocument/2006/relationships/slide" Target="slides/slide64.xml"/><Relationship Id="rId75" Type="http://schemas.openxmlformats.org/officeDocument/2006/relationships/slide" Target="slides/slide69.xml"/><Relationship Id="rId91" Type="http://schemas.openxmlformats.org/officeDocument/2006/relationships/slide" Target="slides/slide85.xml"/><Relationship Id="rId96" Type="http://schemas.openxmlformats.org/officeDocument/2006/relationships/slide" Target="slides/slide90.xml"/><Relationship Id="rId1" Type="http://schemas.openxmlformats.org/officeDocument/2006/relationships/slideMaster" Target="slideMasters/slideMaster1.xml"/><Relationship Id="rId6" Type="http://schemas.openxmlformats.org/officeDocument/2006/relationships/slideMaster" Target="slideMasters/slideMaster6.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49" Type="http://schemas.openxmlformats.org/officeDocument/2006/relationships/slide" Target="slides/slide43.xml"/><Relationship Id="rId57" Type="http://schemas.openxmlformats.org/officeDocument/2006/relationships/slide" Target="slides/slide51.xml"/><Relationship Id="rId106" Type="http://schemas.openxmlformats.org/officeDocument/2006/relationships/slide" Target="slides/slide100.xml"/><Relationship Id="rId114" Type="http://schemas.openxmlformats.org/officeDocument/2006/relationships/theme" Target="theme/theme1.xml"/><Relationship Id="rId10" Type="http://schemas.openxmlformats.org/officeDocument/2006/relationships/slide" Target="slides/slide4.xml"/><Relationship Id="rId31" Type="http://schemas.openxmlformats.org/officeDocument/2006/relationships/slide" Target="slides/slide25.xml"/><Relationship Id="rId44" Type="http://schemas.openxmlformats.org/officeDocument/2006/relationships/slide" Target="slides/slide38.xml"/><Relationship Id="rId52" Type="http://schemas.openxmlformats.org/officeDocument/2006/relationships/slide" Target="slides/slide46.xml"/><Relationship Id="rId60" Type="http://schemas.openxmlformats.org/officeDocument/2006/relationships/slide" Target="slides/slide54.xml"/><Relationship Id="rId65" Type="http://schemas.openxmlformats.org/officeDocument/2006/relationships/slide" Target="slides/slide59.xml"/><Relationship Id="rId73" Type="http://schemas.openxmlformats.org/officeDocument/2006/relationships/slide" Target="slides/slide67.xml"/><Relationship Id="rId78" Type="http://schemas.openxmlformats.org/officeDocument/2006/relationships/slide" Target="slides/slide72.xml"/><Relationship Id="rId81" Type="http://schemas.openxmlformats.org/officeDocument/2006/relationships/slide" Target="slides/slide75.xml"/><Relationship Id="rId86" Type="http://schemas.openxmlformats.org/officeDocument/2006/relationships/slide" Target="slides/slide80.xml"/><Relationship Id="rId94" Type="http://schemas.openxmlformats.org/officeDocument/2006/relationships/slide" Target="slides/slide88.xml"/><Relationship Id="rId99" Type="http://schemas.openxmlformats.org/officeDocument/2006/relationships/slide" Target="slides/slide93.xml"/><Relationship Id="rId101" Type="http://schemas.openxmlformats.org/officeDocument/2006/relationships/slide" Target="slides/slide95.xml"/><Relationship Id="rId4" Type="http://schemas.openxmlformats.org/officeDocument/2006/relationships/slideMaster" Target="slideMasters/slideMaster4.xml"/><Relationship Id="rId9" Type="http://schemas.openxmlformats.org/officeDocument/2006/relationships/slide" Target="slides/slide3.xml"/><Relationship Id="rId13" Type="http://schemas.openxmlformats.org/officeDocument/2006/relationships/slide" Target="slides/slide7.xml"/><Relationship Id="rId18" Type="http://schemas.openxmlformats.org/officeDocument/2006/relationships/slide" Target="slides/slide12.xml"/><Relationship Id="rId39" Type="http://schemas.openxmlformats.org/officeDocument/2006/relationships/slide" Target="slides/slide33.xml"/><Relationship Id="rId109" Type="http://schemas.openxmlformats.org/officeDocument/2006/relationships/slide" Target="slides/slide103.xml"/><Relationship Id="rId34" Type="http://schemas.openxmlformats.org/officeDocument/2006/relationships/slide" Target="slides/slide28.xml"/><Relationship Id="rId50" Type="http://schemas.openxmlformats.org/officeDocument/2006/relationships/slide" Target="slides/slide44.xml"/><Relationship Id="rId55" Type="http://schemas.openxmlformats.org/officeDocument/2006/relationships/slide" Target="slides/slide49.xml"/><Relationship Id="rId76" Type="http://schemas.openxmlformats.org/officeDocument/2006/relationships/slide" Target="slides/slide70.xml"/><Relationship Id="rId97" Type="http://schemas.openxmlformats.org/officeDocument/2006/relationships/slide" Target="slides/slide91.xml"/><Relationship Id="rId104" Type="http://schemas.openxmlformats.org/officeDocument/2006/relationships/slide" Target="slides/slide98.xml"/><Relationship Id="rId7" Type="http://schemas.openxmlformats.org/officeDocument/2006/relationships/slide" Target="slides/slide1.xml"/><Relationship Id="rId71" Type="http://schemas.openxmlformats.org/officeDocument/2006/relationships/slide" Target="slides/slide65.xml"/><Relationship Id="rId92" Type="http://schemas.openxmlformats.org/officeDocument/2006/relationships/slide" Target="slides/slide86.xml"/><Relationship Id="rId2" Type="http://schemas.openxmlformats.org/officeDocument/2006/relationships/slideMaster" Target="slideMasters/slideMaster2.xml"/><Relationship Id="rId29" Type="http://schemas.openxmlformats.org/officeDocument/2006/relationships/slide" Target="slides/slide23.xml"/><Relationship Id="rId24" Type="http://schemas.openxmlformats.org/officeDocument/2006/relationships/slide" Target="slides/slide18.xml"/><Relationship Id="rId40" Type="http://schemas.openxmlformats.org/officeDocument/2006/relationships/slide" Target="slides/slide34.xml"/><Relationship Id="rId45" Type="http://schemas.openxmlformats.org/officeDocument/2006/relationships/slide" Target="slides/slide39.xml"/><Relationship Id="rId66" Type="http://schemas.openxmlformats.org/officeDocument/2006/relationships/slide" Target="slides/slide60.xml"/><Relationship Id="rId87" Type="http://schemas.openxmlformats.org/officeDocument/2006/relationships/slide" Target="slides/slide81.xml"/><Relationship Id="rId110" Type="http://schemas.openxmlformats.org/officeDocument/2006/relationships/notesMaster" Target="notesMasters/notesMaster1.xml"/><Relationship Id="rId115" Type="http://schemas.openxmlformats.org/officeDocument/2006/relationships/tableStyles" Target="tableStyles.xml"/><Relationship Id="rId61" Type="http://schemas.openxmlformats.org/officeDocument/2006/relationships/slide" Target="slides/slide55.xml"/><Relationship Id="rId82" Type="http://schemas.openxmlformats.org/officeDocument/2006/relationships/slide" Target="slides/slide76.xml"/><Relationship Id="rId19" Type="http://schemas.openxmlformats.org/officeDocument/2006/relationships/slide" Target="slides/slide13.xml"/><Relationship Id="rId14" Type="http://schemas.openxmlformats.org/officeDocument/2006/relationships/slide" Target="slides/slide8.xml"/><Relationship Id="rId30" Type="http://schemas.openxmlformats.org/officeDocument/2006/relationships/slide" Target="slides/slide24.xml"/><Relationship Id="rId35" Type="http://schemas.openxmlformats.org/officeDocument/2006/relationships/slide" Target="slides/slide29.xml"/><Relationship Id="rId56" Type="http://schemas.openxmlformats.org/officeDocument/2006/relationships/slide" Target="slides/slide50.xml"/><Relationship Id="rId77" Type="http://schemas.openxmlformats.org/officeDocument/2006/relationships/slide" Target="slides/slide71.xml"/><Relationship Id="rId100" Type="http://schemas.openxmlformats.org/officeDocument/2006/relationships/slide" Target="slides/slide94.xml"/><Relationship Id="rId105" Type="http://schemas.openxmlformats.org/officeDocument/2006/relationships/slide" Target="slides/slide99.xml"/><Relationship Id="rId8" Type="http://schemas.openxmlformats.org/officeDocument/2006/relationships/slide" Target="slides/slide2.xml"/><Relationship Id="rId51" Type="http://schemas.openxmlformats.org/officeDocument/2006/relationships/slide" Target="slides/slide45.xml"/><Relationship Id="rId72" Type="http://schemas.openxmlformats.org/officeDocument/2006/relationships/slide" Target="slides/slide66.xml"/><Relationship Id="rId93" Type="http://schemas.openxmlformats.org/officeDocument/2006/relationships/slide" Target="slides/slide87.xml"/><Relationship Id="rId98" Type="http://schemas.openxmlformats.org/officeDocument/2006/relationships/slide" Target="slides/slide92.xml"/><Relationship Id="rId3" Type="http://schemas.openxmlformats.org/officeDocument/2006/relationships/slideMaster" Target="slideMasters/slideMaster3.xml"/><Relationship Id="rId25" Type="http://schemas.openxmlformats.org/officeDocument/2006/relationships/slide" Target="slides/slide19.xml"/><Relationship Id="rId46" Type="http://schemas.openxmlformats.org/officeDocument/2006/relationships/slide" Target="slides/slide40.xml"/><Relationship Id="rId67" Type="http://schemas.openxmlformats.org/officeDocument/2006/relationships/slide" Target="slides/slide61.xml"/><Relationship Id="rId20" Type="http://schemas.openxmlformats.org/officeDocument/2006/relationships/slide" Target="slides/slide14.xml"/><Relationship Id="rId41" Type="http://schemas.openxmlformats.org/officeDocument/2006/relationships/slide" Target="slides/slide35.xml"/><Relationship Id="rId62" Type="http://schemas.openxmlformats.org/officeDocument/2006/relationships/slide" Target="slides/slide56.xml"/><Relationship Id="rId83" Type="http://schemas.openxmlformats.org/officeDocument/2006/relationships/slide" Target="slides/slide77.xml"/><Relationship Id="rId88" Type="http://schemas.openxmlformats.org/officeDocument/2006/relationships/slide" Target="slides/slide82.xml"/><Relationship Id="rId111" Type="http://schemas.openxmlformats.org/officeDocument/2006/relationships/handoutMaster" Target="handoutMasters/handout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8.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54F35C87-E209-4A8C-9C7E-B14BFFD61F5F}" type="datetimeFigureOut">
              <a:rPr lang="zh-CN" altLang="en-US" smtClean="0"/>
              <a:pPr/>
              <a:t>2025/3/5</a:t>
            </a:fld>
            <a:endParaRPr lang="zh-CN" altLang="en-US"/>
          </a:p>
        </p:txBody>
      </p:sp>
      <p:sp>
        <p:nvSpPr>
          <p:cNvPr id="4" name="页脚占位符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0773D1EB-22FD-4536-B0AC-9E6AEDB5FF49}" type="slidenum">
              <a:rPr lang="zh-CN" altLang="en-US" smtClean="0"/>
              <a:pPr/>
              <a:t>‹#›</a:t>
            </a:fld>
            <a:endParaRPr lang="zh-CN" altLang="en-US"/>
          </a:p>
        </p:txBody>
      </p:sp>
    </p:spTree>
    <p:extLst>
      <p:ext uri="{BB962C8B-B14F-4D97-AF65-F5344CB8AC3E}">
        <p14:creationId xmlns:p14="http://schemas.microsoft.com/office/powerpoint/2010/main" val="323969139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7.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A81E619-22CE-45E1-9180-1CCC04E7C2E6}" type="datetimeFigureOut">
              <a:rPr lang="zh-CN" altLang="en-US" smtClean="0"/>
              <a:pPr/>
              <a:t>2025/3/5</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5FBEDA3-A0C6-423B-A086-F4402FB13F99}" type="slidenum">
              <a:rPr lang="zh-CN" altLang="en-US" smtClean="0"/>
              <a:pPr/>
              <a:t>‹#›</a:t>
            </a:fld>
            <a:endParaRPr lang="zh-CN" altLang="en-US"/>
          </a:p>
        </p:txBody>
      </p:sp>
    </p:spTree>
    <p:extLst>
      <p:ext uri="{BB962C8B-B14F-4D97-AF65-F5344CB8AC3E}">
        <p14:creationId xmlns:p14="http://schemas.microsoft.com/office/powerpoint/2010/main" val="40205307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88.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B5FBEDA3-A0C6-423B-A086-F4402FB13F99}"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While</a:t>
            </a:r>
            <a:r>
              <a:rPr lang="en-US" altLang="zh-CN" baseline="0" dirty="0"/>
              <a:t> cloud computing is considered as a logical concept, it is in fact constructed by data centers.</a:t>
            </a:r>
          </a:p>
          <a:p>
            <a:endParaRPr lang="en-US" altLang="zh-CN" baseline="0" dirty="0"/>
          </a:p>
          <a:p>
            <a:r>
              <a:rPr lang="en-US" altLang="zh-CN" sz="1200" b="0" i="0" kern="1200" dirty="0">
                <a:solidFill>
                  <a:schemeClr val="tx1"/>
                </a:solidFill>
                <a:latin typeface="+mn-lt"/>
                <a:ea typeface="+mn-ea"/>
                <a:cs typeface="+mn-cs"/>
              </a:rPr>
              <a:t>A </a:t>
            </a:r>
            <a:r>
              <a:rPr lang="en-US" altLang="zh-CN" sz="1200" b="1" i="0" kern="1200" dirty="0">
                <a:solidFill>
                  <a:schemeClr val="tx1"/>
                </a:solidFill>
                <a:latin typeface="+mn-lt"/>
                <a:ea typeface="+mn-ea"/>
                <a:cs typeface="+mn-cs"/>
              </a:rPr>
              <a:t>data center</a:t>
            </a:r>
            <a:r>
              <a:rPr lang="en-US" altLang="zh-CN" sz="1200" b="0" i="0" kern="1200" dirty="0">
                <a:solidFill>
                  <a:schemeClr val="tx1"/>
                </a:solidFill>
                <a:latin typeface="+mn-lt"/>
                <a:ea typeface="+mn-ea"/>
                <a:cs typeface="+mn-cs"/>
              </a:rPr>
              <a:t> is a facility used to house computer systems and associated components, such as telecommunications and storage systems. It generally includes redundant or backup power supplies, redundant data communications connections, environmental controls (e.g., air conditioning, fire suppression) and security devices.</a:t>
            </a:r>
            <a:endParaRPr lang="zh-CN" altLang="en-US" dirty="0"/>
          </a:p>
        </p:txBody>
      </p:sp>
      <p:sp>
        <p:nvSpPr>
          <p:cNvPr id="4" name="灯片编号占位符 3"/>
          <p:cNvSpPr>
            <a:spLocks noGrp="1"/>
          </p:cNvSpPr>
          <p:nvPr>
            <p:ph type="sldNum" sz="quarter" idx="10"/>
          </p:nvPr>
        </p:nvSpPr>
        <p:spPr/>
        <p:txBody>
          <a:bodyPr/>
          <a:lstStyle/>
          <a:p>
            <a:fld id="{B5FBEDA3-A0C6-423B-A086-F4402FB13F99}" type="slidenum">
              <a:rPr lang="zh-CN" altLang="en-US" smtClean="0"/>
              <a:pPr/>
              <a:t>3</a:t>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7"/>
          <p:cNvSpPr>
            <a:spLocks noGrp="1" noChangeArrowheads="1"/>
          </p:cNvSpPr>
          <p:nvPr>
            <p:ph type="sldNum" sz="quarter" idx="5"/>
          </p:nvPr>
        </p:nvSpPr>
        <p:spPr>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defTabSz="912983">
              <a:defRPr i="1">
                <a:solidFill>
                  <a:schemeClr val="tx1"/>
                </a:solidFill>
                <a:latin typeface="Comic Sans MS" charset="0"/>
                <a:ea typeface="ＭＳ Ｐゴシック" charset="0"/>
              </a:defRPr>
            </a:lvl1pPr>
            <a:lvl2pPr marL="702756" indent="-270291" defTabSz="912983">
              <a:defRPr i="1">
                <a:solidFill>
                  <a:schemeClr val="tx1"/>
                </a:solidFill>
                <a:latin typeface="Comic Sans MS" charset="0"/>
                <a:ea typeface="ＭＳ Ｐゴシック" charset="0"/>
              </a:defRPr>
            </a:lvl2pPr>
            <a:lvl3pPr marL="1081164" indent="-216233" defTabSz="912983">
              <a:defRPr i="1">
                <a:solidFill>
                  <a:schemeClr val="tx1"/>
                </a:solidFill>
                <a:latin typeface="Comic Sans MS" charset="0"/>
                <a:ea typeface="ＭＳ Ｐゴシック" charset="0"/>
              </a:defRPr>
            </a:lvl3pPr>
            <a:lvl4pPr marL="1513629" indent="-216233" defTabSz="912983">
              <a:defRPr i="1">
                <a:solidFill>
                  <a:schemeClr val="tx1"/>
                </a:solidFill>
                <a:latin typeface="Comic Sans MS" charset="0"/>
                <a:ea typeface="ＭＳ Ｐゴシック" charset="0"/>
              </a:defRPr>
            </a:lvl4pPr>
            <a:lvl5pPr marL="1946095" indent="-216233" defTabSz="912983">
              <a:defRPr i="1">
                <a:solidFill>
                  <a:schemeClr val="tx1"/>
                </a:solidFill>
                <a:latin typeface="Comic Sans MS" charset="0"/>
                <a:ea typeface="ＭＳ Ｐゴシック" charset="0"/>
              </a:defRPr>
            </a:lvl5pPr>
            <a:lvl6pPr marL="2378560" indent="-216233" defTabSz="912983" eaLnBrk="0" fontAlgn="base" hangingPunct="0">
              <a:spcBef>
                <a:spcPct val="0"/>
              </a:spcBef>
              <a:spcAft>
                <a:spcPct val="0"/>
              </a:spcAft>
              <a:defRPr i="1">
                <a:solidFill>
                  <a:schemeClr val="tx1"/>
                </a:solidFill>
                <a:latin typeface="Comic Sans MS" charset="0"/>
                <a:ea typeface="ＭＳ Ｐゴシック" charset="0"/>
              </a:defRPr>
            </a:lvl6pPr>
            <a:lvl7pPr marL="2811026" indent="-216233" defTabSz="912983" eaLnBrk="0" fontAlgn="base" hangingPunct="0">
              <a:spcBef>
                <a:spcPct val="0"/>
              </a:spcBef>
              <a:spcAft>
                <a:spcPct val="0"/>
              </a:spcAft>
              <a:defRPr i="1">
                <a:solidFill>
                  <a:schemeClr val="tx1"/>
                </a:solidFill>
                <a:latin typeface="Comic Sans MS" charset="0"/>
                <a:ea typeface="ＭＳ Ｐゴシック" charset="0"/>
              </a:defRPr>
            </a:lvl7pPr>
            <a:lvl8pPr marL="3243491" indent="-216233" defTabSz="912983" eaLnBrk="0" fontAlgn="base" hangingPunct="0">
              <a:spcBef>
                <a:spcPct val="0"/>
              </a:spcBef>
              <a:spcAft>
                <a:spcPct val="0"/>
              </a:spcAft>
              <a:defRPr i="1">
                <a:solidFill>
                  <a:schemeClr val="tx1"/>
                </a:solidFill>
                <a:latin typeface="Comic Sans MS" charset="0"/>
                <a:ea typeface="ＭＳ Ｐゴシック" charset="0"/>
              </a:defRPr>
            </a:lvl8pPr>
            <a:lvl9pPr marL="3675957" indent="-216233" defTabSz="912983"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r" defTabSz="912983" rtl="0" eaLnBrk="1" fontAlgn="auto" latinLnBrk="0" hangingPunct="1">
              <a:lnSpc>
                <a:spcPct val="100000"/>
              </a:lnSpc>
              <a:spcBef>
                <a:spcPts val="0"/>
              </a:spcBef>
              <a:spcAft>
                <a:spcPts val="0"/>
              </a:spcAft>
              <a:buClrTx/>
              <a:buSzTx/>
              <a:buFontTx/>
              <a:buNone/>
              <a:tabLst/>
              <a:defRPr/>
            </a:pPr>
            <a:fld id="{DB6F2BDE-A131-7341-923A-49A0C7040F0B}" type="slidenum">
              <a:rPr kumimoji="0" lang="en-US" sz="1200" b="0" i="0" u="none" strike="noStrike" kern="1200" cap="none" spc="0" normalizeH="0" baseline="0" noProof="0" smtClean="0">
                <a:ln>
                  <a:noFill/>
                </a:ln>
                <a:solidFill>
                  <a:srgbClr val="000000"/>
                </a:solidFill>
                <a:effectLst/>
                <a:uLnTx/>
                <a:uFillTx/>
                <a:latin typeface="Times New Roman" charset="0"/>
                <a:ea typeface="ＭＳ Ｐゴシック" charset="0"/>
                <a:cs typeface="+mn-cs"/>
              </a:rPr>
              <a:pPr marL="0" marR="0" lvl="0" indent="0" algn="r" defTabSz="912983"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a:ln>
                <a:noFill/>
              </a:ln>
              <a:solidFill>
                <a:srgbClr val="000000"/>
              </a:solidFill>
              <a:effectLst/>
              <a:uLnTx/>
              <a:uFillTx/>
              <a:latin typeface="Times New Roman" charset="0"/>
              <a:ea typeface="ＭＳ Ｐゴシック" charset="0"/>
              <a:cs typeface="+mn-cs"/>
            </a:endParaRPr>
          </a:p>
        </p:txBody>
      </p:sp>
      <p:sp>
        <p:nvSpPr>
          <p:cNvPr id="162819" name="Rectangle 2"/>
          <p:cNvSpPr>
            <a:spLocks noGrp="1" noRot="1" noChangeAspect="1" noChangeArrowheads="1" noTextEdit="1"/>
          </p:cNvSpPr>
          <p:nvPr>
            <p:ph type="sldImg"/>
          </p:nvPr>
        </p:nvSpPr>
        <p:spPr>
          <a:ln/>
        </p:spPr>
      </p:sp>
      <p:sp>
        <p:nvSpPr>
          <p:cNvPr id="162820" name="Rectangle 3"/>
          <p:cNvSpPr>
            <a:spLocks noGrp="1" noChangeArrowheads="1"/>
          </p:cNvSpPr>
          <p:nvPr>
            <p:ph type="body" idx="1"/>
          </p:nvPr>
        </p:nvSpPr>
        <p:spPr>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p>
            <a:pPr>
              <a:defRPr/>
            </a:pPr>
            <a:endParaRPr lang="en-US">
              <a:latin typeface="Times New Roman" charset="0"/>
              <a:cs typeface="+mn-cs"/>
            </a:endParaRPr>
          </a:p>
        </p:txBody>
      </p:sp>
    </p:spTree>
    <p:extLst>
      <p:ext uri="{BB962C8B-B14F-4D97-AF65-F5344CB8AC3E}">
        <p14:creationId xmlns:p14="http://schemas.microsoft.com/office/powerpoint/2010/main" val="256844175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FEB13EF3-1D14-4641-9491-3D3CC9058E79}"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21</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42091206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p:spPr>
        <p:txBody>
          <a:bodyPr/>
          <a:lstStyle/>
          <a:p>
            <a:endParaRPr lang="en-US"/>
          </a:p>
        </p:txBody>
      </p:sp>
      <p:sp>
        <p:nvSpPr>
          <p:cNvPr id="51204" name="Slide Number Placeholder 3"/>
          <p:cNvSpPr>
            <a:spLocks noGrp="1"/>
          </p:cNvSpPr>
          <p:nvPr>
            <p:ph type="sldNum" sz="quarter" idx="5"/>
          </p:nvPr>
        </p:nvSpPr>
        <p:spPr>
          <a:noFill/>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EDD17815-2131-4020-B720-548C647E274F}"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55652993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5" name="Slide Image Placeholder 1">
            <a:extLst>
              <a:ext uri="{FF2B5EF4-FFF2-40B4-BE49-F238E27FC236}">
                <a16:creationId xmlns:a16="http://schemas.microsoft.com/office/drawing/2014/main" id="{2FBF13AF-0B07-6B41-8B97-56DE7866598C}"/>
              </a:ext>
            </a:extLst>
          </p:cNvPr>
          <p:cNvSpPr>
            <a:spLocks noGrp="1" noRot="1" noChangeAspect="1" noChangeArrowheads="1" noTextEdit="1"/>
          </p:cNvSpPr>
          <p:nvPr>
            <p:ph type="sldImg"/>
          </p:nvPr>
        </p:nvSpPr>
        <p:spPr>
          <a:ln/>
        </p:spPr>
      </p:sp>
      <p:sp>
        <p:nvSpPr>
          <p:cNvPr id="216066" name="Notes Placeholder 2">
            <a:extLst>
              <a:ext uri="{FF2B5EF4-FFF2-40B4-BE49-F238E27FC236}">
                <a16:creationId xmlns:a16="http://schemas.microsoft.com/office/drawing/2014/main" id="{FD0B3363-0B8A-EA4B-83F0-63FCFFCC76B6}"/>
              </a:ext>
            </a:extLst>
          </p:cNvPr>
          <p:cNvSpPr>
            <a:spLocks noGrp="1" noChangeArrowheads="1"/>
          </p:cNvSpPr>
          <p:nvPr>
            <p:ph type="body" idx="1"/>
          </p:nvPr>
        </p:nvSpPr>
        <p:spPr>
          <a:noFill/>
        </p:spPr>
        <p:txBody>
          <a:bodyPr/>
          <a:lstStyle/>
          <a:p>
            <a:endParaRPr lang="en-US" altLang="en-US">
              <a:latin typeface="Times New Roman" panose="02020603050405020304" pitchFamily="18" charset="0"/>
              <a:ea typeface="ＭＳ Ｐゴシック" panose="020B0600070205080204" pitchFamily="34" charset="-128"/>
            </a:endParaRPr>
          </a:p>
        </p:txBody>
      </p:sp>
      <p:sp>
        <p:nvSpPr>
          <p:cNvPr id="216067" name="Slide Number Placeholder 3">
            <a:extLst>
              <a:ext uri="{FF2B5EF4-FFF2-40B4-BE49-F238E27FC236}">
                <a16:creationId xmlns:a16="http://schemas.microsoft.com/office/drawing/2014/main" id="{D23EB2E6-5AC6-E145-94B2-CA31B238CFF1}"/>
              </a:ext>
            </a:extLst>
          </p:cNvPr>
          <p:cNvSpPr>
            <a:spLocks noGrp="1"/>
          </p:cNvSpPr>
          <p:nvPr>
            <p:ph type="sldNum" sz="quarter" idx="5"/>
          </p:nvPr>
        </p:nvSpPr>
        <p:spPr>
          <a:noFill/>
        </p:spPr>
        <p:txBody>
          <a:bodyPr/>
          <a:lstStyle>
            <a:lvl1pPr defTabSz="966788">
              <a:defRPr i="1">
                <a:solidFill>
                  <a:schemeClr val="tx1"/>
                </a:solidFill>
                <a:latin typeface="Comic Sans MS" panose="030F0902030302020204" pitchFamily="66" charset="0"/>
                <a:ea typeface="ＭＳ Ｐゴシック" panose="020B0600070205080204" pitchFamily="34" charset="-128"/>
              </a:defRPr>
            </a:lvl1pPr>
            <a:lvl2pPr marL="742950" indent="-285750" defTabSz="966788">
              <a:defRPr i="1">
                <a:solidFill>
                  <a:schemeClr val="tx1"/>
                </a:solidFill>
                <a:latin typeface="Comic Sans MS" panose="030F0902030302020204" pitchFamily="66" charset="0"/>
                <a:ea typeface="ＭＳ Ｐゴシック" panose="020B0600070205080204" pitchFamily="34" charset="-128"/>
              </a:defRPr>
            </a:lvl2pPr>
            <a:lvl3pPr marL="1143000" indent="-228600" defTabSz="966788">
              <a:defRPr i="1">
                <a:solidFill>
                  <a:schemeClr val="tx1"/>
                </a:solidFill>
                <a:latin typeface="Comic Sans MS" panose="030F0902030302020204" pitchFamily="66" charset="0"/>
                <a:ea typeface="ＭＳ Ｐゴシック" panose="020B0600070205080204" pitchFamily="34" charset="-128"/>
              </a:defRPr>
            </a:lvl3pPr>
            <a:lvl4pPr marL="1600200" indent="-228600" defTabSz="966788">
              <a:defRPr i="1">
                <a:solidFill>
                  <a:schemeClr val="tx1"/>
                </a:solidFill>
                <a:latin typeface="Comic Sans MS" panose="030F0902030302020204" pitchFamily="66" charset="0"/>
                <a:ea typeface="ＭＳ Ｐゴシック" panose="020B0600070205080204" pitchFamily="34" charset="-128"/>
              </a:defRPr>
            </a:lvl4pPr>
            <a:lvl5pPr marL="2057400" indent="-228600" defTabSz="966788">
              <a:defRPr i="1">
                <a:solidFill>
                  <a:schemeClr val="tx1"/>
                </a:solidFill>
                <a:latin typeface="Comic Sans MS" panose="030F0902030302020204" pitchFamily="66" charset="0"/>
                <a:ea typeface="ＭＳ Ｐゴシック" panose="020B0600070205080204" pitchFamily="34" charset="-128"/>
              </a:defRPr>
            </a:lvl5pPr>
            <a:lvl6pPr marL="2514600" indent="-228600" defTabSz="966788" eaLnBrk="0" fontAlgn="base" hangingPunct="0">
              <a:spcBef>
                <a:spcPct val="0"/>
              </a:spcBef>
              <a:spcAft>
                <a:spcPct val="0"/>
              </a:spcAft>
              <a:defRPr i="1">
                <a:solidFill>
                  <a:schemeClr val="tx1"/>
                </a:solidFill>
                <a:latin typeface="Comic Sans MS" panose="030F0902030302020204" pitchFamily="66" charset="0"/>
                <a:ea typeface="ＭＳ Ｐゴシック" panose="020B0600070205080204" pitchFamily="34" charset="-128"/>
              </a:defRPr>
            </a:lvl6pPr>
            <a:lvl7pPr marL="2971800" indent="-228600" defTabSz="966788" eaLnBrk="0" fontAlgn="base" hangingPunct="0">
              <a:spcBef>
                <a:spcPct val="0"/>
              </a:spcBef>
              <a:spcAft>
                <a:spcPct val="0"/>
              </a:spcAft>
              <a:defRPr i="1">
                <a:solidFill>
                  <a:schemeClr val="tx1"/>
                </a:solidFill>
                <a:latin typeface="Comic Sans MS" panose="030F0902030302020204" pitchFamily="66" charset="0"/>
                <a:ea typeface="ＭＳ Ｐゴシック" panose="020B0600070205080204" pitchFamily="34" charset="-128"/>
              </a:defRPr>
            </a:lvl7pPr>
            <a:lvl8pPr marL="3429000" indent="-228600" defTabSz="966788" eaLnBrk="0" fontAlgn="base" hangingPunct="0">
              <a:spcBef>
                <a:spcPct val="0"/>
              </a:spcBef>
              <a:spcAft>
                <a:spcPct val="0"/>
              </a:spcAft>
              <a:defRPr i="1">
                <a:solidFill>
                  <a:schemeClr val="tx1"/>
                </a:solidFill>
                <a:latin typeface="Comic Sans MS" panose="030F0902030302020204" pitchFamily="66" charset="0"/>
                <a:ea typeface="ＭＳ Ｐゴシック" panose="020B0600070205080204" pitchFamily="34" charset="-128"/>
              </a:defRPr>
            </a:lvl8pPr>
            <a:lvl9pPr marL="3886200" indent="-228600" defTabSz="966788" eaLnBrk="0" fontAlgn="base" hangingPunct="0">
              <a:spcBef>
                <a:spcPct val="0"/>
              </a:spcBef>
              <a:spcAft>
                <a:spcPct val="0"/>
              </a:spcAft>
              <a:defRPr i="1">
                <a:solidFill>
                  <a:schemeClr val="tx1"/>
                </a:solidFill>
                <a:latin typeface="Comic Sans MS" panose="030F0902030302020204" pitchFamily="66" charset="0"/>
                <a:ea typeface="ＭＳ Ｐゴシック" panose="020B0600070205080204" pitchFamily="34" charset="-128"/>
              </a:defRPr>
            </a:lvl9pPr>
          </a:lstStyle>
          <a:p>
            <a:pPr marL="0" marR="0" lvl="0" indent="0" algn="r" defTabSz="966788" rtl="0" eaLnBrk="0" fontAlgn="base" latinLnBrk="0" hangingPunct="0">
              <a:lnSpc>
                <a:spcPct val="100000"/>
              </a:lnSpc>
              <a:spcBef>
                <a:spcPct val="0"/>
              </a:spcBef>
              <a:spcAft>
                <a:spcPct val="0"/>
              </a:spcAft>
              <a:buClrTx/>
              <a:buSzTx/>
              <a:buFontTx/>
              <a:buNone/>
              <a:tabLst/>
              <a:defRPr/>
            </a:pPr>
            <a:fld id="{A4A016F5-C31D-994A-9804-16D9455E99E9}"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66788" rtl="0" eaLnBrk="0" fontAlgn="base" latinLnBrk="0" hangingPunct="0">
                <a:lnSpc>
                  <a:spcPct val="100000"/>
                </a:lnSpc>
                <a:spcBef>
                  <a:spcPct val="0"/>
                </a:spcBef>
                <a:spcAft>
                  <a:spcPct val="0"/>
                </a:spcAft>
                <a:buClrTx/>
                <a:buSzTx/>
                <a:buFontTx/>
                <a:buNone/>
                <a:tabLst/>
                <a:defRPr/>
              </a:pPr>
              <a:t>26</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14323377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3" name="Slide Image Placeholder 1">
            <a:extLst>
              <a:ext uri="{FF2B5EF4-FFF2-40B4-BE49-F238E27FC236}">
                <a16:creationId xmlns:a16="http://schemas.microsoft.com/office/drawing/2014/main" id="{48B79DC9-CEEF-6A40-A639-7A32C27A028C}"/>
              </a:ext>
            </a:extLst>
          </p:cNvPr>
          <p:cNvSpPr>
            <a:spLocks noGrp="1" noRot="1" noChangeAspect="1" noChangeArrowheads="1" noTextEdit="1"/>
          </p:cNvSpPr>
          <p:nvPr>
            <p:ph type="sldImg"/>
          </p:nvPr>
        </p:nvSpPr>
        <p:spPr>
          <a:ln/>
        </p:spPr>
      </p:sp>
      <p:sp>
        <p:nvSpPr>
          <p:cNvPr id="218114" name="Notes Placeholder 2">
            <a:extLst>
              <a:ext uri="{FF2B5EF4-FFF2-40B4-BE49-F238E27FC236}">
                <a16:creationId xmlns:a16="http://schemas.microsoft.com/office/drawing/2014/main" id="{D928C067-5B78-A044-9312-1C0E3DA3EF40}"/>
              </a:ext>
            </a:extLst>
          </p:cNvPr>
          <p:cNvSpPr>
            <a:spLocks noGrp="1" noChangeArrowheads="1"/>
          </p:cNvSpPr>
          <p:nvPr>
            <p:ph type="body" idx="1"/>
          </p:nvPr>
        </p:nvSpPr>
        <p:spPr>
          <a:noFill/>
        </p:spPr>
        <p:txBody>
          <a:bodyPr/>
          <a:lstStyle/>
          <a:p>
            <a:endParaRPr lang="en-US" altLang="en-US">
              <a:latin typeface="Times New Roman" panose="02020603050405020304" pitchFamily="18" charset="0"/>
              <a:ea typeface="ＭＳ Ｐゴシック" panose="020B0600070205080204" pitchFamily="34" charset="-128"/>
            </a:endParaRPr>
          </a:p>
        </p:txBody>
      </p:sp>
      <p:sp>
        <p:nvSpPr>
          <p:cNvPr id="218115" name="Slide Number Placeholder 3">
            <a:extLst>
              <a:ext uri="{FF2B5EF4-FFF2-40B4-BE49-F238E27FC236}">
                <a16:creationId xmlns:a16="http://schemas.microsoft.com/office/drawing/2014/main" id="{093C9B0C-6C5C-C745-8B4D-1AFF7F17D671}"/>
              </a:ext>
            </a:extLst>
          </p:cNvPr>
          <p:cNvSpPr>
            <a:spLocks noGrp="1"/>
          </p:cNvSpPr>
          <p:nvPr>
            <p:ph type="sldNum" sz="quarter" idx="5"/>
          </p:nvPr>
        </p:nvSpPr>
        <p:spPr>
          <a:noFill/>
        </p:spPr>
        <p:txBody>
          <a:bodyPr/>
          <a:lstStyle>
            <a:lvl1pPr defTabSz="966788">
              <a:defRPr i="1">
                <a:solidFill>
                  <a:schemeClr val="tx1"/>
                </a:solidFill>
                <a:latin typeface="Comic Sans MS" panose="030F0902030302020204" pitchFamily="66" charset="0"/>
                <a:ea typeface="ＭＳ Ｐゴシック" panose="020B0600070205080204" pitchFamily="34" charset="-128"/>
              </a:defRPr>
            </a:lvl1pPr>
            <a:lvl2pPr marL="742950" indent="-285750" defTabSz="966788">
              <a:defRPr i="1">
                <a:solidFill>
                  <a:schemeClr val="tx1"/>
                </a:solidFill>
                <a:latin typeface="Comic Sans MS" panose="030F0902030302020204" pitchFamily="66" charset="0"/>
                <a:ea typeface="ＭＳ Ｐゴシック" panose="020B0600070205080204" pitchFamily="34" charset="-128"/>
              </a:defRPr>
            </a:lvl2pPr>
            <a:lvl3pPr marL="1143000" indent="-228600" defTabSz="966788">
              <a:defRPr i="1">
                <a:solidFill>
                  <a:schemeClr val="tx1"/>
                </a:solidFill>
                <a:latin typeface="Comic Sans MS" panose="030F0902030302020204" pitchFamily="66" charset="0"/>
                <a:ea typeface="ＭＳ Ｐゴシック" panose="020B0600070205080204" pitchFamily="34" charset="-128"/>
              </a:defRPr>
            </a:lvl3pPr>
            <a:lvl4pPr marL="1600200" indent="-228600" defTabSz="966788">
              <a:defRPr i="1">
                <a:solidFill>
                  <a:schemeClr val="tx1"/>
                </a:solidFill>
                <a:latin typeface="Comic Sans MS" panose="030F0902030302020204" pitchFamily="66" charset="0"/>
                <a:ea typeface="ＭＳ Ｐゴシック" panose="020B0600070205080204" pitchFamily="34" charset="-128"/>
              </a:defRPr>
            </a:lvl4pPr>
            <a:lvl5pPr marL="2057400" indent="-228600" defTabSz="966788">
              <a:defRPr i="1">
                <a:solidFill>
                  <a:schemeClr val="tx1"/>
                </a:solidFill>
                <a:latin typeface="Comic Sans MS" panose="030F0902030302020204" pitchFamily="66" charset="0"/>
                <a:ea typeface="ＭＳ Ｐゴシック" panose="020B0600070205080204" pitchFamily="34" charset="-128"/>
              </a:defRPr>
            </a:lvl5pPr>
            <a:lvl6pPr marL="2514600" indent="-228600" defTabSz="966788" eaLnBrk="0" fontAlgn="base" hangingPunct="0">
              <a:spcBef>
                <a:spcPct val="0"/>
              </a:spcBef>
              <a:spcAft>
                <a:spcPct val="0"/>
              </a:spcAft>
              <a:defRPr i="1">
                <a:solidFill>
                  <a:schemeClr val="tx1"/>
                </a:solidFill>
                <a:latin typeface="Comic Sans MS" panose="030F0902030302020204" pitchFamily="66" charset="0"/>
                <a:ea typeface="ＭＳ Ｐゴシック" panose="020B0600070205080204" pitchFamily="34" charset="-128"/>
              </a:defRPr>
            </a:lvl6pPr>
            <a:lvl7pPr marL="2971800" indent="-228600" defTabSz="966788" eaLnBrk="0" fontAlgn="base" hangingPunct="0">
              <a:spcBef>
                <a:spcPct val="0"/>
              </a:spcBef>
              <a:spcAft>
                <a:spcPct val="0"/>
              </a:spcAft>
              <a:defRPr i="1">
                <a:solidFill>
                  <a:schemeClr val="tx1"/>
                </a:solidFill>
                <a:latin typeface="Comic Sans MS" panose="030F0902030302020204" pitchFamily="66" charset="0"/>
                <a:ea typeface="ＭＳ Ｐゴシック" panose="020B0600070205080204" pitchFamily="34" charset="-128"/>
              </a:defRPr>
            </a:lvl7pPr>
            <a:lvl8pPr marL="3429000" indent="-228600" defTabSz="966788" eaLnBrk="0" fontAlgn="base" hangingPunct="0">
              <a:spcBef>
                <a:spcPct val="0"/>
              </a:spcBef>
              <a:spcAft>
                <a:spcPct val="0"/>
              </a:spcAft>
              <a:defRPr i="1">
                <a:solidFill>
                  <a:schemeClr val="tx1"/>
                </a:solidFill>
                <a:latin typeface="Comic Sans MS" panose="030F0902030302020204" pitchFamily="66" charset="0"/>
                <a:ea typeface="ＭＳ Ｐゴシック" panose="020B0600070205080204" pitchFamily="34" charset="-128"/>
              </a:defRPr>
            </a:lvl8pPr>
            <a:lvl9pPr marL="3886200" indent="-228600" defTabSz="966788" eaLnBrk="0" fontAlgn="base" hangingPunct="0">
              <a:spcBef>
                <a:spcPct val="0"/>
              </a:spcBef>
              <a:spcAft>
                <a:spcPct val="0"/>
              </a:spcAft>
              <a:defRPr i="1">
                <a:solidFill>
                  <a:schemeClr val="tx1"/>
                </a:solidFill>
                <a:latin typeface="Comic Sans MS" panose="030F0902030302020204" pitchFamily="66" charset="0"/>
                <a:ea typeface="ＭＳ Ｐゴシック" panose="020B0600070205080204" pitchFamily="34" charset="-128"/>
              </a:defRPr>
            </a:lvl9pPr>
          </a:lstStyle>
          <a:p>
            <a:pPr marL="0" marR="0" lvl="0" indent="0" algn="r" defTabSz="966788" rtl="0" eaLnBrk="0" fontAlgn="base" latinLnBrk="0" hangingPunct="0">
              <a:lnSpc>
                <a:spcPct val="100000"/>
              </a:lnSpc>
              <a:spcBef>
                <a:spcPct val="0"/>
              </a:spcBef>
              <a:spcAft>
                <a:spcPct val="0"/>
              </a:spcAft>
              <a:buClrTx/>
              <a:buSzTx/>
              <a:buFontTx/>
              <a:buNone/>
              <a:tabLst/>
              <a:defRPr/>
            </a:pPr>
            <a:fld id="{453EBF71-3F2A-7A45-8265-659BD52E4F96}"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66788" rtl="0" eaLnBrk="0" fontAlgn="base" latinLnBrk="0" hangingPunct="0">
                <a:lnSpc>
                  <a:spcPct val="100000"/>
                </a:lnSpc>
                <a:spcBef>
                  <a:spcPct val="0"/>
                </a:spcBef>
                <a:spcAft>
                  <a:spcPct val="0"/>
                </a:spcAft>
                <a:buClrTx/>
                <a:buSzTx/>
                <a:buFontTx/>
                <a:buNone/>
                <a:tabLst/>
                <a:defRPr/>
              </a:pPr>
              <a:t>27</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17780182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7" name="Slide Image Placeholder 1">
            <a:extLst>
              <a:ext uri="{FF2B5EF4-FFF2-40B4-BE49-F238E27FC236}">
                <a16:creationId xmlns:a16="http://schemas.microsoft.com/office/drawing/2014/main" id="{25F6D541-D641-5D47-A06F-116C1B7BB87F}"/>
              </a:ext>
            </a:extLst>
          </p:cNvPr>
          <p:cNvSpPr>
            <a:spLocks noGrp="1" noRot="1" noChangeAspect="1" noChangeArrowheads="1" noTextEdit="1"/>
          </p:cNvSpPr>
          <p:nvPr>
            <p:ph type="sldImg"/>
          </p:nvPr>
        </p:nvSpPr>
        <p:spPr>
          <a:ln/>
        </p:spPr>
      </p:sp>
      <p:sp>
        <p:nvSpPr>
          <p:cNvPr id="224258" name="Notes Placeholder 2">
            <a:extLst>
              <a:ext uri="{FF2B5EF4-FFF2-40B4-BE49-F238E27FC236}">
                <a16:creationId xmlns:a16="http://schemas.microsoft.com/office/drawing/2014/main" id="{7B6C65E2-05BD-8B40-922A-9111A6AFF31D}"/>
              </a:ext>
            </a:extLst>
          </p:cNvPr>
          <p:cNvSpPr>
            <a:spLocks noGrp="1" noChangeArrowheads="1"/>
          </p:cNvSpPr>
          <p:nvPr>
            <p:ph type="body" idx="1"/>
          </p:nvPr>
        </p:nvSpPr>
        <p:spPr>
          <a:noFill/>
        </p:spPr>
        <p:txBody>
          <a:bodyPr/>
          <a:lstStyle/>
          <a:p>
            <a:endParaRPr lang="en-US" altLang="en-US">
              <a:latin typeface="Times New Roman" panose="02020603050405020304" pitchFamily="18" charset="0"/>
              <a:ea typeface="ＭＳ Ｐゴシック" panose="020B0600070205080204" pitchFamily="34" charset="-128"/>
            </a:endParaRPr>
          </a:p>
        </p:txBody>
      </p:sp>
      <p:sp>
        <p:nvSpPr>
          <p:cNvPr id="224259" name="Slide Number Placeholder 3">
            <a:extLst>
              <a:ext uri="{FF2B5EF4-FFF2-40B4-BE49-F238E27FC236}">
                <a16:creationId xmlns:a16="http://schemas.microsoft.com/office/drawing/2014/main" id="{0203BE18-0598-7C40-9002-1A3E4474C9DB}"/>
              </a:ext>
            </a:extLst>
          </p:cNvPr>
          <p:cNvSpPr>
            <a:spLocks noGrp="1"/>
          </p:cNvSpPr>
          <p:nvPr>
            <p:ph type="sldNum" sz="quarter" idx="5"/>
          </p:nvPr>
        </p:nvSpPr>
        <p:spPr>
          <a:noFill/>
        </p:spPr>
        <p:txBody>
          <a:bodyPr/>
          <a:lstStyle>
            <a:lvl1pPr defTabSz="966788">
              <a:defRPr i="1">
                <a:solidFill>
                  <a:schemeClr val="tx1"/>
                </a:solidFill>
                <a:latin typeface="Comic Sans MS" panose="030F0902030302020204" pitchFamily="66" charset="0"/>
                <a:ea typeface="ＭＳ Ｐゴシック" panose="020B0600070205080204" pitchFamily="34" charset="-128"/>
              </a:defRPr>
            </a:lvl1pPr>
            <a:lvl2pPr marL="742950" indent="-285750" defTabSz="966788">
              <a:defRPr i="1">
                <a:solidFill>
                  <a:schemeClr val="tx1"/>
                </a:solidFill>
                <a:latin typeface="Comic Sans MS" panose="030F0902030302020204" pitchFamily="66" charset="0"/>
                <a:ea typeface="ＭＳ Ｐゴシック" panose="020B0600070205080204" pitchFamily="34" charset="-128"/>
              </a:defRPr>
            </a:lvl2pPr>
            <a:lvl3pPr marL="1143000" indent="-228600" defTabSz="966788">
              <a:defRPr i="1">
                <a:solidFill>
                  <a:schemeClr val="tx1"/>
                </a:solidFill>
                <a:latin typeface="Comic Sans MS" panose="030F0902030302020204" pitchFamily="66" charset="0"/>
                <a:ea typeface="ＭＳ Ｐゴシック" panose="020B0600070205080204" pitchFamily="34" charset="-128"/>
              </a:defRPr>
            </a:lvl3pPr>
            <a:lvl4pPr marL="1600200" indent="-228600" defTabSz="966788">
              <a:defRPr i="1">
                <a:solidFill>
                  <a:schemeClr val="tx1"/>
                </a:solidFill>
                <a:latin typeface="Comic Sans MS" panose="030F0902030302020204" pitchFamily="66" charset="0"/>
                <a:ea typeface="ＭＳ Ｐゴシック" panose="020B0600070205080204" pitchFamily="34" charset="-128"/>
              </a:defRPr>
            </a:lvl4pPr>
            <a:lvl5pPr marL="2057400" indent="-228600" defTabSz="966788">
              <a:defRPr i="1">
                <a:solidFill>
                  <a:schemeClr val="tx1"/>
                </a:solidFill>
                <a:latin typeface="Comic Sans MS" panose="030F0902030302020204" pitchFamily="66" charset="0"/>
                <a:ea typeface="ＭＳ Ｐゴシック" panose="020B0600070205080204" pitchFamily="34" charset="-128"/>
              </a:defRPr>
            </a:lvl5pPr>
            <a:lvl6pPr marL="2514600" indent="-228600" defTabSz="966788" eaLnBrk="0" fontAlgn="base" hangingPunct="0">
              <a:spcBef>
                <a:spcPct val="0"/>
              </a:spcBef>
              <a:spcAft>
                <a:spcPct val="0"/>
              </a:spcAft>
              <a:defRPr i="1">
                <a:solidFill>
                  <a:schemeClr val="tx1"/>
                </a:solidFill>
                <a:latin typeface="Comic Sans MS" panose="030F0902030302020204" pitchFamily="66" charset="0"/>
                <a:ea typeface="ＭＳ Ｐゴシック" panose="020B0600070205080204" pitchFamily="34" charset="-128"/>
              </a:defRPr>
            </a:lvl6pPr>
            <a:lvl7pPr marL="2971800" indent="-228600" defTabSz="966788" eaLnBrk="0" fontAlgn="base" hangingPunct="0">
              <a:spcBef>
                <a:spcPct val="0"/>
              </a:spcBef>
              <a:spcAft>
                <a:spcPct val="0"/>
              </a:spcAft>
              <a:defRPr i="1">
                <a:solidFill>
                  <a:schemeClr val="tx1"/>
                </a:solidFill>
                <a:latin typeface="Comic Sans MS" panose="030F0902030302020204" pitchFamily="66" charset="0"/>
                <a:ea typeface="ＭＳ Ｐゴシック" panose="020B0600070205080204" pitchFamily="34" charset="-128"/>
              </a:defRPr>
            </a:lvl7pPr>
            <a:lvl8pPr marL="3429000" indent="-228600" defTabSz="966788" eaLnBrk="0" fontAlgn="base" hangingPunct="0">
              <a:spcBef>
                <a:spcPct val="0"/>
              </a:spcBef>
              <a:spcAft>
                <a:spcPct val="0"/>
              </a:spcAft>
              <a:defRPr i="1">
                <a:solidFill>
                  <a:schemeClr val="tx1"/>
                </a:solidFill>
                <a:latin typeface="Comic Sans MS" panose="030F0902030302020204" pitchFamily="66" charset="0"/>
                <a:ea typeface="ＭＳ Ｐゴシック" panose="020B0600070205080204" pitchFamily="34" charset="-128"/>
              </a:defRPr>
            </a:lvl8pPr>
            <a:lvl9pPr marL="3886200" indent="-228600" defTabSz="966788" eaLnBrk="0" fontAlgn="base" hangingPunct="0">
              <a:spcBef>
                <a:spcPct val="0"/>
              </a:spcBef>
              <a:spcAft>
                <a:spcPct val="0"/>
              </a:spcAft>
              <a:defRPr i="1">
                <a:solidFill>
                  <a:schemeClr val="tx1"/>
                </a:solidFill>
                <a:latin typeface="Comic Sans MS" panose="030F0902030302020204" pitchFamily="66" charset="0"/>
                <a:ea typeface="ＭＳ Ｐゴシック" panose="020B0600070205080204" pitchFamily="34" charset="-128"/>
              </a:defRPr>
            </a:lvl9pPr>
          </a:lstStyle>
          <a:p>
            <a:pPr marL="0" marR="0" lvl="0" indent="0" algn="r" defTabSz="966788" rtl="0" eaLnBrk="0" fontAlgn="base" latinLnBrk="0" hangingPunct="0">
              <a:lnSpc>
                <a:spcPct val="100000"/>
              </a:lnSpc>
              <a:spcBef>
                <a:spcPct val="0"/>
              </a:spcBef>
              <a:spcAft>
                <a:spcPct val="0"/>
              </a:spcAft>
              <a:buClrTx/>
              <a:buSzTx/>
              <a:buFontTx/>
              <a:buNone/>
              <a:tabLst/>
              <a:defRPr/>
            </a:pPr>
            <a:fld id="{96249DED-AB22-7845-AF00-F128B5EFBF11}" type="slidenum">
              <a:rPr kumimoji="0" lang="en-US" altLang="en-US" sz="1200" b="0" i="0" u="none" strike="noStrike" kern="1200" cap="none" spc="0" normalizeH="0" baseline="0" noProof="0" smtClean="0">
                <a:ln>
                  <a:noFill/>
                </a:ln>
                <a:solidFill>
                  <a:srgbClr val="000000"/>
                </a:solidFill>
                <a:effectLst/>
                <a:uLnTx/>
                <a:uFillTx/>
                <a:latin typeface="Times New Roman" panose="02020603050405020304" pitchFamily="18" charset="0"/>
                <a:ea typeface="ＭＳ Ｐゴシック" panose="020B0600070205080204" pitchFamily="34" charset="-128"/>
                <a:cs typeface="+mn-cs"/>
              </a:rPr>
              <a:pPr marL="0" marR="0" lvl="0" indent="0" algn="r" defTabSz="966788" rtl="0" eaLnBrk="0" fontAlgn="base" latinLnBrk="0" hangingPunct="0">
                <a:lnSpc>
                  <a:spcPct val="100000"/>
                </a:lnSpc>
                <a:spcBef>
                  <a:spcPct val="0"/>
                </a:spcBef>
                <a:spcAft>
                  <a:spcPct val="0"/>
                </a:spcAft>
                <a:buClrTx/>
                <a:buSzTx/>
                <a:buFontTx/>
                <a:buNone/>
                <a:tabLst/>
                <a:defRPr/>
              </a:pPr>
              <a:t>28</a:t>
            </a:fld>
            <a:endParaRPr kumimoji="0" lang="en-US" altLang="en-US" sz="1200" b="0" i="0" u="none" strike="noStrike" kern="1200" cap="none" spc="0" normalizeH="0" baseline="0" noProof="0">
              <a:ln>
                <a:noFill/>
              </a:ln>
              <a:solidFill>
                <a:srgbClr val="000000"/>
              </a:solidFill>
              <a:effectLst/>
              <a:uLnTx/>
              <a:uFillTx/>
              <a:latin typeface="Times New Roman" panose="02020603050405020304"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294962540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p:spPr>
        <p:txBody>
          <a:bodyPr/>
          <a:lstStyle/>
          <a:p>
            <a:endParaRPr lang="en-US"/>
          </a:p>
        </p:txBody>
      </p:sp>
      <p:sp>
        <p:nvSpPr>
          <p:cNvPr id="48132" name="Slide Number Placeholder 3"/>
          <p:cNvSpPr>
            <a:spLocks noGrp="1"/>
          </p:cNvSpPr>
          <p:nvPr>
            <p:ph type="sldNum" sz="quarter" idx="5"/>
          </p:nvPr>
        </p:nvSpPr>
        <p:spPr>
          <a:noFill/>
        </p:spPr>
        <p:txBody>
          <a:bodyPr/>
          <a:lstStyle/>
          <a:p>
            <a:fld id="{C11044E8-C81F-4379-B06E-C2AF54E767EE}" type="slidenum">
              <a:rPr lang="en-US" smtClean="0"/>
              <a:pPr/>
              <a:t>29</a:t>
            </a:fld>
            <a:endParaRPr lang="en-US"/>
          </a:p>
        </p:txBody>
      </p:sp>
    </p:spTree>
    <p:extLst>
      <p:ext uri="{BB962C8B-B14F-4D97-AF65-F5344CB8AC3E}">
        <p14:creationId xmlns:p14="http://schemas.microsoft.com/office/powerpoint/2010/main" val="29577191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3" name="Slide Image Placeholder 1">
            <a:extLst>
              <a:ext uri="{FF2B5EF4-FFF2-40B4-BE49-F238E27FC236}">
                <a16:creationId xmlns:a16="http://schemas.microsoft.com/office/drawing/2014/main" id="{B619D144-A16C-8246-B41D-0998D58CE6A3}"/>
              </a:ext>
            </a:extLst>
          </p:cNvPr>
          <p:cNvSpPr>
            <a:spLocks noGrp="1" noRot="1" noChangeAspect="1" noChangeArrowheads="1" noTextEdit="1"/>
          </p:cNvSpPr>
          <p:nvPr>
            <p:ph type="sldImg"/>
          </p:nvPr>
        </p:nvSpPr>
        <p:spPr>
          <a:ln/>
        </p:spPr>
      </p:sp>
      <p:sp>
        <p:nvSpPr>
          <p:cNvPr id="228354" name="Notes Placeholder 2">
            <a:extLst>
              <a:ext uri="{FF2B5EF4-FFF2-40B4-BE49-F238E27FC236}">
                <a16:creationId xmlns:a16="http://schemas.microsoft.com/office/drawing/2014/main" id="{8F537E97-1887-6945-A850-1DBB72CD50D0}"/>
              </a:ext>
            </a:extLst>
          </p:cNvPr>
          <p:cNvSpPr>
            <a:spLocks noGrp="1" noChangeArrowheads="1"/>
          </p:cNvSpPr>
          <p:nvPr>
            <p:ph type="body" idx="1"/>
          </p:nvPr>
        </p:nvSpPr>
        <p:spPr>
          <a:noFill/>
        </p:spPr>
        <p:txBody>
          <a:bodyPr/>
          <a:lstStyle/>
          <a:p>
            <a:endParaRPr lang="en-US" altLang="en-US">
              <a:latin typeface="Times New Roman" panose="02020603050405020304" pitchFamily="18" charset="0"/>
              <a:ea typeface="ＭＳ Ｐゴシック" panose="020B0600070205080204" pitchFamily="34" charset="-128"/>
            </a:endParaRPr>
          </a:p>
        </p:txBody>
      </p:sp>
      <p:sp>
        <p:nvSpPr>
          <p:cNvPr id="228355" name="Slide Number Placeholder 3">
            <a:extLst>
              <a:ext uri="{FF2B5EF4-FFF2-40B4-BE49-F238E27FC236}">
                <a16:creationId xmlns:a16="http://schemas.microsoft.com/office/drawing/2014/main" id="{6DB08E89-01E3-8F43-91F3-590F536C097C}"/>
              </a:ext>
            </a:extLst>
          </p:cNvPr>
          <p:cNvSpPr>
            <a:spLocks noGrp="1"/>
          </p:cNvSpPr>
          <p:nvPr>
            <p:ph type="sldNum" sz="quarter" idx="5"/>
          </p:nvPr>
        </p:nvSpPr>
        <p:spPr>
          <a:noFill/>
        </p:spPr>
        <p:txBody>
          <a:bodyPr/>
          <a:lstStyle>
            <a:lvl1pPr defTabSz="966788">
              <a:defRPr i="1">
                <a:solidFill>
                  <a:schemeClr val="tx1"/>
                </a:solidFill>
                <a:latin typeface="Comic Sans MS" panose="030F0902030302020204" pitchFamily="66" charset="0"/>
                <a:ea typeface="ＭＳ Ｐゴシック" panose="020B0600070205080204" pitchFamily="34" charset="-128"/>
              </a:defRPr>
            </a:lvl1pPr>
            <a:lvl2pPr marL="742950" indent="-285750" defTabSz="966788">
              <a:defRPr i="1">
                <a:solidFill>
                  <a:schemeClr val="tx1"/>
                </a:solidFill>
                <a:latin typeface="Comic Sans MS" panose="030F0902030302020204" pitchFamily="66" charset="0"/>
                <a:ea typeface="ＭＳ Ｐゴシック" panose="020B0600070205080204" pitchFamily="34" charset="-128"/>
              </a:defRPr>
            </a:lvl2pPr>
            <a:lvl3pPr marL="1143000" indent="-228600" defTabSz="966788">
              <a:defRPr i="1">
                <a:solidFill>
                  <a:schemeClr val="tx1"/>
                </a:solidFill>
                <a:latin typeface="Comic Sans MS" panose="030F0902030302020204" pitchFamily="66" charset="0"/>
                <a:ea typeface="ＭＳ Ｐゴシック" panose="020B0600070205080204" pitchFamily="34" charset="-128"/>
              </a:defRPr>
            </a:lvl3pPr>
            <a:lvl4pPr marL="1600200" indent="-228600" defTabSz="966788">
              <a:defRPr i="1">
                <a:solidFill>
                  <a:schemeClr val="tx1"/>
                </a:solidFill>
                <a:latin typeface="Comic Sans MS" panose="030F0902030302020204" pitchFamily="66" charset="0"/>
                <a:ea typeface="ＭＳ Ｐゴシック" panose="020B0600070205080204" pitchFamily="34" charset="-128"/>
              </a:defRPr>
            </a:lvl4pPr>
            <a:lvl5pPr marL="2057400" indent="-228600" defTabSz="966788">
              <a:defRPr i="1">
                <a:solidFill>
                  <a:schemeClr val="tx1"/>
                </a:solidFill>
                <a:latin typeface="Comic Sans MS" panose="030F0902030302020204" pitchFamily="66" charset="0"/>
                <a:ea typeface="ＭＳ Ｐゴシック" panose="020B0600070205080204" pitchFamily="34" charset="-128"/>
              </a:defRPr>
            </a:lvl5pPr>
            <a:lvl6pPr marL="2514600" indent="-228600" defTabSz="966788" eaLnBrk="0" fontAlgn="base" hangingPunct="0">
              <a:spcBef>
                <a:spcPct val="0"/>
              </a:spcBef>
              <a:spcAft>
                <a:spcPct val="0"/>
              </a:spcAft>
              <a:defRPr i="1">
                <a:solidFill>
                  <a:schemeClr val="tx1"/>
                </a:solidFill>
                <a:latin typeface="Comic Sans MS" panose="030F0902030302020204" pitchFamily="66" charset="0"/>
                <a:ea typeface="ＭＳ Ｐゴシック" panose="020B0600070205080204" pitchFamily="34" charset="-128"/>
              </a:defRPr>
            </a:lvl6pPr>
            <a:lvl7pPr marL="2971800" indent="-228600" defTabSz="966788" eaLnBrk="0" fontAlgn="base" hangingPunct="0">
              <a:spcBef>
                <a:spcPct val="0"/>
              </a:spcBef>
              <a:spcAft>
                <a:spcPct val="0"/>
              </a:spcAft>
              <a:defRPr i="1">
                <a:solidFill>
                  <a:schemeClr val="tx1"/>
                </a:solidFill>
                <a:latin typeface="Comic Sans MS" panose="030F0902030302020204" pitchFamily="66" charset="0"/>
                <a:ea typeface="ＭＳ Ｐゴシック" panose="020B0600070205080204" pitchFamily="34" charset="-128"/>
              </a:defRPr>
            </a:lvl7pPr>
            <a:lvl8pPr marL="3429000" indent="-228600" defTabSz="966788" eaLnBrk="0" fontAlgn="base" hangingPunct="0">
              <a:spcBef>
                <a:spcPct val="0"/>
              </a:spcBef>
              <a:spcAft>
                <a:spcPct val="0"/>
              </a:spcAft>
              <a:defRPr i="1">
                <a:solidFill>
                  <a:schemeClr val="tx1"/>
                </a:solidFill>
                <a:latin typeface="Comic Sans MS" panose="030F0902030302020204" pitchFamily="66" charset="0"/>
                <a:ea typeface="ＭＳ Ｐゴシック" panose="020B0600070205080204" pitchFamily="34" charset="-128"/>
              </a:defRPr>
            </a:lvl8pPr>
            <a:lvl9pPr marL="3886200" indent="-228600" defTabSz="966788" eaLnBrk="0" fontAlgn="base" hangingPunct="0">
              <a:spcBef>
                <a:spcPct val="0"/>
              </a:spcBef>
              <a:spcAft>
                <a:spcPct val="0"/>
              </a:spcAft>
              <a:defRPr i="1">
                <a:solidFill>
                  <a:schemeClr val="tx1"/>
                </a:solidFill>
                <a:latin typeface="Comic Sans MS" panose="030F0902030302020204" pitchFamily="66" charset="0"/>
                <a:ea typeface="ＭＳ Ｐゴシック" panose="020B0600070205080204" pitchFamily="34" charset="-128"/>
              </a:defRPr>
            </a:lvl9pPr>
          </a:lstStyle>
          <a:p>
            <a:pPr marL="0" marR="0" lvl="0" indent="0" algn="r" defTabSz="966788" rtl="0" eaLnBrk="1" fontAlgn="auto" latinLnBrk="0" hangingPunct="1">
              <a:lnSpc>
                <a:spcPct val="100000"/>
              </a:lnSpc>
              <a:spcBef>
                <a:spcPts val="0"/>
              </a:spcBef>
              <a:spcAft>
                <a:spcPts val="0"/>
              </a:spcAft>
              <a:buClrTx/>
              <a:buSzTx/>
              <a:buFontTx/>
              <a:buNone/>
              <a:tabLst/>
              <a:defRPr/>
            </a:pPr>
            <a:fld id="{0F168353-9E5F-E145-B921-0BF4A970FA94}" type="slidenum">
              <a:rPr kumimoji="0" lang="en-US"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66788" rtl="0" eaLnBrk="1" fontAlgn="auto" latinLnBrk="0" hangingPunct="1">
                <a:lnSpc>
                  <a:spcPct val="100000"/>
                </a:lnSpc>
                <a:spcBef>
                  <a:spcPts val="0"/>
                </a:spcBef>
                <a:spcAft>
                  <a:spcPts val="0"/>
                </a:spcAft>
                <a:buClrTx/>
                <a:buSzTx/>
                <a:buFontTx/>
                <a:buNone/>
                <a:tabLst/>
                <a:defRPr/>
              </a:pPr>
              <a:t>30</a:t>
            </a:fld>
            <a:endPar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194088640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5" name="Slide Image Placeholder 1">
            <a:extLst>
              <a:ext uri="{FF2B5EF4-FFF2-40B4-BE49-F238E27FC236}">
                <a16:creationId xmlns:a16="http://schemas.microsoft.com/office/drawing/2014/main" id="{E95ABA7A-7FA1-9141-86A9-576F1995B111}"/>
              </a:ext>
            </a:extLst>
          </p:cNvPr>
          <p:cNvSpPr>
            <a:spLocks noGrp="1" noRot="1" noChangeAspect="1" noChangeArrowheads="1" noTextEdit="1"/>
          </p:cNvSpPr>
          <p:nvPr>
            <p:ph type="sldImg"/>
          </p:nvPr>
        </p:nvSpPr>
        <p:spPr>
          <a:ln/>
        </p:spPr>
      </p:sp>
      <p:sp>
        <p:nvSpPr>
          <p:cNvPr id="231426" name="Notes Placeholder 2">
            <a:extLst>
              <a:ext uri="{FF2B5EF4-FFF2-40B4-BE49-F238E27FC236}">
                <a16:creationId xmlns:a16="http://schemas.microsoft.com/office/drawing/2014/main" id="{A0B7D994-8E92-6449-91B4-4FA7AE033844}"/>
              </a:ext>
            </a:extLst>
          </p:cNvPr>
          <p:cNvSpPr>
            <a:spLocks noGrp="1" noChangeArrowheads="1"/>
          </p:cNvSpPr>
          <p:nvPr>
            <p:ph type="body" idx="1"/>
          </p:nvPr>
        </p:nvSpPr>
        <p:spPr>
          <a:noFill/>
        </p:spPr>
        <p:txBody>
          <a:bodyPr/>
          <a:lstStyle/>
          <a:p>
            <a:endParaRPr lang="en-US" altLang="en-US">
              <a:latin typeface="Times New Roman" panose="02020603050405020304" pitchFamily="18" charset="0"/>
              <a:ea typeface="ＭＳ Ｐゴシック" panose="020B0600070205080204" pitchFamily="34" charset="-128"/>
            </a:endParaRPr>
          </a:p>
        </p:txBody>
      </p:sp>
      <p:sp>
        <p:nvSpPr>
          <p:cNvPr id="231427" name="Slide Number Placeholder 3">
            <a:extLst>
              <a:ext uri="{FF2B5EF4-FFF2-40B4-BE49-F238E27FC236}">
                <a16:creationId xmlns:a16="http://schemas.microsoft.com/office/drawing/2014/main" id="{F6E09FB9-2BC9-674D-9429-EFC7DCD87BDE}"/>
              </a:ext>
            </a:extLst>
          </p:cNvPr>
          <p:cNvSpPr>
            <a:spLocks noGrp="1"/>
          </p:cNvSpPr>
          <p:nvPr>
            <p:ph type="sldNum" sz="quarter" idx="5"/>
          </p:nvPr>
        </p:nvSpPr>
        <p:spPr>
          <a:noFill/>
        </p:spPr>
        <p:txBody>
          <a:bodyPr/>
          <a:lstStyle>
            <a:lvl1pPr defTabSz="966788">
              <a:defRPr i="1">
                <a:solidFill>
                  <a:schemeClr val="tx1"/>
                </a:solidFill>
                <a:latin typeface="Comic Sans MS" panose="030F0902030302020204" pitchFamily="66" charset="0"/>
                <a:ea typeface="ＭＳ Ｐゴシック" panose="020B0600070205080204" pitchFamily="34" charset="-128"/>
              </a:defRPr>
            </a:lvl1pPr>
            <a:lvl2pPr marL="742950" indent="-285750" defTabSz="966788">
              <a:defRPr i="1">
                <a:solidFill>
                  <a:schemeClr val="tx1"/>
                </a:solidFill>
                <a:latin typeface="Comic Sans MS" panose="030F0902030302020204" pitchFamily="66" charset="0"/>
                <a:ea typeface="ＭＳ Ｐゴシック" panose="020B0600070205080204" pitchFamily="34" charset="-128"/>
              </a:defRPr>
            </a:lvl2pPr>
            <a:lvl3pPr marL="1143000" indent="-228600" defTabSz="966788">
              <a:defRPr i="1">
                <a:solidFill>
                  <a:schemeClr val="tx1"/>
                </a:solidFill>
                <a:latin typeface="Comic Sans MS" panose="030F0902030302020204" pitchFamily="66" charset="0"/>
                <a:ea typeface="ＭＳ Ｐゴシック" panose="020B0600070205080204" pitchFamily="34" charset="-128"/>
              </a:defRPr>
            </a:lvl3pPr>
            <a:lvl4pPr marL="1600200" indent="-228600" defTabSz="966788">
              <a:defRPr i="1">
                <a:solidFill>
                  <a:schemeClr val="tx1"/>
                </a:solidFill>
                <a:latin typeface="Comic Sans MS" panose="030F0902030302020204" pitchFamily="66" charset="0"/>
                <a:ea typeface="ＭＳ Ｐゴシック" panose="020B0600070205080204" pitchFamily="34" charset="-128"/>
              </a:defRPr>
            </a:lvl4pPr>
            <a:lvl5pPr marL="2057400" indent="-228600" defTabSz="966788">
              <a:defRPr i="1">
                <a:solidFill>
                  <a:schemeClr val="tx1"/>
                </a:solidFill>
                <a:latin typeface="Comic Sans MS" panose="030F0902030302020204" pitchFamily="66" charset="0"/>
                <a:ea typeface="ＭＳ Ｐゴシック" panose="020B0600070205080204" pitchFamily="34" charset="-128"/>
              </a:defRPr>
            </a:lvl5pPr>
            <a:lvl6pPr marL="2514600" indent="-228600" defTabSz="966788" eaLnBrk="0" fontAlgn="base" hangingPunct="0">
              <a:spcBef>
                <a:spcPct val="0"/>
              </a:spcBef>
              <a:spcAft>
                <a:spcPct val="0"/>
              </a:spcAft>
              <a:defRPr i="1">
                <a:solidFill>
                  <a:schemeClr val="tx1"/>
                </a:solidFill>
                <a:latin typeface="Comic Sans MS" panose="030F0902030302020204" pitchFamily="66" charset="0"/>
                <a:ea typeface="ＭＳ Ｐゴシック" panose="020B0600070205080204" pitchFamily="34" charset="-128"/>
              </a:defRPr>
            </a:lvl6pPr>
            <a:lvl7pPr marL="2971800" indent="-228600" defTabSz="966788" eaLnBrk="0" fontAlgn="base" hangingPunct="0">
              <a:spcBef>
                <a:spcPct val="0"/>
              </a:spcBef>
              <a:spcAft>
                <a:spcPct val="0"/>
              </a:spcAft>
              <a:defRPr i="1">
                <a:solidFill>
                  <a:schemeClr val="tx1"/>
                </a:solidFill>
                <a:latin typeface="Comic Sans MS" panose="030F0902030302020204" pitchFamily="66" charset="0"/>
                <a:ea typeface="ＭＳ Ｐゴシック" panose="020B0600070205080204" pitchFamily="34" charset="-128"/>
              </a:defRPr>
            </a:lvl7pPr>
            <a:lvl8pPr marL="3429000" indent="-228600" defTabSz="966788" eaLnBrk="0" fontAlgn="base" hangingPunct="0">
              <a:spcBef>
                <a:spcPct val="0"/>
              </a:spcBef>
              <a:spcAft>
                <a:spcPct val="0"/>
              </a:spcAft>
              <a:defRPr i="1">
                <a:solidFill>
                  <a:schemeClr val="tx1"/>
                </a:solidFill>
                <a:latin typeface="Comic Sans MS" panose="030F0902030302020204" pitchFamily="66" charset="0"/>
                <a:ea typeface="ＭＳ Ｐゴシック" panose="020B0600070205080204" pitchFamily="34" charset="-128"/>
              </a:defRPr>
            </a:lvl8pPr>
            <a:lvl9pPr marL="3886200" indent="-228600" defTabSz="966788" eaLnBrk="0" fontAlgn="base" hangingPunct="0">
              <a:spcBef>
                <a:spcPct val="0"/>
              </a:spcBef>
              <a:spcAft>
                <a:spcPct val="0"/>
              </a:spcAft>
              <a:defRPr i="1">
                <a:solidFill>
                  <a:schemeClr val="tx1"/>
                </a:solidFill>
                <a:latin typeface="Comic Sans MS" panose="030F0902030302020204" pitchFamily="66" charset="0"/>
                <a:ea typeface="ＭＳ Ｐゴシック" panose="020B0600070205080204" pitchFamily="34" charset="-128"/>
              </a:defRPr>
            </a:lvl9pPr>
          </a:lstStyle>
          <a:p>
            <a:pPr marL="0" marR="0" lvl="0" indent="0" algn="r" defTabSz="966788" rtl="0" eaLnBrk="1" fontAlgn="auto" latinLnBrk="0" hangingPunct="1">
              <a:lnSpc>
                <a:spcPct val="100000"/>
              </a:lnSpc>
              <a:spcBef>
                <a:spcPts val="0"/>
              </a:spcBef>
              <a:spcAft>
                <a:spcPts val="0"/>
              </a:spcAft>
              <a:buClrTx/>
              <a:buSzTx/>
              <a:buFontTx/>
              <a:buNone/>
              <a:tabLst/>
              <a:defRPr/>
            </a:pPr>
            <a:fld id="{FD01C5E6-B56F-964B-93B1-4177C470C80A}" type="slidenum">
              <a:rPr kumimoji="0" lang="en-US" altLang="en-US" sz="1200" b="0" i="0" u="none" strike="noStrike" kern="1200" cap="none" spc="0" normalizeH="0" baseline="0" noProof="0" smtClean="0">
                <a:ln>
                  <a:noFill/>
                </a:ln>
                <a:solidFill>
                  <a:prstClr val="black"/>
                </a:solidFill>
                <a:effectLst/>
                <a:uLnTx/>
                <a:uFillTx/>
                <a:latin typeface="Times New Roman" panose="02020603050405020304" pitchFamily="18" charset="0"/>
                <a:ea typeface="ＭＳ Ｐゴシック" panose="020B0600070205080204" pitchFamily="34" charset="-128"/>
                <a:cs typeface="+mn-cs"/>
              </a:rPr>
              <a:pPr marL="0" marR="0" lvl="0" indent="0" algn="r" defTabSz="966788" rtl="0" eaLnBrk="1" fontAlgn="auto" latinLnBrk="0" hangingPunct="1">
                <a:lnSpc>
                  <a:spcPct val="100000"/>
                </a:lnSpc>
                <a:spcBef>
                  <a:spcPts val="0"/>
                </a:spcBef>
                <a:spcAft>
                  <a:spcPts val="0"/>
                </a:spcAft>
                <a:buClrTx/>
                <a:buSzTx/>
                <a:buFontTx/>
                <a:buNone/>
                <a:tabLst/>
                <a:defRPr/>
              </a:pPr>
              <a:t>32</a:t>
            </a:fld>
            <a:endParaRPr kumimoji="0" lang="en-US" altLang="en-US" sz="1200" b="0" i="0" u="none" strike="noStrike" kern="1200" cap="none" spc="0" normalizeH="0" baseline="0" noProof="0">
              <a:ln>
                <a:noFill/>
              </a:ln>
              <a:solidFill>
                <a:prstClr val="black"/>
              </a:solidFill>
              <a:effectLst/>
              <a:uLnTx/>
              <a:uFillTx/>
              <a:latin typeface="Times New Roman" panose="02020603050405020304" pitchFamily="18" charset="0"/>
              <a:ea typeface="ＭＳ Ｐゴシック" panose="020B0600070205080204" pitchFamily="34" charset="-128"/>
              <a:cs typeface="+mn-cs"/>
            </a:endParaRPr>
          </a:p>
        </p:txBody>
      </p:sp>
    </p:spTree>
    <p:extLst>
      <p:ext uri="{BB962C8B-B14F-4D97-AF65-F5344CB8AC3E}">
        <p14:creationId xmlns:p14="http://schemas.microsoft.com/office/powerpoint/2010/main" val="28704987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5" name="Slide Image Placeholder 1">
            <a:extLst>
              <a:ext uri="{FF2B5EF4-FFF2-40B4-BE49-F238E27FC236}">
                <a16:creationId xmlns:a16="http://schemas.microsoft.com/office/drawing/2014/main" id="{E95ABA7A-7FA1-9141-86A9-576F1995B111}"/>
              </a:ext>
            </a:extLst>
          </p:cNvPr>
          <p:cNvSpPr>
            <a:spLocks noGrp="1" noRot="1" noChangeAspect="1" noChangeArrowheads="1" noTextEdit="1"/>
          </p:cNvSpPr>
          <p:nvPr>
            <p:ph type="sldImg"/>
          </p:nvPr>
        </p:nvSpPr>
        <p:spPr>
          <a:ln/>
        </p:spPr>
      </p:sp>
      <p:sp>
        <p:nvSpPr>
          <p:cNvPr id="231426" name="Notes Placeholder 2">
            <a:extLst>
              <a:ext uri="{FF2B5EF4-FFF2-40B4-BE49-F238E27FC236}">
                <a16:creationId xmlns:a16="http://schemas.microsoft.com/office/drawing/2014/main" id="{A0B7D994-8E92-6449-91B4-4FA7AE033844}"/>
              </a:ext>
            </a:extLst>
          </p:cNvPr>
          <p:cNvSpPr>
            <a:spLocks noGrp="1" noChangeArrowheads="1"/>
          </p:cNvSpPr>
          <p:nvPr>
            <p:ph type="body" idx="1"/>
          </p:nvPr>
        </p:nvSpPr>
        <p:spPr>
          <a:noFill/>
        </p:spPr>
        <p:txBody>
          <a:bodyPr/>
          <a:lstStyle/>
          <a:p>
            <a:endParaRPr lang="en-US" altLang="en-US">
              <a:latin typeface="Times New Roman" panose="02020603050405020304" pitchFamily="18" charset="0"/>
              <a:ea typeface="ＭＳ Ｐゴシック" panose="020B0600070205080204" pitchFamily="34" charset="-128"/>
            </a:endParaRPr>
          </a:p>
        </p:txBody>
      </p:sp>
      <p:sp>
        <p:nvSpPr>
          <p:cNvPr id="231427" name="Slide Number Placeholder 3">
            <a:extLst>
              <a:ext uri="{FF2B5EF4-FFF2-40B4-BE49-F238E27FC236}">
                <a16:creationId xmlns:a16="http://schemas.microsoft.com/office/drawing/2014/main" id="{F6E09FB9-2BC9-674D-9429-EFC7DCD87BDE}"/>
              </a:ext>
            </a:extLst>
          </p:cNvPr>
          <p:cNvSpPr>
            <a:spLocks noGrp="1"/>
          </p:cNvSpPr>
          <p:nvPr>
            <p:ph type="sldNum" sz="quarter" idx="5"/>
          </p:nvPr>
        </p:nvSpPr>
        <p:spPr>
          <a:noFill/>
        </p:spPr>
        <p:txBody>
          <a:bodyPr/>
          <a:lstStyle>
            <a:lvl1pPr defTabSz="966788">
              <a:defRPr i="1">
                <a:solidFill>
                  <a:schemeClr val="tx1"/>
                </a:solidFill>
                <a:latin typeface="Comic Sans MS" panose="030F0902030302020204" pitchFamily="66" charset="0"/>
                <a:ea typeface="ＭＳ Ｐゴシック" panose="020B0600070205080204" pitchFamily="34" charset="-128"/>
              </a:defRPr>
            </a:lvl1pPr>
            <a:lvl2pPr marL="742950" indent="-285750" defTabSz="966788">
              <a:defRPr i="1">
                <a:solidFill>
                  <a:schemeClr val="tx1"/>
                </a:solidFill>
                <a:latin typeface="Comic Sans MS" panose="030F0902030302020204" pitchFamily="66" charset="0"/>
                <a:ea typeface="ＭＳ Ｐゴシック" panose="020B0600070205080204" pitchFamily="34" charset="-128"/>
              </a:defRPr>
            </a:lvl2pPr>
            <a:lvl3pPr marL="1143000" indent="-228600" defTabSz="966788">
              <a:defRPr i="1">
                <a:solidFill>
                  <a:schemeClr val="tx1"/>
                </a:solidFill>
                <a:latin typeface="Comic Sans MS" panose="030F0902030302020204" pitchFamily="66" charset="0"/>
                <a:ea typeface="ＭＳ Ｐゴシック" panose="020B0600070205080204" pitchFamily="34" charset="-128"/>
              </a:defRPr>
            </a:lvl3pPr>
            <a:lvl4pPr marL="1600200" indent="-228600" defTabSz="966788">
              <a:defRPr i="1">
                <a:solidFill>
                  <a:schemeClr val="tx1"/>
                </a:solidFill>
                <a:latin typeface="Comic Sans MS" panose="030F0902030302020204" pitchFamily="66" charset="0"/>
                <a:ea typeface="ＭＳ Ｐゴシック" panose="020B0600070205080204" pitchFamily="34" charset="-128"/>
              </a:defRPr>
            </a:lvl4pPr>
            <a:lvl5pPr marL="2057400" indent="-228600" defTabSz="966788">
              <a:defRPr i="1">
                <a:solidFill>
                  <a:schemeClr val="tx1"/>
                </a:solidFill>
                <a:latin typeface="Comic Sans MS" panose="030F0902030302020204" pitchFamily="66" charset="0"/>
                <a:ea typeface="ＭＳ Ｐゴシック" panose="020B0600070205080204" pitchFamily="34" charset="-128"/>
              </a:defRPr>
            </a:lvl5pPr>
            <a:lvl6pPr marL="2514600" indent="-228600" defTabSz="966788" eaLnBrk="0" fontAlgn="base" hangingPunct="0">
              <a:spcBef>
                <a:spcPct val="0"/>
              </a:spcBef>
              <a:spcAft>
                <a:spcPct val="0"/>
              </a:spcAft>
              <a:defRPr i="1">
                <a:solidFill>
                  <a:schemeClr val="tx1"/>
                </a:solidFill>
                <a:latin typeface="Comic Sans MS" panose="030F0902030302020204" pitchFamily="66" charset="0"/>
                <a:ea typeface="ＭＳ Ｐゴシック" panose="020B0600070205080204" pitchFamily="34" charset="-128"/>
              </a:defRPr>
            </a:lvl6pPr>
            <a:lvl7pPr marL="2971800" indent="-228600" defTabSz="966788" eaLnBrk="0" fontAlgn="base" hangingPunct="0">
              <a:spcBef>
                <a:spcPct val="0"/>
              </a:spcBef>
              <a:spcAft>
                <a:spcPct val="0"/>
              </a:spcAft>
              <a:defRPr i="1">
                <a:solidFill>
                  <a:schemeClr val="tx1"/>
                </a:solidFill>
                <a:latin typeface="Comic Sans MS" panose="030F0902030302020204" pitchFamily="66" charset="0"/>
                <a:ea typeface="ＭＳ Ｐゴシック" panose="020B0600070205080204" pitchFamily="34" charset="-128"/>
              </a:defRPr>
            </a:lvl7pPr>
            <a:lvl8pPr marL="3429000" indent="-228600" defTabSz="966788" eaLnBrk="0" fontAlgn="base" hangingPunct="0">
              <a:spcBef>
                <a:spcPct val="0"/>
              </a:spcBef>
              <a:spcAft>
                <a:spcPct val="0"/>
              </a:spcAft>
              <a:defRPr i="1">
                <a:solidFill>
                  <a:schemeClr val="tx1"/>
                </a:solidFill>
                <a:latin typeface="Comic Sans MS" panose="030F0902030302020204" pitchFamily="66" charset="0"/>
                <a:ea typeface="ＭＳ Ｐゴシック" panose="020B0600070205080204" pitchFamily="34" charset="-128"/>
              </a:defRPr>
            </a:lvl8pPr>
            <a:lvl9pPr marL="3886200" indent="-228600" defTabSz="966788" eaLnBrk="0" fontAlgn="base" hangingPunct="0">
              <a:spcBef>
                <a:spcPct val="0"/>
              </a:spcBef>
              <a:spcAft>
                <a:spcPct val="0"/>
              </a:spcAft>
              <a:defRPr i="1">
                <a:solidFill>
                  <a:schemeClr val="tx1"/>
                </a:solidFill>
                <a:latin typeface="Comic Sans MS" panose="030F0902030302020204" pitchFamily="66" charset="0"/>
                <a:ea typeface="ＭＳ Ｐゴシック" panose="020B0600070205080204" pitchFamily="34" charset="-128"/>
              </a:defRPr>
            </a:lvl9pPr>
          </a:lstStyle>
          <a:p>
            <a:fld id="{FD01C5E6-B56F-964B-93B1-4177C470C80A}" type="slidenum">
              <a:rPr lang="en-US" altLang="en-US" i="0" smtClean="0">
                <a:latin typeface="Times New Roman" panose="02020603050405020304" pitchFamily="18" charset="0"/>
              </a:rPr>
              <a:pPr/>
              <a:t>33</a:t>
            </a:fld>
            <a:endParaRPr lang="en-US" altLang="en-US" i="0">
              <a:latin typeface="Times New Roman" panose="02020603050405020304" pitchFamily="18" charset="0"/>
            </a:endParaRPr>
          </a:p>
        </p:txBody>
      </p:sp>
    </p:spTree>
    <p:extLst>
      <p:ext uri="{BB962C8B-B14F-4D97-AF65-F5344CB8AC3E}">
        <p14:creationId xmlns:p14="http://schemas.microsoft.com/office/powerpoint/2010/main" val="28085785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Slide Image Placeholder 1"/>
          <p:cNvSpPr>
            <a:spLocks noGrp="1" noRot="1" noChangeAspect="1" noTextEdit="1"/>
          </p:cNvSpPr>
          <p:nvPr>
            <p:ph type="sldImg"/>
          </p:nvPr>
        </p:nvSpPr>
        <p:spPr>
          <a:ln/>
        </p:spPr>
      </p:sp>
      <p:sp>
        <p:nvSpPr>
          <p:cNvPr id="59395" name="Notes Placeholder 2"/>
          <p:cNvSpPr>
            <a:spLocks noGrp="1"/>
          </p:cNvSpPr>
          <p:nvPr>
            <p:ph type="body" idx="1"/>
          </p:nvPr>
        </p:nvSpPr>
        <p:spPr>
          <a:noFill/>
          <a:ln/>
        </p:spPr>
        <p:txBody>
          <a:bodyPr/>
          <a:lstStyle/>
          <a:p>
            <a:endParaRPr lang="en-US"/>
          </a:p>
        </p:txBody>
      </p:sp>
      <p:sp>
        <p:nvSpPr>
          <p:cNvPr id="59396" name="Slide Number Placeholder 3"/>
          <p:cNvSpPr>
            <a:spLocks noGrp="1"/>
          </p:cNvSpPr>
          <p:nvPr>
            <p:ph type="sldNum" sz="quarter" idx="5"/>
          </p:nvPr>
        </p:nvSpPr>
        <p:spPr>
          <a:noFill/>
        </p:spPr>
        <p:txBody>
          <a:bodyPr/>
          <a:lstStyle/>
          <a:p>
            <a:fld id="{CF7FE32B-49B1-4B4C-8D7B-49E6B9E8CA5F}" type="slidenum">
              <a:rPr lang="en-US" smtClean="0"/>
              <a:pPr/>
              <a:t>35</a:t>
            </a:fld>
            <a:endParaRPr lang="en-US"/>
          </a:p>
        </p:txBody>
      </p:sp>
    </p:spTree>
    <p:extLst>
      <p:ext uri="{BB962C8B-B14F-4D97-AF65-F5344CB8AC3E}">
        <p14:creationId xmlns:p14="http://schemas.microsoft.com/office/powerpoint/2010/main" val="22029148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p:spPr>
        <p:txBody>
          <a:bodyPr/>
          <a:lstStyle/>
          <a:p>
            <a:endParaRPr lang="en-US"/>
          </a:p>
        </p:txBody>
      </p:sp>
      <p:sp>
        <p:nvSpPr>
          <p:cNvPr id="46084" name="Slide Number Placeholder 3"/>
          <p:cNvSpPr>
            <a:spLocks noGrp="1"/>
          </p:cNvSpPr>
          <p:nvPr>
            <p:ph type="sldNum" sz="quarter" idx="5"/>
          </p:nvPr>
        </p:nvSpPr>
        <p:spPr>
          <a:noFill/>
        </p:spPr>
        <p:txBody>
          <a:bodyPr/>
          <a:lstStyle/>
          <a:p>
            <a:fld id="{1D98C43E-A810-4783-A3C4-1183142D2676}" type="slidenum">
              <a:rPr lang="en-US" smtClean="0"/>
              <a:pPr/>
              <a:t>37</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p:spPr>
        <p:txBody>
          <a:bodyPr/>
          <a:lstStyle/>
          <a:p>
            <a:endParaRPr lang="en-US"/>
          </a:p>
        </p:txBody>
      </p:sp>
      <p:sp>
        <p:nvSpPr>
          <p:cNvPr id="47108" name="Slide Number Placeholder 3"/>
          <p:cNvSpPr>
            <a:spLocks noGrp="1"/>
          </p:cNvSpPr>
          <p:nvPr>
            <p:ph type="sldNum" sz="quarter" idx="5"/>
          </p:nvPr>
        </p:nvSpPr>
        <p:spPr>
          <a:noFill/>
        </p:spPr>
        <p:txBody>
          <a:bodyPr/>
          <a:lstStyle/>
          <a:p>
            <a:fld id="{02BD377C-D8AF-45C6-BFDF-25D92C08E2E6}" type="slidenum">
              <a:rPr lang="en-US" smtClean="0"/>
              <a:pPr/>
              <a:t>38</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p:spPr>
        <p:txBody>
          <a:bodyPr/>
          <a:lstStyle/>
          <a:p>
            <a:endParaRPr lang="en-US"/>
          </a:p>
        </p:txBody>
      </p:sp>
      <p:sp>
        <p:nvSpPr>
          <p:cNvPr id="48132" name="Slide Number Placeholder 3"/>
          <p:cNvSpPr>
            <a:spLocks noGrp="1"/>
          </p:cNvSpPr>
          <p:nvPr>
            <p:ph type="sldNum" sz="quarter" idx="5"/>
          </p:nvPr>
        </p:nvSpPr>
        <p:spPr>
          <a:noFill/>
        </p:spPr>
        <p:txBody>
          <a:bodyPr/>
          <a:lstStyle/>
          <a:p>
            <a:fld id="{C11044E8-C81F-4379-B06E-C2AF54E767EE}" type="slidenum">
              <a:rPr lang="en-US" smtClean="0"/>
              <a:pPr/>
              <a:t>41</a:t>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p:spPr>
        <p:txBody>
          <a:bodyPr/>
          <a:lstStyle/>
          <a:p>
            <a:endParaRPr lang="en-US"/>
          </a:p>
        </p:txBody>
      </p:sp>
      <p:sp>
        <p:nvSpPr>
          <p:cNvPr id="49156" name="Slide Number Placeholder 3"/>
          <p:cNvSpPr>
            <a:spLocks noGrp="1"/>
          </p:cNvSpPr>
          <p:nvPr>
            <p:ph type="sldNum" sz="quarter" idx="5"/>
          </p:nvPr>
        </p:nvSpPr>
        <p:spPr>
          <a:noFill/>
        </p:spPr>
        <p:txBody>
          <a:bodyPr/>
          <a:lstStyle/>
          <a:p>
            <a:fld id="{4F8BB5F5-A5FD-4D66-8D03-6F1F41DBDEAE}" type="slidenum">
              <a:rPr lang="en-US" smtClean="0"/>
              <a:pPr/>
              <a:t>42</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p:spPr>
        <p:txBody>
          <a:bodyPr/>
          <a:lstStyle/>
          <a:p>
            <a:endParaRPr lang="en-US"/>
          </a:p>
        </p:txBody>
      </p:sp>
      <p:sp>
        <p:nvSpPr>
          <p:cNvPr id="52228" name="Slide Number Placeholder 3"/>
          <p:cNvSpPr>
            <a:spLocks noGrp="1"/>
          </p:cNvSpPr>
          <p:nvPr>
            <p:ph type="sldNum" sz="quarter" idx="5"/>
          </p:nvPr>
        </p:nvSpPr>
        <p:spPr>
          <a:noFill/>
        </p:spPr>
        <p:txBody>
          <a:bodyPr/>
          <a:lstStyle/>
          <a:p>
            <a:fld id="{23C8B25A-481E-412D-AF5F-256B8081E9F4}" type="slidenum">
              <a:rPr lang="en-US" smtClean="0"/>
              <a:pPr/>
              <a:t>43</a:t>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Slide Image Placeholder 1"/>
          <p:cNvSpPr>
            <a:spLocks noGrp="1" noRot="1" noChangeAspect="1" noTextEdit="1"/>
          </p:cNvSpPr>
          <p:nvPr>
            <p:ph type="sldImg"/>
          </p:nvPr>
        </p:nvSpPr>
        <p:spPr>
          <a:ln/>
        </p:spPr>
      </p:sp>
      <p:sp>
        <p:nvSpPr>
          <p:cNvPr id="53251" name="Notes Placeholder 2"/>
          <p:cNvSpPr>
            <a:spLocks noGrp="1"/>
          </p:cNvSpPr>
          <p:nvPr>
            <p:ph type="body" idx="1"/>
          </p:nvPr>
        </p:nvSpPr>
        <p:spPr>
          <a:noFill/>
          <a:ln/>
        </p:spPr>
        <p:txBody>
          <a:bodyPr/>
          <a:lstStyle/>
          <a:p>
            <a:endParaRPr lang="en-US"/>
          </a:p>
        </p:txBody>
      </p:sp>
      <p:sp>
        <p:nvSpPr>
          <p:cNvPr id="53252" name="Slide Number Placeholder 3"/>
          <p:cNvSpPr>
            <a:spLocks noGrp="1"/>
          </p:cNvSpPr>
          <p:nvPr>
            <p:ph type="sldNum" sz="quarter" idx="5"/>
          </p:nvPr>
        </p:nvSpPr>
        <p:spPr>
          <a:noFill/>
        </p:spPr>
        <p:txBody>
          <a:bodyPr/>
          <a:lstStyle/>
          <a:p>
            <a:fld id="{924DB57F-4446-4C29-B5B2-D837A88ABE18}" type="slidenum">
              <a:rPr lang="en-US" smtClean="0"/>
              <a:pPr/>
              <a:t>44</a:t>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Slide Image Placeholder 1"/>
          <p:cNvSpPr>
            <a:spLocks noGrp="1" noRot="1" noChangeAspect="1" noTextEdit="1"/>
          </p:cNvSpPr>
          <p:nvPr>
            <p:ph type="sldImg"/>
          </p:nvPr>
        </p:nvSpPr>
        <p:spPr>
          <a:ln/>
        </p:spPr>
      </p:sp>
      <p:sp>
        <p:nvSpPr>
          <p:cNvPr id="54275" name="Notes Placeholder 2"/>
          <p:cNvSpPr>
            <a:spLocks noGrp="1"/>
          </p:cNvSpPr>
          <p:nvPr>
            <p:ph type="body" idx="1"/>
          </p:nvPr>
        </p:nvSpPr>
        <p:spPr>
          <a:noFill/>
          <a:ln/>
        </p:spPr>
        <p:txBody>
          <a:bodyPr/>
          <a:lstStyle/>
          <a:p>
            <a:endParaRPr lang="en-US"/>
          </a:p>
        </p:txBody>
      </p:sp>
      <p:sp>
        <p:nvSpPr>
          <p:cNvPr id="54276" name="Slide Number Placeholder 3"/>
          <p:cNvSpPr>
            <a:spLocks noGrp="1"/>
          </p:cNvSpPr>
          <p:nvPr>
            <p:ph type="sldNum" sz="quarter" idx="5"/>
          </p:nvPr>
        </p:nvSpPr>
        <p:spPr>
          <a:noFill/>
        </p:spPr>
        <p:txBody>
          <a:bodyPr/>
          <a:lstStyle/>
          <a:p>
            <a:fld id="{FAA1BC24-CB2E-41D7-95BF-D40D30A6744A}" type="slidenum">
              <a:rPr lang="en-US" smtClean="0"/>
              <a:pPr/>
              <a:t>45</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8" name="Slide Image Placeholder 1"/>
          <p:cNvSpPr>
            <a:spLocks noGrp="1" noRot="1" noChangeAspect="1" noTextEdit="1"/>
          </p:cNvSpPr>
          <p:nvPr>
            <p:ph type="sldImg"/>
          </p:nvPr>
        </p:nvSpPr>
        <p:spPr>
          <a:ln/>
        </p:spPr>
      </p:sp>
      <p:sp>
        <p:nvSpPr>
          <p:cNvPr id="55299" name="Notes Placeholder 2"/>
          <p:cNvSpPr>
            <a:spLocks noGrp="1"/>
          </p:cNvSpPr>
          <p:nvPr>
            <p:ph type="body" idx="1"/>
          </p:nvPr>
        </p:nvSpPr>
        <p:spPr>
          <a:noFill/>
          <a:ln/>
        </p:spPr>
        <p:txBody>
          <a:bodyPr/>
          <a:lstStyle/>
          <a:p>
            <a:endParaRPr lang="en-US"/>
          </a:p>
        </p:txBody>
      </p:sp>
      <p:sp>
        <p:nvSpPr>
          <p:cNvPr id="55300" name="Slide Number Placeholder 3"/>
          <p:cNvSpPr>
            <a:spLocks noGrp="1"/>
          </p:cNvSpPr>
          <p:nvPr>
            <p:ph type="sldNum" sz="quarter" idx="5"/>
          </p:nvPr>
        </p:nvSpPr>
        <p:spPr>
          <a:noFill/>
        </p:spPr>
        <p:txBody>
          <a:bodyPr/>
          <a:lstStyle/>
          <a:p>
            <a:fld id="{A9097625-25FF-47F2-AC70-10410FA02961}" type="slidenum">
              <a:rPr lang="en-US" smtClean="0"/>
              <a:pPr/>
              <a:t>46</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Slide Image Placeholder 1"/>
          <p:cNvSpPr>
            <a:spLocks noGrp="1" noRot="1" noChangeAspect="1" noTextEdit="1"/>
          </p:cNvSpPr>
          <p:nvPr>
            <p:ph type="sldImg"/>
          </p:nvPr>
        </p:nvSpPr>
        <p:spPr bwMode="auto">
          <a:noFill/>
          <a:ln>
            <a:solidFill>
              <a:srgbClr val="000000"/>
            </a:solidFill>
            <a:miter lim="800000"/>
            <a:headEnd/>
            <a:tailEnd/>
          </a:ln>
        </p:spPr>
      </p:sp>
      <p:sp>
        <p:nvSpPr>
          <p:cNvPr id="38915" name="Notes Placeholder 2"/>
          <p:cNvSpPr>
            <a:spLocks noGrp="1"/>
          </p:cNvSpPr>
          <p:nvPr>
            <p:ph type="body" idx="1"/>
          </p:nvPr>
        </p:nvSpPr>
        <p:spPr bwMode="auto">
          <a:noFill/>
        </p:spPr>
        <p:txBody>
          <a:bodyPr wrap="square" numCol="1" anchor="t" anchorCtr="0" compatLnSpc="1">
            <a:prstTxWarp prst="textNoShape">
              <a:avLst/>
            </a:prstTxWarp>
          </a:bodyPr>
          <a:lstStyle/>
          <a:p>
            <a:pPr eaLnBrk="1" hangingPunct="1">
              <a:spcBef>
                <a:spcPct val="0"/>
              </a:spcBef>
            </a:pPr>
            <a:endParaRPr lang="en-US"/>
          </a:p>
        </p:txBody>
      </p:sp>
      <p:sp>
        <p:nvSpPr>
          <p:cNvPr id="38916" name="Slide Number Placeholder 3"/>
          <p:cNvSpPr>
            <a:spLocks noGrp="1"/>
          </p:cNvSpPr>
          <p:nvPr>
            <p:ph type="sldNum" sz="quarter" idx="5"/>
          </p:nvPr>
        </p:nvSpPr>
        <p:spPr bwMode="auto">
          <a:ln>
            <a:miter lim="800000"/>
            <a:headEnd/>
            <a:tailEnd/>
          </a:ln>
        </p:spPr>
        <p:txBody>
          <a:bodyPr wrap="square" numCol="1" anchorCtr="0" compatLnSpc="1">
            <a:prstTxWarp prst="textNoShape">
              <a:avLst/>
            </a:prstTxWarp>
          </a:bodyPr>
          <a:lstStyle/>
          <a:p>
            <a:pPr fontAlgn="base">
              <a:spcBef>
                <a:spcPct val="0"/>
              </a:spcBef>
              <a:spcAft>
                <a:spcPct val="0"/>
              </a:spcAft>
              <a:defRPr/>
            </a:pPr>
            <a:fld id="{900FC6FA-AD53-45D4-A751-CA41A9D53518}" type="slidenum">
              <a:rPr lang="en-US" smtClean="0"/>
              <a:pPr fontAlgn="base">
                <a:spcBef>
                  <a:spcPct val="0"/>
                </a:spcBef>
                <a:spcAft>
                  <a:spcPct val="0"/>
                </a:spcAft>
                <a:defRPr/>
              </a:pPr>
              <a:t>47</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Slide Image Placeholder 1"/>
          <p:cNvSpPr>
            <a:spLocks noGrp="1" noRot="1" noChangeAspect="1" noTextEdit="1"/>
          </p:cNvSpPr>
          <p:nvPr>
            <p:ph type="sldImg"/>
          </p:nvPr>
        </p:nvSpPr>
        <p:spPr>
          <a:ln/>
        </p:spPr>
      </p:sp>
      <p:sp>
        <p:nvSpPr>
          <p:cNvPr id="57347" name="Notes Placeholder 2"/>
          <p:cNvSpPr>
            <a:spLocks noGrp="1"/>
          </p:cNvSpPr>
          <p:nvPr>
            <p:ph type="body" idx="1"/>
          </p:nvPr>
        </p:nvSpPr>
        <p:spPr>
          <a:noFill/>
          <a:ln/>
        </p:spPr>
        <p:txBody>
          <a:bodyPr/>
          <a:lstStyle/>
          <a:p>
            <a:endParaRPr lang="en-US"/>
          </a:p>
        </p:txBody>
      </p:sp>
      <p:sp>
        <p:nvSpPr>
          <p:cNvPr id="57348" name="Slide Number Placeholder 3"/>
          <p:cNvSpPr>
            <a:spLocks noGrp="1"/>
          </p:cNvSpPr>
          <p:nvPr>
            <p:ph type="sldNum" sz="quarter" idx="5"/>
          </p:nvPr>
        </p:nvSpPr>
        <p:spPr>
          <a:noFill/>
        </p:spPr>
        <p:txBody>
          <a:bodyPr/>
          <a:lstStyle/>
          <a:p>
            <a:fld id="{0ED84CB7-2695-497B-BEC2-EA5A6A104148}" type="slidenum">
              <a:rPr lang="en-US" smtClean="0"/>
              <a:pPr/>
              <a:t>49</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Slide Image Placeholder 1"/>
          <p:cNvSpPr>
            <a:spLocks noGrp="1" noRot="1" noChangeAspect="1" noTextEdit="1"/>
          </p:cNvSpPr>
          <p:nvPr>
            <p:ph type="sldImg"/>
          </p:nvPr>
        </p:nvSpPr>
        <p:spPr>
          <a:ln/>
        </p:spPr>
      </p:sp>
      <p:sp>
        <p:nvSpPr>
          <p:cNvPr id="58371" name="Notes Placeholder 2"/>
          <p:cNvSpPr>
            <a:spLocks noGrp="1"/>
          </p:cNvSpPr>
          <p:nvPr>
            <p:ph type="body" idx="1"/>
          </p:nvPr>
        </p:nvSpPr>
        <p:spPr>
          <a:noFill/>
          <a:ln/>
        </p:spPr>
        <p:txBody>
          <a:bodyPr/>
          <a:lstStyle/>
          <a:p>
            <a:endParaRPr lang="en-US"/>
          </a:p>
        </p:txBody>
      </p:sp>
      <p:sp>
        <p:nvSpPr>
          <p:cNvPr id="58372" name="Slide Number Placeholder 3"/>
          <p:cNvSpPr>
            <a:spLocks noGrp="1"/>
          </p:cNvSpPr>
          <p:nvPr>
            <p:ph type="sldNum" sz="quarter" idx="5"/>
          </p:nvPr>
        </p:nvSpPr>
        <p:spPr>
          <a:noFill/>
        </p:spPr>
        <p:txBody>
          <a:bodyPr/>
          <a:lstStyle/>
          <a:p>
            <a:fld id="{7188CA43-0355-4E11-8721-5105AE186933}" type="slidenum">
              <a:rPr lang="en-US" smtClean="0"/>
              <a:pPr/>
              <a:t>50</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Slide Image Placeholder 1"/>
          <p:cNvSpPr>
            <a:spLocks noGrp="1" noRot="1" noChangeAspect="1" noTextEdit="1"/>
          </p:cNvSpPr>
          <p:nvPr>
            <p:ph type="sldImg"/>
          </p:nvPr>
        </p:nvSpPr>
        <p:spPr>
          <a:ln/>
        </p:spPr>
      </p:sp>
      <p:sp>
        <p:nvSpPr>
          <p:cNvPr id="61443" name="Notes Placeholder 2"/>
          <p:cNvSpPr>
            <a:spLocks noGrp="1"/>
          </p:cNvSpPr>
          <p:nvPr>
            <p:ph type="body" idx="1"/>
          </p:nvPr>
        </p:nvSpPr>
        <p:spPr>
          <a:noFill/>
          <a:ln/>
        </p:spPr>
        <p:txBody>
          <a:bodyPr/>
          <a:lstStyle/>
          <a:p>
            <a:endParaRPr lang="en-US"/>
          </a:p>
        </p:txBody>
      </p:sp>
      <p:sp>
        <p:nvSpPr>
          <p:cNvPr id="61444" name="Slide Number Placeholder 3"/>
          <p:cNvSpPr>
            <a:spLocks noGrp="1"/>
          </p:cNvSpPr>
          <p:nvPr>
            <p:ph type="sldNum" sz="quarter" idx="5"/>
          </p:nvPr>
        </p:nvSpPr>
        <p:spPr>
          <a:noFill/>
        </p:spPr>
        <p:txBody>
          <a:bodyPr/>
          <a:lstStyle/>
          <a:p>
            <a:fld id="{082817DF-EBA7-4EF3-B8CF-FB8359E5FDEF}" type="slidenum">
              <a:rPr lang="en-US" smtClean="0"/>
              <a:pPr/>
              <a:t>54</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0" name="Slide Image Placeholder 1"/>
          <p:cNvSpPr>
            <a:spLocks noGrp="1" noRot="1" noChangeAspect="1" noTextEdit="1"/>
          </p:cNvSpPr>
          <p:nvPr>
            <p:ph type="sldImg"/>
          </p:nvPr>
        </p:nvSpPr>
        <p:spPr>
          <a:ln/>
        </p:spPr>
      </p:sp>
      <p:sp>
        <p:nvSpPr>
          <p:cNvPr id="63491" name="Notes Placeholder 2"/>
          <p:cNvSpPr>
            <a:spLocks noGrp="1"/>
          </p:cNvSpPr>
          <p:nvPr>
            <p:ph type="body" idx="1"/>
          </p:nvPr>
        </p:nvSpPr>
        <p:spPr>
          <a:noFill/>
          <a:ln/>
        </p:spPr>
        <p:txBody>
          <a:bodyPr/>
          <a:lstStyle/>
          <a:p>
            <a:endParaRPr lang="en-US"/>
          </a:p>
        </p:txBody>
      </p:sp>
      <p:sp>
        <p:nvSpPr>
          <p:cNvPr id="63492" name="Slide Number Placeholder 3"/>
          <p:cNvSpPr>
            <a:spLocks noGrp="1"/>
          </p:cNvSpPr>
          <p:nvPr>
            <p:ph type="sldNum" sz="quarter" idx="5"/>
          </p:nvPr>
        </p:nvSpPr>
        <p:spPr>
          <a:noFill/>
        </p:spPr>
        <p:txBody>
          <a:bodyPr/>
          <a:lstStyle/>
          <a:p>
            <a:fld id="{B5550541-2A1A-4697-8E61-1BBB586F78A7}" type="slidenum">
              <a:rPr lang="en-US" smtClean="0"/>
              <a:pPr/>
              <a:t>55</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Slide Image Placeholder 1"/>
          <p:cNvSpPr>
            <a:spLocks noGrp="1" noRot="1" noChangeAspect="1" noTextEdit="1"/>
          </p:cNvSpPr>
          <p:nvPr>
            <p:ph type="sldImg"/>
          </p:nvPr>
        </p:nvSpPr>
        <p:spPr>
          <a:ln/>
        </p:spPr>
      </p:sp>
      <p:sp>
        <p:nvSpPr>
          <p:cNvPr id="74755" name="Notes Placeholder 2"/>
          <p:cNvSpPr>
            <a:spLocks noGrp="1"/>
          </p:cNvSpPr>
          <p:nvPr>
            <p:ph type="body" idx="1"/>
          </p:nvPr>
        </p:nvSpPr>
        <p:spPr>
          <a:noFill/>
          <a:ln/>
        </p:spPr>
        <p:txBody>
          <a:bodyPr/>
          <a:lstStyle/>
          <a:p>
            <a:endParaRPr lang="en-US"/>
          </a:p>
        </p:txBody>
      </p:sp>
      <p:sp>
        <p:nvSpPr>
          <p:cNvPr id="74756" name="Slide Number Placeholder 3"/>
          <p:cNvSpPr>
            <a:spLocks noGrp="1"/>
          </p:cNvSpPr>
          <p:nvPr>
            <p:ph type="sldNum" sz="quarter" idx="5"/>
          </p:nvPr>
        </p:nvSpPr>
        <p:spPr>
          <a:noFill/>
        </p:spPr>
        <p:txBody>
          <a:bodyPr/>
          <a:lstStyle/>
          <a:p>
            <a:fld id="{F3965F0C-DB55-4E9B-A21B-5AD2F8539C63}" type="slidenum">
              <a:rPr lang="en-US" smtClean="0"/>
              <a:pPr/>
              <a:t>56</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Slide Image Placeholder 1"/>
          <p:cNvSpPr>
            <a:spLocks noGrp="1" noRot="1" noChangeAspect="1" noTextEdit="1"/>
          </p:cNvSpPr>
          <p:nvPr>
            <p:ph type="sldImg"/>
          </p:nvPr>
        </p:nvSpPr>
        <p:spPr>
          <a:ln/>
        </p:spPr>
      </p:sp>
      <p:sp>
        <p:nvSpPr>
          <p:cNvPr id="62467" name="Notes Placeholder 2"/>
          <p:cNvSpPr>
            <a:spLocks noGrp="1"/>
          </p:cNvSpPr>
          <p:nvPr>
            <p:ph type="body" idx="1"/>
          </p:nvPr>
        </p:nvSpPr>
        <p:spPr>
          <a:noFill/>
          <a:ln/>
        </p:spPr>
        <p:txBody>
          <a:bodyPr/>
          <a:lstStyle/>
          <a:p>
            <a:endParaRPr lang="en-US"/>
          </a:p>
        </p:txBody>
      </p:sp>
      <p:sp>
        <p:nvSpPr>
          <p:cNvPr id="62468" name="Slide Number Placeholder 3"/>
          <p:cNvSpPr>
            <a:spLocks noGrp="1"/>
          </p:cNvSpPr>
          <p:nvPr>
            <p:ph type="sldNum" sz="quarter" idx="5"/>
          </p:nvPr>
        </p:nvSpPr>
        <p:spPr>
          <a:noFill/>
        </p:spPr>
        <p:txBody>
          <a:bodyPr/>
          <a:lstStyle/>
          <a:p>
            <a:fld id="{3F6CD639-DE84-4BFE-9BB3-21692DE70565}" type="slidenum">
              <a:rPr lang="en-US" smtClean="0"/>
              <a:pPr/>
              <a:t>57</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30" name="Slide Image Placeholder 1"/>
          <p:cNvSpPr>
            <a:spLocks noGrp="1" noRot="1" noChangeAspect="1" noTextEdit="1"/>
          </p:cNvSpPr>
          <p:nvPr>
            <p:ph type="sldImg"/>
          </p:nvPr>
        </p:nvSpPr>
        <p:spPr>
          <a:ln/>
        </p:spPr>
      </p:sp>
      <p:sp>
        <p:nvSpPr>
          <p:cNvPr id="73731" name="Notes Placeholder 2"/>
          <p:cNvSpPr>
            <a:spLocks noGrp="1"/>
          </p:cNvSpPr>
          <p:nvPr>
            <p:ph type="body" idx="1"/>
          </p:nvPr>
        </p:nvSpPr>
        <p:spPr>
          <a:noFill/>
          <a:ln/>
        </p:spPr>
        <p:txBody>
          <a:bodyPr/>
          <a:lstStyle/>
          <a:p>
            <a:endParaRPr lang="en-US"/>
          </a:p>
        </p:txBody>
      </p:sp>
      <p:sp>
        <p:nvSpPr>
          <p:cNvPr id="73732" name="Slide Number Placeholder 3"/>
          <p:cNvSpPr>
            <a:spLocks noGrp="1"/>
          </p:cNvSpPr>
          <p:nvPr>
            <p:ph type="sldNum" sz="quarter" idx="5"/>
          </p:nvPr>
        </p:nvSpPr>
        <p:spPr>
          <a:noFill/>
        </p:spPr>
        <p:txBody>
          <a:bodyPr/>
          <a:lstStyle/>
          <a:p>
            <a:fld id="{533E1EE3-F804-49F8-A7FD-8F166EFC1931}" type="slidenum">
              <a:rPr lang="en-US" smtClean="0"/>
              <a:pPr/>
              <a:t>64</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8" name="Slide Image Placeholder 1"/>
          <p:cNvSpPr>
            <a:spLocks noGrp="1" noRot="1" noChangeAspect="1" noTextEdit="1"/>
          </p:cNvSpPr>
          <p:nvPr>
            <p:ph type="sldImg"/>
          </p:nvPr>
        </p:nvSpPr>
        <p:spPr>
          <a:ln/>
        </p:spPr>
      </p:sp>
      <p:sp>
        <p:nvSpPr>
          <p:cNvPr id="75779" name="Notes Placeholder 2"/>
          <p:cNvSpPr>
            <a:spLocks noGrp="1"/>
          </p:cNvSpPr>
          <p:nvPr>
            <p:ph type="body" idx="1"/>
          </p:nvPr>
        </p:nvSpPr>
        <p:spPr>
          <a:noFill/>
          <a:ln/>
        </p:spPr>
        <p:txBody>
          <a:bodyPr/>
          <a:lstStyle/>
          <a:p>
            <a:endParaRPr lang="en-US"/>
          </a:p>
        </p:txBody>
      </p:sp>
      <p:sp>
        <p:nvSpPr>
          <p:cNvPr id="75780" name="Slide Number Placeholder 3"/>
          <p:cNvSpPr>
            <a:spLocks noGrp="1"/>
          </p:cNvSpPr>
          <p:nvPr>
            <p:ph type="sldNum" sz="quarter" idx="5"/>
          </p:nvPr>
        </p:nvSpPr>
        <p:spPr>
          <a:noFill/>
        </p:spPr>
        <p:txBody>
          <a:bodyPr/>
          <a:lstStyle/>
          <a:p>
            <a:fld id="{C80A8B1A-BF3D-4625-8F4A-3C145B3217BE}" type="slidenum">
              <a:rPr lang="en-US" smtClean="0"/>
              <a:pPr/>
              <a:t>65</a:t>
            </a:fld>
            <a:endParaRPr lang="en-US"/>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Slide Image Placeholder 1"/>
          <p:cNvSpPr>
            <a:spLocks noGrp="1" noRot="1" noChangeAspect="1" noTextEdit="1"/>
          </p:cNvSpPr>
          <p:nvPr>
            <p:ph type="sldImg"/>
          </p:nvPr>
        </p:nvSpPr>
        <p:spPr>
          <a:ln/>
        </p:spPr>
      </p:sp>
      <p:sp>
        <p:nvSpPr>
          <p:cNvPr id="76803" name="Notes Placeholder 2"/>
          <p:cNvSpPr>
            <a:spLocks noGrp="1"/>
          </p:cNvSpPr>
          <p:nvPr>
            <p:ph type="body" idx="1"/>
          </p:nvPr>
        </p:nvSpPr>
        <p:spPr>
          <a:noFill/>
          <a:ln/>
        </p:spPr>
        <p:txBody>
          <a:bodyPr/>
          <a:lstStyle/>
          <a:p>
            <a:endParaRPr lang="en-US"/>
          </a:p>
        </p:txBody>
      </p:sp>
      <p:sp>
        <p:nvSpPr>
          <p:cNvPr id="76804" name="Slide Number Placeholder 3"/>
          <p:cNvSpPr>
            <a:spLocks noGrp="1"/>
          </p:cNvSpPr>
          <p:nvPr>
            <p:ph type="sldNum" sz="quarter" idx="5"/>
          </p:nvPr>
        </p:nvSpPr>
        <p:spPr>
          <a:noFill/>
        </p:spPr>
        <p:txBody>
          <a:bodyPr/>
          <a:lstStyle/>
          <a:p>
            <a:fld id="{E84CC824-7CC7-44A5-B09D-EDDB81EC3EB3}" type="slidenum">
              <a:rPr lang="en-US" smtClean="0"/>
              <a:pPr/>
              <a:t>66</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6" name="Slide Image Placeholder 1"/>
          <p:cNvSpPr>
            <a:spLocks noGrp="1" noRot="1" noChangeAspect="1" noTextEdit="1"/>
          </p:cNvSpPr>
          <p:nvPr>
            <p:ph type="sldImg"/>
          </p:nvPr>
        </p:nvSpPr>
        <p:spPr>
          <a:ln/>
        </p:spPr>
      </p:sp>
      <p:sp>
        <p:nvSpPr>
          <p:cNvPr id="77827" name="Notes Placeholder 2"/>
          <p:cNvSpPr>
            <a:spLocks noGrp="1"/>
          </p:cNvSpPr>
          <p:nvPr>
            <p:ph type="body" idx="1"/>
          </p:nvPr>
        </p:nvSpPr>
        <p:spPr>
          <a:noFill/>
          <a:ln/>
        </p:spPr>
        <p:txBody>
          <a:bodyPr/>
          <a:lstStyle/>
          <a:p>
            <a:endParaRPr lang="en-US"/>
          </a:p>
        </p:txBody>
      </p:sp>
      <p:sp>
        <p:nvSpPr>
          <p:cNvPr id="77828" name="Slide Number Placeholder 3"/>
          <p:cNvSpPr>
            <a:spLocks noGrp="1"/>
          </p:cNvSpPr>
          <p:nvPr>
            <p:ph type="sldNum" sz="quarter" idx="5"/>
          </p:nvPr>
        </p:nvSpPr>
        <p:spPr>
          <a:noFill/>
        </p:spPr>
        <p:txBody>
          <a:bodyPr/>
          <a:lstStyle/>
          <a:p>
            <a:fld id="{DDDFFBD1-28C8-4956-9644-A321DE3A291E}" type="slidenum">
              <a:rPr lang="en-US" smtClean="0"/>
              <a:pPr/>
              <a:t>67</a:t>
            </a:fld>
            <a:endParaRPr lang="en-US"/>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Slide Image Placeholder 1"/>
          <p:cNvSpPr>
            <a:spLocks noGrp="1" noRot="1" noChangeAspect="1" noTextEdit="1"/>
          </p:cNvSpPr>
          <p:nvPr>
            <p:ph type="sldImg"/>
          </p:nvPr>
        </p:nvSpPr>
        <p:spPr>
          <a:ln/>
        </p:spPr>
      </p:sp>
      <p:sp>
        <p:nvSpPr>
          <p:cNvPr id="78851" name="Notes Placeholder 2"/>
          <p:cNvSpPr>
            <a:spLocks noGrp="1"/>
          </p:cNvSpPr>
          <p:nvPr>
            <p:ph type="body" idx="1"/>
          </p:nvPr>
        </p:nvSpPr>
        <p:spPr>
          <a:noFill/>
          <a:ln/>
        </p:spPr>
        <p:txBody>
          <a:bodyPr/>
          <a:lstStyle/>
          <a:p>
            <a:endParaRPr lang="en-US"/>
          </a:p>
        </p:txBody>
      </p:sp>
      <p:sp>
        <p:nvSpPr>
          <p:cNvPr id="78852" name="Slide Number Placeholder 3"/>
          <p:cNvSpPr>
            <a:spLocks noGrp="1"/>
          </p:cNvSpPr>
          <p:nvPr>
            <p:ph type="sldNum" sz="quarter" idx="5"/>
          </p:nvPr>
        </p:nvSpPr>
        <p:spPr>
          <a:noFill/>
        </p:spPr>
        <p:txBody>
          <a:bodyPr/>
          <a:lstStyle/>
          <a:p>
            <a:fld id="{78B32258-306B-4AC3-8F4E-62CA12427F0B}" type="slidenum">
              <a:rPr lang="en-US" smtClean="0"/>
              <a:pPr/>
              <a:t>68</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Slide Image Placeholder 1"/>
          <p:cNvSpPr>
            <a:spLocks noGrp="1" noRot="1" noChangeAspect="1" noTextEdit="1"/>
          </p:cNvSpPr>
          <p:nvPr>
            <p:ph type="sldImg"/>
          </p:nvPr>
        </p:nvSpPr>
        <p:spPr>
          <a:ln/>
        </p:spPr>
      </p:sp>
      <p:sp>
        <p:nvSpPr>
          <p:cNvPr id="79875" name="Notes Placeholder 2"/>
          <p:cNvSpPr>
            <a:spLocks noGrp="1"/>
          </p:cNvSpPr>
          <p:nvPr>
            <p:ph type="body" idx="1"/>
          </p:nvPr>
        </p:nvSpPr>
        <p:spPr>
          <a:noFill/>
          <a:ln/>
        </p:spPr>
        <p:txBody>
          <a:bodyPr/>
          <a:lstStyle/>
          <a:p>
            <a:endParaRPr lang="en-US"/>
          </a:p>
        </p:txBody>
      </p:sp>
      <p:sp>
        <p:nvSpPr>
          <p:cNvPr id="79876" name="Slide Number Placeholder 3"/>
          <p:cNvSpPr>
            <a:spLocks noGrp="1"/>
          </p:cNvSpPr>
          <p:nvPr>
            <p:ph type="sldNum" sz="quarter" idx="5"/>
          </p:nvPr>
        </p:nvSpPr>
        <p:spPr>
          <a:noFill/>
        </p:spPr>
        <p:txBody>
          <a:bodyPr/>
          <a:lstStyle/>
          <a:p>
            <a:fld id="{CC1FCD21-5503-4807-8AD1-DF58FCC5134E}" type="slidenum">
              <a:rPr lang="en-US" smtClean="0"/>
              <a:pPr/>
              <a:t>69</a:t>
            </a:fld>
            <a:endParaRPr lang="en-US"/>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Slide Image Placeholder 1"/>
          <p:cNvSpPr>
            <a:spLocks noGrp="1" noRot="1" noChangeAspect="1" noTextEdit="1"/>
          </p:cNvSpPr>
          <p:nvPr>
            <p:ph type="sldImg"/>
          </p:nvPr>
        </p:nvSpPr>
        <p:spPr>
          <a:ln/>
        </p:spPr>
      </p:sp>
      <p:sp>
        <p:nvSpPr>
          <p:cNvPr id="80899" name="Notes Placeholder 2"/>
          <p:cNvSpPr>
            <a:spLocks noGrp="1"/>
          </p:cNvSpPr>
          <p:nvPr>
            <p:ph type="body" idx="1"/>
          </p:nvPr>
        </p:nvSpPr>
        <p:spPr>
          <a:noFill/>
          <a:ln/>
        </p:spPr>
        <p:txBody>
          <a:bodyPr/>
          <a:lstStyle/>
          <a:p>
            <a:endParaRPr lang="en-US"/>
          </a:p>
        </p:txBody>
      </p:sp>
      <p:sp>
        <p:nvSpPr>
          <p:cNvPr id="80900" name="Slide Number Placeholder 3"/>
          <p:cNvSpPr>
            <a:spLocks noGrp="1"/>
          </p:cNvSpPr>
          <p:nvPr>
            <p:ph type="sldNum" sz="quarter" idx="5"/>
          </p:nvPr>
        </p:nvSpPr>
        <p:spPr>
          <a:noFill/>
        </p:spPr>
        <p:txBody>
          <a:bodyPr/>
          <a:lstStyle/>
          <a:p>
            <a:fld id="{80424222-3D7B-43BB-970B-8AB13C6F162F}" type="slidenum">
              <a:rPr lang="en-US" smtClean="0"/>
              <a:pPr/>
              <a:t>70</a:t>
            </a:fld>
            <a:endParaRPr lang="en-US"/>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2" name="Slide Image Placeholder 1"/>
          <p:cNvSpPr>
            <a:spLocks noGrp="1" noRot="1" noChangeAspect="1" noTextEdit="1"/>
          </p:cNvSpPr>
          <p:nvPr>
            <p:ph type="sldImg"/>
          </p:nvPr>
        </p:nvSpPr>
        <p:spPr>
          <a:ln/>
        </p:spPr>
      </p:sp>
      <p:sp>
        <p:nvSpPr>
          <p:cNvPr id="81923" name="Notes Placeholder 2"/>
          <p:cNvSpPr>
            <a:spLocks noGrp="1"/>
          </p:cNvSpPr>
          <p:nvPr>
            <p:ph type="body" idx="1"/>
          </p:nvPr>
        </p:nvSpPr>
        <p:spPr>
          <a:noFill/>
          <a:ln/>
        </p:spPr>
        <p:txBody>
          <a:bodyPr/>
          <a:lstStyle/>
          <a:p>
            <a:endParaRPr lang="en-US"/>
          </a:p>
        </p:txBody>
      </p:sp>
      <p:sp>
        <p:nvSpPr>
          <p:cNvPr id="81924" name="Slide Number Placeholder 3"/>
          <p:cNvSpPr>
            <a:spLocks noGrp="1"/>
          </p:cNvSpPr>
          <p:nvPr>
            <p:ph type="sldNum" sz="quarter" idx="5"/>
          </p:nvPr>
        </p:nvSpPr>
        <p:spPr>
          <a:noFill/>
        </p:spPr>
        <p:txBody>
          <a:bodyPr/>
          <a:lstStyle/>
          <a:p>
            <a:fld id="{47436CEE-C4EC-49BC-AF6B-15DCFD13A8F4}" type="slidenum">
              <a:rPr lang="en-US" smtClean="0"/>
              <a:pPr/>
              <a:t>71</a:t>
            </a:fld>
            <a:endParaRPr lang="en-US"/>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normAutofit/>
          </a:bodyPr>
          <a:lstStyle/>
          <a:p>
            <a:r>
              <a:rPr lang="en-US" altLang="zh-TW" dirty="0"/>
              <a:t>packet flooding and ARP broadcasts</a:t>
            </a:r>
            <a:endParaRPr lang="zh-TW" altLang="en-US" dirty="0"/>
          </a:p>
        </p:txBody>
      </p:sp>
      <p:sp>
        <p:nvSpPr>
          <p:cNvPr id="4" name="投影片編號版面配置區 3"/>
          <p:cNvSpPr>
            <a:spLocks noGrp="1"/>
          </p:cNvSpPr>
          <p:nvPr>
            <p:ph type="sldNum" sz="quarter" idx="10"/>
          </p:nvPr>
        </p:nvSpPr>
        <p:spPr/>
        <p:txBody>
          <a:bodyPr/>
          <a:lstStyle/>
          <a:p>
            <a:pPr>
              <a:defRPr/>
            </a:pPr>
            <a:fld id="{3C96F6DB-FE24-4664-9928-DEF7449849ED}" type="slidenum">
              <a:rPr lang="zh-TW" altLang="en-US" smtClean="0"/>
              <a:pPr>
                <a:defRPr/>
              </a:pPr>
              <a:t>74</a:t>
            </a:fld>
            <a:endParaRPr lang="zh-TW" altLang="en-US"/>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Here is how VL2 addressing</a:t>
            </a:r>
            <a:r>
              <a:rPr lang="en-US" altLang="zh-CN" baseline="0" dirty="0"/>
              <a:t> and routing look like:</a:t>
            </a:r>
          </a:p>
          <a:p>
            <a:pPr marL="0" marR="0" indent="0" algn="l" defTabSz="914400" rtl="0" eaLnBrk="1" fontAlgn="auto" latinLnBrk="0" hangingPunct="1">
              <a:lnSpc>
                <a:spcPct val="100000"/>
              </a:lnSpc>
              <a:spcBef>
                <a:spcPts val="0"/>
              </a:spcBef>
              <a:spcAft>
                <a:spcPts val="0"/>
              </a:spcAft>
              <a:buClrTx/>
              <a:buSzTx/>
              <a:buFontTx/>
              <a:buNone/>
              <a:tabLst/>
              <a:defRPr/>
            </a:pPr>
            <a:r>
              <a:rPr lang="en-US" altLang="zh-CN" sz="1200" b="1" u="none" dirty="0">
                <a:solidFill>
                  <a:schemeClr val="accent1">
                    <a:lumMod val="75000"/>
                  </a:schemeClr>
                </a:solidFill>
                <a:latin typeface="+mn-lt"/>
              </a:rPr>
              <a:t>Switches run link-state routing and maintain only switch-level topology</a:t>
            </a:r>
          </a:p>
          <a:p>
            <a:endParaRPr lang="zh-CN" altLang="en-US" dirty="0"/>
          </a:p>
        </p:txBody>
      </p:sp>
      <p:sp>
        <p:nvSpPr>
          <p:cNvPr id="4" name="灯片编号占位符 3"/>
          <p:cNvSpPr>
            <a:spLocks noGrp="1"/>
          </p:cNvSpPr>
          <p:nvPr>
            <p:ph type="sldNum" sz="quarter" idx="10"/>
          </p:nvPr>
        </p:nvSpPr>
        <p:spPr/>
        <p:txBody>
          <a:bodyPr/>
          <a:lstStyle/>
          <a:p>
            <a:fld id="{B5FBEDA3-A0C6-423B-A086-F4402FB13F99}" type="slidenum">
              <a:rPr lang="zh-CN" altLang="en-US" smtClean="0"/>
              <a:pPr/>
              <a:t>81</a:t>
            </a:fld>
            <a:endParaRPr lang="zh-CN" altLang="en-US"/>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sz="1200" kern="1200" baseline="0" dirty="0">
                <a:solidFill>
                  <a:schemeClr val="tx1"/>
                </a:solidFill>
                <a:latin typeface="+mn-lt"/>
                <a:ea typeface="+mn-ea"/>
                <a:cs typeface="+mn-cs"/>
              </a:rPr>
              <a:t>To overcome hot-spot-free performance for arbitrary traffic matrices, VL2 uses two related mechanisms: VLB and ECMP…goals of both are similar — VLB distributes traffic across a set of inter-mediate nodes and ECMP distributes across equal-cost paths—but each is needed to overcome limitations in the other. VL2 uses flows, rather than packets, as the basic unit of traffic spreading and thus avoids out-of-order delivery.</a:t>
            </a:r>
            <a:endParaRPr lang="zh-CN" altLang="en-US" dirty="0"/>
          </a:p>
        </p:txBody>
      </p:sp>
      <p:sp>
        <p:nvSpPr>
          <p:cNvPr id="4" name="灯片编号占位符 3"/>
          <p:cNvSpPr>
            <a:spLocks noGrp="1"/>
          </p:cNvSpPr>
          <p:nvPr>
            <p:ph type="sldNum" sz="quarter" idx="10"/>
          </p:nvPr>
        </p:nvSpPr>
        <p:spPr/>
        <p:txBody>
          <a:bodyPr/>
          <a:lstStyle/>
          <a:p>
            <a:fld id="{B5FBEDA3-A0C6-423B-A086-F4402FB13F99}" type="slidenum">
              <a:rPr lang="zh-CN" altLang="en-US" smtClean="0"/>
              <a:pPr/>
              <a:t>82</a:t>
            </a:fld>
            <a:endParaRPr lang="zh-CN" altLang="en-US"/>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sz="1200" kern="1200" baseline="0" dirty="0">
                <a:solidFill>
                  <a:schemeClr val="tx1"/>
                </a:solidFill>
                <a:latin typeface="+mn-lt"/>
                <a:ea typeface="+mn-ea"/>
                <a:cs typeface="+mn-cs"/>
              </a:rPr>
              <a:t>VL2 consists of (1) a modest number (50-100 servers for 100K servers) of read-optimized, replicated directory servers that cache AA-to-LA mappings and handle queries fromVL2 agents, and (2) a small number (5-10 servers) of write-optimized, asynchronous replicated state machine (RSM) servers that offer a strongly consistent, reliable store of AA-to-LA mappings. The directory servers ensure low latency, high throughput, and high availability for a high lookup rate. Meanwhile, the RSM servers ensure strong consistency and durability.</a:t>
            </a:r>
            <a:endParaRPr lang="zh-CN" altLang="en-US" dirty="0"/>
          </a:p>
        </p:txBody>
      </p:sp>
      <p:sp>
        <p:nvSpPr>
          <p:cNvPr id="4" name="灯片编号占位符 3"/>
          <p:cNvSpPr>
            <a:spLocks noGrp="1"/>
          </p:cNvSpPr>
          <p:nvPr>
            <p:ph type="sldNum" sz="quarter" idx="10"/>
          </p:nvPr>
        </p:nvSpPr>
        <p:spPr/>
        <p:txBody>
          <a:bodyPr/>
          <a:lstStyle/>
          <a:p>
            <a:fld id="{B5FBEDA3-A0C6-423B-A086-F4402FB13F99}" type="slidenum">
              <a:rPr lang="zh-CN" altLang="en-US" smtClean="0"/>
              <a:pPr/>
              <a:t>84</a:t>
            </a:fld>
            <a:endParaRPr lang="zh-CN" altLang="en-US"/>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This figure shows the</a:t>
            </a:r>
            <a:r>
              <a:rPr lang="en-US" altLang="zh-CN" b="1" dirty="0"/>
              <a:t> </a:t>
            </a:r>
            <a:r>
              <a:rPr lang="en-US" altLang="zh-CN" sz="1200" b="0" kern="1200" baseline="0" dirty="0">
                <a:solidFill>
                  <a:schemeClr val="tx1"/>
                </a:solidFill>
                <a:latin typeface="+mn-lt"/>
                <a:ea typeface="+mn-ea"/>
                <a:cs typeface="+mn-cs"/>
              </a:rPr>
              <a:t>aggregate </a:t>
            </a:r>
            <a:r>
              <a:rPr lang="en-US" altLang="zh-CN" sz="1200" b="0" kern="1200" baseline="0" dirty="0" err="1">
                <a:solidFill>
                  <a:schemeClr val="tx1"/>
                </a:solidFill>
                <a:latin typeface="+mn-lt"/>
                <a:ea typeface="+mn-ea"/>
                <a:cs typeface="+mn-cs"/>
              </a:rPr>
              <a:t>goodput</a:t>
            </a:r>
            <a:r>
              <a:rPr lang="en-US" altLang="zh-CN" sz="1200" b="0" kern="1200" baseline="0" dirty="0">
                <a:solidFill>
                  <a:schemeClr val="tx1"/>
                </a:solidFill>
                <a:latin typeface="+mn-lt"/>
                <a:ea typeface="+mn-ea"/>
                <a:cs typeface="+mn-cs"/>
              </a:rPr>
              <a:t> during a 2.7TB shuffle among 75 servers.</a:t>
            </a:r>
          </a:p>
          <a:p>
            <a:pPr marL="0" marR="0" lvl="2"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altLang="zh-CN" sz="1200" b="0" kern="1200" baseline="0" dirty="0">
                <a:solidFill>
                  <a:schemeClr val="tx1"/>
                </a:solidFill>
                <a:latin typeface="+mn-lt"/>
                <a:ea typeface="+mn-ea"/>
                <a:cs typeface="+mn-cs"/>
              </a:rPr>
              <a:t>We can see that the </a:t>
            </a:r>
            <a:r>
              <a:rPr lang="en-US" altLang="zh-CN" dirty="0">
                <a:ea typeface="宋体" charset="-122"/>
              </a:rPr>
              <a:t>Maximal achievable </a:t>
            </a:r>
            <a:r>
              <a:rPr lang="en-US" altLang="zh-CN" dirty="0" err="1">
                <a:ea typeface="宋体" charset="-122"/>
              </a:rPr>
              <a:t>goodput</a:t>
            </a:r>
            <a:r>
              <a:rPr lang="en-US" altLang="zh-CN" dirty="0">
                <a:ea typeface="宋体" charset="-122"/>
              </a:rPr>
              <a:t> is 62.3, and </a:t>
            </a:r>
          </a:p>
          <a:p>
            <a:pPr marL="0" marR="0" lvl="2"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altLang="zh-CN" dirty="0">
                <a:ea typeface="宋体" charset="-122"/>
              </a:rPr>
              <a:t>VL2 network efficiency as 58.8/62.3 = 94%</a:t>
            </a:r>
          </a:p>
          <a:p>
            <a:pPr marL="0" marR="0" lvl="2" indent="0" algn="l" defTabSz="914400" rtl="0" eaLnBrk="1" fontAlgn="auto" latinLnBrk="0" hangingPunct="1">
              <a:lnSpc>
                <a:spcPct val="100000"/>
              </a:lnSpc>
              <a:spcBef>
                <a:spcPts val="0"/>
              </a:spcBef>
              <a:spcAft>
                <a:spcPts val="0"/>
              </a:spcAft>
              <a:buClrTx/>
              <a:buSzTx/>
              <a:buFontTx/>
              <a:buNone/>
              <a:tabLst/>
              <a:defRPr/>
            </a:pPr>
            <a:endParaRPr lang="en-US" altLang="zh-CN" dirty="0">
              <a:ea typeface="宋体" charset="-122"/>
            </a:endParaRPr>
          </a:p>
          <a:p>
            <a:endParaRPr lang="zh-CN" altLang="en-US" b="0" dirty="0"/>
          </a:p>
        </p:txBody>
      </p:sp>
      <p:sp>
        <p:nvSpPr>
          <p:cNvPr id="4" name="灯片编号占位符 3"/>
          <p:cNvSpPr>
            <a:spLocks noGrp="1"/>
          </p:cNvSpPr>
          <p:nvPr>
            <p:ph type="sldNum" sz="quarter" idx="10"/>
          </p:nvPr>
        </p:nvSpPr>
        <p:spPr/>
        <p:txBody>
          <a:bodyPr/>
          <a:lstStyle/>
          <a:p>
            <a:fld id="{B5FBEDA3-A0C6-423B-A086-F4402FB13F99}" type="slidenum">
              <a:rPr lang="zh-CN" altLang="en-US" smtClean="0"/>
              <a:pPr/>
              <a:t>87</a:t>
            </a:fld>
            <a:endParaRPr lang="zh-CN" altLang="en-US"/>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sz="2400" dirty="0">
                <a:ea typeface="宋体" charset="-122"/>
              </a:rPr>
              <a:t>But there are also some critiques:</a:t>
            </a:r>
          </a:p>
          <a:p>
            <a:pPr>
              <a:buFont typeface="Arial" pitchFamily="34" charset="0"/>
              <a:buChar char="•"/>
            </a:pPr>
            <a:r>
              <a:rPr lang="en-US" altLang="zh-CN" sz="2400" dirty="0">
                <a:ea typeface="宋体" charset="-122"/>
              </a:rPr>
              <a:t>The extra servers are needed to support the VL2 directory system,:</a:t>
            </a:r>
          </a:p>
          <a:p>
            <a:pPr lvl="1"/>
            <a:r>
              <a:rPr lang="en-US" altLang="zh-CN" sz="2000" dirty="0">
                <a:ea typeface="宋体" charset="-122"/>
              </a:rPr>
              <a:t>Brings more cost on devices</a:t>
            </a:r>
          </a:p>
          <a:p>
            <a:pPr lvl="1"/>
            <a:r>
              <a:rPr lang="en-US" altLang="zh-CN" sz="2000" dirty="0">
                <a:ea typeface="宋体" charset="-122"/>
              </a:rPr>
              <a:t>Hard to be implemented for data centers with tens of thousands of servers.</a:t>
            </a:r>
            <a:endParaRPr lang="en-US" altLang="zh-CN" sz="2400" dirty="0">
              <a:ea typeface="宋体" charset="-122"/>
            </a:endParaRPr>
          </a:p>
          <a:p>
            <a:pPr>
              <a:buFont typeface="Arial" pitchFamily="34" charset="0"/>
              <a:buChar char="•"/>
            </a:pPr>
            <a:r>
              <a:rPr lang="en-US" altLang="zh-CN" sz="2400" dirty="0">
                <a:ea typeface="宋体" charset="-122"/>
              </a:rPr>
              <a:t>All links and switches are working all the times, not power efficient</a:t>
            </a:r>
          </a:p>
          <a:p>
            <a:pPr>
              <a:buFont typeface="Arial" pitchFamily="34" charset="0"/>
              <a:buChar char="•"/>
            </a:pPr>
            <a:r>
              <a:rPr lang="en-US" altLang="zh-CN" sz="2400" dirty="0">
                <a:ea typeface="宋体" charset="-122"/>
              </a:rPr>
              <a:t>No evaluation of real time performance.</a:t>
            </a:r>
          </a:p>
          <a:p>
            <a:endParaRPr lang="zh-CN" altLang="en-US" dirty="0"/>
          </a:p>
        </p:txBody>
      </p:sp>
      <p:sp>
        <p:nvSpPr>
          <p:cNvPr id="4" name="灯片编号占位符 3"/>
          <p:cNvSpPr>
            <a:spLocks noGrp="1"/>
          </p:cNvSpPr>
          <p:nvPr>
            <p:ph type="sldNum" sz="quarter" idx="10"/>
          </p:nvPr>
        </p:nvSpPr>
        <p:spPr/>
        <p:txBody>
          <a:bodyPr/>
          <a:lstStyle/>
          <a:p>
            <a:fld id="{B5FBEDA3-A0C6-423B-A086-F4402FB13F99}" type="slidenum">
              <a:rPr lang="zh-CN" altLang="en-US" smtClean="0"/>
              <a:pPr/>
              <a:t>88</a:t>
            </a:fld>
            <a:endParaRPr lang="zh-CN" altLang="en-US"/>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Expensive high-end switches to scale up</a:t>
            </a:r>
          </a:p>
          <a:p>
            <a:pPr marL="342900" lvl="0" indent="-342900">
              <a:spcBef>
                <a:spcPct val="20000"/>
              </a:spcBef>
              <a:buFont typeface="Arial" pitchFamily="34" charset="0"/>
              <a:buChar char="•"/>
              <a:defRPr/>
            </a:pPr>
            <a:r>
              <a:rPr lang="en-US" altLang="zh-CN" sz="2400" dirty="0"/>
              <a:t>Single point of failure and bandwidth bottleneck</a:t>
            </a:r>
          </a:p>
          <a:p>
            <a:pPr marL="800100" lvl="1" indent="-342900">
              <a:spcBef>
                <a:spcPct val="20000"/>
              </a:spcBef>
              <a:buFont typeface="Calibri" pitchFamily="34" charset="0"/>
              <a:buChar char="–"/>
              <a:defRPr/>
            </a:pPr>
            <a:r>
              <a:rPr kumimoji="0" lang="en-US" altLang="zh-CN" sz="2400" b="0" i="0" u="none" strike="noStrike" kern="1200" cap="none" spc="0" normalizeH="0" baseline="0" noProof="0" dirty="0">
                <a:ln>
                  <a:noFill/>
                </a:ln>
                <a:solidFill>
                  <a:schemeClr val="tx1"/>
                </a:solidFill>
                <a:effectLst/>
                <a:uLnTx/>
                <a:uFillTx/>
                <a:latin typeface="+mn-lt"/>
                <a:ea typeface="+mn-ea"/>
                <a:cs typeface="+mn-cs"/>
              </a:rPr>
              <a:t>Experiences</a:t>
            </a:r>
            <a:r>
              <a:rPr kumimoji="0" lang="en-US" altLang="zh-CN" sz="2400" b="0" i="0" u="none" strike="noStrike" kern="1200" cap="none" spc="0" normalizeH="0" noProof="0" dirty="0">
                <a:ln>
                  <a:noFill/>
                </a:ln>
                <a:solidFill>
                  <a:schemeClr val="tx1"/>
                </a:solidFill>
                <a:effectLst/>
                <a:uLnTx/>
                <a:uFillTx/>
                <a:latin typeface="+mn-lt"/>
                <a:ea typeface="+mn-ea"/>
                <a:cs typeface="+mn-cs"/>
              </a:rPr>
              <a:t> from real systems</a:t>
            </a:r>
            <a:endParaRPr kumimoji="0" lang="en-US" altLang="zh-CN" sz="2400" b="0" i="0" u="none" strike="noStrike" kern="1200" cap="none" spc="0" normalizeH="0" baseline="0" noProof="0" dirty="0">
              <a:ln>
                <a:noFill/>
              </a:ln>
              <a:solidFill>
                <a:schemeClr val="tx1"/>
              </a:solidFill>
              <a:effectLst/>
              <a:uLnTx/>
              <a:uFillTx/>
              <a:latin typeface="+mn-lt"/>
              <a:ea typeface="+mn-ea"/>
              <a:cs typeface="+mn-cs"/>
            </a:endParaRPr>
          </a:p>
          <a:p>
            <a:endParaRPr lang="zh-CN" altLang="en-US" dirty="0"/>
          </a:p>
        </p:txBody>
      </p:sp>
      <p:sp>
        <p:nvSpPr>
          <p:cNvPr id="4" name="灯片编号占位符 3"/>
          <p:cNvSpPr>
            <a:spLocks noGrp="1"/>
          </p:cNvSpPr>
          <p:nvPr>
            <p:ph type="sldNum" sz="quarter" idx="10"/>
          </p:nvPr>
        </p:nvSpPr>
        <p:spPr/>
        <p:txBody>
          <a:bodyPr/>
          <a:lstStyle/>
          <a:p>
            <a:fld id="{B5FBEDA3-A0C6-423B-A086-F4402FB13F99}" type="slidenum">
              <a:rPr lang="zh-CN" altLang="en-US" smtClean="0"/>
              <a:pPr/>
              <a:t>90</a:t>
            </a:fld>
            <a:endParaRPr lang="zh-CN" altLang="en-US"/>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r>
              <a:rPr lang="en-US" altLang="zh-CN" dirty="0"/>
              <a:t>The basic ideas of</a:t>
            </a:r>
            <a:r>
              <a:rPr lang="en-US" altLang="zh-CN" baseline="0" dirty="0"/>
              <a:t> </a:t>
            </a:r>
            <a:r>
              <a:rPr lang="en-US" altLang="zh-CN" baseline="0" dirty="0" err="1"/>
              <a:t>DCell</a:t>
            </a:r>
            <a:r>
              <a:rPr lang="en-US" altLang="zh-CN" baseline="0" dirty="0"/>
              <a:t> can be summarized as follows:</a:t>
            </a:r>
          </a:p>
          <a:p>
            <a:pPr lvl="0">
              <a:buClrTx/>
              <a:buSzTx/>
              <a:buFont typeface="Arial" pitchFamily="34" charset="0"/>
              <a:buChar char="•"/>
              <a:defRPr/>
            </a:pPr>
            <a:r>
              <a:rPr lang="en-US" altLang="zh-CN" dirty="0">
                <a:solidFill>
                  <a:srgbClr val="00B050"/>
                </a:solidFill>
              </a:rPr>
              <a:t>#1: </a:t>
            </a:r>
            <a:r>
              <a:rPr lang="en-US" altLang="zh-CN" dirty="0"/>
              <a:t>Use mini-switches to scale out </a:t>
            </a:r>
          </a:p>
          <a:p>
            <a:pPr lvl="0">
              <a:buClrTx/>
              <a:buSzTx/>
              <a:buFont typeface="Arial" pitchFamily="34" charset="0"/>
              <a:buChar char="•"/>
              <a:defRPr/>
            </a:pPr>
            <a:r>
              <a:rPr lang="en-US" altLang="zh-CN" dirty="0">
                <a:solidFill>
                  <a:srgbClr val="00B050"/>
                </a:solidFill>
              </a:rPr>
              <a:t> #2: </a:t>
            </a:r>
            <a:r>
              <a:rPr lang="en-US" altLang="zh-CN" dirty="0"/>
              <a:t>Leverage servers be part of the routing infrastructure</a:t>
            </a:r>
          </a:p>
          <a:p>
            <a:pPr lvl="1">
              <a:buClrTx/>
              <a:buSzTx/>
              <a:buFont typeface="Arial" pitchFamily="34" charset="0"/>
              <a:buChar char="–"/>
              <a:defRPr/>
            </a:pPr>
            <a:r>
              <a:rPr lang="en-US" altLang="zh-CN" dirty="0"/>
              <a:t> Servers have multiple ports and need to forward packets</a:t>
            </a:r>
          </a:p>
          <a:p>
            <a:pPr lvl="0">
              <a:buClrTx/>
              <a:buSzTx/>
              <a:buFont typeface="Arial" pitchFamily="34" charset="0"/>
              <a:buChar char="•"/>
              <a:defRPr/>
            </a:pPr>
            <a:r>
              <a:rPr lang="en-US" altLang="zh-CN" dirty="0">
                <a:solidFill>
                  <a:srgbClr val="00B050"/>
                </a:solidFill>
              </a:rPr>
              <a:t> #3: </a:t>
            </a:r>
            <a:r>
              <a:rPr lang="en-US" altLang="zh-CN" dirty="0"/>
              <a:t>Use recursion to scale and build complete graph to increase capacity</a:t>
            </a:r>
          </a:p>
          <a:p>
            <a:endParaRPr lang="zh-CN" altLang="en-US" dirty="0"/>
          </a:p>
        </p:txBody>
      </p:sp>
      <p:sp>
        <p:nvSpPr>
          <p:cNvPr id="4" name="灯片编号占位符 3"/>
          <p:cNvSpPr>
            <a:spLocks noGrp="1"/>
          </p:cNvSpPr>
          <p:nvPr>
            <p:ph type="sldNum" sz="quarter" idx="10"/>
          </p:nvPr>
        </p:nvSpPr>
        <p:spPr/>
        <p:txBody>
          <a:bodyPr/>
          <a:lstStyle/>
          <a:p>
            <a:fld id="{B5FBEDA3-A0C6-423B-A086-F4402FB13F99}" type="slidenum">
              <a:rPr lang="zh-CN" altLang="en-US" smtClean="0"/>
              <a:pPr/>
              <a:t>91</a:t>
            </a:fld>
            <a:endParaRPr lang="zh-CN" altLang="en-US"/>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a:t>This slide show the </a:t>
            </a:r>
            <a:r>
              <a:rPr lang="en-US" baseline="0" dirty="0" err="1"/>
              <a:t>Dcell</a:t>
            </a:r>
            <a:r>
              <a:rPr lang="en-US" baseline="0" dirty="0"/>
              <a:t> architecture and the procedure to build a </a:t>
            </a:r>
            <a:r>
              <a:rPr lang="en-US" baseline="0" dirty="0" err="1"/>
              <a:t>DCell</a:t>
            </a:r>
            <a:r>
              <a:rPr lang="en-US" baseline="0" dirty="0"/>
              <a:t> network.</a:t>
            </a:r>
          </a:p>
        </p:txBody>
      </p:sp>
      <p:sp>
        <p:nvSpPr>
          <p:cNvPr id="4" name="Slide Number Placeholder 3"/>
          <p:cNvSpPr>
            <a:spLocks noGrp="1"/>
          </p:cNvSpPr>
          <p:nvPr>
            <p:ph type="sldNum" sz="quarter" idx="10"/>
          </p:nvPr>
        </p:nvSpPr>
        <p:spPr/>
        <p:txBody>
          <a:bodyPr/>
          <a:lstStyle/>
          <a:p>
            <a:fld id="{CCA44389-D95C-4074-8E6E-11EC3FC00AA9}" type="slidenum">
              <a:rPr lang="en-US" smtClean="0"/>
              <a:pPr/>
              <a:t>92</a:t>
            </a:fld>
            <a:endParaRPr lang="en-US"/>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a:t>The design of </a:t>
            </a:r>
            <a:r>
              <a:rPr lang="en-US" baseline="0" dirty="0" err="1"/>
              <a:t>BCube</a:t>
            </a:r>
            <a:r>
              <a:rPr lang="en-US" baseline="0" dirty="0"/>
              <a:t> is to meet the following goals: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altLang="zh-CN" dirty="0"/>
              <a:t>High network capacity for various traffic patterns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altLang="zh-CN" dirty="0"/>
              <a:t>Only use low-end, commodity switches</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altLang="zh-CN" dirty="0"/>
              <a:t>Graceful performance degradation</a:t>
            </a:r>
          </a:p>
          <a:p>
            <a:pPr marL="0" marR="0" indent="0" algn="l" defTabSz="914400" rtl="0" eaLnBrk="1" fontAlgn="auto" latinLnBrk="0" hangingPunct="1">
              <a:lnSpc>
                <a:spcPct val="100000"/>
              </a:lnSpc>
              <a:spcBef>
                <a:spcPts val="0"/>
              </a:spcBef>
              <a:spcAft>
                <a:spcPts val="0"/>
              </a:spcAft>
              <a:buClrTx/>
              <a:buSzTx/>
              <a:buFont typeface="Arial" pitchFamily="34" charset="0"/>
              <a:buNone/>
              <a:tabLst/>
              <a:defRPr/>
            </a:pPr>
            <a:endParaRPr lang="en-US" altLang="zh-CN" dirty="0"/>
          </a:p>
          <a:p>
            <a:endParaRPr lang="en-US" baseline="0" dirty="0"/>
          </a:p>
        </p:txBody>
      </p:sp>
      <p:sp>
        <p:nvSpPr>
          <p:cNvPr id="4" name="Slide Number Placeholder 3"/>
          <p:cNvSpPr>
            <a:spLocks noGrp="1"/>
          </p:cNvSpPr>
          <p:nvPr>
            <p:ph type="sldNum" sz="quarter" idx="10"/>
          </p:nvPr>
        </p:nvSpPr>
        <p:spPr/>
        <p:txBody>
          <a:bodyPr/>
          <a:lstStyle/>
          <a:p>
            <a:fld id="{931B5C69-5FC5-464A-867E-66740EC5255F}" type="slidenum">
              <a:rPr lang="en-US" smtClean="0"/>
              <a:pPr/>
              <a:t>94</a:t>
            </a:fld>
            <a:endParaRPr lang="en-US"/>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a:t>This slide shows the </a:t>
            </a:r>
            <a:r>
              <a:rPr lang="en-US" baseline="0" dirty="0" err="1"/>
              <a:t>Bcube</a:t>
            </a:r>
            <a:r>
              <a:rPr lang="en-US" baseline="0" dirty="0"/>
              <a:t> structure.</a:t>
            </a:r>
          </a:p>
          <a:p>
            <a:endParaRPr lang="en-US" baseline="0" dirty="0"/>
          </a:p>
          <a:p>
            <a:r>
              <a:rPr lang="en-US" altLang="zh-CN" sz="1200" kern="1200" baseline="0" dirty="0" err="1">
                <a:solidFill>
                  <a:schemeClr val="tx1"/>
                </a:solidFill>
                <a:latin typeface="+mn-lt"/>
                <a:ea typeface="+mn-ea"/>
                <a:cs typeface="+mn-cs"/>
              </a:rPr>
              <a:t>BCube</a:t>
            </a:r>
            <a:r>
              <a:rPr lang="en-US" altLang="zh-CN" sz="1200" kern="1200" baseline="0" dirty="0">
                <a:solidFill>
                  <a:schemeClr val="tx1"/>
                </a:solidFill>
                <a:latin typeface="+mn-lt"/>
                <a:ea typeface="+mn-ea"/>
                <a:cs typeface="+mn-cs"/>
              </a:rPr>
              <a:t> is a recursively defined structure</a:t>
            </a:r>
            <a:endParaRPr lang="en-US" baseline="0" dirty="0"/>
          </a:p>
          <a:p>
            <a:endParaRPr lang="en-US" baseline="0" dirty="0"/>
          </a:p>
          <a:p>
            <a:r>
              <a:rPr lang="en-US" altLang="zh-CN" sz="1200" kern="1200" baseline="0" dirty="0">
                <a:solidFill>
                  <a:schemeClr val="tx1"/>
                </a:solidFill>
                <a:latin typeface="+mn-lt"/>
                <a:ea typeface="+mn-ea"/>
                <a:cs typeface="+mn-cs"/>
              </a:rPr>
              <a:t>There are two types of devices in </a:t>
            </a:r>
            <a:r>
              <a:rPr lang="en-US" altLang="zh-CN" sz="1200" kern="1200" baseline="0" dirty="0" err="1">
                <a:solidFill>
                  <a:schemeClr val="tx1"/>
                </a:solidFill>
                <a:latin typeface="+mn-lt"/>
                <a:ea typeface="+mn-ea"/>
                <a:cs typeface="+mn-cs"/>
              </a:rPr>
              <a:t>BCube</a:t>
            </a:r>
            <a:r>
              <a:rPr lang="en-US" altLang="zh-CN" sz="1200" kern="1200" baseline="0" dirty="0">
                <a:solidFill>
                  <a:schemeClr val="tx1"/>
                </a:solidFill>
                <a:latin typeface="+mn-lt"/>
                <a:ea typeface="+mn-ea"/>
                <a:cs typeface="+mn-cs"/>
              </a:rPr>
              <a:t>: Servers with multiple ports, and switches that connect a constant number of servers.</a:t>
            </a:r>
            <a:endParaRPr lang="en-US" baseline="0" dirty="0"/>
          </a:p>
          <a:p>
            <a:endParaRPr lang="en-US" baseline="0" dirty="0"/>
          </a:p>
        </p:txBody>
      </p:sp>
      <p:sp>
        <p:nvSpPr>
          <p:cNvPr id="4" name="Slide Number Placeholder 3"/>
          <p:cNvSpPr>
            <a:spLocks noGrp="1"/>
          </p:cNvSpPr>
          <p:nvPr>
            <p:ph type="sldNum" sz="quarter" idx="10"/>
          </p:nvPr>
        </p:nvSpPr>
        <p:spPr/>
        <p:txBody>
          <a:bodyPr/>
          <a:lstStyle/>
          <a:p>
            <a:fld id="{931B5C69-5FC5-464A-867E-66740EC5255F}" type="slidenum">
              <a:rPr lang="en-US" smtClean="0"/>
              <a:pPr/>
              <a:t>95</a:t>
            </a:fld>
            <a:endParaRPr lang="en-US"/>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baseline="0" dirty="0" err="1"/>
              <a:t>Bcube</a:t>
            </a:r>
            <a:r>
              <a:rPr lang="en-US" baseline="0" dirty="0"/>
              <a:t> is a server centric network.</a:t>
            </a:r>
          </a:p>
          <a:p>
            <a:endParaRPr lang="en-US" baseline="0" dirty="0"/>
          </a:p>
          <a:p>
            <a:r>
              <a:rPr lang="en-US" baseline="0" dirty="0"/>
              <a:t>In </a:t>
            </a:r>
            <a:r>
              <a:rPr lang="en-US" baseline="0" dirty="0" err="1"/>
              <a:t>Bcube</a:t>
            </a:r>
            <a:r>
              <a:rPr lang="en-US" baseline="0" dirty="0"/>
              <a:t>:</a:t>
            </a:r>
          </a:p>
          <a:p>
            <a:pPr>
              <a:buFont typeface="Arial" pitchFamily="34" charset="0"/>
              <a:buChar char="•"/>
            </a:pPr>
            <a:r>
              <a:rPr lang="en-US" altLang="zh-CN" sz="1200" dirty="0"/>
              <a:t>Switches never</a:t>
            </a:r>
            <a:r>
              <a:rPr lang="en-US" altLang="zh-CN" sz="1200" b="1" i="1" dirty="0">
                <a:solidFill>
                  <a:srgbClr val="00B050"/>
                </a:solidFill>
              </a:rPr>
              <a:t> </a:t>
            </a:r>
            <a:r>
              <a:rPr lang="en-US" altLang="zh-CN" sz="1200" dirty="0"/>
              <a:t>connect to other switches and only act as L2 </a:t>
            </a:r>
            <a:r>
              <a:rPr lang="en-US" altLang="zh-CN" sz="1200" i="1" dirty="0"/>
              <a:t>crossbars</a:t>
            </a:r>
          </a:p>
          <a:p>
            <a:pPr marL="0" marR="0" lvl="1"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altLang="zh-CN" sz="3200" dirty="0"/>
              <a:t> Servers control routing,  load balancing, fault-tolerance </a:t>
            </a:r>
          </a:p>
          <a:p>
            <a:pPr>
              <a:buFont typeface="Arial" pitchFamily="34" charset="0"/>
              <a:buNone/>
            </a:pPr>
            <a:endParaRPr lang="en-US" baseline="0" dirty="0"/>
          </a:p>
        </p:txBody>
      </p:sp>
      <p:sp>
        <p:nvSpPr>
          <p:cNvPr id="4" name="Slide Number Placeholder 3"/>
          <p:cNvSpPr>
            <a:spLocks noGrp="1"/>
          </p:cNvSpPr>
          <p:nvPr>
            <p:ph type="sldNum" sz="quarter" idx="10"/>
          </p:nvPr>
        </p:nvSpPr>
        <p:spPr/>
        <p:txBody>
          <a:bodyPr/>
          <a:lstStyle/>
          <a:p>
            <a:fld id="{931B5C69-5FC5-464A-867E-66740EC5255F}" type="slidenum">
              <a:rPr lang="en-US" smtClean="0"/>
              <a:pPr/>
              <a:t>96</a:t>
            </a:fld>
            <a:endParaRPr lang="en-US"/>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This slide</a:t>
            </a:r>
            <a:r>
              <a:rPr lang="en-US" baseline="0" dirty="0"/>
              <a:t> shows the multi-paths for one-to-one traffic in </a:t>
            </a:r>
            <a:r>
              <a:rPr lang="en-US" baseline="0" dirty="0" err="1"/>
              <a:t>Bcube</a:t>
            </a:r>
            <a:r>
              <a:rPr lang="en-US" baseline="0" dirty="0"/>
              <a:t>.</a:t>
            </a:r>
          </a:p>
          <a:p>
            <a:endParaRPr lang="en-US" baseline="0" dirty="0"/>
          </a:p>
          <a:p>
            <a:r>
              <a:rPr lang="en-US" altLang="zh-CN" sz="1200" kern="1200" baseline="0" dirty="0">
                <a:solidFill>
                  <a:schemeClr val="tx1"/>
                </a:solidFill>
                <a:latin typeface="+mn-lt"/>
                <a:ea typeface="+mn-ea"/>
                <a:cs typeface="+mn-cs"/>
              </a:rPr>
              <a:t>Two </a:t>
            </a:r>
            <a:r>
              <a:rPr lang="en-US" altLang="zh-CN" sz="1200" i="1" kern="1200" baseline="0" dirty="0">
                <a:solidFill>
                  <a:schemeClr val="tx1"/>
                </a:solidFill>
                <a:latin typeface="+mn-lt"/>
                <a:ea typeface="+mn-ea"/>
                <a:cs typeface="+mn-cs"/>
              </a:rPr>
              <a:t>parallel paths between a source server and a </a:t>
            </a:r>
            <a:r>
              <a:rPr lang="en-US" altLang="zh-CN" sz="1200" i="1" kern="1200" baseline="0" dirty="0" err="1">
                <a:solidFill>
                  <a:schemeClr val="tx1"/>
                </a:solidFill>
                <a:latin typeface="+mn-lt"/>
                <a:ea typeface="+mn-ea"/>
                <a:cs typeface="+mn-cs"/>
              </a:rPr>
              <a:t>destina</a:t>
            </a:r>
            <a:r>
              <a:rPr lang="en-US" altLang="zh-CN" sz="1200" i="1" kern="1200" baseline="0" dirty="0">
                <a:solidFill>
                  <a:schemeClr val="tx1"/>
                </a:solidFill>
                <a:latin typeface="+mn-lt"/>
                <a:ea typeface="+mn-ea"/>
                <a:cs typeface="+mn-cs"/>
              </a:rPr>
              <a:t>-</a:t>
            </a:r>
          </a:p>
          <a:p>
            <a:r>
              <a:rPr lang="en-US" altLang="zh-CN" sz="1200" kern="1200" baseline="0" dirty="0" err="1">
                <a:solidFill>
                  <a:schemeClr val="tx1"/>
                </a:solidFill>
                <a:latin typeface="+mn-lt"/>
                <a:ea typeface="+mn-ea"/>
                <a:cs typeface="+mn-cs"/>
              </a:rPr>
              <a:t>tion</a:t>
            </a:r>
            <a:r>
              <a:rPr lang="en-US" altLang="zh-CN" sz="1200" kern="1200" baseline="0" dirty="0">
                <a:solidFill>
                  <a:schemeClr val="tx1"/>
                </a:solidFill>
                <a:latin typeface="+mn-lt"/>
                <a:ea typeface="+mn-ea"/>
                <a:cs typeface="+mn-cs"/>
              </a:rPr>
              <a:t> server exist if they are node-disjoint, i.e., the </a:t>
            </a:r>
            <a:r>
              <a:rPr lang="en-US" altLang="zh-CN" sz="1200" kern="1200" baseline="0" dirty="0" err="1">
                <a:solidFill>
                  <a:schemeClr val="tx1"/>
                </a:solidFill>
                <a:latin typeface="+mn-lt"/>
                <a:ea typeface="+mn-ea"/>
                <a:cs typeface="+mn-cs"/>
              </a:rPr>
              <a:t>interme</a:t>
            </a:r>
            <a:r>
              <a:rPr lang="en-US" altLang="zh-CN" sz="1200" kern="1200" baseline="0" dirty="0">
                <a:solidFill>
                  <a:schemeClr val="tx1"/>
                </a:solidFill>
                <a:latin typeface="+mn-lt"/>
                <a:ea typeface="+mn-ea"/>
                <a:cs typeface="+mn-cs"/>
              </a:rPr>
              <a:t>-</a:t>
            </a:r>
          </a:p>
          <a:p>
            <a:r>
              <a:rPr lang="en-US" altLang="zh-CN" sz="1200" kern="1200" baseline="0" dirty="0" err="1">
                <a:solidFill>
                  <a:schemeClr val="tx1"/>
                </a:solidFill>
                <a:latin typeface="+mn-lt"/>
                <a:ea typeface="+mn-ea"/>
                <a:cs typeface="+mn-cs"/>
              </a:rPr>
              <a:t>diate</a:t>
            </a:r>
            <a:r>
              <a:rPr lang="en-US" altLang="zh-CN" sz="1200" kern="1200" baseline="0" dirty="0">
                <a:solidFill>
                  <a:schemeClr val="tx1"/>
                </a:solidFill>
                <a:latin typeface="+mn-lt"/>
                <a:ea typeface="+mn-ea"/>
                <a:cs typeface="+mn-cs"/>
              </a:rPr>
              <a:t> servers and switches on one path do not appear on the</a:t>
            </a:r>
          </a:p>
          <a:p>
            <a:r>
              <a:rPr lang="en-US" altLang="zh-CN" sz="1200" kern="1200" baseline="0" dirty="0">
                <a:solidFill>
                  <a:schemeClr val="tx1"/>
                </a:solidFill>
                <a:latin typeface="+mn-lt"/>
                <a:ea typeface="+mn-ea"/>
                <a:cs typeface="+mn-cs"/>
              </a:rPr>
              <a:t>other.</a:t>
            </a:r>
            <a:endParaRPr lang="en-US" baseline="0" dirty="0"/>
          </a:p>
          <a:p>
            <a:endParaRPr lang="en-US" baseline="0" dirty="0"/>
          </a:p>
          <a:p>
            <a:r>
              <a:rPr lang="en-US" baseline="0" dirty="0"/>
              <a:t>Two theorems hold for </a:t>
            </a:r>
            <a:r>
              <a:rPr lang="en-US" baseline="0" dirty="0" err="1"/>
              <a:t>Bcube</a:t>
            </a:r>
            <a:r>
              <a:rPr lang="en-US" baseline="0" dirty="0"/>
              <a:t>:</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altLang="zh-CN" b="1" cap="small" dirty="0"/>
              <a:t>Theorem</a:t>
            </a:r>
            <a:r>
              <a:rPr lang="en-US" altLang="zh-CN" b="1" dirty="0"/>
              <a:t> 1</a:t>
            </a:r>
            <a:r>
              <a:rPr lang="en-US" altLang="zh-CN" dirty="0"/>
              <a:t>. The diameter of a </a:t>
            </a:r>
            <a:r>
              <a:rPr lang="en-US" altLang="zh-CN" dirty="0" err="1"/>
              <a:t>BCube</a:t>
            </a:r>
            <a:r>
              <a:rPr lang="en-US" altLang="zh-CN" i="1" baseline="-25000" dirty="0" err="1"/>
              <a:t>k</a:t>
            </a:r>
            <a:r>
              <a:rPr lang="en-US" altLang="zh-CN" dirty="0"/>
              <a:t> is </a:t>
            </a:r>
            <a:r>
              <a:rPr lang="en-US" altLang="zh-CN" i="1" dirty="0"/>
              <a:t>k</a:t>
            </a:r>
            <a:r>
              <a:rPr lang="en-US" altLang="zh-CN" dirty="0"/>
              <a:t>+1</a:t>
            </a:r>
          </a:p>
          <a:p>
            <a:pPr marL="0" marR="0" indent="0" algn="l" defTabSz="914400" rtl="0" eaLnBrk="1" fontAlgn="auto" latinLnBrk="0" hangingPunct="1">
              <a:lnSpc>
                <a:spcPct val="100000"/>
              </a:lnSpc>
              <a:spcBef>
                <a:spcPts val="0"/>
              </a:spcBef>
              <a:spcAft>
                <a:spcPts val="0"/>
              </a:spcAft>
              <a:buClrTx/>
              <a:buSzTx/>
              <a:buFont typeface="Arial" pitchFamily="34" charset="0"/>
              <a:buChar char="•"/>
              <a:tabLst/>
              <a:defRPr/>
            </a:pPr>
            <a:r>
              <a:rPr lang="en-US" altLang="zh-CN" b="1" cap="small" dirty="0"/>
              <a:t>Theorem</a:t>
            </a:r>
            <a:r>
              <a:rPr lang="en-US" altLang="zh-CN" b="1" dirty="0"/>
              <a:t> 2</a:t>
            </a:r>
            <a:r>
              <a:rPr lang="en-US" altLang="zh-CN" dirty="0"/>
              <a:t>. There are </a:t>
            </a:r>
            <a:r>
              <a:rPr lang="en-US" altLang="zh-CN" i="1" dirty="0"/>
              <a:t>k</a:t>
            </a:r>
            <a:r>
              <a:rPr lang="en-US" altLang="zh-CN" dirty="0"/>
              <a:t>+1 parallel paths between any two servers in a </a:t>
            </a:r>
            <a:r>
              <a:rPr lang="en-US" altLang="zh-CN" dirty="0" err="1"/>
              <a:t>BCube</a:t>
            </a:r>
            <a:r>
              <a:rPr lang="en-US" altLang="zh-CN" sz="1050" i="1" dirty="0" err="1"/>
              <a:t>k</a:t>
            </a:r>
            <a:endParaRPr lang="en-US" baseline="0" dirty="0"/>
          </a:p>
          <a:p>
            <a:endParaRPr lang="en-US" baseline="0" dirty="0"/>
          </a:p>
          <a:p>
            <a:r>
              <a:rPr lang="en-US" altLang="zh-CN" sz="1200" kern="1200" baseline="0" dirty="0">
                <a:solidFill>
                  <a:schemeClr val="tx1"/>
                </a:solidFill>
                <a:latin typeface="+mn-lt"/>
                <a:ea typeface="+mn-ea"/>
                <a:cs typeface="+mn-cs"/>
              </a:rPr>
              <a:t>In practice, </a:t>
            </a:r>
            <a:r>
              <a:rPr lang="en-US" altLang="zh-CN" sz="1200" i="1" kern="1200" baseline="0" dirty="0">
                <a:solidFill>
                  <a:schemeClr val="tx1"/>
                </a:solidFill>
                <a:latin typeface="+mn-lt"/>
                <a:ea typeface="+mn-ea"/>
                <a:cs typeface="+mn-cs"/>
              </a:rPr>
              <a:t>k is a small integer, typically at most 3. There-</a:t>
            </a:r>
          </a:p>
          <a:p>
            <a:r>
              <a:rPr lang="en-US" altLang="zh-CN" sz="1200" kern="1200" baseline="0" dirty="0">
                <a:solidFill>
                  <a:schemeClr val="tx1"/>
                </a:solidFill>
                <a:latin typeface="+mn-lt"/>
                <a:ea typeface="+mn-ea"/>
                <a:cs typeface="+mn-cs"/>
              </a:rPr>
              <a:t>fore, </a:t>
            </a:r>
            <a:r>
              <a:rPr lang="en-US" altLang="zh-CN" sz="1200" kern="1200" baseline="0" dirty="0" err="1">
                <a:solidFill>
                  <a:schemeClr val="tx1"/>
                </a:solidFill>
                <a:latin typeface="+mn-lt"/>
                <a:ea typeface="+mn-ea"/>
                <a:cs typeface="+mn-cs"/>
              </a:rPr>
              <a:t>BCube</a:t>
            </a:r>
            <a:r>
              <a:rPr lang="en-US" altLang="zh-CN" sz="1200" kern="1200" baseline="0" dirty="0">
                <a:solidFill>
                  <a:schemeClr val="tx1"/>
                </a:solidFill>
                <a:latin typeface="+mn-lt"/>
                <a:ea typeface="+mn-ea"/>
                <a:cs typeface="+mn-cs"/>
              </a:rPr>
              <a:t> is a low-diameter network.</a:t>
            </a:r>
            <a:endParaRPr lang="en-US" dirty="0"/>
          </a:p>
        </p:txBody>
      </p:sp>
      <p:sp>
        <p:nvSpPr>
          <p:cNvPr id="4" name="Slide Number Placeholder 3"/>
          <p:cNvSpPr>
            <a:spLocks noGrp="1"/>
          </p:cNvSpPr>
          <p:nvPr>
            <p:ph type="sldNum" sz="quarter" idx="10"/>
          </p:nvPr>
        </p:nvSpPr>
        <p:spPr/>
        <p:txBody>
          <a:bodyPr/>
          <a:lstStyle/>
          <a:p>
            <a:fld id="{931B5C69-5FC5-464A-867E-66740EC5255F}" type="slidenum">
              <a:rPr lang="en-US" smtClean="0"/>
              <a:pPr/>
              <a:t>97</a:t>
            </a:fld>
            <a:endParaRPr lang="en-US"/>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zh-CN" sz="1200" kern="1200" baseline="0" dirty="0">
                <a:solidFill>
                  <a:schemeClr val="tx1"/>
                </a:solidFill>
                <a:latin typeface="+mn-lt"/>
                <a:ea typeface="+mn-ea"/>
                <a:cs typeface="+mn-cs"/>
              </a:rPr>
              <a:t>Edge-disjoint complete graphs with </a:t>
            </a:r>
            <a:r>
              <a:rPr lang="en-US" altLang="zh-CN" sz="1200" i="1" kern="1200" baseline="0" dirty="0">
                <a:solidFill>
                  <a:schemeClr val="tx1"/>
                </a:solidFill>
                <a:latin typeface="+mn-lt"/>
                <a:ea typeface="+mn-ea"/>
                <a:cs typeface="+mn-cs"/>
              </a:rPr>
              <a:t>k + 2 </a:t>
            </a:r>
            <a:r>
              <a:rPr lang="en-US" altLang="zh-CN" sz="1200" kern="1200" baseline="0" dirty="0">
                <a:solidFill>
                  <a:schemeClr val="tx1"/>
                </a:solidFill>
                <a:latin typeface="+mn-lt"/>
                <a:ea typeface="+mn-ea"/>
                <a:cs typeface="+mn-cs"/>
              </a:rPr>
              <a:t>servers can be efficiently constructed in a </a:t>
            </a:r>
            <a:r>
              <a:rPr lang="en-US" altLang="zh-CN" sz="1200" kern="1200" baseline="0" dirty="0" err="1">
                <a:solidFill>
                  <a:schemeClr val="tx1"/>
                </a:solidFill>
                <a:latin typeface="+mn-lt"/>
                <a:ea typeface="+mn-ea"/>
                <a:cs typeface="+mn-cs"/>
              </a:rPr>
              <a:t>Bcube</a:t>
            </a:r>
            <a:r>
              <a:rPr lang="en-US" altLang="zh-CN" sz="1200" kern="1200" baseline="0" dirty="0">
                <a:solidFill>
                  <a:schemeClr val="tx1"/>
                </a:solidFill>
                <a:latin typeface="+mn-lt"/>
                <a:ea typeface="+mn-ea"/>
                <a:cs typeface="+mn-cs"/>
              </a:rPr>
              <a:t> of size </a:t>
            </a:r>
            <a:r>
              <a:rPr lang="en-US" altLang="zh-CN" sz="1200" i="1" kern="1200" baseline="0" dirty="0">
                <a:solidFill>
                  <a:schemeClr val="tx1"/>
                </a:solidFill>
                <a:latin typeface="+mn-lt"/>
                <a:ea typeface="+mn-ea"/>
                <a:cs typeface="+mn-cs"/>
              </a:rPr>
              <a:t>k. These </a:t>
            </a:r>
            <a:r>
              <a:rPr lang="en-US" altLang="zh-CN" sz="1200" kern="1200" baseline="0" dirty="0">
                <a:solidFill>
                  <a:schemeClr val="tx1"/>
                </a:solidFill>
                <a:latin typeface="+mn-lt"/>
                <a:ea typeface="+mn-ea"/>
                <a:cs typeface="+mn-cs"/>
              </a:rPr>
              <a:t>complete graphs can speed up data replications in distributed file systems like GFS.</a:t>
            </a:r>
            <a:endParaRPr lang="en-US" baseline="0" dirty="0"/>
          </a:p>
        </p:txBody>
      </p:sp>
      <p:sp>
        <p:nvSpPr>
          <p:cNvPr id="4" name="Slide Number Placeholder 3"/>
          <p:cNvSpPr>
            <a:spLocks noGrp="1"/>
          </p:cNvSpPr>
          <p:nvPr>
            <p:ph type="sldNum" sz="quarter" idx="10"/>
          </p:nvPr>
        </p:nvSpPr>
        <p:spPr/>
        <p:txBody>
          <a:bodyPr/>
          <a:lstStyle/>
          <a:p>
            <a:fld id="{931B5C69-5FC5-464A-867E-66740EC5255F}" type="slidenum">
              <a:rPr lang="en-US" smtClean="0"/>
              <a:pPr/>
              <a:t>98</a:t>
            </a:fld>
            <a:endParaRPr lang="en-US"/>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zh-CN" sz="1200" kern="1200" baseline="0" dirty="0">
                <a:solidFill>
                  <a:schemeClr val="tx1"/>
                </a:solidFill>
                <a:latin typeface="+mn-lt"/>
                <a:ea typeface="+mn-ea"/>
                <a:cs typeface="+mn-cs"/>
              </a:rPr>
              <a:t>It is required that the routing protocol be able to fully utilize the high capacity (e.g., multi-path) of </a:t>
            </a:r>
            <a:r>
              <a:rPr lang="en-US" altLang="zh-CN" sz="1200" kern="1200" baseline="0" dirty="0" err="1">
                <a:solidFill>
                  <a:schemeClr val="tx1"/>
                </a:solidFill>
                <a:latin typeface="+mn-lt"/>
                <a:ea typeface="+mn-ea"/>
                <a:cs typeface="+mn-cs"/>
              </a:rPr>
              <a:t>BCube</a:t>
            </a:r>
            <a:r>
              <a:rPr lang="en-US" altLang="zh-CN" sz="1200" kern="1200" baseline="0" dirty="0">
                <a:solidFill>
                  <a:schemeClr val="tx1"/>
                </a:solidFill>
                <a:latin typeface="+mn-lt"/>
                <a:ea typeface="+mn-ea"/>
                <a:cs typeface="+mn-cs"/>
              </a:rPr>
              <a:t> and automatically load-balance the traffic. </a:t>
            </a:r>
          </a:p>
          <a:p>
            <a:r>
              <a:rPr lang="en-US" altLang="zh-CN" sz="1200" kern="1200" baseline="0" dirty="0">
                <a:solidFill>
                  <a:schemeClr val="tx1"/>
                </a:solidFill>
                <a:latin typeface="+mn-lt"/>
                <a:ea typeface="+mn-ea"/>
                <a:cs typeface="+mn-cs"/>
              </a:rPr>
              <a:t>Existing routing protocols such as OSPF and IS-IS cannot meet these requirements. </a:t>
            </a:r>
          </a:p>
          <a:p>
            <a:r>
              <a:rPr lang="en-US" altLang="zh-CN" sz="1200" kern="1200" baseline="0" dirty="0">
                <a:solidFill>
                  <a:schemeClr val="tx1"/>
                </a:solidFill>
                <a:latin typeface="+mn-lt"/>
                <a:ea typeface="+mn-ea"/>
                <a:cs typeface="+mn-cs"/>
              </a:rPr>
              <a:t>Furthermore, it is unlikely that OSPF and IS-IS can scale to several thousands of routers. As a result, </a:t>
            </a:r>
            <a:r>
              <a:rPr lang="en-US" altLang="zh-CN" sz="1200" kern="1200" baseline="0" dirty="0" err="1">
                <a:solidFill>
                  <a:schemeClr val="tx1"/>
                </a:solidFill>
                <a:latin typeface="+mn-lt"/>
                <a:ea typeface="+mn-ea"/>
                <a:cs typeface="+mn-cs"/>
              </a:rPr>
              <a:t>Bcube</a:t>
            </a:r>
            <a:r>
              <a:rPr lang="en-US" altLang="zh-CN" sz="1200" kern="1200" baseline="0" dirty="0">
                <a:solidFill>
                  <a:schemeClr val="tx1"/>
                </a:solidFill>
                <a:latin typeface="+mn-lt"/>
                <a:ea typeface="+mn-ea"/>
                <a:cs typeface="+mn-cs"/>
              </a:rPr>
              <a:t> uses a source routing protocol called BSR by </a:t>
            </a:r>
          </a:p>
          <a:p>
            <a:r>
              <a:rPr lang="en-US" altLang="zh-CN" sz="1200" kern="1200" baseline="0" dirty="0">
                <a:solidFill>
                  <a:schemeClr val="tx1"/>
                </a:solidFill>
                <a:latin typeface="+mn-lt"/>
                <a:ea typeface="+mn-ea"/>
                <a:cs typeface="+mn-cs"/>
              </a:rPr>
              <a:t>leveraging </a:t>
            </a:r>
            <a:r>
              <a:rPr lang="en-US" altLang="zh-CN" sz="1200" kern="1200" baseline="0" dirty="0" err="1">
                <a:solidFill>
                  <a:schemeClr val="tx1"/>
                </a:solidFill>
                <a:latin typeface="+mn-lt"/>
                <a:ea typeface="+mn-ea"/>
                <a:cs typeface="+mn-cs"/>
              </a:rPr>
              <a:t>BCube's</a:t>
            </a:r>
            <a:r>
              <a:rPr lang="en-US" altLang="zh-CN" sz="1200" kern="1200" baseline="0" dirty="0">
                <a:solidFill>
                  <a:schemeClr val="tx1"/>
                </a:solidFill>
                <a:latin typeface="+mn-lt"/>
                <a:ea typeface="+mn-ea"/>
                <a:cs typeface="+mn-cs"/>
              </a:rPr>
              <a:t> topological property. BSR achieves load balance and fault tolerance, and enables graceful performance degradation.</a:t>
            </a:r>
            <a:endParaRPr lang="en-US" sz="1200" b="1" kern="1200" baseline="0" dirty="0">
              <a:solidFill>
                <a:schemeClr val="tx1"/>
              </a:solidFill>
              <a:latin typeface="+mn-lt"/>
              <a:ea typeface="+mn-ea"/>
              <a:cs typeface="+mn-cs"/>
            </a:endParaRPr>
          </a:p>
        </p:txBody>
      </p:sp>
      <p:sp>
        <p:nvSpPr>
          <p:cNvPr id="4" name="Slide Number Placeholder 3"/>
          <p:cNvSpPr>
            <a:spLocks noGrp="1"/>
          </p:cNvSpPr>
          <p:nvPr>
            <p:ph type="sldNum" sz="quarter" idx="10"/>
          </p:nvPr>
        </p:nvSpPr>
        <p:spPr/>
        <p:txBody>
          <a:bodyPr/>
          <a:lstStyle/>
          <a:p>
            <a:fld id="{A602F7AE-61FE-46B9-9863-ED0E3E893FA6}" type="slidenum">
              <a:rPr lang="en-US" smtClean="0"/>
              <a:pPr/>
              <a:t>99</a:t>
            </a:fld>
            <a:endParaRPr lang="en-US"/>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dirty="0"/>
              <a:t>This slide shows how path compression and fast packet forwarding is done in </a:t>
            </a:r>
            <a:r>
              <a:rPr lang="en-US" dirty="0" err="1"/>
              <a:t>Bcube</a:t>
            </a:r>
            <a:r>
              <a:rPr lang="en-US" dirty="0"/>
              <a: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kern="1200" dirty="0" err="1">
                <a:solidFill>
                  <a:schemeClr val="tx1"/>
                </a:solidFill>
                <a:effectLst/>
                <a:latin typeface="+mn-lt"/>
                <a:ea typeface="+mn-ea"/>
                <a:cs typeface="+mn-cs"/>
              </a:rPr>
              <a:t>BCube</a:t>
            </a:r>
            <a:r>
              <a:rPr lang="en-US" sz="1200" kern="1200" dirty="0">
                <a:solidFill>
                  <a:schemeClr val="tx1"/>
                </a:solidFill>
                <a:effectLst/>
                <a:latin typeface="+mn-lt"/>
                <a:ea typeface="+mn-ea"/>
                <a:cs typeface="+mn-cs"/>
              </a:rPr>
              <a:t> stores the complete path and a next hop index (NHI) in the header of every </a:t>
            </a:r>
            <a:r>
              <a:rPr lang="en-US" sz="1200" kern="1200" dirty="0" err="1">
                <a:solidFill>
                  <a:schemeClr val="tx1"/>
                </a:solidFill>
                <a:effectLst/>
                <a:latin typeface="+mn-lt"/>
                <a:ea typeface="+mn-ea"/>
                <a:cs typeface="+mn-cs"/>
              </a:rPr>
              <a:t>BCube</a:t>
            </a:r>
            <a:r>
              <a:rPr lang="en-US" sz="1200" kern="1200" dirty="0">
                <a:solidFill>
                  <a:schemeClr val="tx1"/>
                </a:solidFill>
                <a:effectLst/>
                <a:latin typeface="+mn-lt"/>
                <a:ea typeface="+mn-ea"/>
                <a:cs typeface="+mn-cs"/>
              </a:rPr>
              <a:t> packet. </a:t>
            </a:r>
            <a:endParaRPr lang="en-US" dirty="0"/>
          </a:p>
          <a:p>
            <a:endParaRPr lang="en-US" dirty="0"/>
          </a:p>
        </p:txBody>
      </p:sp>
      <p:sp>
        <p:nvSpPr>
          <p:cNvPr id="4" name="Slide Number Placeholder 3"/>
          <p:cNvSpPr>
            <a:spLocks noGrp="1"/>
          </p:cNvSpPr>
          <p:nvPr>
            <p:ph type="sldNum" sz="quarter" idx="10"/>
          </p:nvPr>
        </p:nvSpPr>
        <p:spPr/>
        <p:txBody>
          <a:bodyPr/>
          <a:lstStyle/>
          <a:p>
            <a:fld id="{A602F7AE-61FE-46B9-9863-ED0E3E893FA6}" type="slidenum">
              <a:rPr lang="en-US" smtClean="0"/>
              <a:pPr/>
              <a:t>101</a:t>
            </a:fld>
            <a:endParaRPr lang="en-US"/>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altLang="zh-CN" sz="1200" kern="1200" baseline="0" dirty="0">
                <a:solidFill>
                  <a:schemeClr val="tx1"/>
                </a:solidFill>
                <a:latin typeface="+mn-lt"/>
                <a:ea typeface="+mn-ea"/>
                <a:cs typeface="+mn-cs"/>
              </a:rPr>
              <a:t>So far, we focus on how to route packets inside a </a:t>
            </a:r>
            <a:r>
              <a:rPr lang="en-US" altLang="zh-CN" sz="1200" kern="1200" baseline="0" dirty="0" err="1">
                <a:solidFill>
                  <a:schemeClr val="tx1"/>
                </a:solidFill>
                <a:latin typeface="+mn-lt"/>
                <a:ea typeface="+mn-ea"/>
                <a:cs typeface="+mn-cs"/>
              </a:rPr>
              <a:t>Bcube</a:t>
            </a:r>
            <a:r>
              <a:rPr lang="en-US" altLang="zh-CN" sz="1200" kern="1200" baseline="0" dirty="0">
                <a:solidFill>
                  <a:schemeClr val="tx1"/>
                </a:solidFill>
                <a:latin typeface="+mn-lt"/>
                <a:ea typeface="+mn-ea"/>
                <a:cs typeface="+mn-cs"/>
              </a:rPr>
              <a:t> network. Now, we consider how Internal servers communicates with external computers in the Internet or other containers.</a:t>
            </a:r>
          </a:p>
          <a:p>
            <a:endParaRPr lang="en-US" sz="1200" kern="1200" baseline="0" dirty="0">
              <a:solidFill>
                <a:schemeClr val="tx1"/>
              </a:solidFill>
              <a:latin typeface="+mn-lt"/>
              <a:ea typeface="+mn-ea"/>
              <a:cs typeface="+mn-cs"/>
            </a:endParaRPr>
          </a:p>
          <a:p>
            <a:r>
              <a:rPr lang="en-US" altLang="zh-CN" sz="1200" kern="1200" baseline="0" dirty="0" err="1">
                <a:solidFill>
                  <a:schemeClr val="tx1"/>
                </a:solidFill>
                <a:latin typeface="+mn-lt"/>
                <a:ea typeface="+mn-ea"/>
                <a:cs typeface="+mn-cs"/>
              </a:rPr>
              <a:t>BCube</a:t>
            </a:r>
            <a:r>
              <a:rPr lang="en-US" altLang="zh-CN" sz="1200" kern="1200" baseline="0" dirty="0">
                <a:solidFill>
                  <a:schemeClr val="tx1"/>
                </a:solidFill>
                <a:latin typeface="+mn-lt"/>
                <a:ea typeface="+mn-ea"/>
                <a:cs typeface="+mn-cs"/>
              </a:rPr>
              <a:t> uses </a:t>
            </a:r>
            <a:r>
              <a:rPr lang="en-US" altLang="zh-CN" sz="1200" i="1" kern="1200" baseline="0" dirty="0">
                <a:solidFill>
                  <a:schemeClr val="tx1"/>
                </a:solidFill>
                <a:latin typeface="+mn-lt"/>
                <a:ea typeface="+mn-ea"/>
                <a:cs typeface="+mn-cs"/>
              </a:rPr>
              <a:t>aggregator and gateway for external communi</a:t>
            </a:r>
            <a:r>
              <a:rPr lang="en-US" altLang="zh-CN" sz="1200" kern="1200" baseline="0" dirty="0">
                <a:solidFill>
                  <a:schemeClr val="tx1"/>
                </a:solidFill>
                <a:latin typeface="+mn-lt"/>
                <a:ea typeface="+mn-ea"/>
                <a:cs typeface="+mn-cs"/>
              </a:rPr>
              <a:t>cation. An aggregator is simply a commodity layer-2 switch</a:t>
            </a:r>
          </a:p>
          <a:p>
            <a:r>
              <a:rPr lang="en-US" altLang="zh-CN" sz="1200" kern="1200" baseline="0" dirty="0">
                <a:solidFill>
                  <a:schemeClr val="tx1"/>
                </a:solidFill>
                <a:latin typeface="+mn-lt"/>
                <a:ea typeface="+mn-ea"/>
                <a:cs typeface="+mn-cs"/>
              </a:rPr>
              <a:t>with 10G uplinks.</a:t>
            </a:r>
            <a:endParaRPr lang="en-US" dirty="0"/>
          </a:p>
        </p:txBody>
      </p:sp>
      <p:sp>
        <p:nvSpPr>
          <p:cNvPr id="4" name="Slide Number Placeholder 3"/>
          <p:cNvSpPr>
            <a:spLocks noGrp="1"/>
          </p:cNvSpPr>
          <p:nvPr>
            <p:ph type="sldNum" sz="quarter" idx="10"/>
          </p:nvPr>
        </p:nvSpPr>
        <p:spPr/>
        <p:txBody>
          <a:bodyPr/>
          <a:lstStyle/>
          <a:p>
            <a:fld id="{A602F7AE-61FE-46B9-9863-ED0E3E893FA6}" type="slidenum">
              <a:rPr lang="en-US" smtClean="0"/>
              <a:pPr/>
              <a:t>102</a:t>
            </a:fld>
            <a:endParaRPr lang="en-US"/>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a:p>
        </p:txBody>
      </p:sp>
      <p:sp>
        <p:nvSpPr>
          <p:cNvPr id="4" name="灯片编号占位符 3"/>
          <p:cNvSpPr>
            <a:spLocks noGrp="1"/>
          </p:cNvSpPr>
          <p:nvPr>
            <p:ph type="sldNum" sz="quarter" idx="10"/>
          </p:nvPr>
        </p:nvSpPr>
        <p:spPr/>
        <p:txBody>
          <a:bodyPr/>
          <a:lstStyle/>
          <a:p>
            <a:fld id="{B5FBEDA3-A0C6-423B-A086-F4402FB13F99}" type="slidenum">
              <a:rPr lang="zh-CN" altLang="en-US" smtClean="0"/>
              <a:pPr/>
              <a:t>103</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png"/><Relationship Id="rId1" Type="http://schemas.openxmlformats.org/officeDocument/2006/relationships/slideMaster" Target="../slideMasters/slideMaster6.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BAB8460-DEC1-43F1-936F-8B1BB81CEB83}" type="datetime1">
              <a:rPr lang="zh-CN" altLang="en-US" smtClean="0"/>
              <a:pPr/>
              <a:t>2025/3/5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D08884-8390-4A88-B719-850AFF819047}"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D455C81-2C4D-47D8-8A88-81761BFABA72}" type="datetime1">
              <a:rPr lang="zh-CN" altLang="en-US" smtClean="0"/>
              <a:pPr/>
              <a:t>2025/3/5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D08884-8390-4A88-B719-850AFF819047}"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6DA09EFB-0F14-40AF-B01B-A7E2C91A83EC}" type="datetime1">
              <a:rPr lang="zh-CN" altLang="en-US" smtClean="0"/>
              <a:pPr/>
              <a:t>2025/3/5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D08884-8390-4A88-B719-850AFF819047}"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9CD64E01-B647-4C72-B513-E0CB63CE244C}" type="datetime1">
              <a:rPr lang="zh-CN" altLang="en-US" smtClean="0"/>
              <a:pPr/>
              <a:t>2025/3/5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D08884-8390-4A88-B719-850AFF819047}"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FDB6190-D688-4D29-8EAD-B877842D270E}" type="datetime1">
              <a:rPr lang="zh-CN" altLang="en-US" smtClean="0"/>
              <a:pPr/>
              <a:t>2025/3/5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72D08884-8390-4A88-B719-850AFF819047}"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98D5D972-FF51-490E-9341-8240E7175ACD}" type="datetime1">
              <a:rPr lang="zh-CN" altLang="en-US" smtClean="0"/>
              <a:pPr/>
              <a:t>2025/3/5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72D08884-8390-4A88-B719-850AFF819047}"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7B1F36A-F67B-48E0-91C5-4B7F184130F5}" type="datetime1">
              <a:rPr lang="zh-CN" altLang="en-US" smtClean="0"/>
              <a:pPr/>
              <a:t>2025/3/5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72D08884-8390-4A88-B719-850AFF819047}"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5E9B6C6-79DF-4A6C-9707-8E181D24D626}" type="datetime1">
              <a:rPr lang="zh-CN" altLang="en-US" smtClean="0"/>
              <a:pPr/>
              <a:t>2025/3/5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D08884-8390-4A88-B719-850AFF819047}"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E9EEEB1-7372-4CD1-9B0B-8DD28423565D}" type="datetime1">
              <a:rPr lang="zh-CN" altLang="en-US" smtClean="0"/>
              <a:pPr/>
              <a:t>2025/3/5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72D08884-8390-4A88-B719-850AFF819047}"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B0DD19D-E7B5-4400-85FC-97795BD59D9F}" type="datetime1">
              <a:rPr lang="zh-CN" altLang="en-US" smtClean="0"/>
              <a:pPr/>
              <a:t>2025/3/5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D08884-8390-4A88-B719-850AFF819047}"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3C99810C-7AE8-4C05-83DD-ACA6A4DDD23C}" type="datetime1">
              <a:rPr lang="zh-CN" altLang="en-US" smtClean="0"/>
              <a:pPr/>
              <a:t>2025/3/5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72D08884-8390-4A88-B719-850AFF819047}"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685800" y="3196686"/>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Title 1"/>
          <p:cNvSpPr>
            <a:spLocks noGrp="1"/>
          </p:cNvSpPr>
          <p:nvPr>
            <p:ph type="ctrTitle"/>
          </p:nvPr>
        </p:nvSpPr>
        <p:spPr>
          <a:xfrm>
            <a:off x="685800" y="1676401"/>
            <a:ext cx="7772400" cy="1538286"/>
          </a:xfrm>
        </p:spPr>
        <p:txBody>
          <a:bodyPr anchor="b"/>
          <a:lstStyle/>
          <a:p>
            <a:r>
              <a:rPr kumimoji="0" lang="en-US"/>
              <a:t>Click to edit Master title style</a:t>
            </a:r>
            <a:endParaRPr kumimoji="0" lang="en-US" dirty="0"/>
          </a:p>
        </p:txBody>
      </p:sp>
      <p:sp>
        <p:nvSpPr>
          <p:cNvPr id="3" name="Subtitle 2"/>
          <p:cNvSpPr>
            <a:spLocks noGrp="1"/>
          </p:cNvSpPr>
          <p:nvPr>
            <p:ph type="subTitle" idx="1"/>
          </p:nvPr>
        </p:nvSpPr>
        <p:spPr>
          <a:xfrm>
            <a:off x="1371600" y="3214686"/>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kumimoji="0" lang="en-US"/>
              <a:t>Click to edit Master subtitle style</a:t>
            </a:r>
            <a:endParaRPr kumimoji="0" lang="en-US" dirty="0"/>
          </a:p>
        </p:txBody>
      </p:sp>
      <p:sp>
        <p:nvSpPr>
          <p:cNvPr id="4" name="Date Placeholder 3"/>
          <p:cNvSpPr>
            <a:spLocks noGrp="1"/>
          </p:cNvSpPr>
          <p:nvPr>
            <p:ph type="dt" sz="half" idx="10"/>
          </p:nvPr>
        </p:nvSpPr>
        <p:spPr/>
        <p:txBody>
          <a:bodyPr/>
          <a:lstStyle>
            <a:lvl1pPr>
              <a:defRPr sz="1400"/>
            </a:lvl1pPr>
          </a:lstStyle>
          <a:p>
            <a:fld id="{41E6F518-B693-4A46-BB8F-93F61E43FF8C}" type="datetime1">
              <a:rPr lang="zh-CN" altLang="en-US" smtClean="0"/>
              <a:pPr/>
              <a:t>2025/3/5</a:t>
            </a:fld>
            <a:endParaRPr lang="zh-CN" altLang="en-US"/>
          </a:p>
        </p:txBody>
      </p:sp>
      <p:sp>
        <p:nvSpPr>
          <p:cNvPr id="6" name="Slide Number Placeholder 5"/>
          <p:cNvSpPr>
            <a:spLocks noGrp="1"/>
          </p:cNvSpPr>
          <p:nvPr>
            <p:ph type="sldNum" sz="quarter" idx="12"/>
          </p:nvPr>
        </p:nvSpPr>
        <p:spPr/>
        <p:txBody>
          <a:bodyPr/>
          <a:lstStyle>
            <a:lvl1pPr>
              <a:defRPr sz="1400"/>
            </a:lvl1pPr>
          </a:lstStyle>
          <a:p>
            <a:fld id="{0C913308-F349-4B6D-A68A-DD1791B4A57B}" type="slidenum">
              <a:rPr lang="zh-CN" altLang="en-US" smtClean="0"/>
              <a:pPr/>
              <a:t>‹#›</a:t>
            </a:fld>
            <a:endParaRPr lang="zh-CN" altLang="en-US"/>
          </a:p>
        </p:txBody>
      </p:sp>
      <p:sp>
        <p:nvSpPr>
          <p:cNvPr id="9" name="Footer Placeholder 4"/>
          <p:cNvSpPr>
            <a:spLocks noGrp="1"/>
          </p:cNvSpPr>
          <p:nvPr>
            <p:ph type="ftr" sz="quarter" idx="3"/>
          </p:nvPr>
        </p:nvSpPr>
        <p:spPr>
          <a:xfrm>
            <a:off x="6934200" y="6400800"/>
            <a:ext cx="2133600" cy="283800"/>
          </a:xfrm>
          <a:prstGeom prst="rect">
            <a:avLst/>
          </a:prstGeom>
        </p:spPr>
        <p:txBody>
          <a:bodyPr/>
          <a:lstStyle>
            <a:lvl1pPr>
              <a:defRPr sz="1400"/>
            </a:lvl1pPr>
          </a:lstStyle>
          <a:p>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7" name="Rectangle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Title 1"/>
          <p:cNvSpPr>
            <a:spLocks noGrp="1"/>
          </p:cNvSpPr>
          <p:nvPr>
            <p:ph type="title"/>
          </p:nvPr>
        </p:nvSpPr>
        <p:spPr/>
        <p:txBody>
          <a:bodyPr/>
          <a:lstStyle>
            <a:lvl1pPr>
              <a:defRPr sz="4400">
                <a:latin typeface="+mj-lt"/>
              </a:defRPr>
            </a:lvl1pPr>
          </a:lstStyle>
          <a:p>
            <a:r>
              <a:rPr kumimoji="0" lang="en-US" dirty="0"/>
              <a:t>Click to edit Master title style</a:t>
            </a:r>
          </a:p>
        </p:txBody>
      </p:sp>
      <p:sp>
        <p:nvSpPr>
          <p:cNvPr id="3" name="Content Placeholder 2"/>
          <p:cNvSpPr>
            <a:spLocks noGrp="1"/>
          </p:cNvSpPr>
          <p:nvPr>
            <p:ph idx="1"/>
          </p:nvPr>
        </p:nvSpPr>
        <p:spPr/>
        <p:txBody>
          <a:bodyPr/>
          <a:lstStyle>
            <a:lvl1pPr>
              <a:lnSpc>
                <a:spcPct val="100000"/>
              </a:lnSpc>
              <a:defRPr sz="3200"/>
            </a:lvl1pPr>
            <a:lvl2pPr>
              <a:lnSpc>
                <a:spcPct val="100000"/>
              </a:lnSpc>
              <a:defRPr sz="2800"/>
            </a:lvl2pPr>
            <a:lvl3pPr>
              <a:lnSpc>
                <a:spcPct val="100000"/>
              </a:lnSpc>
              <a:defRPr sz="2400"/>
            </a:lvl3pPr>
            <a:lvl4pPr>
              <a:lnSpc>
                <a:spcPct val="100000"/>
              </a:lnSpc>
              <a:defRPr sz="2000"/>
            </a:lvl4pPr>
            <a:lvl5pPr>
              <a:lnSpc>
                <a:spcPct val="100000"/>
              </a:lnSpc>
              <a:defRPr sz="1600"/>
            </a:lvl5pPr>
          </a:lstStyle>
          <a:p>
            <a:pPr lvl="0" eaLnBrk="1" latinLnBrk="0" hangingPunct="1"/>
            <a:r>
              <a:rPr lang="en-US" dirty="0"/>
              <a:t>Click to edit Master text styles</a:t>
            </a:r>
          </a:p>
          <a:p>
            <a:pPr lvl="1" eaLnBrk="1" latinLnBrk="0" hangingPunct="1"/>
            <a:r>
              <a:rPr lang="en-US" dirty="0"/>
              <a:t>Second level</a:t>
            </a:r>
          </a:p>
          <a:p>
            <a:pPr lvl="2" eaLnBrk="1" latinLnBrk="0" hangingPunct="1"/>
            <a:r>
              <a:rPr lang="en-US" dirty="0"/>
              <a:t>Third level</a:t>
            </a:r>
          </a:p>
          <a:p>
            <a:pPr lvl="3" eaLnBrk="1" latinLnBrk="0" hangingPunct="1"/>
            <a:r>
              <a:rPr lang="en-US" dirty="0"/>
              <a:t>Fourth level</a:t>
            </a:r>
          </a:p>
          <a:p>
            <a:pPr lvl="4" eaLnBrk="1" latinLnBrk="0" hangingPunct="1"/>
            <a:r>
              <a:rPr lang="en-US" dirty="0"/>
              <a:t>Fifth level</a:t>
            </a:r>
            <a:endParaRPr kumimoji="0" lang="en-US" dirty="0"/>
          </a:p>
        </p:txBody>
      </p:sp>
      <p:sp>
        <p:nvSpPr>
          <p:cNvPr id="4" name="Date Placeholder 3"/>
          <p:cNvSpPr>
            <a:spLocks noGrp="1"/>
          </p:cNvSpPr>
          <p:nvPr>
            <p:ph type="dt" sz="half" idx="10"/>
          </p:nvPr>
        </p:nvSpPr>
        <p:spPr>
          <a:xfrm>
            <a:off x="73152" y="6400800"/>
            <a:ext cx="3200400" cy="283800"/>
          </a:xfrm>
        </p:spPr>
        <p:txBody>
          <a:bodyPr/>
          <a:lstStyle>
            <a:lvl1pPr>
              <a:defRPr sz="1400"/>
            </a:lvl1pPr>
          </a:lstStyle>
          <a:p>
            <a:fld id="{827ADB60-3E79-449A-88A8-D8CD2A903F4E}" type="datetime1">
              <a:rPr lang="zh-CN" altLang="en-US" smtClean="0"/>
              <a:pPr/>
              <a:t>2025/3/5</a:t>
            </a:fld>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10" name="Footer Placeholder 4"/>
          <p:cNvSpPr>
            <a:spLocks noGrp="1"/>
          </p:cNvSpPr>
          <p:nvPr>
            <p:ph type="ftr" sz="quarter" idx="3"/>
          </p:nvPr>
        </p:nvSpPr>
        <p:spPr>
          <a:xfrm>
            <a:off x="6934200" y="6400800"/>
            <a:ext cx="2133600" cy="283800"/>
          </a:xfrm>
          <a:prstGeom prst="rect">
            <a:avLst/>
          </a:prstGeom>
        </p:spPr>
        <p:txBody>
          <a:bodyPr/>
          <a:lstStyle>
            <a:lvl1pPr>
              <a:defRPr sz="1400"/>
            </a:lvl1pPr>
          </a:lstStyle>
          <a:p>
            <a:endParaRPr lang="zh-CN" alt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685800" y="3143248"/>
            <a:ext cx="77724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Title 1"/>
          <p:cNvSpPr>
            <a:spLocks noGrp="1"/>
          </p:cNvSpPr>
          <p:nvPr>
            <p:ph type="title"/>
          </p:nvPr>
        </p:nvSpPr>
        <p:spPr>
          <a:xfrm>
            <a:off x="722313" y="3143248"/>
            <a:ext cx="7772400" cy="1362075"/>
          </a:xfrm>
        </p:spPr>
        <p:txBody>
          <a:bodyPr anchor="t"/>
          <a:lstStyle>
            <a:lvl1pPr algn="ctr">
              <a:defRPr sz="4000" b="0" cap="all"/>
            </a:lvl1pPr>
          </a:lstStyle>
          <a:p>
            <a:r>
              <a:rPr kumimoji="0" lang="en-US"/>
              <a:t>Click to edit Master title style</a:t>
            </a:r>
            <a:endParaRPr kumimoji="0" lang="en-US" dirty="0"/>
          </a:p>
        </p:txBody>
      </p:sp>
      <p:sp>
        <p:nvSpPr>
          <p:cNvPr id="3" name="Text Placeholder 2"/>
          <p:cNvSpPr>
            <a:spLocks noGrp="1"/>
          </p:cNvSpPr>
          <p:nvPr>
            <p:ph type="body" idx="1"/>
          </p:nvPr>
        </p:nvSpPr>
        <p:spPr>
          <a:xfrm>
            <a:off x="722313" y="1643061"/>
            <a:ext cx="7772400" cy="1500187"/>
          </a:xfrm>
        </p:spPr>
        <p:txBody>
          <a:bodyPr anchor="b"/>
          <a:lstStyle>
            <a:lvl1pPr marL="0" indent="0" algn="ctr">
              <a:buNone/>
              <a:defRPr sz="2000">
                <a:solidFill>
                  <a:schemeClr val="tx1">
                    <a:tint val="75000"/>
                  </a:schemeClr>
                </a:solidFill>
              </a:defRPr>
            </a:lvl1pPr>
            <a:lvl2pPr marL="457200" indent="0" algn="ctr">
              <a:buNone/>
              <a:defRPr sz="1800">
                <a:solidFill>
                  <a:schemeClr val="tx1">
                    <a:tint val="75000"/>
                  </a:schemeClr>
                </a:solidFill>
              </a:defRPr>
            </a:lvl2pPr>
            <a:lvl3pPr marL="914400" indent="0" algn="ctr">
              <a:buNone/>
              <a:defRPr sz="1600">
                <a:solidFill>
                  <a:schemeClr val="tx1">
                    <a:tint val="75000"/>
                  </a:schemeClr>
                </a:solidFill>
              </a:defRPr>
            </a:lvl3pPr>
            <a:lvl4pPr marL="1371600" indent="0" algn="ctr">
              <a:buNone/>
              <a:defRPr sz="1400">
                <a:solidFill>
                  <a:schemeClr val="tx1">
                    <a:tint val="75000"/>
                  </a:schemeClr>
                </a:solidFill>
              </a:defRPr>
            </a:lvl4pPr>
            <a:lvl5pPr marL="1828800" indent="0" algn="ctr">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dirty="0"/>
          </a:p>
        </p:txBody>
      </p:sp>
      <p:sp>
        <p:nvSpPr>
          <p:cNvPr id="4" name="Date Placeholder 3"/>
          <p:cNvSpPr>
            <a:spLocks noGrp="1"/>
          </p:cNvSpPr>
          <p:nvPr>
            <p:ph type="dt" sz="half" idx="10"/>
          </p:nvPr>
        </p:nvSpPr>
        <p:spPr/>
        <p:txBody>
          <a:bodyPr/>
          <a:lstStyle/>
          <a:p>
            <a:fld id="{81C4366F-908F-46B2-B2CF-F61989B96F09}" type="datetime1">
              <a:rPr lang="zh-CN" altLang="en-US" smtClean="0"/>
              <a:pPr/>
              <a:t>2025/3/5</a:t>
            </a:fld>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8" name="Footer Placeholder 4"/>
          <p:cNvSpPr>
            <a:spLocks noGrp="1"/>
          </p:cNvSpPr>
          <p:nvPr>
            <p:ph type="ftr" sz="quarter" idx="3"/>
          </p:nvPr>
        </p:nvSpPr>
        <p:spPr>
          <a:xfrm>
            <a:off x="6934200" y="6400800"/>
            <a:ext cx="2133600" cy="283800"/>
          </a:xfrm>
          <a:prstGeom prst="rect">
            <a:avLst/>
          </a:prstGeom>
        </p:spPr>
        <p:txBody>
          <a:bodyPr/>
          <a:lstStyle>
            <a:lvl1pPr>
              <a:defRPr sz="1400"/>
            </a:lvl1pPr>
          </a:lstStyle>
          <a:p>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Rectangle 7"/>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Title 1"/>
          <p:cNvSpPr>
            <a:spLocks noGrp="1"/>
          </p:cNvSpPr>
          <p:nvPr>
            <p:ph type="title"/>
          </p:nvPr>
        </p:nvSpPr>
        <p:spPr/>
        <p:txBody>
          <a:bodyPr/>
          <a:lstStyle/>
          <a:p>
            <a:r>
              <a:rPr kumimoji="0" lang="en-US" dirty="0"/>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3BBA0417-AB6E-499C-B4CC-6D5404AF7951}" type="datetime1">
              <a:rPr lang="zh-CN" altLang="en-US" smtClean="0"/>
              <a:pPr/>
              <a:t>2025/3/5</a:t>
            </a:fld>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9" name="Footer Placeholder 4"/>
          <p:cNvSpPr>
            <a:spLocks noGrp="1"/>
          </p:cNvSpPr>
          <p:nvPr>
            <p:ph type="ftr" sz="quarter" idx="3"/>
          </p:nvPr>
        </p:nvSpPr>
        <p:spPr>
          <a:xfrm>
            <a:off x="6934200" y="6400800"/>
            <a:ext cx="2133600" cy="283800"/>
          </a:xfrm>
          <a:prstGeom prst="rect">
            <a:avLst/>
          </a:prstGeom>
        </p:spPr>
        <p:txBody>
          <a:bodyPr/>
          <a:lstStyle>
            <a:lvl1pPr>
              <a:defRPr sz="1400"/>
            </a:lvl1pPr>
          </a:lstStyle>
          <a:p>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10" name="Rectangle 9"/>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Title 1"/>
          <p:cNvSpPr>
            <a:spLocks noGrp="1"/>
          </p:cNvSpPr>
          <p:nvPr>
            <p:ph type="title"/>
          </p:nvPr>
        </p:nvSpPr>
        <p:spPr/>
        <p:txBody>
          <a:bodyPr/>
          <a:lstStyle>
            <a:lvl1pPr>
              <a:defRPr/>
            </a:lvl1pPr>
          </a:lstStyle>
          <a:p>
            <a:r>
              <a:rPr kumimoji="0"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effectLst>
                  <a:outerShdw blurRad="50800" dist="25400" dir="5400000" algn="tl" rotWithShape="0">
                    <a:srgbClr val="000000">
                      <a:alpha val="43137"/>
                    </a:srgbClr>
                  </a:outerShdw>
                </a:effectLst>
              </a:defRPr>
            </a:lvl1pPr>
            <a:lvl2pPr marL="457200" indent="0">
              <a:buNone/>
              <a:defRPr sz="2000" b="1">
                <a:effectLst>
                  <a:outerShdw blurRad="50800" dist="25400" dir="5400000" algn="tl" rotWithShape="0">
                    <a:srgbClr val="000000">
                      <a:alpha val="43137"/>
                    </a:srgbClr>
                  </a:outerShdw>
                </a:effectLst>
              </a:defRPr>
            </a:lvl2pPr>
            <a:lvl3pPr marL="914400" indent="0">
              <a:buNone/>
              <a:defRPr sz="1800" b="1">
                <a:effectLst>
                  <a:outerShdw blurRad="50800" dist="25400" dir="5400000" algn="tl" rotWithShape="0">
                    <a:srgbClr val="000000">
                      <a:alpha val="43137"/>
                    </a:srgbClr>
                  </a:outerShdw>
                </a:effectLst>
              </a:defRPr>
            </a:lvl3pPr>
            <a:lvl4pPr marL="1371600" indent="0">
              <a:buNone/>
              <a:defRPr sz="1600" b="1">
                <a:effectLst>
                  <a:outerShdw blurRad="50800" dist="25400" dir="5400000" algn="tl" rotWithShape="0">
                    <a:srgbClr val="000000">
                      <a:alpha val="43137"/>
                    </a:srgbClr>
                  </a:outerShdw>
                </a:effectLst>
              </a:defRPr>
            </a:lvl4pPr>
            <a:lvl5pPr marL="1828800" indent="0">
              <a:buNone/>
              <a:defRPr sz="1600" b="1">
                <a:effectLst>
                  <a:outerShdw blurRad="50800" dist="25400" dir="5400000" algn="tl" rotWithShape="0">
                    <a:srgbClr val="000000">
                      <a:alpha val="43137"/>
                    </a:srgbClr>
                  </a:outerShdw>
                </a:effectLst>
              </a:defRPr>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eaLnBrk="1" latinLnBrk="0" hangingPunct="1"/>
            <a:r>
              <a:rPr kumimoji="0"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7" name="Date Placeholder 6"/>
          <p:cNvSpPr>
            <a:spLocks noGrp="1"/>
          </p:cNvSpPr>
          <p:nvPr>
            <p:ph type="dt" sz="half" idx="10"/>
          </p:nvPr>
        </p:nvSpPr>
        <p:spPr/>
        <p:txBody>
          <a:bodyPr/>
          <a:lstStyle/>
          <a:p>
            <a:fld id="{E878AAE4-F5CB-4142-9DAA-BBD659304B45}" type="datetime1">
              <a:rPr lang="zh-CN" altLang="en-US" smtClean="0"/>
              <a:pPr/>
              <a:t>2025/3/5</a:t>
            </a:fld>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11" name="Footer Placeholder 4"/>
          <p:cNvSpPr>
            <a:spLocks noGrp="1"/>
          </p:cNvSpPr>
          <p:nvPr>
            <p:ph type="ftr" sz="quarter" idx="13"/>
          </p:nvPr>
        </p:nvSpPr>
        <p:spPr>
          <a:xfrm>
            <a:off x="6934200" y="6400800"/>
            <a:ext cx="2133600" cy="283800"/>
          </a:xfrm>
          <a:prstGeom prst="rect">
            <a:avLst/>
          </a:prstGeom>
        </p:spPr>
        <p:txBody>
          <a:bodyPr/>
          <a:lstStyle>
            <a:lvl1pPr>
              <a:defRPr sz="1400"/>
            </a:lvl1pPr>
          </a:lstStyle>
          <a:p>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6" name="Rectangle 5"/>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Title 1"/>
          <p:cNvSpPr>
            <a:spLocks noGrp="1"/>
          </p:cNvSpPr>
          <p:nvPr>
            <p:ph type="title"/>
          </p:nvPr>
        </p:nvSpPr>
        <p:spPr/>
        <p:txBody>
          <a:bodyPr/>
          <a:lstStyle>
            <a:lvl1pPr>
              <a:defRPr>
                <a:latin typeface="+mj-lt"/>
              </a:defRPr>
            </a:lvl1pPr>
          </a:lstStyle>
          <a:p>
            <a:r>
              <a:rPr kumimoji="0" lang="en-US" dirty="0"/>
              <a:t>Click to edit Master title style</a:t>
            </a:r>
          </a:p>
        </p:txBody>
      </p:sp>
      <p:sp>
        <p:nvSpPr>
          <p:cNvPr id="3" name="Date Placeholder 2"/>
          <p:cNvSpPr>
            <a:spLocks noGrp="1"/>
          </p:cNvSpPr>
          <p:nvPr>
            <p:ph type="dt" sz="half" idx="10"/>
          </p:nvPr>
        </p:nvSpPr>
        <p:spPr/>
        <p:txBody>
          <a:bodyPr/>
          <a:lstStyle/>
          <a:p>
            <a:fld id="{1474331A-FC5B-4288-9035-F318BC110233}" type="datetime1">
              <a:rPr lang="zh-CN" altLang="en-US" smtClean="0"/>
              <a:pPr/>
              <a:t>2025/3/5</a:t>
            </a:fld>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7" name="Footer Placeholder 4"/>
          <p:cNvSpPr>
            <a:spLocks noGrp="1"/>
          </p:cNvSpPr>
          <p:nvPr>
            <p:ph type="ftr" sz="quarter" idx="3"/>
          </p:nvPr>
        </p:nvSpPr>
        <p:spPr>
          <a:xfrm>
            <a:off x="6934200" y="6400800"/>
            <a:ext cx="2133600" cy="283800"/>
          </a:xfrm>
          <a:prstGeom prst="rect">
            <a:avLst/>
          </a:prstGeom>
        </p:spPr>
        <p:txBody>
          <a:bodyPr/>
          <a:lstStyle>
            <a:lvl1pPr>
              <a:defRPr sz="1400"/>
            </a:lvl1pPr>
          </a:lstStyle>
          <a:p>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5A7C244-BFE9-4A65-A6FA-FEF04BE3383C}" type="datetime1">
              <a:rPr lang="zh-CN" altLang="en-US" smtClean="0"/>
              <a:pPr/>
              <a:t>2025/3/5</a:t>
            </a:fld>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5" name="Footer Placeholder 4"/>
          <p:cNvSpPr>
            <a:spLocks noGrp="1"/>
          </p:cNvSpPr>
          <p:nvPr>
            <p:ph type="ftr" sz="quarter" idx="3"/>
          </p:nvPr>
        </p:nvSpPr>
        <p:spPr>
          <a:xfrm>
            <a:off x="6934200" y="6400800"/>
            <a:ext cx="2133600" cy="283800"/>
          </a:xfrm>
          <a:prstGeom prst="rect">
            <a:avLst/>
          </a:prstGeom>
        </p:spPr>
        <p:txBody>
          <a:bodyPr/>
          <a:lstStyle>
            <a:lvl1pPr>
              <a:defRPr sz="1400"/>
            </a:lvl1pPr>
          </a:lstStyle>
          <a:p>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Content with Caption">
    <p:spTree>
      <p:nvGrpSpPr>
        <p:cNvPr id="1" name=""/>
        <p:cNvGrpSpPr/>
        <p:nvPr/>
      </p:nvGrpSpPr>
      <p:grpSpPr>
        <a:xfrm>
          <a:off x="0" y="0"/>
          <a:ext cx="0" cy="0"/>
          <a:chOff x="0" y="0"/>
          <a:chExt cx="0" cy="0"/>
        </a:xfrm>
      </p:grpSpPr>
      <p:sp>
        <p:nvSpPr>
          <p:cNvPr id="8" name="Rectangle 7"/>
          <p:cNvSpPr/>
          <p:nvPr/>
        </p:nvSpPr>
        <p:spPr>
          <a:xfrm>
            <a:off x="2786050" y="1053546"/>
            <a:ext cx="59040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3" name="Content Placeholder 2"/>
          <p:cNvSpPr>
            <a:spLocks noGrp="1"/>
          </p:cNvSpPr>
          <p:nvPr>
            <p:ph idx="1"/>
          </p:nvPr>
        </p:nvSpPr>
        <p:spPr>
          <a:xfrm>
            <a:off x="2786050" y="1142984"/>
            <a:ext cx="5900750" cy="5143536"/>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Text Placeholder 3"/>
          <p:cNvSpPr>
            <a:spLocks noGrp="1"/>
          </p:cNvSpPr>
          <p:nvPr>
            <p:ph type="body" sz="half" idx="2"/>
          </p:nvPr>
        </p:nvSpPr>
        <p:spPr>
          <a:xfrm>
            <a:off x="457205" y="1142984"/>
            <a:ext cx="2257408" cy="5143536"/>
          </a:xfrm>
        </p:spPr>
        <p:txBody>
          <a:bodyPr anchor="ct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ED29532A-040A-45E0-9435-1F23CB89233C}" type="datetime1">
              <a:rPr lang="zh-CN" altLang="en-US" smtClean="0"/>
              <a:pPr/>
              <a:t>2025/3/5</a:t>
            </a:fld>
            <a:endParaRPr lang="zh-CN" altLang="en-US"/>
          </a:p>
        </p:txBody>
      </p:sp>
      <p:sp>
        <p:nvSpPr>
          <p:cNvPr id="6" name="Footer Placeholder 5"/>
          <p:cNvSpPr>
            <a:spLocks noGrp="1"/>
          </p:cNvSpPr>
          <p:nvPr>
            <p:ph type="ftr" sz="quarter" idx="11"/>
          </p:nvPr>
        </p:nvSpPr>
        <p:spPr>
          <a:xfrm>
            <a:off x="5334000" y="6400800"/>
            <a:ext cx="3733800" cy="283800"/>
          </a:xfrm>
          <a:prstGeom prst="rect">
            <a:avLst/>
          </a:prstGeom>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9" name="标题 8"/>
          <p:cNvSpPr>
            <a:spLocks noGrp="1"/>
          </p:cNvSpPr>
          <p:nvPr>
            <p:ph type="title"/>
          </p:nvPr>
        </p:nvSpPr>
        <p:spPr/>
        <p:txBody>
          <a:bodyPr/>
          <a:lstStyle/>
          <a:p>
            <a:r>
              <a:rPr lang="zh-CN" altLang="en-US"/>
              <a:t>单击此处编辑母版标题样式</a:t>
            </a: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3400" y="304800"/>
            <a:ext cx="6400800" cy="685800"/>
          </a:xfrm>
        </p:spPr>
        <p:txBody>
          <a:bodyPr anchor="ctr"/>
          <a:lstStyle>
            <a:lvl1pPr algn="l">
              <a:defRPr sz="2400" b="0"/>
            </a:lvl1pPr>
          </a:lstStyle>
          <a:p>
            <a:r>
              <a:rPr kumimoji="0" lang="en-US"/>
              <a:t>Click to edit Master title style</a:t>
            </a:r>
          </a:p>
        </p:txBody>
      </p:sp>
      <p:sp>
        <p:nvSpPr>
          <p:cNvPr id="3" name="Picture Placeholder 2"/>
          <p:cNvSpPr>
            <a:spLocks noGrp="1"/>
          </p:cNvSpPr>
          <p:nvPr>
            <p:ph type="pic" idx="1"/>
          </p:nvPr>
        </p:nvSpPr>
        <p:spPr>
          <a:xfrm>
            <a:off x="701552" y="1143000"/>
            <a:ext cx="7223248" cy="3980172"/>
          </a:xfrm>
          <a:prstGeom prst="roundRect">
            <a:avLst>
              <a:gd name="adj" fmla="val 18278"/>
            </a:avLst>
          </a:prstGeom>
          <a:solidFill>
            <a:schemeClr val="accent1">
              <a:tint val="40000"/>
            </a:schemeClr>
          </a:solidFill>
          <a:ln w="50800" cap="rnd">
            <a:gradFill flip="none" rotWithShape="1">
              <a:gsLst>
                <a:gs pos="0">
                  <a:schemeClr val="accent1">
                    <a:shade val="50000"/>
                  </a:schemeClr>
                </a:gs>
                <a:gs pos="20000">
                  <a:schemeClr val="accent2">
                    <a:shade val="50000"/>
                  </a:schemeClr>
                </a:gs>
                <a:gs pos="40000">
                  <a:schemeClr val="accent3">
                    <a:shade val="50000"/>
                  </a:schemeClr>
                </a:gs>
                <a:gs pos="60000">
                  <a:schemeClr val="accent4">
                    <a:shade val="50000"/>
                  </a:schemeClr>
                </a:gs>
                <a:gs pos="80000">
                  <a:schemeClr val="accent5">
                    <a:shade val="50000"/>
                  </a:schemeClr>
                </a:gs>
                <a:gs pos="100000">
                  <a:schemeClr val="accent6">
                    <a:shade val="50000"/>
                  </a:schemeClr>
                </a:gs>
              </a:gsLst>
              <a:path path="circle">
                <a:fillToRect l="50000" t="50000" r="50000" b="50000"/>
              </a:path>
              <a:tileRect/>
            </a:gradFill>
            <a:round/>
          </a:ln>
          <a:effectLst>
            <a:outerShdw blurRad="50800" dist="38100" dir="5400000" algn="tl" rotWithShape="0">
              <a:prstClr val="black">
                <a:alpha val="50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kumimoji="0" lang="en-US"/>
              <a:t>Click icon to add picture</a:t>
            </a:r>
          </a:p>
        </p:txBody>
      </p:sp>
      <p:sp>
        <p:nvSpPr>
          <p:cNvPr id="4" name="Text Placeholder 3"/>
          <p:cNvSpPr>
            <a:spLocks noGrp="1"/>
          </p:cNvSpPr>
          <p:nvPr>
            <p:ph type="body" sz="half" idx="2"/>
          </p:nvPr>
        </p:nvSpPr>
        <p:spPr>
          <a:xfrm>
            <a:off x="2362200" y="5410200"/>
            <a:ext cx="5657888" cy="804862"/>
          </a:xfrm>
        </p:spPr>
        <p:txBody>
          <a:bodyPr anchor="ctr"/>
          <a:lstStyle>
            <a:lvl1pPr marL="0" indent="0" algn="r">
              <a:buNone/>
              <a:defRPr sz="1200" b="0"/>
            </a:lvl1pPr>
            <a:lvl2pPr marL="457200" indent="0" algn="r">
              <a:buNone/>
              <a:defRPr sz="1200" b="0"/>
            </a:lvl2pPr>
            <a:lvl3pPr marL="914400" indent="0" algn="r">
              <a:buNone/>
              <a:defRPr sz="1200" b="0"/>
            </a:lvl3pPr>
            <a:lvl4pPr marL="1371600" indent="0" algn="r">
              <a:buNone/>
              <a:defRPr sz="1200" b="0"/>
            </a:lvl4pPr>
            <a:lvl5pPr marL="1828800" indent="0" algn="r">
              <a:buNone/>
              <a:defRPr sz="1200" b="0"/>
            </a:lvl5pPr>
            <a:lvl6pPr marL="2286000" indent="0">
              <a:buNone/>
              <a:defRPr sz="900"/>
            </a:lvl6pPr>
            <a:lvl7pPr marL="2743200" indent="0">
              <a:buNone/>
              <a:defRPr sz="900"/>
            </a:lvl7pPr>
            <a:lvl8pPr marL="3200400" indent="0">
              <a:buNone/>
              <a:defRPr sz="900"/>
            </a:lvl8pPr>
            <a:lvl9pPr marL="3657600" indent="0">
              <a:buNone/>
              <a:defRPr sz="900"/>
            </a:lvl9pPr>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5" name="Date Placeholder 4"/>
          <p:cNvSpPr>
            <a:spLocks noGrp="1"/>
          </p:cNvSpPr>
          <p:nvPr>
            <p:ph type="dt" sz="half" idx="10"/>
          </p:nvPr>
        </p:nvSpPr>
        <p:spPr/>
        <p:txBody>
          <a:bodyPr/>
          <a:lstStyle/>
          <a:p>
            <a:fld id="{5725BF2F-F241-4DBB-9D73-48966B69CB4E}" type="datetime1">
              <a:rPr lang="zh-CN" altLang="en-US" smtClean="0"/>
              <a:pPr/>
              <a:t>2025/3/5</a:t>
            </a:fld>
            <a:endParaRPr lang="zh-CN" altLang="en-US"/>
          </a:p>
        </p:txBody>
      </p:sp>
      <p:sp>
        <p:nvSpPr>
          <p:cNvPr id="6" name="Footer Placeholder 5"/>
          <p:cNvSpPr>
            <a:spLocks noGrp="1"/>
          </p:cNvSpPr>
          <p:nvPr>
            <p:ph type="ftr" sz="quarter" idx="11"/>
          </p:nvPr>
        </p:nvSpPr>
        <p:spPr>
          <a:xfrm>
            <a:off x="5334000" y="6400800"/>
            <a:ext cx="3733800" cy="283800"/>
          </a:xfrm>
          <a:prstGeom prst="rect">
            <a:avLst/>
          </a:prstGeom>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overrideClrMapping bg1="lt1" tx1="dk1" bg2="lt2" tx2="dk2" accent1="accent1" accent2="accent2" accent3="accent3" accent4="accent4" accent5="accent5" accent6="accent6" hlink="hlink" folHlink="folHlink"/>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t>Click to edit Master title style</a:t>
            </a:r>
          </a:p>
        </p:txBody>
      </p:sp>
      <p:sp>
        <p:nvSpPr>
          <p:cNvPr id="3" name="Vertical Text Placeholder 2"/>
          <p:cNvSpPr>
            <a:spLocks noGrp="1"/>
          </p:cNvSpPr>
          <p:nvPr>
            <p:ph type="body" orient="vert" idx="1"/>
          </p:nvPr>
        </p:nvSpPr>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DBC86C1B-61C7-49BC-B3BA-31EF79B91D03}" type="datetime1">
              <a:rPr lang="zh-CN" altLang="en-US" smtClean="0"/>
              <a:pPr/>
              <a:t>2025/3/5</a:t>
            </a:fld>
            <a:endParaRPr lang="zh-CN" altLang="en-US"/>
          </a:p>
        </p:txBody>
      </p:sp>
      <p:sp>
        <p:nvSpPr>
          <p:cNvPr id="5" name="Footer Placeholder 4"/>
          <p:cNvSpPr>
            <a:spLocks noGrp="1"/>
          </p:cNvSpPr>
          <p:nvPr>
            <p:ph type="ftr" sz="quarter" idx="11"/>
          </p:nvPr>
        </p:nvSpPr>
        <p:spPr>
          <a:xfrm>
            <a:off x="5334000" y="6400800"/>
            <a:ext cx="3733800" cy="283800"/>
          </a:xfrm>
          <a:prstGeom prst="rect">
            <a:avLst/>
          </a:prstGeom>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
        <p:nvSpPr>
          <p:cNvPr id="7" name="Rectangle 6"/>
          <p:cNvSpPr/>
          <p:nvPr/>
        </p:nvSpPr>
        <p:spPr>
          <a:xfrm>
            <a:off x="457200" y="1410736"/>
            <a:ext cx="8229600" cy="18000"/>
          </a:xfrm>
          <a:prstGeom prst="rect">
            <a:avLst/>
          </a:prstGeom>
          <a:gradFill>
            <a:gsLst>
              <a:gs pos="0">
                <a:schemeClr val="accent1">
                  <a:tint val="40000"/>
                  <a:alpha val="20000"/>
                </a:schemeClr>
              </a:gs>
              <a:gs pos="50000">
                <a:schemeClr val="accent1">
                  <a:alpha val="40000"/>
                </a:schemeClr>
              </a:gs>
              <a:gs pos="100000">
                <a:schemeClr val="accent1">
                  <a:tint val="40000"/>
                  <a:alpha val="5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215206" y="274638"/>
            <a:ext cx="1471594" cy="6011882"/>
          </a:xfrm>
        </p:spPr>
        <p:txBody>
          <a:bodyPr vert="eaVert"/>
          <a:lstStyle/>
          <a:p>
            <a:r>
              <a:rPr kumimoji="0" lang="en-US"/>
              <a:t>Click to edit Master title style</a:t>
            </a:r>
          </a:p>
        </p:txBody>
      </p:sp>
      <p:sp>
        <p:nvSpPr>
          <p:cNvPr id="3" name="Vertical Text Placeholder 2"/>
          <p:cNvSpPr>
            <a:spLocks noGrp="1"/>
          </p:cNvSpPr>
          <p:nvPr>
            <p:ph type="body" orient="vert" idx="1"/>
          </p:nvPr>
        </p:nvSpPr>
        <p:spPr>
          <a:xfrm>
            <a:off x="457200" y="274638"/>
            <a:ext cx="6686568" cy="6011882"/>
          </a:xfrm>
        </p:spPr>
        <p:txBody>
          <a:bodyPr vert="eaVert"/>
          <a:lstStyle/>
          <a:p>
            <a:pPr lvl="0" eaLnBrk="1" latinLnBrk="0" hangingPunct="1"/>
            <a:r>
              <a:rPr lang="en-US"/>
              <a:t>Click to edit Master text styles</a:t>
            </a:r>
          </a:p>
          <a:p>
            <a:pPr lvl="1" eaLnBrk="1" latinLnBrk="0" hangingPunct="1"/>
            <a:r>
              <a:rPr lang="en-US"/>
              <a:t>Second level</a:t>
            </a:r>
          </a:p>
          <a:p>
            <a:pPr lvl="2" eaLnBrk="1" latinLnBrk="0" hangingPunct="1"/>
            <a:r>
              <a:rPr lang="en-US"/>
              <a:t>Third level</a:t>
            </a:r>
          </a:p>
          <a:p>
            <a:pPr lvl="3" eaLnBrk="1" latinLnBrk="0" hangingPunct="1"/>
            <a:r>
              <a:rPr lang="en-US"/>
              <a:t>Fourth level</a:t>
            </a:r>
          </a:p>
          <a:p>
            <a:pPr lvl="4" eaLnBrk="1" latinLnBrk="0" hangingPunct="1"/>
            <a:r>
              <a:rPr lang="en-US"/>
              <a:t>Fifth level</a:t>
            </a:r>
            <a:endParaRPr kumimoji="0" lang="en-US"/>
          </a:p>
        </p:txBody>
      </p:sp>
      <p:sp>
        <p:nvSpPr>
          <p:cNvPr id="4" name="Date Placeholder 3"/>
          <p:cNvSpPr>
            <a:spLocks noGrp="1"/>
          </p:cNvSpPr>
          <p:nvPr>
            <p:ph type="dt" sz="half" idx="10"/>
          </p:nvPr>
        </p:nvSpPr>
        <p:spPr/>
        <p:txBody>
          <a:bodyPr/>
          <a:lstStyle/>
          <a:p>
            <a:fld id="{4394B801-6BE4-4F78-AAB9-94FD1A1BDFA1}" type="datetime1">
              <a:rPr lang="zh-CN" altLang="en-US" smtClean="0"/>
              <a:pPr/>
              <a:t>2025/3/5</a:t>
            </a:fld>
            <a:endParaRPr lang="zh-CN" altLang="en-US"/>
          </a:p>
        </p:txBody>
      </p:sp>
      <p:sp>
        <p:nvSpPr>
          <p:cNvPr id="5" name="Footer Placeholder 4"/>
          <p:cNvSpPr>
            <a:spLocks noGrp="1"/>
          </p:cNvSpPr>
          <p:nvPr>
            <p:ph type="ftr" sz="quarter" idx="11"/>
          </p:nvPr>
        </p:nvSpPr>
        <p:spPr>
          <a:xfrm>
            <a:off x="5334000" y="6400800"/>
            <a:ext cx="3733800" cy="283800"/>
          </a:xfrm>
          <a:prstGeom prst="rect">
            <a:avLst/>
          </a:prstGeom>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pPr/>
              <a:t>‹#›</a:t>
            </a:fld>
            <a:endParaRPr lang="zh-CN" altLang="en-US"/>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94210" name="Rectangle 2"/>
          <p:cNvSpPr>
            <a:spLocks noGrp="1" noChangeArrowheads="1"/>
          </p:cNvSpPr>
          <p:nvPr>
            <p:ph type="dt" sz="half" idx="2"/>
          </p:nvPr>
        </p:nvSpPr>
        <p:spPr/>
        <p:txBody>
          <a:bodyPr/>
          <a:lstStyle>
            <a:lvl1pPr>
              <a:defRPr/>
            </a:lvl1pPr>
          </a:lstStyle>
          <a:p>
            <a:fld id="{A127C7F5-5783-4A41-A42B-66458F7D38AA}" type="datetime1">
              <a:rPr lang="en-US">
                <a:solidFill>
                  <a:srgbClr val="000000"/>
                </a:solidFill>
              </a:rPr>
              <a:pPr/>
              <a:t>3/5/25</a:t>
            </a:fld>
            <a:r>
              <a:rPr lang="en-US">
                <a:solidFill>
                  <a:srgbClr val="000000"/>
                </a:solidFill>
              </a:rPr>
              <a:t>02/02/2005</a:t>
            </a:r>
          </a:p>
        </p:txBody>
      </p:sp>
      <p:sp>
        <p:nvSpPr>
          <p:cNvPr id="94211" name="Rectangle 3"/>
          <p:cNvSpPr>
            <a:spLocks noGrp="1" noChangeArrowheads="1"/>
          </p:cNvSpPr>
          <p:nvPr>
            <p:ph type="ftr" sz="quarter" idx="3"/>
          </p:nvPr>
        </p:nvSpPr>
        <p:spPr/>
        <p:txBody>
          <a:bodyPr/>
          <a:lstStyle>
            <a:lvl1pPr>
              <a:defRPr/>
            </a:lvl1pPr>
          </a:lstStyle>
          <a:p>
            <a:r>
              <a:rPr lang="en-US">
                <a:solidFill>
                  <a:srgbClr val="000000"/>
                </a:solidFill>
              </a:rPr>
              <a:t>CS267 Lecure 7CS267 Lecture 5</a:t>
            </a:r>
          </a:p>
        </p:txBody>
      </p:sp>
      <p:sp>
        <p:nvSpPr>
          <p:cNvPr id="94212" name="Rectangle 4"/>
          <p:cNvSpPr>
            <a:spLocks noGrp="1" noChangeArrowheads="1"/>
          </p:cNvSpPr>
          <p:nvPr>
            <p:ph type="sldNum" sz="quarter" idx="4"/>
          </p:nvPr>
        </p:nvSpPr>
        <p:spPr/>
        <p:txBody>
          <a:bodyPr/>
          <a:lstStyle>
            <a:lvl1pPr>
              <a:defRPr/>
            </a:lvl1pPr>
          </a:lstStyle>
          <a:p>
            <a:fld id="{DD2CC8D5-AA91-284C-8E2E-3564C7E9644C}" type="slidenum">
              <a:rPr lang="en-US">
                <a:solidFill>
                  <a:srgbClr val="000000"/>
                </a:solidFill>
              </a:rPr>
              <a:pPr/>
              <a:t>‹#›</a:t>
            </a:fld>
            <a:endParaRPr lang="en-US">
              <a:solidFill>
                <a:srgbClr val="000000"/>
              </a:solidFill>
            </a:endParaRPr>
          </a:p>
        </p:txBody>
      </p:sp>
      <p:sp>
        <p:nvSpPr>
          <p:cNvPr id="94213" name="Rectangle 5"/>
          <p:cNvSpPr>
            <a:spLocks noGrp="1" noChangeArrowheads="1"/>
          </p:cNvSpPr>
          <p:nvPr>
            <p:ph type="ctrTitle"/>
          </p:nvPr>
        </p:nvSpPr>
        <p:spPr>
          <a:xfrm>
            <a:off x="2209800" y="1981200"/>
            <a:ext cx="4953000" cy="581025"/>
          </a:xfrm>
        </p:spPr>
        <p:txBody>
          <a:bodyPr wrap="square"/>
          <a:lstStyle>
            <a:lvl1pPr algn="ctr">
              <a:defRPr sz="4000">
                <a:latin typeface="Helvetica" charset="0"/>
              </a:defRPr>
            </a:lvl1pPr>
          </a:lstStyle>
          <a:p>
            <a:pPr lvl="0"/>
            <a:endParaRPr lang="en-US" noProof="0"/>
          </a:p>
        </p:txBody>
      </p:sp>
      <p:sp>
        <p:nvSpPr>
          <p:cNvPr id="94214" name="Rectangle 6"/>
          <p:cNvSpPr>
            <a:spLocks noGrp="1" noChangeArrowheads="1"/>
          </p:cNvSpPr>
          <p:nvPr>
            <p:ph type="subTitle" idx="1"/>
          </p:nvPr>
        </p:nvSpPr>
        <p:spPr>
          <a:xfrm>
            <a:off x="1600200" y="3657600"/>
            <a:ext cx="6400800" cy="477838"/>
          </a:xfrm>
        </p:spPr>
        <p:txBody>
          <a:bodyPr/>
          <a:lstStyle>
            <a:lvl1pPr marL="0" indent="0" algn="ctr">
              <a:buFontTx/>
              <a:buNone/>
              <a:defRPr sz="2800">
                <a:latin typeface="Helvetica" charset="0"/>
              </a:defRPr>
            </a:lvl1pPr>
          </a:lstStyle>
          <a:p>
            <a:pPr lvl="0"/>
            <a:endParaRPr lang="en-US" noProof="0"/>
          </a:p>
        </p:txBody>
      </p:sp>
      <p:sp>
        <p:nvSpPr>
          <p:cNvPr id="94215" name="Line 7"/>
          <p:cNvSpPr>
            <a:spLocks noChangeShapeType="1"/>
          </p:cNvSpPr>
          <p:nvPr/>
        </p:nvSpPr>
        <p:spPr bwMode="auto">
          <a:xfrm>
            <a:off x="609600" y="685800"/>
            <a:ext cx="8001000" cy="0"/>
          </a:xfrm>
          <a:prstGeom prst="line">
            <a:avLst/>
          </a:prstGeom>
          <a:noFill/>
          <a:ln w="47625" cmpd="thickThin">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Tree>
    <p:extLst>
      <p:ext uri="{BB962C8B-B14F-4D97-AF65-F5344CB8AC3E}">
        <p14:creationId xmlns:p14="http://schemas.microsoft.com/office/powerpoint/2010/main" val="296163532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E314B920-992C-C347-9316-E4565E803B21}" type="datetime1">
              <a:rPr lang="en-US">
                <a:solidFill>
                  <a:srgbClr val="000000"/>
                </a:solidFill>
              </a:rPr>
              <a:pPr/>
              <a:t>3/5/25</a:t>
            </a:fld>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r>
              <a:rPr lang="en-US">
                <a:solidFill>
                  <a:srgbClr val="000000"/>
                </a:solidFill>
              </a:rPr>
              <a:t>CS267 Lecure 7</a:t>
            </a:r>
          </a:p>
        </p:txBody>
      </p:sp>
      <p:sp>
        <p:nvSpPr>
          <p:cNvPr id="6" name="Slide Number Placeholder 5"/>
          <p:cNvSpPr>
            <a:spLocks noGrp="1"/>
          </p:cNvSpPr>
          <p:nvPr>
            <p:ph type="sldNum" sz="quarter" idx="12"/>
          </p:nvPr>
        </p:nvSpPr>
        <p:spPr/>
        <p:txBody>
          <a:bodyPr/>
          <a:lstStyle>
            <a:lvl1pPr>
              <a:defRPr/>
            </a:lvl1pPr>
          </a:lstStyle>
          <a:p>
            <a:fld id="{FBA26EAF-4293-294A-8A14-2C6A6FCE9D77}"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91567213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Date Placeholder 3"/>
          <p:cNvSpPr>
            <a:spLocks noGrp="1"/>
          </p:cNvSpPr>
          <p:nvPr>
            <p:ph type="dt" sz="half" idx="10"/>
          </p:nvPr>
        </p:nvSpPr>
        <p:spPr/>
        <p:txBody>
          <a:bodyPr/>
          <a:lstStyle>
            <a:lvl1pPr>
              <a:defRPr/>
            </a:lvl1pPr>
          </a:lstStyle>
          <a:p>
            <a:fld id="{46B32622-A346-9B43-983F-DE70046F14B8}" type="datetime1">
              <a:rPr lang="en-US">
                <a:solidFill>
                  <a:srgbClr val="000000"/>
                </a:solidFill>
              </a:rPr>
              <a:pPr/>
              <a:t>3/5/25</a:t>
            </a:fld>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r>
              <a:rPr lang="en-US">
                <a:solidFill>
                  <a:srgbClr val="000000"/>
                </a:solidFill>
              </a:rPr>
              <a:t>CS267 Lecure 7</a:t>
            </a:r>
          </a:p>
        </p:txBody>
      </p:sp>
      <p:sp>
        <p:nvSpPr>
          <p:cNvPr id="6" name="Slide Number Placeholder 5"/>
          <p:cNvSpPr>
            <a:spLocks noGrp="1"/>
          </p:cNvSpPr>
          <p:nvPr>
            <p:ph type="sldNum" sz="quarter" idx="12"/>
          </p:nvPr>
        </p:nvSpPr>
        <p:spPr/>
        <p:txBody>
          <a:bodyPr/>
          <a:lstStyle>
            <a:lvl1pPr>
              <a:defRPr/>
            </a:lvl1pPr>
          </a:lstStyle>
          <a:p>
            <a:fld id="{ABB247CA-B2FB-394E-AE4C-519C2BBA3ED4}"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3319388"/>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609600" y="914400"/>
            <a:ext cx="3924300" cy="2170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86300" y="914400"/>
            <a:ext cx="3924300" cy="217011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lvl1pPr>
              <a:defRPr/>
            </a:lvl1pPr>
          </a:lstStyle>
          <a:p>
            <a:fld id="{95914C2B-20FC-3342-AC77-28EC72CD3E96}" type="datetime1">
              <a:rPr lang="en-US">
                <a:solidFill>
                  <a:srgbClr val="000000"/>
                </a:solidFill>
              </a:rPr>
              <a:pPr/>
              <a:t>3/5/25</a:t>
            </a:fld>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r>
              <a:rPr lang="en-US">
                <a:solidFill>
                  <a:srgbClr val="000000"/>
                </a:solidFill>
              </a:rPr>
              <a:t>CS267 Lecure 7</a:t>
            </a:r>
          </a:p>
        </p:txBody>
      </p:sp>
      <p:sp>
        <p:nvSpPr>
          <p:cNvPr id="7" name="Slide Number Placeholder 6"/>
          <p:cNvSpPr>
            <a:spLocks noGrp="1"/>
          </p:cNvSpPr>
          <p:nvPr>
            <p:ph type="sldNum" sz="quarter" idx="12"/>
          </p:nvPr>
        </p:nvSpPr>
        <p:spPr/>
        <p:txBody>
          <a:bodyPr/>
          <a:lstStyle>
            <a:lvl1pPr>
              <a:defRPr/>
            </a:lvl1pPr>
          </a:lstStyle>
          <a:p>
            <a:fld id="{6B7DCE21-188B-254F-A5FF-31D7C44AE3EF}"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70753043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lvl1pPr>
              <a:defRPr/>
            </a:lvl1pPr>
          </a:lstStyle>
          <a:p>
            <a:fld id="{32E3DEC2-401B-1847-9989-A63D7DD27E5F}" type="datetime1">
              <a:rPr lang="en-US">
                <a:solidFill>
                  <a:srgbClr val="000000"/>
                </a:solidFill>
              </a:rPr>
              <a:pPr/>
              <a:t>3/5/25</a:t>
            </a:fld>
            <a:endParaRPr lang="en-US">
              <a:solidFill>
                <a:srgbClr val="000000"/>
              </a:solidFill>
            </a:endParaRPr>
          </a:p>
        </p:txBody>
      </p:sp>
      <p:sp>
        <p:nvSpPr>
          <p:cNvPr id="8" name="Footer Placeholder 7"/>
          <p:cNvSpPr>
            <a:spLocks noGrp="1"/>
          </p:cNvSpPr>
          <p:nvPr>
            <p:ph type="ftr" sz="quarter" idx="11"/>
          </p:nvPr>
        </p:nvSpPr>
        <p:spPr/>
        <p:txBody>
          <a:bodyPr/>
          <a:lstStyle>
            <a:lvl1pPr>
              <a:defRPr/>
            </a:lvl1pPr>
          </a:lstStyle>
          <a:p>
            <a:r>
              <a:rPr lang="en-US">
                <a:solidFill>
                  <a:srgbClr val="000000"/>
                </a:solidFill>
              </a:rPr>
              <a:t>CS267 Lecure 7</a:t>
            </a:r>
          </a:p>
        </p:txBody>
      </p:sp>
      <p:sp>
        <p:nvSpPr>
          <p:cNvPr id="9" name="Slide Number Placeholder 8"/>
          <p:cNvSpPr>
            <a:spLocks noGrp="1"/>
          </p:cNvSpPr>
          <p:nvPr>
            <p:ph type="sldNum" sz="quarter" idx="12"/>
          </p:nvPr>
        </p:nvSpPr>
        <p:spPr/>
        <p:txBody>
          <a:bodyPr/>
          <a:lstStyle>
            <a:lvl1pPr>
              <a:defRPr/>
            </a:lvl1pPr>
          </a:lstStyle>
          <a:p>
            <a:fld id="{D39C6D7C-A342-B14B-9573-43046A6FD421}"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72569953"/>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lvl1pPr>
              <a:defRPr/>
            </a:lvl1pPr>
          </a:lstStyle>
          <a:p>
            <a:fld id="{D2148FB5-F49C-6B45-9642-F714EB3F22E2}" type="datetime1">
              <a:rPr lang="en-US">
                <a:solidFill>
                  <a:srgbClr val="000000"/>
                </a:solidFill>
              </a:rPr>
              <a:pPr/>
              <a:t>3/5/25</a:t>
            </a:fld>
            <a:endParaRPr lang="en-US">
              <a:solidFill>
                <a:srgbClr val="000000"/>
              </a:solidFill>
            </a:endParaRPr>
          </a:p>
        </p:txBody>
      </p:sp>
      <p:sp>
        <p:nvSpPr>
          <p:cNvPr id="4" name="Footer Placeholder 3"/>
          <p:cNvSpPr>
            <a:spLocks noGrp="1"/>
          </p:cNvSpPr>
          <p:nvPr>
            <p:ph type="ftr" sz="quarter" idx="11"/>
          </p:nvPr>
        </p:nvSpPr>
        <p:spPr/>
        <p:txBody>
          <a:bodyPr/>
          <a:lstStyle>
            <a:lvl1pPr>
              <a:defRPr/>
            </a:lvl1pPr>
          </a:lstStyle>
          <a:p>
            <a:r>
              <a:rPr lang="en-US">
                <a:solidFill>
                  <a:srgbClr val="000000"/>
                </a:solidFill>
              </a:rPr>
              <a:t>CS267 Lecure 7</a:t>
            </a:r>
          </a:p>
        </p:txBody>
      </p:sp>
      <p:sp>
        <p:nvSpPr>
          <p:cNvPr id="5" name="Slide Number Placeholder 4"/>
          <p:cNvSpPr>
            <a:spLocks noGrp="1"/>
          </p:cNvSpPr>
          <p:nvPr>
            <p:ph type="sldNum" sz="quarter" idx="12"/>
          </p:nvPr>
        </p:nvSpPr>
        <p:spPr/>
        <p:txBody>
          <a:bodyPr/>
          <a:lstStyle>
            <a:lvl1pPr>
              <a:defRPr/>
            </a:lvl1pPr>
          </a:lstStyle>
          <a:p>
            <a:fld id="{D3E497F6-6B7E-9246-9D35-724E59BE874C}"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019826349"/>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lvl1pPr>
              <a:defRPr/>
            </a:lvl1pPr>
          </a:lstStyle>
          <a:p>
            <a:fld id="{E3FAE88E-3442-9A47-BD72-592845DAABCB}" type="datetime1">
              <a:rPr lang="en-US">
                <a:solidFill>
                  <a:srgbClr val="000000"/>
                </a:solidFill>
              </a:rPr>
              <a:pPr/>
              <a:t>3/5/25</a:t>
            </a:fld>
            <a:endParaRPr lang="en-US">
              <a:solidFill>
                <a:srgbClr val="000000"/>
              </a:solidFill>
            </a:endParaRPr>
          </a:p>
        </p:txBody>
      </p:sp>
      <p:sp>
        <p:nvSpPr>
          <p:cNvPr id="3" name="Footer Placeholder 2"/>
          <p:cNvSpPr>
            <a:spLocks noGrp="1"/>
          </p:cNvSpPr>
          <p:nvPr>
            <p:ph type="ftr" sz="quarter" idx="11"/>
          </p:nvPr>
        </p:nvSpPr>
        <p:spPr/>
        <p:txBody>
          <a:bodyPr/>
          <a:lstStyle>
            <a:lvl1pPr>
              <a:defRPr/>
            </a:lvl1pPr>
          </a:lstStyle>
          <a:p>
            <a:r>
              <a:rPr lang="en-US">
                <a:solidFill>
                  <a:srgbClr val="000000"/>
                </a:solidFill>
              </a:rPr>
              <a:t>CS267 Lecure 7</a:t>
            </a:r>
          </a:p>
        </p:txBody>
      </p:sp>
      <p:sp>
        <p:nvSpPr>
          <p:cNvPr id="4" name="Slide Number Placeholder 3"/>
          <p:cNvSpPr>
            <a:spLocks noGrp="1"/>
          </p:cNvSpPr>
          <p:nvPr>
            <p:ph type="sldNum" sz="quarter" idx="12"/>
          </p:nvPr>
        </p:nvSpPr>
        <p:spPr/>
        <p:txBody>
          <a:bodyPr/>
          <a:lstStyle>
            <a:lvl1pPr>
              <a:defRPr/>
            </a:lvl1pPr>
          </a:lstStyle>
          <a:p>
            <a:fld id="{E77B5481-CA1E-C14A-A9CC-B9EA55C910BD}"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030086182"/>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F7B104D5-CCF2-5E49-A607-797B2F099E97}" type="datetime1">
              <a:rPr lang="en-US">
                <a:solidFill>
                  <a:srgbClr val="000000"/>
                </a:solidFill>
              </a:rPr>
              <a:pPr/>
              <a:t>3/5/25</a:t>
            </a:fld>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r>
              <a:rPr lang="en-US">
                <a:solidFill>
                  <a:srgbClr val="000000"/>
                </a:solidFill>
              </a:rPr>
              <a:t>CS267 Lecure 7</a:t>
            </a:r>
          </a:p>
        </p:txBody>
      </p:sp>
      <p:sp>
        <p:nvSpPr>
          <p:cNvPr id="7" name="Slide Number Placeholder 6"/>
          <p:cNvSpPr>
            <a:spLocks noGrp="1"/>
          </p:cNvSpPr>
          <p:nvPr>
            <p:ph type="sldNum" sz="quarter" idx="12"/>
          </p:nvPr>
        </p:nvSpPr>
        <p:spPr/>
        <p:txBody>
          <a:bodyPr/>
          <a:lstStyle>
            <a:lvl1pPr>
              <a:defRPr/>
            </a:lvl1pPr>
          </a:lstStyle>
          <a:p>
            <a:fld id="{1F02C115-FBA1-F74F-AAE6-A0A05F8D0B4E}"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51383382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lvl1pPr>
              <a:defRPr/>
            </a:lvl1pPr>
          </a:lstStyle>
          <a:p>
            <a:fld id="{0B73573C-EE68-344C-889E-2957E45C70A4}" type="datetime1">
              <a:rPr lang="en-US">
                <a:solidFill>
                  <a:srgbClr val="000000"/>
                </a:solidFill>
              </a:rPr>
              <a:pPr/>
              <a:t>3/5/25</a:t>
            </a:fld>
            <a:endParaRPr lang="en-US">
              <a:solidFill>
                <a:srgbClr val="000000"/>
              </a:solidFill>
            </a:endParaRPr>
          </a:p>
        </p:txBody>
      </p:sp>
      <p:sp>
        <p:nvSpPr>
          <p:cNvPr id="6" name="Footer Placeholder 5"/>
          <p:cNvSpPr>
            <a:spLocks noGrp="1"/>
          </p:cNvSpPr>
          <p:nvPr>
            <p:ph type="ftr" sz="quarter" idx="11"/>
          </p:nvPr>
        </p:nvSpPr>
        <p:spPr/>
        <p:txBody>
          <a:bodyPr/>
          <a:lstStyle>
            <a:lvl1pPr>
              <a:defRPr/>
            </a:lvl1pPr>
          </a:lstStyle>
          <a:p>
            <a:r>
              <a:rPr lang="en-US">
                <a:solidFill>
                  <a:srgbClr val="000000"/>
                </a:solidFill>
              </a:rPr>
              <a:t>CS267 Lecure 7</a:t>
            </a:r>
          </a:p>
        </p:txBody>
      </p:sp>
      <p:sp>
        <p:nvSpPr>
          <p:cNvPr id="7" name="Slide Number Placeholder 6"/>
          <p:cNvSpPr>
            <a:spLocks noGrp="1"/>
          </p:cNvSpPr>
          <p:nvPr>
            <p:ph type="sldNum" sz="quarter" idx="12"/>
          </p:nvPr>
        </p:nvSpPr>
        <p:spPr/>
        <p:txBody>
          <a:bodyPr/>
          <a:lstStyle>
            <a:lvl1pPr>
              <a:defRPr/>
            </a:lvl1pPr>
          </a:lstStyle>
          <a:p>
            <a:fld id="{94E07E42-AA6C-CE4D-86D0-8BEFF0D5E372}"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345240564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653D34E8-109A-C04E-A2B7-756822BDE348}" type="datetime1">
              <a:rPr lang="en-US">
                <a:solidFill>
                  <a:srgbClr val="000000"/>
                </a:solidFill>
              </a:rPr>
              <a:pPr/>
              <a:t>3/5/25</a:t>
            </a:fld>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r>
              <a:rPr lang="en-US">
                <a:solidFill>
                  <a:srgbClr val="000000"/>
                </a:solidFill>
              </a:rPr>
              <a:t>CS267 Lecure 7</a:t>
            </a:r>
          </a:p>
        </p:txBody>
      </p:sp>
      <p:sp>
        <p:nvSpPr>
          <p:cNvPr id="6" name="Slide Number Placeholder 5"/>
          <p:cNvSpPr>
            <a:spLocks noGrp="1"/>
          </p:cNvSpPr>
          <p:nvPr>
            <p:ph type="sldNum" sz="quarter" idx="12"/>
          </p:nvPr>
        </p:nvSpPr>
        <p:spPr/>
        <p:txBody>
          <a:bodyPr/>
          <a:lstStyle>
            <a:lvl1pPr>
              <a:defRPr/>
            </a:lvl1pPr>
          </a:lstStyle>
          <a:p>
            <a:fld id="{7C763663-2E39-3E44-8281-D2DF1759D3E2}"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136562720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10350" y="306388"/>
            <a:ext cx="2000250" cy="27781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609600" y="306388"/>
            <a:ext cx="5848350" cy="27781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lvl1pPr>
              <a:defRPr/>
            </a:lvl1pPr>
          </a:lstStyle>
          <a:p>
            <a:fld id="{8F53F429-888B-AC47-B463-980102D21FBE}" type="datetime1">
              <a:rPr lang="en-US">
                <a:solidFill>
                  <a:srgbClr val="000000"/>
                </a:solidFill>
              </a:rPr>
              <a:pPr/>
              <a:t>3/5/25</a:t>
            </a:fld>
            <a:endParaRPr lang="en-US">
              <a:solidFill>
                <a:srgbClr val="000000"/>
              </a:solidFill>
            </a:endParaRPr>
          </a:p>
        </p:txBody>
      </p:sp>
      <p:sp>
        <p:nvSpPr>
          <p:cNvPr id="5" name="Footer Placeholder 4"/>
          <p:cNvSpPr>
            <a:spLocks noGrp="1"/>
          </p:cNvSpPr>
          <p:nvPr>
            <p:ph type="ftr" sz="quarter" idx="11"/>
          </p:nvPr>
        </p:nvSpPr>
        <p:spPr/>
        <p:txBody>
          <a:bodyPr/>
          <a:lstStyle>
            <a:lvl1pPr>
              <a:defRPr/>
            </a:lvl1pPr>
          </a:lstStyle>
          <a:p>
            <a:r>
              <a:rPr lang="en-US">
                <a:solidFill>
                  <a:srgbClr val="000000"/>
                </a:solidFill>
              </a:rPr>
              <a:t>CS267 Lecure 7</a:t>
            </a:r>
          </a:p>
        </p:txBody>
      </p:sp>
      <p:sp>
        <p:nvSpPr>
          <p:cNvPr id="6" name="Slide Number Placeholder 5"/>
          <p:cNvSpPr>
            <a:spLocks noGrp="1"/>
          </p:cNvSpPr>
          <p:nvPr>
            <p:ph type="sldNum" sz="quarter" idx="12"/>
          </p:nvPr>
        </p:nvSpPr>
        <p:spPr/>
        <p:txBody>
          <a:bodyPr/>
          <a:lstStyle>
            <a:lvl1pPr>
              <a:defRPr/>
            </a:lvl1pPr>
          </a:lstStyle>
          <a:p>
            <a:fld id="{301067BB-B2E2-7F41-B2AC-BA7D264E793A}" type="slidenum">
              <a:rPr lang="en-US">
                <a:solidFill>
                  <a:srgbClr val="000000"/>
                </a:solidFill>
              </a:rPr>
              <a:pPr/>
              <a:t>‹#›</a:t>
            </a:fld>
            <a:endParaRPr lang="en-US">
              <a:solidFill>
                <a:srgbClr val="000000"/>
              </a:solidFill>
            </a:endParaRPr>
          </a:p>
        </p:txBody>
      </p:sp>
    </p:spTree>
    <p:extLst>
      <p:ext uri="{BB962C8B-B14F-4D97-AF65-F5344CB8AC3E}">
        <p14:creationId xmlns:p14="http://schemas.microsoft.com/office/powerpoint/2010/main" val="2720695856"/>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ext Box 10">
            <a:extLst>
              <a:ext uri="{FF2B5EF4-FFF2-40B4-BE49-F238E27FC236}">
                <a16:creationId xmlns:a16="http://schemas.microsoft.com/office/drawing/2014/main" id="{1FAD352D-95FD-EB4B-B904-F1A321DCD0B7}"/>
              </a:ext>
            </a:extLst>
          </p:cNvPr>
          <p:cNvSpPr txBox="1">
            <a:spLocks noChangeArrowheads="1"/>
          </p:cNvSpPr>
          <p:nvPr userDrawn="1"/>
        </p:nvSpPr>
        <p:spPr bwMode="auto">
          <a:xfrm>
            <a:off x="2352675" y="6451600"/>
            <a:ext cx="4022725" cy="244475"/>
          </a:xfrm>
          <a:prstGeom prst="rect">
            <a:avLst/>
          </a:prstGeom>
          <a:noFill/>
          <a:ln>
            <a:noFill/>
          </a:ln>
          <a:effectLst/>
          <a:extLst>
            <a:ext uri="{909E8E84-426E-40dd-AFC4-6F175D3DCCD1}"/>
            <a:ext uri="{91240B29-F687-4f45-9708-019B960494DF}"/>
            <a:ext uri="{AF507438-7753-43e0-B8FC-AC1667EBCBE1}"/>
          </a:extLst>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algn="ctr" eaLnBrk="1" hangingPunct="1">
              <a:defRPr/>
            </a:pPr>
            <a:r>
              <a:rPr lang="en-US" altLang="en-US" sz="1000"/>
              <a:t>Copyright © 2012, Elsevier Inc. All rights reserved.</a:t>
            </a:r>
            <a:endParaRPr lang="en-US" altLang="en-US" sz="1000">
              <a:effectLst>
                <a:outerShdw blurRad="38100" dist="38100" dir="2700000" algn="tl">
                  <a:srgbClr val="000000"/>
                </a:outerShdw>
              </a:effectLst>
            </a:endParaRPr>
          </a:p>
        </p:txBody>
      </p:sp>
      <p:sp>
        <p:nvSpPr>
          <p:cNvPr id="3" name="Text Box 11">
            <a:extLst>
              <a:ext uri="{FF2B5EF4-FFF2-40B4-BE49-F238E27FC236}">
                <a16:creationId xmlns:a16="http://schemas.microsoft.com/office/drawing/2014/main" id="{C393FC62-687F-E54C-9381-06A0079CF9A9}"/>
              </a:ext>
            </a:extLst>
          </p:cNvPr>
          <p:cNvSpPr txBox="1">
            <a:spLocks noChangeArrowheads="1"/>
          </p:cNvSpPr>
          <p:nvPr userDrawn="1"/>
        </p:nvSpPr>
        <p:spPr bwMode="auto">
          <a:xfrm>
            <a:off x="8405813" y="6511925"/>
            <a:ext cx="738187" cy="244475"/>
          </a:xfrm>
          <a:prstGeom prst="rect">
            <a:avLst/>
          </a:prstGeom>
          <a:noFill/>
          <a:ln>
            <a:noFill/>
          </a:ln>
          <a:effectLst/>
          <a:extLst>
            <a:ext uri="{909E8E84-426E-40dd-AFC4-6F175D3DCCD1}"/>
            <a:ext uri="{91240B29-F687-4f45-9708-019B960494DF}"/>
            <a:ext uri="{AF507438-7753-43e0-B8FC-AC1667EBCBE1}"/>
          </a:extLst>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eaLnBrk="1" hangingPunct="1">
              <a:spcBef>
                <a:spcPct val="50000"/>
              </a:spcBef>
              <a:defRPr/>
            </a:pPr>
            <a:r>
              <a:rPr lang="en-US" altLang="en-US" sz="1000">
                <a:effectLst>
                  <a:outerShdw blurRad="38100" dist="38100" dir="2700000" algn="tl">
                    <a:srgbClr val="000000"/>
                  </a:outerShdw>
                </a:effectLst>
              </a:rPr>
              <a:t>4 - </a:t>
            </a:r>
            <a:fld id="{91654A5D-C5D3-A94F-99FF-4356F8A8CDD8}" type="slidenum">
              <a:rPr lang="en-US" altLang="en-US" sz="1000" smtClean="0">
                <a:effectLst>
                  <a:outerShdw blurRad="38100" dist="38100" dir="2700000" algn="tl">
                    <a:srgbClr val="000000"/>
                  </a:outerShdw>
                </a:effectLst>
              </a:rPr>
              <a:pPr eaLnBrk="1" hangingPunct="1">
                <a:spcBef>
                  <a:spcPct val="50000"/>
                </a:spcBef>
                <a:defRPr/>
              </a:pPr>
              <a:t>‹#›</a:t>
            </a:fld>
            <a:endParaRPr lang="en-US" altLang="en-US" sz="1000">
              <a:effectLst>
                <a:outerShdw blurRad="38100" dist="38100" dir="2700000" algn="tl">
                  <a:srgbClr val="000000"/>
                </a:outerShdw>
              </a:effectLst>
            </a:endParaRPr>
          </a:p>
        </p:txBody>
      </p:sp>
    </p:spTree>
    <p:extLst>
      <p:ext uri="{BB962C8B-B14F-4D97-AF65-F5344CB8AC3E}">
        <p14:creationId xmlns:p14="http://schemas.microsoft.com/office/powerpoint/2010/main" val="1319641901"/>
      </p:ext>
    </p:extLst>
  </p:cSld>
  <p:clrMapOvr>
    <a:masterClrMapping/>
  </p:clrMapOvr>
  <p:transition>
    <p:zoom/>
  </p:transition>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60E445C-EA14-8944-9A0C-D6E7BA1950E2}" type="datetime1">
              <a:rPr lang="en-US" smtClean="0"/>
              <a:t>3/5/25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13335D-4FC9-924F-B266-DEE7D65B61EE}" type="slidenum">
              <a:rPr lang="en-US" smtClean="0"/>
              <a:pPr/>
              <a:t>‹#›</a:t>
            </a:fld>
            <a:endParaRPr lang="en-US"/>
          </a:p>
        </p:txBody>
      </p:sp>
    </p:spTree>
    <p:extLst>
      <p:ext uri="{BB962C8B-B14F-4D97-AF65-F5344CB8AC3E}">
        <p14:creationId xmlns:p14="http://schemas.microsoft.com/office/powerpoint/2010/main" val="148193487"/>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type="title" preserve="1">
  <p:cSld name="1_Title Slide">
    <p:spTree>
      <p:nvGrpSpPr>
        <p:cNvPr id="1" name=""/>
        <p:cNvGrpSpPr/>
        <p:nvPr/>
      </p:nvGrpSpPr>
      <p:grpSpPr>
        <a:xfrm>
          <a:off x="0" y="0"/>
          <a:ext cx="0" cy="0"/>
          <a:chOff x="0" y="0"/>
          <a:chExt cx="0" cy="0"/>
        </a:xfrm>
      </p:grpSpPr>
      <p:grpSp>
        <p:nvGrpSpPr>
          <p:cNvPr id="4" name="Group 2"/>
          <p:cNvGrpSpPr>
            <a:grpSpLocks/>
          </p:cNvGrpSpPr>
          <p:nvPr/>
        </p:nvGrpSpPr>
        <p:grpSpPr bwMode="auto">
          <a:xfrm>
            <a:off x="-24174" y="0"/>
            <a:ext cx="9144000" cy="6858000"/>
            <a:chOff x="0" y="0"/>
            <a:chExt cx="5760" cy="4320"/>
          </a:xfrm>
        </p:grpSpPr>
        <p:sp>
          <p:nvSpPr>
            <p:cNvPr id="5" name="Rectangle 3"/>
            <p:cNvSpPr>
              <a:spLocks noChangeArrowheads="1"/>
            </p:cNvSpPr>
            <p:nvPr/>
          </p:nvSpPr>
          <p:spPr bwMode="hidden">
            <a:xfrm>
              <a:off x="0" y="0"/>
              <a:ext cx="2208" cy="4320"/>
            </a:xfrm>
            <a:prstGeom prst="rect">
              <a:avLst/>
            </a:prstGeom>
            <a:gradFill flip="none" rotWithShape="1">
              <a:gsLst>
                <a:gs pos="0">
                  <a:schemeClr val="accent2">
                    <a:lumMod val="40000"/>
                    <a:lumOff val="60000"/>
                    <a:alpha val="50000"/>
                  </a:schemeClr>
                </a:gs>
                <a:gs pos="100000">
                  <a:srgbClr val="FFFFFF"/>
                </a:gs>
              </a:gsLst>
              <a:lin ang="0" scaled="1"/>
              <a:tileRect/>
            </a:gradFill>
            <a:ln w="9525">
              <a:noFill/>
              <a:miter lim="800000"/>
              <a:headEnd/>
              <a:tailEnd/>
            </a:ln>
            <a:effectLst/>
          </p:spPr>
          <p:txBody>
            <a:bodyPr wrap="none" anchor="ctr"/>
            <a:lstStyle/>
            <a:p>
              <a:pPr algn="ctr">
                <a:defRPr/>
              </a:pPr>
              <a:endParaRPr kumimoji="0" lang="en-US" sz="2400" b="0">
                <a:latin typeface="Times New Roman" pitchFamily="18" charset="0"/>
                <a:cs typeface="+mn-cs"/>
              </a:endParaRPr>
            </a:p>
          </p:txBody>
        </p:sp>
        <p:sp>
          <p:nvSpPr>
            <p:cNvPr id="6" name="Rectangle 4"/>
            <p:cNvSpPr>
              <a:spLocks noChangeArrowheads="1"/>
            </p:cNvSpPr>
            <p:nvPr/>
          </p:nvSpPr>
          <p:spPr bwMode="hidden">
            <a:xfrm>
              <a:off x="1081" y="1065"/>
              <a:ext cx="4679" cy="1596"/>
            </a:xfrm>
            <a:prstGeom prst="rect">
              <a:avLst/>
            </a:prstGeom>
            <a:solidFill>
              <a:schemeClr val="accent2">
                <a:lumMod val="50000"/>
              </a:schemeClr>
            </a:solidFill>
            <a:ln w="9525">
              <a:noFill/>
              <a:miter lim="800000"/>
              <a:headEnd/>
              <a:tailEnd/>
            </a:ln>
          </p:spPr>
          <p:txBody>
            <a:bodyPr/>
            <a:lstStyle/>
            <a:p>
              <a:pPr>
                <a:defRPr/>
              </a:pPr>
              <a:endParaRPr kumimoji="0" lang="en-US" sz="2400" b="0">
                <a:latin typeface="Times New Roman" pitchFamily="18" charset="0"/>
                <a:cs typeface="+mn-cs"/>
              </a:endParaRPr>
            </a:p>
          </p:txBody>
        </p:sp>
        <p:grpSp>
          <p:nvGrpSpPr>
            <p:cNvPr id="7" name="Group 5"/>
            <p:cNvGrpSpPr>
              <a:grpSpLocks/>
            </p:cNvGrpSpPr>
            <p:nvPr/>
          </p:nvGrpSpPr>
          <p:grpSpPr bwMode="auto">
            <a:xfrm>
              <a:off x="0" y="672"/>
              <a:ext cx="1806" cy="1989"/>
              <a:chOff x="0" y="672"/>
              <a:chExt cx="1806" cy="1989"/>
            </a:xfrm>
          </p:grpSpPr>
          <p:sp>
            <p:nvSpPr>
              <p:cNvPr id="8" name="Rectangle 6"/>
              <p:cNvSpPr>
                <a:spLocks noChangeArrowheads="1"/>
              </p:cNvSpPr>
              <p:nvPr userDrawn="1"/>
            </p:nvSpPr>
            <p:spPr bwMode="auto">
              <a:xfrm>
                <a:off x="361" y="2257"/>
                <a:ext cx="363" cy="404"/>
              </a:xfrm>
              <a:prstGeom prst="rect">
                <a:avLst/>
              </a:prstGeom>
              <a:solidFill>
                <a:schemeClr val="accent2">
                  <a:lumMod val="60000"/>
                  <a:lumOff val="40000"/>
                </a:schemeClr>
              </a:solidFill>
              <a:ln w="9525">
                <a:noFill/>
                <a:miter lim="800000"/>
                <a:headEnd/>
                <a:tailEnd/>
              </a:ln>
            </p:spPr>
            <p:txBody>
              <a:bodyPr/>
              <a:lstStyle/>
              <a:p>
                <a:pPr>
                  <a:defRPr/>
                </a:pPr>
                <a:endParaRPr kumimoji="0" lang="en-US" sz="2400" b="0">
                  <a:latin typeface="Times New Roman" pitchFamily="18" charset="0"/>
                  <a:cs typeface="+mn-cs"/>
                </a:endParaRPr>
              </a:p>
            </p:txBody>
          </p:sp>
          <p:sp>
            <p:nvSpPr>
              <p:cNvPr id="9" name="Rectangle 7"/>
              <p:cNvSpPr>
                <a:spLocks noChangeArrowheads="1"/>
              </p:cNvSpPr>
              <p:nvPr userDrawn="1"/>
            </p:nvSpPr>
            <p:spPr bwMode="auto">
              <a:xfrm>
                <a:off x="1081" y="1065"/>
                <a:ext cx="362" cy="405"/>
              </a:xfrm>
              <a:prstGeom prst="rect">
                <a:avLst/>
              </a:prstGeom>
              <a:solidFill>
                <a:schemeClr val="accent2">
                  <a:lumMod val="20000"/>
                  <a:lumOff val="80000"/>
                </a:schemeClr>
              </a:solidFill>
              <a:ln w="9525">
                <a:noFill/>
                <a:miter lim="800000"/>
                <a:headEnd/>
                <a:tailEnd/>
              </a:ln>
            </p:spPr>
            <p:txBody>
              <a:bodyPr/>
              <a:lstStyle/>
              <a:p>
                <a:pPr>
                  <a:defRPr/>
                </a:pPr>
                <a:endParaRPr kumimoji="0" lang="en-US" sz="2400" b="0">
                  <a:latin typeface="Times New Roman" pitchFamily="18" charset="0"/>
                  <a:cs typeface="+mn-cs"/>
                </a:endParaRPr>
              </a:p>
            </p:txBody>
          </p:sp>
          <p:sp>
            <p:nvSpPr>
              <p:cNvPr id="10" name="Rectangle 8"/>
              <p:cNvSpPr>
                <a:spLocks noChangeArrowheads="1"/>
              </p:cNvSpPr>
              <p:nvPr userDrawn="1"/>
            </p:nvSpPr>
            <p:spPr bwMode="auto">
              <a:xfrm>
                <a:off x="1437" y="672"/>
                <a:ext cx="369" cy="400"/>
              </a:xfrm>
              <a:prstGeom prst="rect">
                <a:avLst/>
              </a:prstGeom>
              <a:solidFill>
                <a:schemeClr val="accent2">
                  <a:lumMod val="20000"/>
                  <a:lumOff val="80000"/>
                </a:schemeClr>
              </a:solidFill>
              <a:ln w="9525">
                <a:noFill/>
                <a:miter lim="800000"/>
                <a:headEnd/>
                <a:tailEnd/>
              </a:ln>
            </p:spPr>
            <p:txBody>
              <a:bodyPr/>
              <a:lstStyle/>
              <a:p>
                <a:pPr>
                  <a:defRPr/>
                </a:pPr>
                <a:endParaRPr kumimoji="0" lang="en-US" sz="2400" b="0">
                  <a:latin typeface="Times New Roman" pitchFamily="18" charset="0"/>
                  <a:cs typeface="+mn-cs"/>
                </a:endParaRPr>
              </a:p>
            </p:txBody>
          </p:sp>
          <p:sp>
            <p:nvSpPr>
              <p:cNvPr id="11" name="Rectangle 9"/>
              <p:cNvSpPr>
                <a:spLocks noChangeArrowheads="1"/>
              </p:cNvSpPr>
              <p:nvPr userDrawn="1"/>
            </p:nvSpPr>
            <p:spPr bwMode="auto">
              <a:xfrm>
                <a:off x="719" y="2257"/>
                <a:ext cx="368" cy="404"/>
              </a:xfrm>
              <a:prstGeom prst="rect">
                <a:avLst/>
              </a:prstGeom>
              <a:solidFill>
                <a:schemeClr val="accent2">
                  <a:lumMod val="50000"/>
                </a:schemeClr>
              </a:solidFill>
              <a:ln w="9525">
                <a:noFill/>
                <a:miter lim="800000"/>
                <a:headEnd/>
                <a:tailEnd/>
              </a:ln>
            </p:spPr>
            <p:txBody>
              <a:bodyPr/>
              <a:lstStyle/>
              <a:p>
                <a:pPr>
                  <a:defRPr/>
                </a:pPr>
                <a:endParaRPr kumimoji="0" lang="en-US" sz="2400" b="0">
                  <a:latin typeface="Times New Roman" pitchFamily="18" charset="0"/>
                  <a:cs typeface="+mn-cs"/>
                </a:endParaRPr>
              </a:p>
            </p:txBody>
          </p:sp>
          <p:sp>
            <p:nvSpPr>
              <p:cNvPr id="12" name="Rectangle 10"/>
              <p:cNvSpPr>
                <a:spLocks noChangeArrowheads="1"/>
              </p:cNvSpPr>
              <p:nvPr userDrawn="1"/>
            </p:nvSpPr>
            <p:spPr bwMode="auto">
              <a:xfrm>
                <a:off x="1437" y="1065"/>
                <a:ext cx="369" cy="405"/>
              </a:xfrm>
              <a:prstGeom prst="rect">
                <a:avLst/>
              </a:prstGeom>
              <a:solidFill>
                <a:schemeClr val="accent2">
                  <a:lumMod val="60000"/>
                  <a:lumOff val="40000"/>
                </a:schemeClr>
              </a:solidFill>
              <a:ln w="9525">
                <a:noFill/>
                <a:miter lim="800000"/>
                <a:headEnd/>
                <a:tailEnd/>
              </a:ln>
            </p:spPr>
            <p:txBody>
              <a:bodyPr/>
              <a:lstStyle/>
              <a:p>
                <a:pPr>
                  <a:defRPr/>
                </a:pPr>
                <a:endParaRPr kumimoji="0" lang="en-US" sz="2400" b="0">
                  <a:latin typeface="Times New Roman" pitchFamily="18" charset="0"/>
                  <a:cs typeface="+mn-cs"/>
                </a:endParaRPr>
              </a:p>
            </p:txBody>
          </p:sp>
          <p:sp>
            <p:nvSpPr>
              <p:cNvPr id="13" name="Rectangle 11"/>
              <p:cNvSpPr>
                <a:spLocks noChangeArrowheads="1"/>
              </p:cNvSpPr>
              <p:nvPr userDrawn="1"/>
            </p:nvSpPr>
            <p:spPr bwMode="auto">
              <a:xfrm>
                <a:off x="719" y="1464"/>
                <a:ext cx="368" cy="399"/>
              </a:xfrm>
              <a:prstGeom prst="rect">
                <a:avLst/>
              </a:prstGeom>
              <a:solidFill>
                <a:schemeClr val="accent2">
                  <a:lumMod val="20000"/>
                  <a:lumOff val="80000"/>
                </a:schemeClr>
              </a:solidFill>
              <a:ln w="9525">
                <a:noFill/>
                <a:miter lim="800000"/>
                <a:headEnd/>
                <a:tailEnd/>
              </a:ln>
            </p:spPr>
            <p:txBody>
              <a:bodyPr/>
              <a:lstStyle/>
              <a:p>
                <a:pPr>
                  <a:defRPr/>
                </a:pPr>
                <a:endParaRPr kumimoji="0" lang="en-US" sz="2400" b="0">
                  <a:latin typeface="Times New Roman" pitchFamily="18" charset="0"/>
                  <a:cs typeface="+mn-cs"/>
                </a:endParaRPr>
              </a:p>
            </p:txBody>
          </p:sp>
          <p:sp>
            <p:nvSpPr>
              <p:cNvPr id="14" name="Rectangle 12"/>
              <p:cNvSpPr>
                <a:spLocks noChangeArrowheads="1"/>
              </p:cNvSpPr>
              <p:nvPr userDrawn="1"/>
            </p:nvSpPr>
            <p:spPr bwMode="auto">
              <a:xfrm>
                <a:off x="0" y="1464"/>
                <a:ext cx="367" cy="399"/>
              </a:xfrm>
              <a:prstGeom prst="rect">
                <a:avLst/>
              </a:prstGeom>
              <a:solidFill>
                <a:schemeClr val="accent2">
                  <a:lumMod val="50000"/>
                </a:schemeClr>
              </a:solidFill>
              <a:ln w="9525">
                <a:noFill/>
                <a:miter lim="800000"/>
                <a:headEnd/>
                <a:tailEnd/>
              </a:ln>
            </p:spPr>
            <p:txBody>
              <a:bodyPr/>
              <a:lstStyle/>
              <a:p>
                <a:pPr>
                  <a:defRPr/>
                </a:pPr>
                <a:endParaRPr kumimoji="0" lang="en-US" sz="2400" b="0">
                  <a:latin typeface="Times New Roman" pitchFamily="18" charset="0"/>
                  <a:cs typeface="+mn-cs"/>
                </a:endParaRPr>
              </a:p>
            </p:txBody>
          </p:sp>
          <p:sp>
            <p:nvSpPr>
              <p:cNvPr id="15" name="Rectangle 13"/>
              <p:cNvSpPr>
                <a:spLocks noChangeArrowheads="1"/>
              </p:cNvSpPr>
              <p:nvPr userDrawn="1"/>
            </p:nvSpPr>
            <p:spPr bwMode="auto">
              <a:xfrm>
                <a:off x="1081" y="1464"/>
                <a:ext cx="362" cy="399"/>
              </a:xfrm>
              <a:prstGeom prst="rect">
                <a:avLst/>
              </a:prstGeom>
              <a:solidFill>
                <a:schemeClr val="accent2">
                  <a:lumMod val="60000"/>
                  <a:lumOff val="40000"/>
                </a:schemeClr>
              </a:solidFill>
              <a:ln w="9525">
                <a:noFill/>
                <a:miter lim="800000"/>
                <a:headEnd/>
                <a:tailEnd/>
              </a:ln>
            </p:spPr>
            <p:txBody>
              <a:bodyPr/>
              <a:lstStyle/>
              <a:p>
                <a:pPr>
                  <a:defRPr/>
                </a:pPr>
                <a:endParaRPr kumimoji="0" lang="en-US" sz="2400" b="0">
                  <a:latin typeface="Times New Roman" pitchFamily="18" charset="0"/>
                  <a:cs typeface="+mn-cs"/>
                </a:endParaRPr>
              </a:p>
            </p:txBody>
          </p:sp>
          <p:sp>
            <p:nvSpPr>
              <p:cNvPr id="16" name="Rectangle 14"/>
              <p:cNvSpPr>
                <a:spLocks noChangeArrowheads="1"/>
              </p:cNvSpPr>
              <p:nvPr userDrawn="1"/>
            </p:nvSpPr>
            <p:spPr bwMode="auto">
              <a:xfrm>
                <a:off x="361" y="1857"/>
                <a:ext cx="363" cy="406"/>
              </a:xfrm>
              <a:prstGeom prst="rect">
                <a:avLst/>
              </a:prstGeom>
              <a:solidFill>
                <a:schemeClr val="accent2">
                  <a:lumMod val="20000"/>
                  <a:lumOff val="80000"/>
                </a:schemeClr>
              </a:solidFill>
              <a:ln w="9525">
                <a:noFill/>
                <a:miter lim="800000"/>
                <a:headEnd/>
                <a:tailEnd/>
              </a:ln>
            </p:spPr>
            <p:txBody>
              <a:bodyPr/>
              <a:lstStyle/>
              <a:p>
                <a:pPr>
                  <a:defRPr/>
                </a:pPr>
                <a:endParaRPr kumimoji="0" lang="en-US" sz="2400" b="0">
                  <a:latin typeface="Times New Roman" pitchFamily="18" charset="0"/>
                  <a:cs typeface="+mn-cs"/>
                </a:endParaRPr>
              </a:p>
            </p:txBody>
          </p:sp>
          <p:sp>
            <p:nvSpPr>
              <p:cNvPr id="17" name="Rectangle 15"/>
              <p:cNvSpPr>
                <a:spLocks noChangeArrowheads="1"/>
              </p:cNvSpPr>
              <p:nvPr userDrawn="1"/>
            </p:nvSpPr>
            <p:spPr bwMode="auto">
              <a:xfrm>
                <a:off x="719" y="1857"/>
                <a:ext cx="368" cy="406"/>
              </a:xfrm>
              <a:prstGeom prst="rect">
                <a:avLst/>
              </a:prstGeom>
              <a:solidFill>
                <a:schemeClr val="accent2">
                  <a:lumMod val="60000"/>
                  <a:lumOff val="40000"/>
                </a:schemeClr>
              </a:solidFill>
              <a:ln w="9525">
                <a:noFill/>
                <a:miter lim="800000"/>
                <a:headEnd/>
                <a:tailEnd/>
              </a:ln>
            </p:spPr>
            <p:txBody>
              <a:bodyPr/>
              <a:lstStyle/>
              <a:p>
                <a:pPr>
                  <a:defRPr/>
                </a:pPr>
                <a:endParaRPr kumimoji="0" lang="en-US" sz="2400" b="0">
                  <a:latin typeface="Times New Roman" pitchFamily="18" charset="0"/>
                  <a:cs typeface="+mn-cs"/>
                </a:endParaRPr>
              </a:p>
            </p:txBody>
          </p:sp>
        </p:grpSp>
      </p:grpSp>
      <p:sp>
        <p:nvSpPr>
          <p:cNvPr id="31763" name="Rectangle 19"/>
          <p:cNvSpPr>
            <a:spLocks noGrp="1" noChangeArrowheads="1"/>
          </p:cNvSpPr>
          <p:nvPr>
            <p:ph type="ctrTitle"/>
          </p:nvPr>
        </p:nvSpPr>
        <p:spPr>
          <a:xfrm>
            <a:off x="2971800" y="1828800"/>
            <a:ext cx="6019800" cy="2209800"/>
          </a:xfrm>
        </p:spPr>
        <p:txBody>
          <a:bodyPr>
            <a:normAutofit/>
          </a:bodyPr>
          <a:lstStyle>
            <a:lvl1pPr algn="l">
              <a:defRPr sz="4000">
                <a:solidFill>
                  <a:srgbClr val="FFFFFF"/>
                </a:solidFill>
              </a:defRPr>
            </a:lvl1pPr>
          </a:lstStyle>
          <a:p>
            <a:r>
              <a:rPr lang="en-US" dirty="0"/>
              <a:t>Click to edit Master title style</a:t>
            </a:r>
          </a:p>
        </p:txBody>
      </p:sp>
      <p:sp>
        <p:nvSpPr>
          <p:cNvPr id="31764" name="Rectangle 20"/>
          <p:cNvSpPr>
            <a:spLocks noGrp="1" noChangeArrowheads="1"/>
          </p:cNvSpPr>
          <p:nvPr>
            <p:ph type="subTitle" idx="1"/>
          </p:nvPr>
        </p:nvSpPr>
        <p:spPr>
          <a:xfrm>
            <a:off x="2971800" y="4267200"/>
            <a:ext cx="6019800" cy="1752600"/>
          </a:xfrm>
        </p:spPr>
        <p:txBody>
          <a:bodyPr/>
          <a:lstStyle>
            <a:lvl1pPr marL="0" indent="0">
              <a:buFont typeface="Wingdings" pitchFamily="2" charset="2"/>
              <a:buNone/>
              <a:defRPr sz="2300"/>
            </a:lvl1pPr>
          </a:lstStyle>
          <a:p>
            <a:r>
              <a:rPr lang="en-US" dirty="0"/>
              <a:t>Click to edit Master subtitle style</a:t>
            </a:r>
          </a:p>
        </p:txBody>
      </p:sp>
      <p:sp>
        <p:nvSpPr>
          <p:cNvPr id="18" name="Rectangle 16"/>
          <p:cNvSpPr>
            <a:spLocks noGrp="1" noChangeArrowheads="1"/>
          </p:cNvSpPr>
          <p:nvPr>
            <p:ph type="dt" sz="half" idx="10"/>
          </p:nvPr>
        </p:nvSpPr>
        <p:spPr>
          <a:xfrm>
            <a:off x="457200" y="6248400"/>
            <a:ext cx="2133600" cy="457200"/>
          </a:xfrm>
        </p:spPr>
        <p:txBody>
          <a:bodyPr/>
          <a:lstStyle>
            <a:lvl1pPr>
              <a:defRPr/>
            </a:lvl1pPr>
          </a:lstStyle>
          <a:p>
            <a:pPr>
              <a:defRPr/>
            </a:pPr>
            <a:fld id="{02B492E4-6F46-484B-BD55-B5BB70A45E28}" type="datetime1">
              <a:rPr lang="en-US" smtClean="0"/>
              <a:t>3/5/25</a:t>
            </a:fld>
            <a:endParaRPr lang="en-US"/>
          </a:p>
        </p:txBody>
      </p:sp>
      <p:sp>
        <p:nvSpPr>
          <p:cNvPr id="19" name="Rectangle 17"/>
          <p:cNvSpPr>
            <a:spLocks noGrp="1" noChangeArrowheads="1"/>
          </p:cNvSpPr>
          <p:nvPr>
            <p:ph type="ftr" sz="quarter" idx="11"/>
          </p:nvPr>
        </p:nvSpPr>
        <p:spPr/>
        <p:txBody>
          <a:bodyPr/>
          <a:lstStyle>
            <a:lvl1pPr>
              <a:defRPr/>
            </a:lvl1pPr>
          </a:lstStyle>
          <a:p>
            <a:pPr>
              <a:defRPr/>
            </a:pPr>
            <a:endParaRPr lang="en-US"/>
          </a:p>
        </p:txBody>
      </p:sp>
      <p:sp>
        <p:nvSpPr>
          <p:cNvPr id="20" name="Rectangle 18"/>
          <p:cNvSpPr>
            <a:spLocks noGrp="1" noChangeArrowheads="1"/>
          </p:cNvSpPr>
          <p:nvPr>
            <p:ph type="sldNum" sz="quarter" idx="12"/>
          </p:nvPr>
        </p:nvSpPr>
        <p:spPr>
          <a:xfrm>
            <a:off x="6650567" y="6487582"/>
            <a:ext cx="2133600" cy="370417"/>
          </a:xfrm>
          <a:prstGeom prst="rect">
            <a:avLst/>
          </a:prstGeom>
        </p:spPr>
        <p:txBody>
          <a:bodyPr/>
          <a:lstStyle>
            <a:lvl1pPr>
              <a:defRPr/>
            </a:lvl1pPr>
          </a:lstStyle>
          <a:p>
            <a:pPr>
              <a:defRPr/>
            </a:pPr>
            <a:fld id="{C9B9090D-D89E-4B13-B2DC-198D8FEE9BE5}" type="slidenum">
              <a:rPr lang="en-US"/>
              <a:pPr>
                <a:defRPr/>
              </a:pPr>
              <a:t>‹#›</a:t>
            </a:fld>
            <a:endParaRPr lang="en-US"/>
          </a:p>
        </p:txBody>
      </p:sp>
    </p:spTree>
    <p:extLst>
      <p:ext uri="{BB962C8B-B14F-4D97-AF65-F5344CB8AC3E}">
        <p14:creationId xmlns:p14="http://schemas.microsoft.com/office/powerpoint/2010/main" val="4236368592"/>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2ABC701-369F-714B-968F-B90132D10EBA}" type="datetime1">
              <a:rPr lang="en-US" smtClean="0"/>
              <a:t>3/5/25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13335D-4FC9-924F-B266-DEE7D65B61EE}" type="slidenum">
              <a:rPr lang="en-US" smtClean="0"/>
              <a:pPr/>
              <a:t>‹#›</a:t>
            </a:fld>
            <a:endParaRPr lang="en-US"/>
          </a:p>
        </p:txBody>
      </p:sp>
    </p:spTree>
    <p:extLst>
      <p:ext uri="{BB962C8B-B14F-4D97-AF65-F5344CB8AC3E}">
        <p14:creationId xmlns:p14="http://schemas.microsoft.com/office/powerpoint/2010/main" val="84134430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D92E775-38CF-C54B-A7F3-227DED17C335}" type="datetime1">
              <a:rPr lang="en-US" smtClean="0"/>
              <a:t>3/5/25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13335D-4FC9-924F-B266-DEE7D65B61EE}" type="slidenum">
              <a:rPr lang="en-US" smtClean="0"/>
              <a:pPr/>
              <a:t>‹#›</a:t>
            </a:fld>
            <a:endParaRPr lang="en-US"/>
          </a:p>
        </p:txBody>
      </p:sp>
    </p:spTree>
    <p:extLst>
      <p:ext uri="{BB962C8B-B14F-4D97-AF65-F5344CB8AC3E}">
        <p14:creationId xmlns:p14="http://schemas.microsoft.com/office/powerpoint/2010/main" val="428246791"/>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309140"/>
            <a:ext cx="4038600" cy="492209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309140"/>
            <a:ext cx="4038600" cy="492209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CCBEB7C-A528-B94A-8ED2-515DEDF97FE7}" type="datetime1">
              <a:rPr lang="en-US" smtClean="0"/>
              <a:t>3/5/25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13335D-4FC9-924F-B266-DEE7D65B61EE}" type="slidenum">
              <a:rPr lang="en-US" smtClean="0"/>
              <a:pPr/>
              <a:t>‹#›</a:t>
            </a:fld>
            <a:endParaRPr lang="en-US"/>
          </a:p>
        </p:txBody>
      </p:sp>
    </p:spTree>
    <p:extLst>
      <p:ext uri="{BB962C8B-B14F-4D97-AF65-F5344CB8AC3E}">
        <p14:creationId xmlns:p14="http://schemas.microsoft.com/office/powerpoint/2010/main" val="1482969326"/>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5F9075D-52BA-DE40-8A42-9B4EC211BA9A}" type="datetime1">
              <a:rPr lang="en-US" smtClean="0"/>
              <a:t>3/5/25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B13335D-4FC9-924F-B266-DEE7D65B61EE}" type="slidenum">
              <a:rPr lang="en-US" smtClean="0"/>
              <a:pPr/>
              <a:t>‹#›</a:t>
            </a:fld>
            <a:endParaRPr lang="en-US"/>
          </a:p>
        </p:txBody>
      </p:sp>
    </p:spTree>
    <p:extLst>
      <p:ext uri="{BB962C8B-B14F-4D97-AF65-F5344CB8AC3E}">
        <p14:creationId xmlns:p14="http://schemas.microsoft.com/office/powerpoint/2010/main" val="338941071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079256AD-6963-9E4B-AB1E-666F20524E77}" type="datetime1">
              <a:rPr lang="en-US" smtClean="0"/>
              <a:t>3/5/25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B13335D-4FC9-924F-B266-DEE7D65B61EE}" type="slidenum">
              <a:rPr lang="en-US" smtClean="0"/>
              <a:pPr/>
              <a:t>‹#›</a:t>
            </a:fld>
            <a:endParaRPr lang="en-US"/>
          </a:p>
        </p:txBody>
      </p:sp>
    </p:spTree>
    <p:extLst>
      <p:ext uri="{BB962C8B-B14F-4D97-AF65-F5344CB8AC3E}">
        <p14:creationId xmlns:p14="http://schemas.microsoft.com/office/powerpoint/2010/main" val="901265792"/>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D43DAC9-DC56-BC42-8F12-701F938D93A1}" type="datetime1">
              <a:rPr lang="en-US" smtClean="0"/>
              <a:t>3/5/25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B13335D-4FC9-924F-B266-DEE7D65B61EE}" type="slidenum">
              <a:rPr lang="en-US" smtClean="0"/>
              <a:pPr/>
              <a:t>‹#›</a:t>
            </a:fld>
            <a:endParaRPr lang="en-US"/>
          </a:p>
        </p:txBody>
      </p:sp>
    </p:spTree>
    <p:extLst>
      <p:ext uri="{BB962C8B-B14F-4D97-AF65-F5344CB8AC3E}">
        <p14:creationId xmlns:p14="http://schemas.microsoft.com/office/powerpoint/2010/main" val="3880378137"/>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8923A65-50A6-7C4E-9D7A-63F611CDF86A}" type="datetime1">
              <a:rPr lang="en-US" smtClean="0"/>
              <a:t>3/5/25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13335D-4FC9-924F-B266-DEE7D65B61EE}" type="slidenum">
              <a:rPr lang="en-US" smtClean="0"/>
              <a:pPr/>
              <a:t>‹#›</a:t>
            </a:fld>
            <a:endParaRPr lang="en-US"/>
          </a:p>
        </p:txBody>
      </p:sp>
    </p:spTree>
    <p:extLst>
      <p:ext uri="{BB962C8B-B14F-4D97-AF65-F5344CB8AC3E}">
        <p14:creationId xmlns:p14="http://schemas.microsoft.com/office/powerpoint/2010/main" val="3456228114"/>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8D8B36E2-610A-234D-A8E3-F01C93E31AE1}" type="datetime1">
              <a:rPr lang="en-US" smtClean="0"/>
              <a:t>3/5/25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B13335D-4FC9-924F-B266-DEE7D65B61EE}" type="slidenum">
              <a:rPr lang="en-US" smtClean="0"/>
              <a:pPr/>
              <a:t>‹#›</a:t>
            </a:fld>
            <a:endParaRPr lang="en-US"/>
          </a:p>
        </p:txBody>
      </p:sp>
    </p:spTree>
    <p:extLst>
      <p:ext uri="{BB962C8B-B14F-4D97-AF65-F5344CB8AC3E}">
        <p14:creationId xmlns:p14="http://schemas.microsoft.com/office/powerpoint/2010/main" val="4114622905"/>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90F1A0E0-97D7-A745-8AD0-2AABAB02AE83}" type="datetime1">
              <a:rPr lang="en-US" smtClean="0"/>
              <a:t>3/5/25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13335D-4FC9-924F-B266-DEE7D65B61EE}" type="slidenum">
              <a:rPr lang="en-US" smtClean="0"/>
              <a:pPr/>
              <a:t>‹#›</a:t>
            </a:fld>
            <a:endParaRPr lang="en-US"/>
          </a:p>
        </p:txBody>
      </p:sp>
    </p:spTree>
    <p:extLst>
      <p:ext uri="{BB962C8B-B14F-4D97-AF65-F5344CB8AC3E}">
        <p14:creationId xmlns:p14="http://schemas.microsoft.com/office/powerpoint/2010/main" val="3499996795"/>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0AF3B1DC-C375-7D4A-9D33-ACD470AA8493}" type="datetime1">
              <a:rPr lang="en-US" smtClean="0"/>
              <a:t>3/5/25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B13335D-4FC9-924F-B266-DEE7D65B61EE}" type="slidenum">
              <a:rPr lang="en-US" smtClean="0"/>
              <a:pPr/>
              <a:t>‹#›</a:t>
            </a:fld>
            <a:endParaRPr lang="en-US"/>
          </a:p>
        </p:txBody>
      </p:sp>
    </p:spTree>
    <p:extLst>
      <p:ext uri="{BB962C8B-B14F-4D97-AF65-F5344CB8AC3E}">
        <p14:creationId xmlns:p14="http://schemas.microsoft.com/office/powerpoint/2010/main" val="2210119338"/>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CDF1ECB3-D30B-DB4F-9289-EE6D801FD1BE}"/>
              </a:ext>
            </a:extLst>
          </p:cNvPr>
          <p:cNvSpPr>
            <a:spLocks noGrp="1"/>
          </p:cNvSpPr>
          <p:nvPr>
            <p:ph type="dt" sz="half" idx="10"/>
          </p:nvPr>
        </p:nvSpPr>
        <p:spPr/>
        <p:txBody>
          <a:bodyPr/>
          <a:lstStyle>
            <a:lvl1pPr eaLnBrk="0" hangingPunct="0">
              <a:defRPr i="1"/>
            </a:lvl1pPr>
          </a:lstStyle>
          <a:p>
            <a:pPr>
              <a:defRPr/>
            </a:pPr>
            <a:fld id="{B35823CA-3F1B-8347-99BC-898035A55958}" type="datetime1">
              <a:rPr lang="en-US" altLang="en-US"/>
              <a:pPr>
                <a:defRPr/>
              </a:pPr>
              <a:t>3/5/25</a:t>
            </a:fld>
            <a:endParaRPr lang="en-US" altLang="en-US"/>
          </a:p>
        </p:txBody>
      </p:sp>
      <p:sp>
        <p:nvSpPr>
          <p:cNvPr id="5" name="Footer Placeholder 4">
            <a:extLst>
              <a:ext uri="{FF2B5EF4-FFF2-40B4-BE49-F238E27FC236}">
                <a16:creationId xmlns:a16="http://schemas.microsoft.com/office/drawing/2014/main" id="{A5B83AEA-C4EB-BE44-A745-850B02E0D69E}"/>
              </a:ext>
            </a:extLst>
          </p:cNvPr>
          <p:cNvSpPr>
            <a:spLocks noGrp="1"/>
          </p:cNvSpPr>
          <p:nvPr>
            <p:ph type="ftr" sz="quarter" idx="11"/>
          </p:nvPr>
        </p:nvSpPr>
        <p:spPr/>
        <p:txBody>
          <a:bodyPr/>
          <a:lstStyle>
            <a:lvl1pPr eaLnBrk="0" fontAlgn="base" hangingPunct="0">
              <a:spcBef>
                <a:spcPct val="0"/>
              </a:spcBef>
              <a:spcAft>
                <a:spcPct val="0"/>
              </a:spcAft>
              <a:defRPr i="1">
                <a:ea typeface="ＭＳ Ｐゴシック" charset="0"/>
                <a:cs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CD5AB5AD-5F2E-F44B-BED2-A301B93F88E9}"/>
              </a:ext>
            </a:extLst>
          </p:cNvPr>
          <p:cNvSpPr>
            <a:spLocks noGrp="1"/>
          </p:cNvSpPr>
          <p:nvPr>
            <p:ph type="sldNum" sz="quarter" idx="12"/>
          </p:nvPr>
        </p:nvSpPr>
        <p:spPr/>
        <p:txBody>
          <a:bodyPr/>
          <a:lstStyle>
            <a:lvl1pPr eaLnBrk="0" hangingPunct="0">
              <a:defRPr i="1"/>
            </a:lvl1pPr>
          </a:lstStyle>
          <a:p>
            <a:pPr>
              <a:defRPr/>
            </a:pPr>
            <a:fld id="{77E967FD-E8DE-AE4C-9915-16CE7302D276}" type="slidenum">
              <a:rPr lang="en-US" altLang="en-US"/>
              <a:pPr>
                <a:defRPr/>
              </a:pPr>
              <a:t>‹#›</a:t>
            </a:fld>
            <a:endParaRPr lang="en-US" altLang="en-US"/>
          </a:p>
        </p:txBody>
      </p:sp>
    </p:spTree>
    <p:extLst>
      <p:ext uri="{BB962C8B-B14F-4D97-AF65-F5344CB8AC3E}">
        <p14:creationId xmlns:p14="http://schemas.microsoft.com/office/powerpoint/2010/main" val="2553263025"/>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F46FE3-7C9B-5447-987D-838518F1EA4E}"/>
              </a:ext>
            </a:extLst>
          </p:cNvPr>
          <p:cNvSpPr>
            <a:spLocks noGrp="1"/>
          </p:cNvSpPr>
          <p:nvPr>
            <p:ph type="dt" sz="half" idx="10"/>
          </p:nvPr>
        </p:nvSpPr>
        <p:spPr/>
        <p:txBody>
          <a:bodyPr/>
          <a:lstStyle>
            <a:lvl1pPr eaLnBrk="0" hangingPunct="0">
              <a:defRPr i="1"/>
            </a:lvl1pPr>
          </a:lstStyle>
          <a:p>
            <a:pPr>
              <a:defRPr/>
            </a:pPr>
            <a:fld id="{69C64D01-761E-BE4B-A9D0-AB3E741B5C6B}" type="datetime1">
              <a:rPr lang="en-US" altLang="en-US"/>
              <a:pPr>
                <a:defRPr/>
              </a:pPr>
              <a:t>3/5/25</a:t>
            </a:fld>
            <a:endParaRPr lang="en-US" altLang="en-US"/>
          </a:p>
        </p:txBody>
      </p:sp>
      <p:sp>
        <p:nvSpPr>
          <p:cNvPr id="5" name="Footer Placeholder 4">
            <a:extLst>
              <a:ext uri="{FF2B5EF4-FFF2-40B4-BE49-F238E27FC236}">
                <a16:creationId xmlns:a16="http://schemas.microsoft.com/office/drawing/2014/main" id="{D8EED571-74D6-3A45-9225-2F6765CB5575}"/>
              </a:ext>
            </a:extLst>
          </p:cNvPr>
          <p:cNvSpPr>
            <a:spLocks noGrp="1"/>
          </p:cNvSpPr>
          <p:nvPr>
            <p:ph type="ftr" sz="quarter" idx="11"/>
          </p:nvPr>
        </p:nvSpPr>
        <p:spPr/>
        <p:txBody>
          <a:bodyPr/>
          <a:lstStyle>
            <a:lvl1pPr eaLnBrk="0" fontAlgn="base" hangingPunct="0">
              <a:spcBef>
                <a:spcPct val="0"/>
              </a:spcBef>
              <a:spcAft>
                <a:spcPct val="0"/>
              </a:spcAft>
              <a:defRPr i="1">
                <a:ea typeface="ＭＳ Ｐゴシック" charset="0"/>
                <a:cs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A58E0FF8-6070-1F40-8AA6-B70203206804}"/>
              </a:ext>
            </a:extLst>
          </p:cNvPr>
          <p:cNvSpPr>
            <a:spLocks noGrp="1"/>
          </p:cNvSpPr>
          <p:nvPr>
            <p:ph type="sldNum" sz="quarter" idx="12"/>
          </p:nvPr>
        </p:nvSpPr>
        <p:spPr/>
        <p:txBody>
          <a:bodyPr/>
          <a:lstStyle>
            <a:lvl1pPr eaLnBrk="0" hangingPunct="0">
              <a:defRPr i="1"/>
            </a:lvl1pPr>
          </a:lstStyle>
          <a:p>
            <a:pPr>
              <a:defRPr/>
            </a:pPr>
            <a:fld id="{01B4B2DE-AC2E-BC4F-BCA9-B3D7E21C4C8E}" type="slidenum">
              <a:rPr lang="en-US" altLang="en-US"/>
              <a:pPr>
                <a:defRPr/>
              </a:pPr>
              <a:t>‹#›</a:t>
            </a:fld>
            <a:endParaRPr lang="en-US" altLang="en-US"/>
          </a:p>
        </p:txBody>
      </p:sp>
    </p:spTree>
    <p:extLst>
      <p:ext uri="{BB962C8B-B14F-4D97-AF65-F5344CB8AC3E}">
        <p14:creationId xmlns:p14="http://schemas.microsoft.com/office/powerpoint/2010/main" val="3756801555"/>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48EF668-776D-0646-B9B7-30A34ABA17F5}"/>
              </a:ext>
            </a:extLst>
          </p:cNvPr>
          <p:cNvSpPr>
            <a:spLocks noGrp="1"/>
          </p:cNvSpPr>
          <p:nvPr>
            <p:ph type="dt" sz="half" idx="10"/>
          </p:nvPr>
        </p:nvSpPr>
        <p:spPr/>
        <p:txBody>
          <a:bodyPr/>
          <a:lstStyle>
            <a:lvl1pPr eaLnBrk="0" hangingPunct="0">
              <a:defRPr i="1"/>
            </a:lvl1pPr>
          </a:lstStyle>
          <a:p>
            <a:pPr>
              <a:defRPr/>
            </a:pPr>
            <a:fld id="{63E62E26-9420-BD49-A7A8-B506A3F44B05}" type="datetime1">
              <a:rPr lang="en-US" altLang="en-US"/>
              <a:pPr>
                <a:defRPr/>
              </a:pPr>
              <a:t>3/5/25</a:t>
            </a:fld>
            <a:endParaRPr lang="en-US" altLang="en-US"/>
          </a:p>
        </p:txBody>
      </p:sp>
      <p:sp>
        <p:nvSpPr>
          <p:cNvPr id="5" name="Footer Placeholder 4">
            <a:extLst>
              <a:ext uri="{FF2B5EF4-FFF2-40B4-BE49-F238E27FC236}">
                <a16:creationId xmlns:a16="http://schemas.microsoft.com/office/drawing/2014/main" id="{FAE51136-F89D-CA4A-B51A-CEC55AF10401}"/>
              </a:ext>
            </a:extLst>
          </p:cNvPr>
          <p:cNvSpPr>
            <a:spLocks noGrp="1"/>
          </p:cNvSpPr>
          <p:nvPr>
            <p:ph type="ftr" sz="quarter" idx="11"/>
          </p:nvPr>
        </p:nvSpPr>
        <p:spPr/>
        <p:txBody>
          <a:bodyPr/>
          <a:lstStyle>
            <a:lvl1pPr eaLnBrk="0" fontAlgn="base" hangingPunct="0">
              <a:spcBef>
                <a:spcPct val="0"/>
              </a:spcBef>
              <a:spcAft>
                <a:spcPct val="0"/>
              </a:spcAft>
              <a:defRPr i="1">
                <a:ea typeface="ＭＳ Ｐゴシック" charset="0"/>
                <a:cs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483B9BB1-B703-EF45-9D89-23E032565528}"/>
              </a:ext>
            </a:extLst>
          </p:cNvPr>
          <p:cNvSpPr>
            <a:spLocks noGrp="1"/>
          </p:cNvSpPr>
          <p:nvPr>
            <p:ph type="sldNum" sz="quarter" idx="12"/>
          </p:nvPr>
        </p:nvSpPr>
        <p:spPr/>
        <p:txBody>
          <a:bodyPr/>
          <a:lstStyle>
            <a:lvl1pPr eaLnBrk="0" hangingPunct="0">
              <a:defRPr i="1"/>
            </a:lvl1pPr>
          </a:lstStyle>
          <a:p>
            <a:pPr>
              <a:defRPr/>
            </a:pPr>
            <a:fld id="{ED98BA5A-06EC-6B4F-92FD-B30E5BC491C4}" type="slidenum">
              <a:rPr lang="en-US" altLang="en-US"/>
              <a:pPr>
                <a:defRPr/>
              </a:pPr>
              <a:t>‹#›</a:t>
            </a:fld>
            <a:endParaRPr lang="en-US" altLang="en-US"/>
          </a:p>
        </p:txBody>
      </p:sp>
    </p:spTree>
    <p:extLst>
      <p:ext uri="{BB962C8B-B14F-4D97-AF65-F5344CB8AC3E}">
        <p14:creationId xmlns:p14="http://schemas.microsoft.com/office/powerpoint/2010/main" val="1657028317"/>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92F211AA-60F7-6747-9E24-D7BCFB5D3D6A}"/>
              </a:ext>
            </a:extLst>
          </p:cNvPr>
          <p:cNvSpPr>
            <a:spLocks noGrp="1"/>
          </p:cNvSpPr>
          <p:nvPr>
            <p:ph type="dt" sz="half" idx="10"/>
          </p:nvPr>
        </p:nvSpPr>
        <p:spPr/>
        <p:txBody>
          <a:bodyPr/>
          <a:lstStyle>
            <a:lvl1pPr eaLnBrk="0" hangingPunct="0">
              <a:defRPr i="1"/>
            </a:lvl1pPr>
          </a:lstStyle>
          <a:p>
            <a:pPr>
              <a:defRPr/>
            </a:pPr>
            <a:fld id="{0436A425-681E-5543-A533-4DDC1437BD5E}" type="datetime1">
              <a:rPr lang="en-US" altLang="en-US"/>
              <a:pPr>
                <a:defRPr/>
              </a:pPr>
              <a:t>3/5/25</a:t>
            </a:fld>
            <a:endParaRPr lang="en-US" altLang="en-US"/>
          </a:p>
        </p:txBody>
      </p:sp>
      <p:sp>
        <p:nvSpPr>
          <p:cNvPr id="6" name="Footer Placeholder 5">
            <a:extLst>
              <a:ext uri="{FF2B5EF4-FFF2-40B4-BE49-F238E27FC236}">
                <a16:creationId xmlns:a16="http://schemas.microsoft.com/office/drawing/2014/main" id="{3D9F2515-518E-7342-A6F4-8DE7B2591F0F}"/>
              </a:ext>
            </a:extLst>
          </p:cNvPr>
          <p:cNvSpPr>
            <a:spLocks noGrp="1"/>
          </p:cNvSpPr>
          <p:nvPr>
            <p:ph type="ftr" sz="quarter" idx="11"/>
          </p:nvPr>
        </p:nvSpPr>
        <p:spPr/>
        <p:txBody>
          <a:bodyPr/>
          <a:lstStyle>
            <a:lvl1pPr eaLnBrk="0" fontAlgn="base" hangingPunct="0">
              <a:spcBef>
                <a:spcPct val="0"/>
              </a:spcBef>
              <a:spcAft>
                <a:spcPct val="0"/>
              </a:spcAft>
              <a:defRPr i="1">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443233C0-1DF5-B84C-BCE0-FC03933BC183}"/>
              </a:ext>
            </a:extLst>
          </p:cNvPr>
          <p:cNvSpPr>
            <a:spLocks noGrp="1"/>
          </p:cNvSpPr>
          <p:nvPr>
            <p:ph type="sldNum" sz="quarter" idx="12"/>
          </p:nvPr>
        </p:nvSpPr>
        <p:spPr/>
        <p:txBody>
          <a:bodyPr/>
          <a:lstStyle>
            <a:lvl1pPr eaLnBrk="0" hangingPunct="0">
              <a:defRPr i="1"/>
            </a:lvl1pPr>
          </a:lstStyle>
          <a:p>
            <a:pPr>
              <a:defRPr/>
            </a:pPr>
            <a:fld id="{176CB1F5-25B9-FF41-ABF0-6283DC903F22}" type="slidenum">
              <a:rPr lang="en-US" altLang="en-US"/>
              <a:pPr>
                <a:defRPr/>
              </a:pPr>
              <a:t>‹#›</a:t>
            </a:fld>
            <a:endParaRPr lang="en-US" altLang="en-US"/>
          </a:p>
        </p:txBody>
      </p:sp>
    </p:spTree>
    <p:extLst>
      <p:ext uri="{BB962C8B-B14F-4D97-AF65-F5344CB8AC3E}">
        <p14:creationId xmlns:p14="http://schemas.microsoft.com/office/powerpoint/2010/main" val="1377194140"/>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105E28C2-E13F-694F-AE25-269E9F9ED9F8}"/>
              </a:ext>
            </a:extLst>
          </p:cNvPr>
          <p:cNvSpPr>
            <a:spLocks noGrp="1"/>
          </p:cNvSpPr>
          <p:nvPr>
            <p:ph type="dt" sz="half" idx="10"/>
          </p:nvPr>
        </p:nvSpPr>
        <p:spPr/>
        <p:txBody>
          <a:bodyPr/>
          <a:lstStyle>
            <a:lvl1pPr eaLnBrk="0" hangingPunct="0">
              <a:defRPr i="1"/>
            </a:lvl1pPr>
          </a:lstStyle>
          <a:p>
            <a:pPr>
              <a:defRPr/>
            </a:pPr>
            <a:fld id="{96578EF0-998B-404E-A6BC-A333D3FA5A1A}" type="datetime1">
              <a:rPr lang="en-US" altLang="en-US"/>
              <a:pPr>
                <a:defRPr/>
              </a:pPr>
              <a:t>3/5/25</a:t>
            </a:fld>
            <a:endParaRPr lang="en-US" altLang="en-US"/>
          </a:p>
        </p:txBody>
      </p:sp>
      <p:sp>
        <p:nvSpPr>
          <p:cNvPr id="8" name="Footer Placeholder 7">
            <a:extLst>
              <a:ext uri="{FF2B5EF4-FFF2-40B4-BE49-F238E27FC236}">
                <a16:creationId xmlns:a16="http://schemas.microsoft.com/office/drawing/2014/main" id="{23534E00-D27F-574D-888B-6C9B692E3738}"/>
              </a:ext>
            </a:extLst>
          </p:cNvPr>
          <p:cNvSpPr>
            <a:spLocks noGrp="1"/>
          </p:cNvSpPr>
          <p:nvPr>
            <p:ph type="ftr" sz="quarter" idx="11"/>
          </p:nvPr>
        </p:nvSpPr>
        <p:spPr/>
        <p:txBody>
          <a:bodyPr/>
          <a:lstStyle>
            <a:lvl1pPr eaLnBrk="0" fontAlgn="base" hangingPunct="0">
              <a:spcBef>
                <a:spcPct val="0"/>
              </a:spcBef>
              <a:spcAft>
                <a:spcPct val="0"/>
              </a:spcAft>
              <a:defRPr i="1">
                <a:ea typeface="ＭＳ Ｐゴシック" charset="0"/>
                <a:cs typeface="ＭＳ Ｐゴシック" charset="0"/>
              </a:defRPr>
            </a:lvl1pPr>
          </a:lstStyle>
          <a:p>
            <a:pPr>
              <a:defRPr/>
            </a:pPr>
            <a:endParaRPr lang="en-US"/>
          </a:p>
        </p:txBody>
      </p:sp>
      <p:sp>
        <p:nvSpPr>
          <p:cNvPr id="9" name="Slide Number Placeholder 8">
            <a:extLst>
              <a:ext uri="{FF2B5EF4-FFF2-40B4-BE49-F238E27FC236}">
                <a16:creationId xmlns:a16="http://schemas.microsoft.com/office/drawing/2014/main" id="{2669C0C3-DB26-0A49-83E4-3B03DA5D8704}"/>
              </a:ext>
            </a:extLst>
          </p:cNvPr>
          <p:cNvSpPr>
            <a:spLocks noGrp="1"/>
          </p:cNvSpPr>
          <p:nvPr>
            <p:ph type="sldNum" sz="quarter" idx="12"/>
          </p:nvPr>
        </p:nvSpPr>
        <p:spPr/>
        <p:txBody>
          <a:bodyPr/>
          <a:lstStyle>
            <a:lvl1pPr eaLnBrk="0" hangingPunct="0">
              <a:defRPr i="1"/>
            </a:lvl1pPr>
          </a:lstStyle>
          <a:p>
            <a:pPr>
              <a:defRPr/>
            </a:pPr>
            <a:fld id="{DC504A82-F9F1-3349-9AF6-F2802DAB5EBF}" type="slidenum">
              <a:rPr lang="en-US" altLang="en-US"/>
              <a:pPr>
                <a:defRPr/>
              </a:pPr>
              <a:t>‹#›</a:t>
            </a:fld>
            <a:endParaRPr lang="en-US" altLang="en-US"/>
          </a:p>
        </p:txBody>
      </p:sp>
    </p:spTree>
    <p:extLst>
      <p:ext uri="{BB962C8B-B14F-4D97-AF65-F5344CB8AC3E}">
        <p14:creationId xmlns:p14="http://schemas.microsoft.com/office/powerpoint/2010/main" val="3246725356"/>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2422C16-C23B-664F-8762-C5B8AF7830BD}"/>
              </a:ext>
            </a:extLst>
          </p:cNvPr>
          <p:cNvSpPr>
            <a:spLocks noGrp="1"/>
          </p:cNvSpPr>
          <p:nvPr>
            <p:ph type="dt" sz="half" idx="10"/>
          </p:nvPr>
        </p:nvSpPr>
        <p:spPr/>
        <p:txBody>
          <a:bodyPr/>
          <a:lstStyle>
            <a:lvl1pPr eaLnBrk="0" hangingPunct="0">
              <a:defRPr i="1"/>
            </a:lvl1pPr>
          </a:lstStyle>
          <a:p>
            <a:pPr>
              <a:defRPr/>
            </a:pPr>
            <a:fld id="{DBF4157A-4243-E049-81D6-BC3F316BA534}" type="datetime1">
              <a:rPr lang="en-US" altLang="en-US"/>
              <a:pPr>
                <a:defRPr/>
              </a:pPr>
              <a:t>3/5/25</a:t>
            </a:fld>
            <a:endParaRPr lang="en-US" altLang="en-US"/>
          </a:p>
        </p:txBody>
      </p:sp>
      <p:sp>
        <p:nvSpPr>
          <p:cNvPr id="4" name="Footer Placeholder 3">
            <a:extLst>
              <a:ext uri="{FF2B5EF4-FFF2-40B4-BE49-F238E27FC236}">
                <a16:creationId xmlns:a16="http://schemas.microsoft.com/office/drawing/2014/main" id="{64912FCC-AE69-2B48-8645-D6A0F641B488}"/>
              </a:ext>
            </a:extLst>
          </p:cNvPr>
          <p:cNvSpPr>
            <a:spLocks noGrp="1"/>
          </p:cNvSpPr>
          <p:nvPr>
            <p:ph type="ftr" sz="quarter" idx="11"/>
          </p:nvPr>
        </p:nvSpPr>
        <p:spPr/>
        <p:txBody>
          <a:bodyPr/>
          <a:lstStyle>
            <a:lvl1pPr eaLnBrk="0" fontAlgn="base" hangingPunct="0">
              <a:spcBef>
                <a:spcPct val="0"/>
              </a:spcBef>
              <a:spcAft>
                <a:spcPct val="0"/>
              </a:spcAft>
              <a:defRPr i="1">
                <a:ea typeface="ＭＳ Ｐゴシック" charset="0"/>
                <a:cs typeface="ＭＳ Ｐゴシック" charset="0"/>
              </a:defRPr>
            </a:lvl1pPr>
          </a:lstStyle>
          <a:p>
            <a:pPr>
              <a:defRPr/>
            </a:pPr>
            <a:endParaRPr lang="en-US"/>
          </a:p>
        </p:txBody>
      </p:sp>
      <p:sp>
        <p:nvSpPr>
          <p:cNvPr id="5" name="Slide Number Placeholder 4">
            <a:extLst>
              <a:ext uri="{FF2B5EF4-FFF2-40B4-BE49-F238E27FC236}">
                <a16:creationId xmlns:a16="http://schemas.microsoft.com/office/drawing/2014/main" id="{AA091EC8-DD68-ED42-9338-9108837CA831}"/>
              </a:ext>
            </a:extLst>
          </p:cNvPr>
          <p:cNvSpPr>
            <a:spLocks noGrp="1"/>
          </p:cNvSpPr>
          <p:nvPr>
            <p:ph type="sldNum" sz="quarter" idx="12"/>
          </p:nvPr>
        </p:nvSpPr>
        <p:spPr/>
        <p:txBody>
          <a:bodyPr/>
          <a:lstStyle>
            <a:lvl1pPr eaLnBrk="0" hangingPunct="0">
              <a:defRPr i="1"/>
            </a:lvl1pPr>
          </a:lstStyle>
          <a:p>
            <a:pPr>
              <a:defRPr/>
            </a:pPr>
            <a:fld id="{3335226D-E09A-7D46-8A21-61DFE5443C96}" type="slidenum">
              <a:rPr lang="en-US" altLang="en-US"/>
              <a:pPr>
                <a:defRPr/>
              </a:pPr>
              <a:t>‹#›</a:t>
            </a:fld>
            <a:endParaRPr lang="en-US" altLang="en-US"/>
          </a:p>
        </p:txBody>
      </p:sp>
    </p:spTree>
    <p:extLst>
      <p:ext uri="{BB962C8B-B14F-4D97-AF65-F5344CB8AC3E}">
        <p14:creationId xmlns:p14="http://schemas.microsoft.com/office/powerpoint/2010/main" val="148759059"/>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B8E52F55-114B-CC45-9AD6-76CF73661C2A}"/>
              </a:ext>
            </a:extLst>
          </p:cNvPr>
          <p:cNvSpPr>
            <a:spLocks noGrp="1"/>
          </p:cNvSpPr>
          <p:nvPr>
            <p:ph type="dt" sz="half" idx="10"/>
          </p:nvPr>
        </p:nvSpPr>
        <p:spPr/>
        <p:txBody>
          <a:bodyPr/>
          <a:lstStyle>
            <a:lvl1pPr eaLnBrk="0" hangingPunct="0">
              <a:defRPr i="1"/>
            </a:lvl1pPr>
          </a:lstStyle>
          <a:p>
            <a:pPr>
              <a:defRPr/>
            </a:pPr>
            <a:fld id="{8D9DD3E2-A239-3946-ACB1-C4EB5A3153FF}" type="datetime1">
              <a:rPr lang="en-US" altLang="en-US"/>
              <a:pPr>
                <a:defRPr/>
              </a:pPr>
              <a:t>3/5/25</a:t>
            </a:fld>
            <a:endParaRPr lang="en-US" altLang="en-US"/>
          </a:p>
        </p:txBody>
      </p:sp>
      <p:sp>
        <p:nvSpPr>
          <p:cNvPr id="3" name="Footer Placeholder 2">
            <a:extLst>
              <a:ext uri="{FF2B5EF4-FFF2-40B4-BE49-F238E27FC236}">
                <a16:creationId xmlns:a16="http://schemas.microsoft.com/office/drawing/2014/main" id="{F842B40C-3A3A-2049-8E12-C6D1D3ADED8F}"/>
              </a:ext>
            </a:extLst>
          </p:cNvPr>
          <p:cNvSpPr>
            <a:spLocks noGrp="1"/>
          </p:cNvSpPr>
          <p:nvPr>
            <p:ph type="ftr" sz="quarter" idx="11"/>
          </p:nvPr>
        </p:nvSpPr>
        <p:spPr/>
        <p:txBody>
          <a:bodyPr/>
          <a:lstStyle>
            <a:lvl1pPr eaLnBrk="0" fontAlgn="base" hangingPunct="0">
              <a:spcBef>
                <a:spcPct val="0"/>
              </a:spcBef>
              <a:spcAft>
                <a:spcPct val="0"/>
              </a:spcAft>
              <a:defRPr i="1">
                <a:ea typeface="ＭＳ Ｐゴシック" charset="0"/>
                <a:cs typeface="ＭＳ Ｐゴシック" charset="0"/>
              </a:defRPr>
            </a:lvl1pPr>
          </a:lstStyle>
          <a:p>
            <a:pPr>
              <a:defRPr/>
            </a:pPr>
            <a:endParaRPr lang="en-US"/>
          </a:p>
        </p:txBody>
      </p:sp>
      <p:sp>
        <p:nvSpPr>
          <p:cNvPr id="4" name="Slide Number Placeholder 3">
            <a:extLst>
              <a:ext uri="{FF2B5EF4-FFF2-40B4-BE49-F238E27FC236}">
                <a16:creationId xmlns:a16="http://schemas.microsoft.com/office/drawing/2014/main" id="{7F87516A-F661-ED42-AB81-CACA01D3852E}"/>
              </a:ext>
            </a:extLst>
          </p:cNvPr>
          <p:cNvSpPr>
            <a:spLocks noGrp="1"/>
          </p:cNvSpPr>
          <p:nvPr>
            <p:ph type="sldNum" sz="quarter" idx="12"/>
          </p:nvPr>
        </p:nvSpPr>
        <p:spPr/>
        <p:txBody>
          <a:bodyPr/>
          <a:lstStyle>
            <a:lvl1pPr eaLnBrk="0" hangingPunct="0">
              <a:defRPr i="1"/>
            </a:lvl1pPr>
          </a:lstStyle>
          <a:p>
            <a:pPr>
              <a:defRPr/>
            </a:pPr>
            <a:fld id="{6E490995-7441-8A4B-9E8E-FE667BA6AFF2}" type="slidenum">
              <a:rPr lang="en-US" altLang="en-US"/>
              <a:pPr>
                <a:defRPr/>
              </a:pPr>
              <a:t>‹#›</a:t>
            </a:fld>
            <a:endParaRPr lang="en-US" altLang="en-US"/>
          </a:p>
        </p:txBody>
      </p:sp>
    </p:spTree>
    <p:extLst>
      <p:ext uri="{BB962C8B-B14F-4D97-AF65-F5344CB8AC3E}">
        <p14:creationId xmlns:p14="http://schemas.microsoft.com/office/powerpoint/2010/main" val="2152009849"/>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DF6D7DBB-1214-0145-ADD1-F9B505E8F0B1}"/>
              </a:ext>
            </a:extLst>
          </p:cNvPr>
          <p:cNvSpPr>
            <a:spLocks noGrp="1"/>
          </p:cNvSpPr>
          <p:nvPr>
            <p:ph type="dt" sz="half" idx="10"/>
          </p:nvPr>
        </p:nvSpPr>
        <p:spPr/>
        <p:txBody>
          <a:bodyPr/>
          <a:lstStyle>
            <a:lvl1pPr eaLnBrk="0" hangingPunct="0">
              <a:defRPr i="1"/>
            </a:lvl1pPr>
          </a:lstStyle>
          <a:p>
            <a:pPr>
              <a:defRPr/>
            </a:pPr>
            <a:fld id="{5B9D6467-0FF0-9546-9A3C-CA3EAC459500}" type="datetime1">
              <a:rPr lang="en-US" altLang="en-US"/>
              <a:pPr>
                <a:defRPr/>
              </a:pPr>
              <a:t>3/5/25</a:t>
            </a:fld>
            <a:endParaRPr lang="en-US" altLang="en-US"/>
          </a:p>
        </p:txBody>
      </p:sp>
      <p:sp>
        <p:nvSpPr>
          <p:cNvPr id="6" name="Footer Placeholder 5">
            <a:extLst>
              <a:ext uri="{FF2B5EF4-FFF2-40B4-BE49-F238E27FC236}">
                <a16:creationId xmlns:a16="http://schemas.microsoft.com/office/drawing/2014/main" id="{C09E4947-8B91-914D-9088-7D20F554CDEE}"/>
              </a:ext>
            </a:extLst>
          </p:cNvPr>
          <p:cNvSpPr>
            <a:spLocks noGrp="1"/>
          </p:cNvSpPr>
          <p:nvPr>
            <p:ph type="ftr" sz="quarter" idx="11"/>
          </p:nvPr>
        </p:nvSpPr>
        <p:spPr/>
        <p:txBody>
          <a:bodyPr/>
          <a:lstStyle>
            <a:lvl1pPr eaLnBrk="0" fontAlgn="base" hangingPunct="0">
              <a:spcBef>
                <a:spcPct val="0"/>
              </a:spcBef>
              <a:spcAft>
                <a:spcPct val="0"/>
              </a:spcAft>
              <a:defRPr i="1">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B5DD6E25-6306-1441-A27E-608EC68732EC}"/>
              </a:ext>
            </a:extLst>
          </p:cNvPr>
          <p:cNvSpPr>
            <a:spLocks noGrp="1"/>
          </p:cNvSpPr>
          <p:nvPr>
            <p:ph type="sldNum" sz="quarter" idx="12"/>
          </p:nvPr>
        </p:nvSpPr>
        <p:spPr/>
        <p:txBody>
          <a:bodyPr/>
          <a:lstStyle>
            <a:lvl1pPr eaLnBrk="0" hangingPunct="0">
              <a:defRPr i="1"/>
            </a:lvl1pPr>
          </a:lstStyle>
          <a:p>
            <a:pPr>
              <a:defRPr/>
            </a:pPr>
            <a:fld id="{7FFA5C96-CFA4-DA40-BAA8-01F0C8A3923F}" type="slidenum">
              <a:rPr lang="en-US" altLang="en-US"/>
              <a:pPr>
                <a:defRPr/>
              </a:pPr>
              <a:t>‹#›</a:t>
            </a:fld>
            <a:endParaRPr lang="en-US" altLang="en-US"/>
          </a:p>
        </p:txBody>
      </p:sp>
    </p:spTree>
    <p:extLst>
      <p:ext uri="{BB962C8B-B14F-4D97-AF65-F5344CB8AC3E}">
        <p14:creationId xmlns:p14="http://schemas.microsoft.com/office/powerpoint/2010/main" val="3076403360"/>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a:extLst>
              <a:ext uri="{FF2B5EF4-FFF2-40B4-BE49-F238E27FC236}">
                <a16:creationId xmlns:a16="http://schemas.microsoft.com/office/drawing/2014/main" id="{D54C4E84-41C3-F846-ADC6-F8754793C718}"/>
              </a:ext>
            </a:extLst>
          </p:cNvPr>
          <p:cNvSpPr>
            <a:spLocks noGrp="1"/>
          </p:cNvSpPr>
          <p:nvPr>
            <p:ph type="dt" sz="half" idx="10"/>
          </p:nvPr>
        </p:nvSpPr>
        <p:spPr/>
        <p:txBody>
          <a:bodyPr/>
          <a:lstStyle>
            <a:lvl1pPr eaLnBrk="0" hangingPunct="0">
              <a:defRPr i="1"/>
            </a:lvl1pPr>
          </a:lstStyle>
          <a:p>
            <a:pPr>
              <a:defRPr/>
            </a:pPr>
            <a:fld id="{71481A29-3707-5146-81BA-11C4E7D0BAF5}" type="datetime1">
              <a:rPr lang="en-US" altLang="en-US"/>
              <a:pPr>
                <a:defRPr/>
              </a:pPr>
              <a:t>3/5/25</a:t>
            </a:fld>
            <a:endParaRPr lang="en-US" altLang="en-US"/>
          </a:p>
        </p:txBody>
      </p:sp>
      <p:sp>
        <p:nvSpPr>
          <p:cNvPr id="6" name="Footer Placeholder 5">
            <a:extLst>
              <a:ext uri="{FF2B5EF4-FFF2-40B4-BE49-F238E27FC236}">
                <a16:creationId xmlns:a16="http://schemas.microsoft.com/office/drawing/2014/main" id="{47AB6BCB-24FA-A344-B735-05E47A44E837}"/>
              </a:ext>
            </a:extLst>
          </p:cNvPr>
          <p:cNvSpPr>
            <a:spLocks noGrp="1"/>
          </p:cNvSpPr>
          <p:nvPr>
            <p:ph type="ftr" sz="quarter" idx="11"/>
          </p:nvPr>
        </p:nvSpPr>
        <p:spPr/>
        <p:txBody>
          <a:bodyPr/>
          <a:lstStyle>
            <a:lvl1pPr eaLnBrk="0" fontAlgn="base" hangingPunct="0">
              <a:spcBef>
                <a:spcPct val="0"/>
              </a:spcBef>
              <a:spcAft>
                <a:spcPct val="0"/>
              </a:spcAft>
              <a:defRPr i="1">
                <a:ea typeface="ＭＳ Ｐゴシック" charset="0"/>
                <a:cs typeface="ＭＳ Ｐゴシック" charset="0"/>
              </a:defRPr>
            </a:lvl1pPr>
          </a:lstStyle>
          <a:p>
            <a:pPr>
              <a:defRPr/>
            </a:pPr>
            <a:endParaRPr lang="en-US"/>
          </a:p>
        </p:txBody>
      </p:sp>
      <p:sp>
        <p:nvSpPr>
          <p:cNvPr id="7" name="Slide Number Placeholder 6">
            <a:extLst>
              <a:ext uri="{FF2B5EF4-FFF2-40B4-BE49-F238E27FC236}">
                <a16:creationId xmlns:a16="http://schemas.microsoft.com/office/drawing/2014/main" id="{31D0BD05-B7BA-C94C-A8F5-062B29842AAF}"/>
              </a:ext>
            </a:extLst>
          </p:cNvPr>
          <p:cNvSpPr>
            <a:spLocks noGrp="1"/>
          </p:cNvSpPr>
          <p:nvPr>
            <p:ph type="sldNum" sz="quarter" idx="12"/>
          </p:nvPr>
        </p:nvSpPr>
        <p:spPr/>
        <p:txBody>
          <a:bodyPr/>
          <a:lstStyle>
            <a:lvl1pPr eaLnBrk="0" hangingPunct="0">
              <a:defRPr i="1"/>
            </a:lvl1pPr>
          </a:lstStyle>
          <a:p>
            <a:pPr>
              <a:defRPr/>
            </a:pPr>
            <a:fld id="{63D36902-732A-AB4C-9A0D-204933C7B227}" type="slidenum">
              <a:rPr lang="en-US" altLang="en-US"/>
              <a:pPr>
                <a:defRPr/>
              </a:pPr>
              <a:t>‹#›</a:t>
            </a:fld>
            <a:endParaRPr lang="en-US" altLang="en-US"/>
          </a:p>
        </p:txBody>
      </p:sp>
    </p:spTree>
    <p:extLst>
      <p:ext uri="{BB962C8B-B14F-4D97-AF65-F5344CB8AC3E}">
        <p14:creationId xmlns:p14="http://schemas.microsoft.com/office/powerpoint/2010/main" val="3026304329"/>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0AB2128-3224-9C40-B026-ECF0211FC89C}"/>
              </a:ext>
            </a:extLst>
          </p:cNvPr>
          <p:cNvSpPr>
            <a:spLocks noGrp="1"/>
          </p:cNvSpPr>
          <p:nvPr>
            <p:ph type="dt" sz="half" idx="10"/>
          </p:nvPr>
        </p:nvSpPr>
        <p:spPr/>
        <p:txBody>
          <a:bodyPr/>
          <a:lstStyle>
            <a:lvl1pPr eaLnBrk="0" hangingPunct="0">
              <a:defRPr i="1"/>
            </a:lvl1pPr>
          </a:lstStyle>
          <a:p>
            <a:pPr>
              <a:defRPr/>
            </a:pPr>
            <a:fld id="{8576EEC5-F59E-0441-AC60-F8C6A5D74F43}" type="datetime1">
              <a:rPr lang="en-US" altLang="en-US"/>
              <a:pPr>
                <a:defRPr/>
              </a:pPr>
              <a:t>3/5/25</a:t>
            </a:fld>
            <a:endParaRPr lang="en-US" altLang="en-US"/>
          </a:p>
        </p:txBody>
      </p:sp>
      <p:sp>
        <p:nvSpPr>
          <p:cNvPr id="5" name="Footer Placeholder 4">
            <a:extLst>
              <a:ext uri="{FF2B5EF4-FFF2-40B4-BE49-F238E27FC236}">
                <a16:creationId xmlns:a16="http://schemas.microsoft.com/office/drawing/2014/main" id="{EBDC5D8B-487C-E145-B2B3-45962164079B}"/>
              </a:ext>
            </a:extLst>
          </p:cNvPr>
          <p:cNvSpPr>
            <a:spLocks noGrp="1"/>
          </p:cNvSpPr>
          <p:nvPr>
            <p:ph type="ftr" sz="quarter" idx="11"/>
          </p:nvPr>
        </p:nvSpPr>
        <p:spPr/>
        <p:txBody>
          <a:bodyPr/>
          <a:lstStyle>
            <a:lvl1pPr eaLnBrk="0" fontAlgn="base" hangingPunct="0">
              <a:spcBef>
                <a:spcPct val="0"/>
              </a:spcBef>
              <a:spcAft>
                <a:spcPct val="0"/>
              </a:spcAft>
              <a:defRPr i="1">
                <a:ea typeface="ＭＳ Ｐゴシック" charset="0"/>
                <a:cs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F78504BA-ACEE-7242-A397-4F56D31E8B12}"/>
              </a:ext>
            </a:extLst>
          </p:cNvPr>
          <p:cNvSpPr>
            <a:spLocks noGrp="1"/>
          </p:cNvSpPr>
          <p:nvPr>
            <p:ph type="sldNum" sz="quarter" idx="12"/>
          </p:nvPr>
        </p:nvSpPr>
        <p:spPr/>
        <p:txBody>
          <a:bodyPr/>
          <a:lstStyle>
            <a:lvl1pPr eaLnBrk="0" hangingPunct="0">
              <a:defRPr i="1"/>
            </a:lvl1pPr>
          </a:lstStyle>
          <a:p>
            <a:pPr>
              <a:defRPr/>
            </a:pPr>
            <a:fld id="{656F099C-6F8A-E143-9AE9-5F48007FDBDB}" type="slidenum">
              <a:rPr lang="en-US" altLang="en-US"/>
              <a:pPr>
                <a:defRPr/>
              </a:pPr>
              <a:t>‹#›</a:t>
            </a:fld>
            <a:endParaRPr lang="en-US" altLang="en-US"/>
          </a:p>
        </p:txBody>
      </p:sp>
    </p:spTree>
    <p:extLst>
      <p:ext uri="{BB962C8B-B14F-4D97-AF65-F5344CB8AC3E}">
        <p14:creationId xmlns:p14="http://schemas.microsoft.com/office/powerpoint/2010/main" val="3926516430"/>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5F9606E-F62C-6944-9DC5-9BB0E9902F2D}"/>
              </a:ext>
            </a:extLst>
          </p:cNvPr>
          <p:cNvSpPr>
            <a:spLocks noGrp="1"/>
          </p:cNvSpPr>
          <p:nvPr>
            <p:ph type="dt" sz="half" idx="10"/>
          </p:nvPr>
        </p:nvSpPr>
        <p:spPr/>
        <p:txBody>
          <a:bodyPr/>
          <a:lstStyle>
            <a:lvl1pPr eaLnBrk="0" hangingPunct="0">
              <a:defRPr i="1"/>
            </a:lvl1pPr>
          </a:lstStyle>
          <a:p>
            <a:pPr>
              <a:defRPr/>
            </a:pPr>
            <a:fld id="{043F78A6-A099-1C4A-9DAE-C7A12009E241}" type="datetime1">
              <a:rPr lang="en-US" altLang="en-US"/>
              <a:pPr>
                <a:defRPr/>
              </a:pPr>
              <a:t>3/5/25</a:t>
            </a:fld>
            <a:endParaRPr lang="en-US" altLang="en-US"/>
          </a:p>
        </p:txBody>
      </p:sp>
      <p:sp>
        <p:nvSpPr>
          <p:cNvPr id="5" name="Footer Placeholder 4">
            <a:extLst>
              <a:ext uri="{FF2B5EF4-FFF2-40B4-BE49-F238E27FC236}">
                <a16:creationId xmlns:a16="http://schemas.microsoft.com/office/drawing/2014/main" id="{6E9857A4-6AF2-E048-8BA8-8BA5368814E4}"/>
              </a:ext>
            </a:extLst>
          </p:cNvPr>
          <p:cNvSpPr>
            <a:spLocks noGrp="1"/>
          </p:cNvSpPr>
          <p:nvPr>
            <p:ph type="ftr" sz="quarter" idx="11"/>
          </p:nvPr>
        </p:nvSpPr>
        <p:spPr/>
        <p:txBody>
          <a:bodyPr/>
          <a:lstStyle>
            <a:lvl1pPr eaLnBrk="0" fontAlgn="base" hangingPunct="0">
              <a:spcBef>
                <a:spcPct val="0"/>
              </a:spcBef>
              <a:spcAft>
                <a:spcPct val="0"/>
              </a:spcAft>
              <a:defRPr i="1">
                <a:ea typeface="ＭＳ Ｐゴシック" charset="0"/>
                <a:cs typeface="ＭＳ Ｐゴシック" charset="0"/>
              </a:defRPr>
            </a:lvl1pPr>
          </a:lstStyle>
          <a:p>
            <a:pPr>
              <a:defRPr/>
            </a:pPr>
            <a:endParaRPr lang="en-US"/>
          </a:p>
        </p:txBody>
      </p:sp>
      <p:sp>
        <p:nvSpPr>
          <p:cNvPr id="6" name="Slide Number Placeholder 5">
            <a:extLst>
              <a:ext uri="{FF2B5EF4-FFF2-40B4-BE49-F238E27FC236}">
                <a16:creationId xmlns:a16="http://schemas.microsoft.com/office/drawing/2014/main" id="{99CE91B1-85E1-AF4E-9950-BFBAC90C3864}"/>
              </a:ext>
            </a:extLst>
          </p:cNvPr>
          <p:cNvSpPr>
            <a:spLocks noGrp="1"/>
          </p:cNvSpPr>
          <p:nvPr>
            <p:ph type="sldNum" sz="quarter" idx="12"/>
          </p:nvPr>
        </p:nvSpPr>
        <p:spPr/>
        <p:txBody>
          <a:bodyPr/>
          <a:lstStyle>
            <a:lvl1pPr eaLnBrk="0" hangingPunct="0">
              <a:defRPr i="1"/>
            </a:lvl1pPr>
          </a:lstStyle>
          <a:p>
            <a:pPr>
              <a:defRPr/>
            </a:pPr>
            <a:fld id="{F161BB55-B8F0-8B47-80E8-C3E93DA7557A}" type="slidenum">
              <a:rPr lang="en-US" altLang="en-US"/>
              <a:pPr>
                <a:defRPr/>
              </a:pPr>
              <a:t>‹#›</a:t>
            </a:fld>
            <a:endParaRPr lang="en-US" altLang="en-US"/>
          </a:p>
        </p:txBody>
      </p:sp>
    </p:spTree>
    <p:extLst>
      <p:ext uri="{BB962C8B-B14F-4D97-AF65-F5344CB8AC3E}">
        <p14:creationId xmlns:p14="http://schemas.microsoft.com/office/powerpoint/2010/main" val="2227261855"/>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showMasterSp="0" userDrawn="1">
  <p:cSld name="2_Titel und Inhal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0" y="-4546"/>
            <a:ext cx="9144000" cy="522809"/>
          </a:xfrm>
          <a:prstGeom prst="rect">
            <a:avLst/>
          </a:prstGeom>
          <a:noFill/>
        </p:spPr>
        <p:txBody>
          <a:bodyPr>
            <a:normAutofit/>
          </a:bodyPr>
          <a:lstStyle>
            <a:lvl1pPr algn="ctr">
              <a:defRPr sz="2700" b="1" cap="small" baseline="0">
                <a:solidFill>
                  <a:schemeClr val="tx2">
                    <a:lumMod val="75000"/>
                  </a:schemeClr>
                </a:solidFill>
                <a:latin typeface="+mj-lt"/>
                <a:cs typeface="Times New Roman" panose="02020603050405020304" pitchFamily="18" charset="0"/>
              </a:defRPr>
            </a:lvl1pPr>
          </a:lstStyle>
          <a:p>
            <a:r>
              <a:rPr lang="en-US" noProof="0" dirty="0" err="1"/>
              <a:t>Titelmasterformat</a:t>
            </a:r>
            <a:r>
              <a:rPr lang="de-DE" dirty="0"/>
              <a:t> </a:t>
            </a:r>
            <a:r>
              <a:rPr lang="en-US" noProof="0" dirty="0" err="1"/>
              <a:t>durch</a:t>
            </a:r>
            <a:r>
              <a:rPr lang="de-DE" dirty="0"/>
              <a:t> Klicken</a:t>
            </a:r>
            <a:endParaRPr lang="en-US" dirty="0"/>
          </a:p>
        </p:txBody>
      </p:sp>
      <p:sp>
        <p:nvSpPr>
          <p:cNvPr id="8" name="Slide Number Placeholder 5">
            <a:extLst>
              <a:ext uri="{FF2B5EF4-FFF2-40B4-BE49-F238E27FC236}">
                <a16:creationId xmlns:a16="http://schemas.microsoft.com/office/drawing/2014/main" id="{A8736DFD-CE0A-2E45-A102-5811C0CACF7E}"/>
              </a:ext>
            </a:extLst>
          </p:cNvPr>
          <p:cNvSpPr txBox="1">
            <a:spLocks/>
          </p:cNvSpPr>
          <p:nvPr userDrawn="1"/>
        </p:nvSpPr>
        <p:spPr>
          <a:xfrm>
            <a:off x="8650996" y="6592100"/>
            <a:ext cx="480851" cy="270041"/>
          </a:xfrm>
          <a:prstGeom prst="rect">
            <a:avLst/>
          </a:prstGeom>
        </p:spPr>
        <p:txBody>
          <a:bodyPr/>
          <a:lstStyle>
            <a:defPPr>
              <a:defRPr lang="de-DE"/>
            </a:defPPr>
            <a:lvl1pPr marL="0" algn="l" defTabSz="914400" rtl="0" eaLnBrk="1" latinLnBrk="0" hangingPunct="1">
              <a:defRPr sz="1800" b="1"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CC621CA3-E4E1-4AA6-9321-218C8A840777}" type="slidenum">
              <a:rPr lang="de-DE" sz="1200" smtClean="0">
                <a:solidFill>
                  <a:schemeClr val="tx2"/>
                </a:solidFill>
              </a:rPr>
              <a:pPr/>
              <a:t>‹#›</a:t>
            </a:fld>
            <a:endParaRPr lang="de-DE" sz="1350" dirty="0">
              <a:solidFill>
                <a:schemeClr val="tx2"/>
              </a:solidFill>
            </a:endParaRPr>
          </a:p>
        </p:txBody>
      </p:sp>
      <p:pic>
        <p:nvPicPr>
          <p:cNvPr id="14" name="Graphic 13">
            <a:extLst>
              <a:ext uri="{FF2B5EF4-FFF2-40B4-BE49-F238E27FC236}">
                <a16:creationId xmlns:a16="http://schemas.microsoft.com/office/drawing/2014/main" id="{02D459C6-0924-1840-AAE1-47CF69AAC522}"/>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146105" y="6603778"/>
            <a:ext cx="210710" cy="128525"/>
          </a:xfrm>
          <a:prstGeom prst="rect">
            <a:avLst/>
          </a:prstGeom>
        </p:spPr>
      </p:pic>
    </p:spTree>
    <p:extLst>
      <p:ext uri="{BB962C8B-B14F-4D97-AF65-F5344CB8AC3E}">
        <p14:creationId xmlns:p14="http://schemas.microsoft.com/office/powerpoint/2010/main" val="150005321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image" Target="../media/image3.jpeg"/><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theme" Target="../theme/theme4.xml"/><Relationship Id="rId1" Type="http://schemas.openxmlformats.org/officeDocument/2006/relationships/slideLayout" Target="../slideLayouts/slideLayout34.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42.xml"/><Relationship Id="rId13" Type="http://schemas.openxmlformats.org/officeDocument/2006/relationships/theme" Target="../theme/theme5.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slideLayout" Target="../slideLayouts/slideLayout46.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 Id="rId14" Type="http://schemas.openxmlformats.org/officeDocument/2006/relationships/image" Target="../media/image5.png"/></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theme" Target="../theme/theme6.xml"/><Relationship Id="rId3" Type="http://schemas.openxmlformats.org/officeDocument/2006/relationships/slideLayout" Target="../slideLayouts/slideLayout49.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2" Type="http://schemas.openxmlformats.org/officeDocument/2006/relationships/slideLayout" Target="../slideLayouts/slideLayout48.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5" Type="http://schemas.openxmlformats.org/officeDocument/2006/relationships/slideLayout" Target="../slideLayouts/slideLayout51.xml"/><Relationship Id="rId10" Type="http://schemas.openxmlformats.org/officeDocument/2006/relationships/slideLayout" Target="../slideLayouts/slideLayout56.xml"/><Relationship Id="rId4" Type="http://schemas.openxmlformats.org/officeDocument/2006/relationships/slideLayout" Target="../slideLayouts/slideLayout50.xml"/><Relationship Id="rId9" Type="http://schemas.openxmlformats.org/officeDocument/2006/relationships/slideLayout" Target="../slideLayouts/slideLayout55.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DD0AF7-80AE-4E94-A5EE-0E681862173B}" type="datetime1">
              <a:rPr lang="zh-CN" altLang="en-US" smtClean="0"/>
              <a:pPr/>
              <a:t>2025/3/5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2D08884-8390-4A88-B719-850AFF819047}"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7" name="Rectangle 6"/>
          <p:cNvSpPr/>
          <p:nvPr/>
        </p:nvSpPr>
        <p:spPr>
          <a:xfrm>
            <a:off x="0" y="6678000"/>
            <a:ext cx="9144000" cy="180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2" name="Title Placeholder 1"/>
          <p:cNvSpPr>
            <a:spLocks noGrp="1"/>
          </p:cNvSpPr>
          <p:nvPr>
            <p:ph type="title"/>
          </p:nvPr>
        </p:nvSpPr>
        <p:spPr>
          <a:xfrm>
            <a:off x="457200" y="274638"/>
            <a:ext cx="8229600" cy="1143000"/>
          </a:xfrm>
          <a:prstGeom prst="rect">
            <a:avLst/>
          </a:prstGeom>
        </p:spPr>
        <p:txBody>
          <a:bodyPr vert="horz" rtlCol="0" anchor="ctr">
            <a:normAutofit/>
          </a:bodyPr>
          <a:lstStyle/>
          <a:p>
            <a:r>
              <a:rPr kumimoji="0" lang="en-US"/>
              <a:t>Click to edit Master title style</a:t>
            </a:r>
            <a:endParaRPr kumimoji="0" lang="en-US" dirty="0"/>
          </a:p>
        </p:txBody>
      </p:sp>
      <p:sp>
        <p:nvSpPr>
          <p:cNvPr id="3" name="Text Placeholder 2"/>
          <p:cNvSpPr>
            <a:spLocks noGrp="1"/>
          </p:cNvSpPr>
          <p:nvPr>
            <p:ph type="body" idx="1"/>
          </p:nvPr>
        </p:nvSpPr>
        <p:spPr>
          <a:xfrm>
            <a:off x="457200" y="1600200"/>
            <a:ext cx="8229600" cy="4686320"/>
          </a:xfrm>
          <a:prstGeom prst="rect">
            <a:avLst/>
          </a:prstGeom>
        </p:spPr>
        <p:txBody>
          <a:bodyPr vert="horz" rtlCol="0">
            <a:normAutofit/>
          </a:bodyPr>
          <a:lstStyle/>
          <a:p>
            <a:pPr lvl="0" eaLnBrk="1" latinLnBrk="0" hangingPunct="1"/>
            <a:r>
              <a:rPr kumimoji="0" lang="en-US"/>
              <a:t>Click to edit Master text styles</a:t>
            </a:r>
          </a:p>
          <a:p>
            <a:pPr lvl="1" eaLnBrk="1" latinLnBrk="0" hangingPunct="1"/>
            <a:r>
              <a:rPr kumimoji="0" lang="en-US"/>
              <a:t>Second level</a:t>
            </a:r>
          </a:p>
          <a:p>
            <a:pPr lvl="2" eaLnBrk="1" latinLnBrk="0" hangingPunct="1"/>
            <a:r>
              <a:rPr kumimoji="0" lang="en-US"/>
              <a:t>Third level</a:t>
            </a:r>
          </a:p>
          <a:p>
            <a:pPr lvl="3" eaLnBrk="1" latinLnBrk="0" hangingPunct="1"/>
            <a:r>
              <a:rPr kumimoji="0" lang="en-US"/>
              <a:t>Fourth level</a:t>
            </a:r>
          </a:p>
          <a:p>
            <a:pPr lvl="4" eaLnBrk="1" latinLnBrk="0" hangingPunct="1"/>
            <a:r>
              <a:rPr kumimoji="0" lang="en-US"/>
              <a:t>Fifth level</a:t>
            </a:r>
          </a:p>
        </p:txBody>
      </p:sp>
      <p:sp>
        <p:nvSpPr>
          <p:cNvPr id="4" name="Date Placeholder 3"/>
          <p:cNvSpPr>
            <a:spLocks noGrp="1"/>
          </p:cNvSpPr>
          <p:nvPr>
            <p:ph type="dt" sz="half" idx="2"/>
          </p:nvPr>
        </p:nvSpPr>
        <p:spPr>
          <a:xfrm>
            <a:off x="76200" y="6400800"/>
            <a:ext cx="3200400" cy="283800"/>
          </a:xfrm>
          <a:prstGeom prst="rect">
            <a:avLst/>
          </a:prstGeom>
        </p:spPr>
        <p:txBody>
          <a:bodyPr vert="horz" rtlCol="0" anchor="b"/>
          <a:lstStyle>
            <a:lvl1pPr algn="l" eaLnBrk="1" latinLnBrk="0" hangingPunct="1">
              <a:defRPr kumimoji="0" sz="1400">
                <a:solidFill>
                  <a:srgbClr val="0070C0"/>
                </a:solidFill>
              </a:defRPr>
            </a:lvl1pPr>
          </a:lstStyle>
          <a:p>
            <a:fld id="{1C2E4F67-BFDE-4828-8FFC-D68C67C26229}" type="datetime1">
              <a:rPr lang="zh-CN" altLang="en-US" smtClean="0"/>
              <a:pPr/>
              <a:t>2025/3/5</a:t>
            </a:fld>
            <a:endParaRPr lang="zh-CN" altLang="en-US"/>
          </a:p>
        </p:txBody>
      </p:sp>
      <p:sp>
        <p:nvSpPr>
          <p:cNvPr id="6" name="Slide Number Placeholder 5"/>
          <p:cNvSpPr>
            <a:spLocks noGrp="1"/>
          </p:cNvSpPr>
          <p:nvPr>
            <p:ph type="sldNum" sz="quarter" idx="4"/>
          </p:nvPr>
        </p:nvSpPr>
        <p:spPr>
          <a:xfrm>
            <a:off x="4114800" y="6400800"/>
            <a:ext cx="914400" cy="283464"/>
          </a:xfrm>
          <a:prstGeom prst="rect">
            <a:avLst/>
          </a:prstGeom>
          <a:noFill/>
        </p:spPr>
        <p:txBody>
          <a:bodyPr vert="horz" lIns="45720" rIns="45720" rtlCol="0" anchor="ctr"/>
          <a:lstStyle>
            <a:lvl1pPr algn="ctr" eaLnBrk="1" latinLnBrk="0" hangingPunct="1">
              <a:defRPr kumimoji="0" sz="1400" b="0">
                <a:solidFill>
                  <a:srgbClr val="0070C0"/>
                </a:solidFill>
              </a:defRPr>
            </a:lvl1pPr>
          </a:lstStyle>
          <a:p>
            <a:fld id="{0C913308-F349-4B6D-A68A-DD1791B4A57B}" type="slidenum">
              <a:rPr lang="zh-CN" altLang="en-US" smtClean="0"/>
              <a:pPr/>
              <a:t>‹#›</a:t>
            </a:fld>
            <a:endParaRPr lang="zh-CN" altLang="en-US"/>
          </a:p>
        </p:txBody>
      </p:sp>
      <p:sp>
        <p:nvSpPr>
          <p:cNvPr id="8" name="Rectangle 7"/>
          <p:cNvSpPr/>
          <p:nvPr/>
        </p:nvSpPr>
        <p:spPr>
          <a:xfrm>
            <a:off x="0" y="0"/>
            <a:ext cx="9144000" cy="108000"/>
          </a:xfrm>
          <a:prstGeom prst="rect">
            <a:avLst/>
          </a:prstGeom>
          <a:gradFill>
            <a:gsLst>
              <a:gs pos="0">
                <a:schemeClr val="accent1">
                  <a:alpha val="50000"/>
                </a:schemeClr>
              </a:gs>
              <a:gs pos="50000">
                <a:schemeClr val="accent1">
                  <a:tint val="20000"/>
                </a:schemeClr>
              </a:gs>
              <a:gs pos="100000">
                <a:schemeClr val="accent1">
                  <a:alpha val="40000"/>
                </a:schemeClr>
              </a:gs>
            </a:gsLst>
            <a:lin ang="0" scaled="1"/>
          </a:gradFill>
          <a:ln w="25400" cap="rnd" cmpd="sng" algn="ctr">
            <a:noFill/>
            <a:prstDash val="solid"/>
          </a:ln>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zh-CN" altLang="en-US"/>
          </a:p>
        </p:txBody>
      </p:sp>
      <p:sp>
        <p:nvSpPr>
          <p:cNvPr id="9" name="Footer Placeholder 4"/>
          <p:cNvSpPr>
            <a:spLocks noGrp="1"/>
          </p:cNvSpPr>
          <p:nvPr>
            <p:ph type="ftr" sz="quarter" idx="3"/>
          </p:nvPr>
        </p:nvSpPr>
        <p:spPr>
          <a:xfrm>
            <a:off x="6934200" y="6400800"/>
            <a:ext cx="2133600" cy="283800"/>
          </a:xfrm>
          <a:prstGeom prst="rect">
            <a:avLst/>
          </a:prstGeom>
        </p:spPr>
        <p:txBody>
          <a:bodyPr/>
          <a:lstStyle>
            <a:lvl1pPr>
              <a:defRPr sz="1400">
                <a:solidFill>
                  <a:srgbClr val="0070C0"/>
                </a:solidFill>
              </a:defRPr>
            </a:lvl1pPr>
          </a:lstStyle>
          <a:p>
            <a:endParaRPr lang="zh-CN" altLang="en-US"/>
          </a:p>
        </p:txBody>
      </p:sp>
      <p:pic>
        <p:nvPicPr>
          <p:cNvPr id="10" name="Picture 9" descr="tsinghua.jpg"/>
          <p:cNvPicPr>
            <a:picLocks noChangeAspect="1"/>
          </p:cNvPicPr>
          <p:nvPr/>
        </p:nvPicPr>
        <p:blipFill>
          <a:blip r:embed="rId13" cstate="print"/>
          <a:stretch>
            <a:fillRect/>
          </a:stretch>
        </p:blipFill>
        <p:spPr>
          <a:xfrm>
            <a:off x="6781800" y="6248400"/>
            <a:ext cx="533400" cy="533400"/>
          </a:xfrm>
          <a:prstGeom prst="rect">
            <a:avLst/>
          </a:prstGeom>
        </p:spPr>
      </p:pic>
    </p:spTree>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hdr="0" ftr="0"/>
  <p:txStyles>
    <p:titleStyle>
      <a:lvl1pPr algn="ctr" rtl="0" eaLnBrk="1" latinLnBrk="0" hangingPunct="1">
        <a:spcBef>
          <a:spcPct val="0"/>
        </a:spcBef>
        <a:buNone/>
        <a:defRPr kumimoji="0" sz="4400" kern="1200">
          <a:solidFill>
            <a:schemeClr val="tx2"/>
          </a:solidFill>
          <a:latin typeface="+mj-lt"/>
          <a:ea typeface="+mj-ea"/>
          <a:cs typeface="+mj-cs"/>
        </a:defRPr>
      </a:lvl1pPr>
      <a:lvl2pPr eaLnBrk="1" latinLnBrk="0" hangingPunct="1">
        <a:defRPr kumimoji="0">
          <a:solidFill>
            <a:schemeClr val="tx2"/>
          </a:solidFill>
        </a:defRPr>
      </a:lvl2pPr>
      <a:lvl3pPr eaLnBrk="1" latinLnBrk="0" hangingPunct="1">
        <a:defRPr kumimoji="0">
          <a:solidFill>
            <a:schemeClr val="tx2"/>
          </a:solidFill>
        </a:defRPr>
      </a:lvl3pPr>
      <a:lvl4pPr eaLnBrk="1" latinLnBrk="0" hangingPunct="1">
        <a:defRPr kumimoji="0">
          <a:solidFill>
            <a:schemeClr val="tx2"/>
          </a:solidFill>
        </a:defRPr>
      </a:lvl4pPr>
      <a:lvl5pPr eaLnBrk="1" latinLnBrk="0" hangingPunct="1">
        <a:defRPr kumimoji="0">
          <a:solidFill>
            <a:schemeClr val="tx2"/>
          </a:solidFill>
        </a:defRPr>
      </a:lvl5pPr>
      <a:lvl6pPr eaLnBrk="1" latinLnBrk="0" hangingPunct="1">
        <a:defRPr kumimoji="0">
          <a:solidFill>
            <a:schemeClr val="tx2"/>
          </a:solidFill>
        </a:defRPr>
      </a:lvl6pPr>
      <a:lvl7pPr eaLnBrk="1" latinLnBrk="0" hangingPunct="1">
        <a:defRPr kumimoji="0">
          <a:solidFill>
            <a:schemeClr val="tx2"/>
          </a:solidFill>
        </a:defRPr>
      </a:lvl7pPr>
      <a:lvl8pPr eaLnBrk="1" latinLnBrk="0" hangingPunct="1">
        <a:defRPr kumimoji="0">
          <a:solidFill>
            <a:schemeClr val="tx2"/>
          </a:solidFill>
        </a:defRPr>
      </a:lvl8pPr>
      <a:lvl9pPr eaLnBrk="1" latinLnBrk="0" hangingPunct="1">
        <a:defRPr kumimoji="0">
          <a:solidFill>
            <a:schemeClr val="tx2"/>
          </a:solidFill>
        </a:defRPr>
      </a:lvl9pPr>
    </p:titleStyle>
    <p:bodyStyle>
      <a:lvl1pPr marL="342900" indent="-342900" algn="l" rtl="0" eaLnBrk="1" latinLnBrk="0" hangingPunct="1">
        <a:spcBef>
          <a:spcPct val="20000"/>
        </a:spcBef>
        <a:buClr>
          <a:schemeClr val="tx2"/>
        </a:buClr>
        <a:buSzPct val="50000"/>
        <a:buFont typeface="Wingdings 2"/>
        <a:buChar char="ß"/>
        <a:defRPr kumimoji="0" sz="3200" kern="1200">
          <a:solidFill>
            <a:schemeClr val="tx1"/>
          </a:solidFill>
          <a:latin typeface="+mn-lt"/>
          <a:ea typeface="+mn-ea"/>
          <a:cs typeface="+mn-cs"/>
        </a:defRPr>
      </a:lvl1pPr>
      <a:lvl2pPr marL="742950" indent="-285750" algn="l" rtl="0" eaLnBrk="1" latinLnBrk="0" hangingPunct="1">
        <a:spcBef>
          <a:spcPct val="20000"/>
        </a:spcBef>
        <a:buClr>
          <a:schemeClr val="tx2"/>
        </a:buClr>
        <a:buSzPct val="50000"/>
        <a:buFont typeface="Wingdings 2"/>
        <a:buChar char="Þ"/>
        <a:defRPr kumimoji="0" sz="2800" kern="1200">
          <a:solidFill>
            <a:schemeClr val="tx1"/>
          </a:solidFill>
          <a:latin typeface="+mn-lt"/>
          <a:ea typeface="+mn-ea"/>
          <a:cs typeface="+mn-cs"/>
        </a:defRPr>
      </a:lvl2pPr>
      <a:lvl3pPr marL="1143000" indent="-228600" algn="l" rtl="0" eaLnBrk="1" latinLnBrk="0" hangingPunct="1">
        <a:spcBef>
          <a:spcPct val="20000"/>
        </a:spcBef>
        <a:buClr>
          <a:schemeClr val="tx2"/>
        </a:buClr>
        <a:buSzPct val="50000"/>
        <a:buFont typeface="Wingdings 2"/>
        <a:buChar char=""/>
        <a:defRPr kumimoji="0" sz="2400" kern="1200">
          <a:solidFill>
            <a:schemeClr val="tx1"/>
          </a:solidFill>
          <a:latin typeface="+mn-lt"/>
          <a:ea typeface="+mn-ea"/>
          <a:cs typeface="+mn-cs"/>
        </a:defRPr>
      </a:lvl3pPr>
      <a:lvl4pPr marL="16002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4pPr>
      <a:lvl5pPr marL="2057400" indent="-228600" algn="l" rtl="0" eaLnBrk="1" latinLnBrk="0" hangingPunct="1">
        <a:spcBef>
          <a:spcPct val="20000"/>
        </a:spcBef>
        <a:buClr>
          <a:schemeClr val="tx2"/>
        </a:buClr>
        <a:buSzPct val="50000"/>
        <a:buFont typeface="Wingdings 2"/>
        <a:buChar char=""/>
        <a:defRPr kumimoji="0" sz="2000" kern="1200">
          <a:solidFill>
            <a:schemeClr val="tx1"/>
          </a:solidFill>
          <a:latin typeface="+mn-lt"/>
          <a:ea typeface="+mn-ea"/>
          <a:cs typeface="+mn-cs"/>
        </a:defRPr>
      </a:lvl5pPr>
      <a:lvl6pPr marL="2514600" indent="-228600" algn="l" rtl="0" eaLnBrk="1" latinLnBrk="0" hangingPunct="1">
        <a:spcBef>
          <a:spcPct val="20000"/>
        </a:spcBef>
        <a:buFont typeface="Arial"/>
        <a:buChar char="•"/>
        <a:defRPr kumimoji="0" sz="2000" kern="1200">
          <a:solidFill>
            <a:schemeClr val="tx1"/>
          </a:solidFill>
          <a:latin typeface="+mn-lt"/>
          <a:ea typeface="+mn-ea"/>
          <a:cs typeface="+mn-cs"/>
        </a:defRPr>
      </a:lvl6pPr>
      <a:lvl7pPr marL="2971800" indent="-228600" algn="l" rtl="0" eaLnBrk="1" latinLnBrk="0" hangingPunct="1">
        <a:spcBef>
          <a:spcPct val="20000"/>
        </a:spcBef>
        <a:buFont typeface="Arial"/>
        <a:buChar char="•"/>
        <a:defRPr kumimoji="0" sz="2000" kern="1200">
          <a:solidFill>
            <a:schemeClr val="tx1"/>
          </a:solidFill>
          <a:latin typeface="+mn-lt"/>
          <a:ea typeface="+mn-ea"/>
          <a:cs typeface="+mn-cs"/>
        </a:defRPr>
      </a:lvl7pPr>
      <a:lvl8pPr marL="3429000" indent="-228600" algn="l" rtl="0" eaLnBrk="1" latinLnBrk="0" hangingPunct="1">
        <a:spcBef>
          <a:spcPct val="20000"/>
        </a:spcBef>
        <a:buFont typeface="Arial"/>
        <a:buChar char="•"/>
        <a:defRPr kumimoji="0" sz="2000" kern="1200">
          <a:solidFill>
            <a:schemeClr val="tx1"/>
          </a:solidFill>
          <a:latin typeface="+mn-lt"/>
          <a:ea typeface="+mn-ea"/>
          <a:cs typeface="+mn-cs"/>
        </a:defRPr>
      </a:lvl8pPr>
      <a:lvl9pPr marL="3886200" indent="-228600" algn="l" rtl="0" eaLnBrk="1" latinLnBrk="0" hangingPunct="1">
        <a:spcBef>
          <a:spcPct val="20000"/>
        </a:spcBef>
        <a:buFont typeface="Arial"/>
        <a:buChar char="•"/>
        <a:defRPr kumimoji="0" sz="2000" kern="120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3186" name="Rectangle 2"/>
          <p:cNvSpPr>
            <a:spLocks noGrp="1" noChangeArrowheads="1"/>
          </p:cNvSpPr>
          <p:nvPr>
            <p:ph type="dt" sz="half" idx="2"/>
          </p:nvPr>
        </p:nvSpPr>
        <p:spPr bwMode="auto">
          <a:xfrm>
            <a:off x="685800" y="6248400"/>
            <a:ext cx="19050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none" lIns="92075" tIns="46038" rIns="92075" bIns="46038" numCol="1" anchor="ctr" anchorCtr="0" compatLnSpc="1">
            <a:prstTxWarp prst="textNoShape">
              <a:avLst/>
            </a:prstTxWarp>
          </a:bodyPr>
          <a:lstStyle>
            <a:lvl1pPr>
              <a:defRPr sz="1400" b="0">
                <a:solidFill>
                  <a:schemeClr val="tx1"/>
                </a:solidFill>
                <a:latin typeface="Helvetica" charset="0"/>
              </a:defRPr>
            </a:lvl1pPr>
          </a:lstStyle>
          <a:p>
            <a:pPr eaLnBrk="0" fontAlgn="base" hangingPunct="0">
              <a:spcBef>
                <a:spcPct val="0"/>
              </a:spcBef>
              <a:spcAft>
                <a:spcPct val="0"/>
              </a:spcAft>
            </a:pPr>
            <a:fld id="{87EB68FE-FCF8-2649-83D1-D2C668658E3B}" type="datetime1">
              <a:rPr lang="en-US" smtClean="0">
                <a:solidFill>
                  <a:srgbClr val="000000"/>
                </a:solidFill>
                <a:ea typeface="ＭＳ Ｐゴシック" charset="0"/>
              </a:rPr>
              <a:pPr eaLnBrk="0" fontAlgn="base" hangingPunct="0">
                <a:spcBef>
                  <a:spcPct val="0"/>
                </a:spcBef>
                <a:spcAft>
                  <a:spcPct val="0"/>
                </a:spcAft>
              </a:pPr>
              <a:t>3/5/25</a:t>
            </a:fld>
            <a:endParaRPr lang="en-US">
              <a:solidFill>
                <a:srgbClr val="000000"/>
              </a:solidFill>
              <a:ea typeface="ＭＳ Ｐゴシック" charset="0"/>
            </a:endParaRPr>
          </a:p>
        </p:txBody>
      </p:sp>
      <p:sp>
        <p:nvSpPr>
          <p:cNvPr id="93187" name="Rectangle 3"/>
          <p:cNvSpPr>
            <a:spLocks noGrp="1" noChangeArrowheads="1"/>
          </p:cNvSpPr>
          <p:nvPr>
            <p:ph type="ftr" sz="quarter" idx="3"/>
          </p:nvPr>
        </p:nvSpPr>
        <p:spPr bwMode="auto">
          <a:xfrm>
            <a:off x="3124200" y="6248400"/>
            <a:ext cx="28956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none" lIns="92075" tIns="46038" rIns="92075" bIns="46038" numCol="1" anchor="ctr" anchorCtr="0" compatLnSpc="1">
            <a:prstTxWarp prst="textNoShape">
              <a:avLst/>
            </a:prstTxWarp>
          </a:bodyPr>
          <a:lstStyle>
            <a:lvl1pPr algn="ctr">
              <a:defRPr sz="1400" b="0">
                <a:solidFill>
                  <a:schemeClr val="tx1"/>
                </a:solidFill>
                <a:latin typeface="Helvetica" charset="0"/>
              </a:defRPr>
            </a:lvl1pPr>
          </a:lstStyle>
          <a:p>
            <a:pPr eaLnBrk="0" fontAlgn="base" hangingPunct="0">
              <a:spcBef>
                <a:spcPct val="0"/>
              </a:spcBef>
              <a:spcAft>
                <a:spcPct val="0"/>
              </a:spcAft>
            </a:pPr>
            <a:r>
              <a:rPr lang="en-US">
                <a:solidFill>
                  <a:srgbClr val="000000"/>
                </a:solidFill>
                <a:ea typeface="ＭＳ Ｐゴシック" charset="0"/>
              </a:rPr>
              <a:t>CS267 Lecure 7</a:t>
            </a:r>
          </a:p>
        </p:txBody>
      </p:sp>
      <p:sp>
        <p:nvSpPr>
          <p:cNvPr id="93188" name="Rectangle 4"/>
          <p:cNvSpPr>
            <a:spLocks noGrp="1" noChangeArrowheads="1"/>
          </p:cNvSpPr>
          <p:nvPr>
            <p:ph type="sldNum" sz="quarter" idx="4"/>
          </p:nvPr>
        </p:nvSpPr>
        <p:spPr bwMode="auto">
          <a:xfrm>
            <a:off x="6553200" y="6248400"/>
            <a:ext cx="1905000" cy="4572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none" lIns="92075" tIns="46038" rIns="92075" bIns="46038" numCol="1" anchor="ctr" anchorCtr="0" compatLnSpc="1">
            <a:prstTxWarp prst="textNoShape">
              <a:avLst/>
            </a:prstTxWarp>
          </a:bodyPr>
          <a:lstStyle>
            <a:lvl1pPr algn="r">
              <a:defRPr sz="1400" b="0">
                <a:solidFill>
                  <a:schemeClr val="tx1"/>
                </a:solidFill>
                <a:latin typeface="Helvetica" charset="0"/>
              </a:defRPr>
            </a:lvl1pPr>
          </a:lstStyle>
          <a:p>
            <a:pPr eaLnBrk="0" fontAlgn="base" hangingPunct="0">
              <a:spcBef>
                <a:spcPct val="0"/>
              </a:spcBef>
              <a:spcAft>
                <a:spcPct val="0"/>
              </a:spcAft>
            </a:pPr>
            <a:fld id="{6077337A-3816-DE42-B1FE-78F01785D00F}" type="slidenum">
              <a:rPr lang="en-US" smtClean="0">
                <a:solidFill>
                  <a:srgbClr val="000000"/>
                </a:solidFill>
                <a:ea typeface="ＭＳ Ｐゴシック" charset="0"/>
              </a:rPr>
              <a:pPr eaLnBrk="0" fontAlgn="base" hangingPunct="0">
                <a:spcBef>
                  <a:spcPct val="0"/>
                </a:spcBef>
                <a:spcAft>
                  <a:spcPct val="0"/>
                </a:spcAft>
              </a:pPr>
              <a:t>‹#›</a:t>
            </a:fld>
            <a:endParaRPr lang="en-US">
              <a:solidFill>
                <a:srgbClr val="000000"/>
              </a:solidFill>
              <a:ea typeface="ＭＳ Ｐゴシック" charset="0"/>
            </a:endParaRPr>
          </a:p>
        </p:txBody>
      </p:sp>
      <p:sp>
        <p:nvSpPr>
          <p:cNvPr id="93189" name="Rectangle 5"/>
          <p:cNvSpPr>
            <a:spLocks noGrp="1" noChangeArrowheads="1"/>
          </p:cNvSpPr>
          <p:nvPr>
            <p:ph type="title"/>
          </p:nvPr>
        </p:nvSpPr>
        <p:spPr bwMode="auto">
          <a:xfrm>
            <a:off x="798513" y="306388"/>
            <a:ext cx="858837" cy="4222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none" lIns="63500" tIns="25400" rIns="63500" bIns="25400" numCol="1" anchor="t" anchorCtr="0" compatLnSpc="1">
            <a:prstTxWarp prst="textNoShape">
              <a:avLst/>
            </a:prstTxWarp>
            <a:spAutoFit/>
          </a:bodyPr>
          <a:lstStyle/>
          <a:p>
            <a:pPr lvl="0"/>
            <a:r>
              <a:rPr lang="en-US"/>
              <a:t>Title</a:t>
            </a:r>
          </a:p>
        </p:txBody>
      </p:sp>
      <p:sp>
        <p:nvSpPr>
          <p:cNvPr id="93190" name="Rectangle 6"/>
          <p:cNvSpPr>
            <a:spLocks noGrp="1" noChangeArrowheads="1"/>
          </p:cNvSpPr>
          <p:nvPr>
            <p:ph type="body" idx="1"/>
          </p:nvPr>
        </p:nvSpPr>
        <p:spPr bwMode="auto">
          <a:xfrm>
            <a:off x="609600" y="914400"/>
            <a:ext cx="8001000" cy="2170113"/>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vert="horz" wrap="square" lIns="63500" tIns="25400" rIns="63500" bIns="25400" numCol="1" anchor="t" anchorCtr="0" compatLnSpc="1">
            <a:prstTxWarp prst="textNoShape">
              <a:avLst/>
            </a:prstTxWarp>
            <a:spAutoFit/>
          </a:bodyPr>
          <a:lstStyle/>
          <a:p>
            <a:pPr lvl="0"/>
            <a:r>
              <a:rPr lang="en-US"/>
              <a:t>This is our 1st Level Bullet</a:t>
            </a:r>
          </a:p>
          <a:p>
            <a:pPr lvl="1"/>
            <a:r>
              <a:rPr lang="en-US"/>
              <a:t>This is our 2nd level bullet</a:t>
            </a:r>
          </a:p>
          <a:p>
            <a:pPr lvl="2"/>
            <a:r>
              <a:rPr lang="en-US"/>
              <a:t>This is our 3rd level bullet</a:t>
            </a:r>
          </a:p>
          <a:p>
            <a:pPr lvl="0"/>
            <a:r>
              <a:rPr lang="en-US"/>
              <a:t>This is our next 1st Level Bullet</a:t>
            </a:r>
          </a:p>
          <a:p>
            <a:pPr lvl="1"/>
            <a:r>
              <a:rPr lang="en-US"/>
              <a:t>This is our 2nd level bullet</a:t>
            </a:r>
          </a:p>
          <a:p>
            <a:pPr lvl="2"/>
            <a:r>
              <a:rPr lang="en-US"/>
              <a:t>This is our 3rd level bullet</a:t>
            </a:r>
          </a:p>
        </p:txBody>
      </p:sp>
      <p:sp>
        <p:nvSpPr>
          <p:cNvPr id="93191" name="Line 7"/>
          <p:cNvSpPr>
            <a:spLocks noChangeShapeType="1"/>
          </p:cNvSpPr>
          <p:nvPr/>
        </p:nvSpPr>
        <p:spPr bwMode="auto">
          <a:xfrm>
            <a:off x="609600" y="685800"/>
            <a:ext cx="8001000" cy="0"/>
          </a:xfrm>
          <a:prstGeom prst="line">
            <a:avLst/>
          </a:prstGeom>
          <a:noFill/>
          <a:ln w="47625" cmpd="thickThin">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Tree>
    <p:extLst>
      <p:ext uri="{BB962C8B-B14F-4D97-AF65-F5344CB8AC3E}">
        <p14:creationId xmlns:p14="http://schemas.microsoft.com/office/powerpoint/2010/main" val="162995706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rtl="0" eaLnBrk="0" fontAlgn="base" hangingPunct="0">
        <a:lnSpc>
          <a:spcPct val="87000"/>
        </a:lnSpc>
        <a:spcBef>
          <a:spcPct val="0"/>
        </a:spcBef>
        <a:spcAft>
          <a:spcPct val="0"/>
        </a:spcAft>
        <a:defRPr sz="2800" b="1">
          <a:solidFill>
            <a:srgbClr val="000099"/>
          </a:solidFill>
          <a:latin typeface="+mj-lt"/>
          <a:ea typeface="+mj-ea"/>
          <a:cs typeface="+mj-cs"/>
        </a:defRPr>
      </a:lvl1pPr>
      <a:lvl2pPr algn="l" rtl="0" eaLnBrk="0" fontAlgn="base" hangingPunct="0">
        <a:lnSpc>
          <a:spcPct val="87000"/>
        </a:lnSpc>
        <a:spcBef>
          <a:spcPct val="0"/>
        </a:spcBef>
        <a:spcAft>
          <a:spcPct val="0"/>
        </a:spcAft>
        <a:defRPr sz="2800" b="1">
          <a:solidFill>
            <a:srgbClr val="000099"/>
          </a:solidFill>
          <a:latin typeface="Arial" charset="0"/>
          <a:ea typeface="ＭＳ Ｐゴシック" charset="0"/>
        </a:defRPr>
      </a:lvl2pPr>
      <a:lvl3pPr algn="l" rtl="0" eaLnBrk="0" fontAlgn="base" hangingPunct="0">
        <a:lnSpc>
          <a:spcPct val="87000"/>
        </a:lnSpc>
        <a:spcBef>
          <a:spcPct val="0"/>
        </a:spcBef>
        <a:spcAft>
          <a:spcPct val="0"/>
        </a:spcAft>
        <a:defRPr sz="2800" b="1">
          <a:solidFill>
            <a:srgbClr val="000099"/>
          </a:solidFill>
          <a:latin typeface="Arial" charset="0"/>
          <a:ea typeface="ＭＳ Ｐゴシック" charset="0"/>
        </a:defRPr>
      </a:lvl3pPr>
      <a:lvl4pPr algn="l" rtl="0" eaLnBrk="0" fontAlgn="base" hangingPunct="0">
        <a:lnSpc>
          <a:spcPct val="87000"/>
        </a:lnSpc>
        <a:spcBef>
          <a:spcPct val="0"/>
        </a:spcBef>
        <a:spcAft>
          <a:spcPct val="0"/>
        </a:spcAft>
        <a:defRPr sz="2800" b="1">
          <a:solidFill>
            <a:srgbClr val="000099"/>
          </a:solidFill>
          <a:latin typeface="Arial" charset="0"/>
          <a:ea typeface="ＭＳ Ｐゴシック" charset="0"/>
        </a:defRPr>
      </a:lvl4pPr>
      <a:lvl5pPr algn="l" rtl="0" eaLnBrk="0" fontAlgn="base" hangingPunct="0">
        <a:lnSpc>
          <a:spcPct val="87000"/>
        </a:lnSpc>
        <a:spcBef>
          <a:spcPct val="0"/>
        </a:spcBef>
        <a:spcAft>
          <a:spcPct val="0"/>
        </a:spcAft>
        <a:defRPr sz="2800" b="1">
          <a:solidFill>
            <a:srgbClr val="000099"/>
          </a:solidFill>
          <a:latin typeface="Arial" charset="0"/>
          <a:ea typeface="ＭＳ Ｐゴシック" charset="0"/>
        </a:defRPr>
      </a:lvl5pPr>
      <a:lvl6pPr marL="457200" algn="l" rtl="0" eaLnBrk="0" fontAlgn="base" hangingPunct="0">
        <a:lnSpc>
          <a:spcPct val="87000"/>
        </a:lnSpc>
        <a:spcBef>
          <a:spcPct val="0"/>
        </a:spcBef>
        <a:spcAft>
          <a:spcPct val="0"/>
        </a:spcAft>
        <a:defRPr sz="2800" b="1">
          <a:solidFill>
            <a:srgbClr val="000099"/>
          </a:solidFill>
          <a:latin typeface="Arial" charset="0"/>
          <a:ea typeface="ＭＳ Ｐゴシック" charset="0"/>
        </a:defRPr>
      </a:lvl6pPr>
      <a:lvl7pPr marL="914400" algn="l" rtl="0" eaLnBrk="0" fontAlgn="base" hangingPunct="0">
        <a:lnSpc>
          <a:spcPct val="87000"/>
        </a:lnSpc>
        <a:spcBef>
          <a:spcPct val="0"/>
        </a:spcBef>
        <a:spcAft>
          <a:spcPct val="0"/>
        </a:spcAft>
        <a:defRPr sz="2800" b="1">
          <a:solidFill>
            <a:srgbClr val="000099"/>
          </a:solidFill>
          <a:latin typeface="Arial" charset="0"/>
          <a:ea typeface="ＭＳ Ｐゴシック" charset="0"/>
        </a:defRPr>
      </a:lvl7pPr>
      <a:lvl8pPr marL="1371600" algn="l" rtl="0" eaLnBrk="0" fontAlgn="base" hangingPunct="0">
        <a:lnSpc>
          <a:spcPct val="87000"/>
        </a:lnSpc>
        <a:spcBef>
          <a:spcPct val="0"/>
        </a:spcBef>
        <a:spcAft>
          <a:spcPct val="0"/>
        </a:spcAft>
        <a:defRPr sz="2800" b="1">
          <a:solidFill>
            <a:srgbClr val="000099"/>
          </a:solidFill>
          <a:latin typeface="Arial" charset="0"/>
          <a:ea typeface="ＭＳ Ｐゴシック" charset="0"/>
        </a:defRPr>
      </a:lvl8pPr>
      <a:lvl9pPr marL="1828800" algn="l" rtl="0" eaLnBrk="0" fontAlgn="base" hangingPunct="0">
        <a:lnSpc>
          <a:spcPct val="87000"/>
        </a:lnSpc>
        <a:spcBef>
          <a:spcPct val="0"/>
        </a:spcBef>
        <a:spcAft>
          <a:spcPct val="0"/>
        </a:spcAft>
        <a:defRPr sz="2800" b="1">
          <a:solidFill>
            <a:srgbClr val="000099"/>
          </a:solidFill>
          <a:latin typeface="Arial" charset="0"/>
          <a:ea typeface="ＭＳ Ｐゴシック" charset="0"/>
        </a:defRPr>
      </a:lvl9pPr>
    </p:titleStyle>
    <p:bodyStyle>
      <a:lvl1pPr marL="203200" indent="-203200" algn="l" rtl="0" eaLnBrk="0" fontAlgn="base" hangingPunct="0">
        <a:spcBef>
          <a:spcPct val="15000"/>
        </a:spcBef>
        <a:spcAft>
          <a:spcPct val="0"/>
        </a:spcAft>
        <a:buSzPct val="100000"/>
        <a:buChar char="•"/>
        <a:defRPr sz="2400">
          <a:solidFill>
            <a:schemeClr val="tx1"/>
          </a:solidFill>
          <a:latin typeface="+mn-lt"/>
          <a:ea typeface="+mn-ea"/>
          <a:cs typeface="+mn-cs"/>
        </a:defRPr>
      </a:lvl1pPr>
      <a:lvl2pPr marL="685800" indent="-190500" algn="l" rtl="0" eaLnBrk="0" fontAlgn="base" hangingPunct="0">
        <a:spcBef>
          <a:spcPct val="15000"/>
        </a:spcBef>
        <a:spcAft>
          <a:spcPct val="0"/>
        </a:spcAft>
        <a:buSzPct val="100000"/>
        <a:buChar char="•"/>
        <a:defRPr sz="2000">
          <a:solidFill>
            <a:srgbClr val="000099"/>
          </a:solidFill>
          <a:latin typeface="+mn-lt"/>
          <a:ea typeface="+mn-ea"/>
        </a:defRPr>
      </a:lvl2pPr>
      <a:lvl3pPr marL="1257300" indent="-342900" algn="l" rtl="0" eaLnBrk="0" fontAlgn="base" hangingPunct="0">
        <a:spcBef>
          <a:spcPct val="15000"/>
        </a:spcBef>
        <a:spcAft>
          <a:spcPct val="0"/>
        </a:spcAft>
        <a:buSzPct val="100000"/>
        <a:buChar char="•"/>
        <a:defRPr>
          <a:solidFill>
            <a:schemeClr val="tx1"/>
          </a:solidFill>
          <a:latin typeface="+mn-lt"/>
          <a:ea typeface="+mn-ea"/>
        </a:defRPr>
      </a:lvl3pPr>
      <a:lvl4pPr marL="1600200" indent="-228600" algn="l" rtl="0" eaLnBrk="0" fontAlgn="base" hangingPunct="0">
        <a:spcBef>
          <a:spcPct val="20000"/>
        </a:spcBef>
        <a:spcAft>
          <a:spcPct val="0"/>
        </a:spcAft>
        <a:buChar char="–"/>
        <a:defRPr sz="2000">
          <a:solidFill>
            <a:schemeClr val="tx1"/>
          </a:solidFill>
          <a:latin typeface="Times New Roman" charset="0"/>
          <a:ea typeface="+mn-ea"/>
        </a:defRPr>
      </a:lvl4pPr>
      <a:lvl5pPr marL="2057400" indent="-228600" algn="l" rtl="0" eaLnBrk="0" fontAlgn="base" hangingPunct="0">
        <a:spcBef>
          <a:spcPct val="20000"/>
        </a:spcBef>
        <a:spcAft>
          <a:spcPct val="0"/>
        </a:spcAft>
        <a:buChar char="•"/>
        <a:defRPr sz="2000">
          <a:solidFill>
            <a:schemeClr val="tx1"/>
          </a:solidFill>
          <a:latin typeface="Times New Roman" charset="0"/>
          <a:ea typeface="+mn-ea"/>
        </a:defRPr>
      </a:lvl5pPr>
      <a:lvl6pPr marL="2514600" indent="-228600" algn="l" rtl="0" eaLnBrk="0" fontAlgn="base" hangingPunct="0">
        <a:spcBef>
          <a:spcPct val="20000"/>
        </a:spcBef>
        <a:spcAft>
          <a:spcPct val="0"/>
        </a:spcAft>
        <a:buChar char="•"/>
        <a:defRPr sz="2000">
          <a:solidFill>
            <a:schemeClr val="tx1"/>
          </a:solidFill>
          <a:latin typeface="Times New Roman" charset="0"/>
          <a:ea typeface="+mn-ea"/>
        </a:defRPr>
      </a:lvl6pPr>
      <a:lvl7pPr marL="2971800" indent="-228600" algn="l" rtl="0" eaLnBrk="0" fontAlgn="base" hangingPunct="0">
        <a:spcBef>
          <a:spcPct val="20000"/>
        </a:spcBef>
        <a:spcAft>
          <a:spcPct val="0"/>
        </a:spcAft>
        <a:buChar char="•"/>
        <a:defRPr sz="2000">
          <a:solidFill>
            <a:schemeClr val="tx1"/>
          </a:solidFill>
          <a:latin typeface="Times New Roman" charset="0"/>
          <a:ea typeface="+mn-ea"/>
        </a:defRPr>
      </a:lvl7pPr>
      <a:lvl8pPr marL="3429000" indent="-228600" algn="l" rtl="0" eaLnBrk="0" fontAlgn="base" hangingPunct="0">
        <a:spcBef>
          <a:spcPct val="20000"/>
        </a:spcBef>
        <a:spcAft>
          <a:spcPct val="0"/>
        </a:spcAft>
        <a:buChar char="•"/>
        <a:defRPr sz="2000">
          <a:solidFill>
            <a:schemeClr val="tx1"/>
          </a:solidFill>
          <a:latin typeface="Times New Roman" charset="0"/>
          <a:ea typeface="+mn-ea"/>
        </a:defRPr>
      </a:lvl8pPr>
      <a:lvl9pPr marL="3886200" indent="-228600" algn="l" rtl="0" eaLnBrk="0" fontAlgn="base" hangingPunct="0">
        <a:spcBef>
          <a:spcPct val="20000"/>
        </a:spcBef>
        <a:spcAft>
          <a:spcPct val="0"/>
        </a:spcAft>
        <a:buChar char="•"/>
        <a:defRPr sz="2000">
          <a:solidFill>
            <a:schemeClr val="tx1"/>
          </a:solidFill>
          <a:latin typeface="Times New Roman" charset="0"/>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dpi="0" rotWithShape="0">
          <a:blip r:embed="rId3"/>
          <a:srcRect/>
          <a:stretch>
            <a:fillRect/>
          </a:stretch>
        </a:blipFill>
        <a:effectLst/>
      </p:bgPr>
    </p:bg>
    <p:spTree>
      <p:nvGrpSpPr>
        <p:cNvPr id="1" name=""/>
        <p:cNvGrpSpPr/>
        <p:nvPr/>
      </p:nvGrpSpPr>
      <p:grpSpPr>
        <a:xfrm>
          <a:off x="0" y="0"/>
          <a:ext cx="0" cy="0"/>
          <a:chOff x="0" y="0"/>
          <a:chExt cx="0" cy="0"/>
        </a:xfrm>
      </p:grpSpPr>
      <p:sp>
        <p:nvSpPr>
          <p:cNvPr id="1026" name="Rectangle 2">
            <a:extLst>
              <a:ext uri="{FF2B5EF4-FFF2-40B4-BE49-F238E27FC236}">
                <a16:creationId xmlns:a16="http://schemas.microsoft.com/office/drawing/2014/main" id="{E7DADC74-0E61-4940-B503-6561FD646179}"/>
              </a:ext>
            </a:extLst>
          </p:cNvPr>
          <p:cNvSpPr>
            <a:spLocks noGrp="1" noChangeArrowheads="1"/>
          </p:cNvSpPr>
          <p:nvPr>
            <p:ph type="title"/>
          </p:nvPr>
        </p:nvSpPr>
        <p:spPr bwMode="auto">
          <a:xfrm>
            <a:off x="381000" y="200025"/>
            <a:ext cx="8393113" cy="695325"/>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t" anchorCtr="0" compatLnSpc="1">
            <a:prstTxWarp prst="textNoShape">
              <a:avLst/>
            </a:prstTxWarp>
            <a:spAutoFit/>
          </a:bodyPr>
          <a:lstStyle/>
          <a:p>
            <a:pPr lvl="0"/>
            <a:r>
              <a:rPr lang="en-US" altLang="zh-CN"/>
              <a:t>Click to edit Title Slide</a:t>
            </a:r>
          </a:p>
        </p:txBody>
      </p:sp>
      <p:sp>
        <p:nvSpPr>
          <p:cNvPr id="1032" name="Rectangle 8">
            <a:extLst>
              <a:ext uri="{FF2B5EF4-FFF2-40B4-BE49-F238E27FC236}">
                <a16:creationId xmlns:a16="http://schemas.microsoft.com/office/drawing/2014/main" id="{CD1EE19E-3A9B-5644-A10B-B9FC32EDC264}"/>
              </a:ext>
            </a:extLst>
          </p:cNvPr>
          <p:cNvSpPr>
            <a:spLocks noGrp="1" noChangeArrowheads="1"/>
          </p:cNvSpPr>
          <p:nvPr>
            <p:ph type="body" idx="1"/>
          </p:nvPr>
        </p:nvSpPr>
        <p:spPr bwMode="auto">
          <a:xfrm>
            <a:off x="381000" y="1068388"/>
            <a:ext cx="8388350" cy="1905000"/>
          </a:xfrm>
          <a:prstGeom prst="rect">
            <a:avLst/>
          </a:prstGeom>
          <a:noFill/>
          <a:ln>
            <a:noFill/>
          </a:ln>
          <a:effectLst/>
          <a:extLst>
            <a:ext uri="{909E8E84-426E-40dd-AFC4-6F175D3DCCD1}"/>
            <a:ext uri="{91240B29-F687-4f45-9708-019B960494DF}"/>
            <a:ext uri="{AF507438-7753-43e0-B8FC-AC1667EBCBE1}"/>
            <a:ext uri="{FAA26D3D-D897-4be2-8F04-BA451C77F1D7}"/>
          </a:extLst>
        </p:spPr>
        <p:txBody>
          <a:bodyPr vert="horz" wrap="square" lIns="91440" tIns="45720" rIns="91440" bIns="45720" numCol="1" anchor="t" anchorCtr="0" compatLnSpc="1">
            <a:prstTxWarp prst="textNoShape">
              <a:avLst/>
            </a:prstTxWarp>
            <a:spAutoFit/>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Tree>
    <p:extLst>
      <p:ext uri="{BB962C8B-B14F-4D97-AF65-F5344CB8AC3E}">
        <p14:creationId xmlns:p14="http://schemas.microsoft.com/office/powerpoint/2010/main" val="3953104787"/>
      </p:ext>
    </p:extLst>
  </p:cSld>
  <p:clrMap bg1="dk2" tx1="lt1" bg2="dk1" tx2="lt2" accent1="accent1" accent2="accent2" accent3="accent3" accent4="accent4" accent5="accent5" accent6="accent6" hlink="hlink" folHlink="folHlink"/>
  <p:sldLayoutIdLst>
    <p:sldLayoutId id="2147483697" r:id="rId1"/>
  </p:sldLayoutIdLst>
  <p:transition>
    <p:zoom/>
  </p:transition>
  <p:txStyles>
    <p:titleStyle>
      <a:lvl1pPr algn="l" rtl="0" eaLnBrk="0" fontAlgn="base" hangingPunct="0">
        <a:lnSpc>
          <a:spcPct val="90000"/>
        </a:lnSpc>
        <a:spcBef>
          <a:spcPct val="0"/>
        </a:spcBef>
        <a:spcAft>
          <a:spcPct val="0"/>
        </a:spcAft>
        <a:defRPr sz="4400" b="1">
          <a:solidFill>
            <a:schemeClr val="tx2"/>
          </a:solidFill>
          <a:effectLst>
            <a:outerShdw blurRad="38100" dist="38100" dir="2700000" algn="tl">
              <a:srgbClr val="000000"/>
            </a:outerShdw>
          </a:effectLst>
          <a:latin typeface="Arial" panose="020B0604020202020204" pitchFamily="34" charset="0"/>
          <a:ea typeface="ＭＳ Ｐゴシック" panose="020B0600070205080204" pitchFamily="34" charset="-128"/>
          <a:cs typeface="+mj-cs"/>
        </a:defRPr>
      </a:lvl1pPr>
      <a:lvl2pPr algn="l" rtl="0" eaLnBrk="0" fontAlgn="base" hangingPunct="0">
        <a:lnSpc>
          <a:spcPct val="90000"/>
        </a:lnSpc>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0"/>
          <a:cs typeface="ＭＳ Ｐゴシック" charset="0"/>
        </a:defRPr>
      </a:lvl2pPr>
      <a:lvl3pPr algn="l" rtl="0" eaLnBrk="0" fontAlgn="base" hangingPunct="0">
        <a:lnSpc>
          <a:spcPct val="90000"/>
        </a:lnSpc>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0"/>
          <a:cs typeface="ＭＳ Ｐゴシック" charset="0"/>
        </a:defRPr>
      </a:lvl3pPr>
      <a:lvl4pPr algn="l" rtl="0" eaLnBrk="0" fontAlgn="base" hangingPunct="0">
        <a:lnSpc>
          <a:spcPct val="90000"/>
        </a:lnSpc>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0"/>
          <a:cs typeface="ＭＳ Ｐゴシック" charset="0"/>
        </a:defRPr>
      </a:lvl4pPr>
      <a:lvl5pPr algn="l" rtl="0" eaLnBrk="0" fontAlgn="base" hangingPunct="0">
        <a:lnSpc>
          <a:spcPct val="90000"/>
        </a:lnSpc>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0"/>
          <a:cs typeface="ＭＳ Ｐゴシック" charset="0"/>
        </a:defRPr>
      </a:lvl5pPr>
      <a:lvl6pPr marL="457200" algn="l" rtl="0" fontAlgn="base">
        <a:lnSpc>
          <a:spcPct val="90000"/>
        </a:lnSpc>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0"/>
        </a:defRPr>
      </a:lvl6pPr>
      <a:lvl7pPr marL="914400" algn="l" rtl="0" fontAlgn="base">
        <a:lnSpc>
          <a:spcPct val="90000"/>
        </a:lnSpc>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0"/>
        </a:defRPr>
      </a:lvl7pPr>
      <a:lvl8pPr marL="1371600" algn="l" rtl="0" fontAlgn="base">
        <a:lnSpc>
          <a:spcPct val="90000"/>
        </a:lnSpc>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0"/>
        </a:defRPr>
      </a:lvl8pPr>
      <a:lvl9pPr marL="1828800" algn="l" rtl="0" fontAlgn="base">
        <a:lnSpc>
          <a:spcPct val="90000"/>
        </a:lnSpc>
        <a:spcBef>
          <a:spcPct val="0"/>
        </a:spcBef>
        <a:spcAft>
          <a:spcPct val="0"/>
        </a:spcAft>
        <a:defRPr sz="4400" b="1">
          <a:solidFill>
            <a:schemeClr val="tx2"/>
          </a:solidFill>
          <a:effectLst>
            <a:outerShdw blurRad="38100" dist="38100" dir="2700000" algn="tl">
              <a:srgbClr val="000000"/>
            </a:outerShdw>
          </a:effectLst>
          <a:latin typeface="Arial" charset="0"/>
          <a:ea typeface="ＭＳ Ｐゴシック" charset="0"/>
        </a:defRPr>
      </a:lvl9pPr>
    </p:titleStyle>
    <p:bodyStyle>
      <a:lvl1pPr marL="571500" indent="-571500" algn="l" rtl="0" eaLnBrk="0" fontAlgn="base" hangingPunct="0">
        <a:lnSpc>
          <a:spcPct val="90000"/>
        </a:lnSpc>
        <a:spcBef>
          <a:spcPct val="30000"/>
        </a:spcBef>
        <a:spcAft>
          <a:spcPct val="0"/>
        </a:spcAft>
        <a:buClr>
          <a:schemeClr val="tx2"/>
        </a:buClr>
        <a:buSzPct val="75000"/>
        <a:buFont typeface="Wingdings" pitchFamily="2" charset="2"/>
        <a:buChar char="l"/>
        <a:defRPr sz="2800">
          <a:solidFill>
            <a:schemeClr val="tx1"/>
          </a:solidFill>
          <a:effectLst>
            <a:outerShdw blurRad="38100" dist="38100" dir="2700000" algn="tl">
              <a:srgbClr val="000000"/>
            </a:outerShdw>
          </a:effectLst>
          <a:latin typeface="Arial" panose="020B0604020202020204" pitchFamily="34" charset="0"/>
          <a:ea typeface="ＭＳ Ｐゴシック" panose="020B0600070205080204" pitchFamily="34" charset="-128"/>
          <a:cs typeface="+mn-cs"/>
        </a:defRPr>
      </a:lvl1pPr>
      <a:lvl2pPr marL="1028700" indent="-455613" algn="l" rtl="0" eaLnBrk="0" fontAlgn="base" hangingPunct="0">
        <a:lnSpc>
          <a:spcPct val="90000"/>
        </a:lnSpc>
        <a:spcBef>
          <a:spcPct val="30000"/>
        </a:spcBef>
        <a:spcAft>
          <a:spcPct val="0"/>
        </a:spcAft>
        <a:buClr>
          <a:schemeClr val="tx2"/>
        </a:buClr>
        <a:buSzPct val="75000"/>
        <a:buFont typeface="Wingdings" pitchFamily="2" charset="2"/>
        <a:buChar char="Ø"/>
        <a:defRPr sz="2400">
          <a:solidFill>
            <a:schemeClr val="tx1"/>
          </a:solidFill>
          <a:effectLst>
            <a:outerShdw blurRad="38100" dist="38100" dir="2700000" algn="tl">
              <a:srgbClr val="000000"/>
            </a:outerShdw>
          </a:effectLst>
          <a:latin typeface="Arial" panose="020B0604020202020204" pitchFamily="34" charset="0"/>
          <a:ea typeface="ＭＳ Ｐゴシック" panose="020B0600070205080204" pitchFamily="34" charset="-128"/>
        </a:defRPr>
      </a:lvl2pPr>
      <a:lvl3pPr marL="1428750" indent="-398463" algn="l" rtl="0" eaLnBrk="0" fontAlgn="base" hangingPunct="0">
        <a:lnSpc>
          <a:spcPct val="90000"/>
        </a:lnSpc>
        <a:spcBef>
          <a:spcPct val="30000"/>
        </a:spcBef>
        <a:spcAft>
          <a:spcPct val="0"/>
        </a:spcAft>
        <a:buClr>
          <a:schemeClr val="tx2"/>
        </a:buClr>
        <a:buSzPct val="75000"/>
        <a:buFont typeface="Wingdings" pitchFamily="2" charset="2"/>
        <a:buChar char="§"/>
        <a:defRPr sz="2000">
          <a:solidFill>
            <a:schemeClr val="tx1"/>
          </a:solidFill>
          <a:effectLst>
            <a:outerShdw blurRad="38100" dist="38100" dir="2700000" algn="tl">
              <a:srgbClr val="000000"/>
            </a:outerShdw>
          </a:effectLst>
          <a:latin typeface="Arial" panose="020B0604020202020204" pitchFamily="34" charset="0"/>
          <a:ea typeface="ＭＳ Ｐゴシック" panose="020B0600070205080204" pitchFamily="34" charset="-128"/>
        </a:defRPr>
      </a:lvl3pPr>
      <a:lvl4pPr marL="1828800" indent="-398463" algn="l" rtl="0" eaLnBrk="0" fontAlgn="base" hangingPunct="0">
        <a:lnSpc>
          <a:spcPct val="90000"/>
        </a:lnSpc>
        <a:spcBef>
          <a:spcPct val="30000"/>
        </a:spcBef>
        <a:spcAft>
          <a:spcPct val="0"/>
        </a:spcAft>
        <a:buClr>
          <a:schemeClr val="tx2"/>
        </a:buClr>
        <a:buSzPct val="75000"/>
        <a:buFont typeface="Wingdings" pitchFamily="2" charset="2"/>
        <a:buChar char="§"/>
        <a:defRPr>
          <a:solidFill>
            <a:schemeClr val="tx1"/>
          </a:solidFill>
          <a:effectLst>
            <a:outerShdw blurRad="38100" dist="38100" dir="2700000" algn="tl">
              <a:srgbClr val="000000"/>
            </a:outerShdw>
          </a:effectLst>
          <a:latin typeface="Arial" panose="020B0604020202020204" pitchFamily="34" charset="0"/>
          <a:ea typeface="ＭＳ Ｐゴシック" panose="020B0600070205080204" pitchFamily="34" charset="-128"/>
        </a:defRPr>
      </a:lvl4pPr>
      <a:lvl5pPr marL="2227263" indent="-396875" algn="l" rtl="0"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effectLst>
            <a:outerShdw blurRad="38100" dist="38100" dir="2700000" algn="tl">
              <a:srgbClr val="000000"/>
            </a:outerShdw>
          </a:effectLst>
          <a:latin typeface="Arial" panose="020B0604020202020204" pitchFamily="34" charset="0"/>
          <a:ea typeface="ＭＳ Ｐゴシック" panose="020B0600070205080204" pitchFamily="34" charset="-128"/>
        </a:defRPr>
      </a:lvl5pPr>
      <a:lvl6pPr marL="2684463" indent="-396875" algn="l" rtl="0" fontAlgn="base">
        <a:lnSpc>
          <a:spcPct val="90000"/>
        </a:lnSpc>
        <a:spcBef>
          <a:spcPct val="30000"/>
        </a:spcBef>
        <a:spcAft>
          <a:spcPct val="0"/>
        </a:spcAft>
        <a:buClr>
          <a:schemeClr val="tx2"/>
        </a:buClr>
        <a:buSzPct val="75000"/>
        <a:buFont typeface="Wingdings" charset="0"/>
        <a:buChar char="§"/>
        <a:defRPr sz="1600">
          <a:solidFill>
            <a:schemeClr val="tx1"/>
          </a:solidFill>
          <a:effectLst>
            <a:outerShdw blurRad="38100" dist="38100" dir="2700000" algn="tl">
              <a:srgbClr val="000000"/>
            </a:outerShdw>
          </a:effectLst>
          <a:latin typeface="+mn-lt"/>
          <a:ea typeface="+mn-ea"/>
        </a:defRPr>
      </a:lvl6pPr>
      <a:lvl7pPr marL="3141663" indent="-396875" algn="l" rtl="0" fontAlgn="base">
        <a:lnSpc>
          <a:spcPct val="90000"/>
        </a:lnSpc>
        <a:spcBef>
          <a:spcPct val="30000"/>
        </a:spcBef>
        <a:spcAft>
          <a:spcPct val="0"/>
        </a:spcAft>
        <a:buClr>
          <a:schemeClr val="tx2"/>
        </a:buClr>
        <a:buSzPct val="75000"/>
        <a:buFont typeface="Wingdings" charset="0"/>
        <a:buChar char="§"/>
        <a:defRPr sz="1600">
          <a:solidFill>
            <a:schemeClr val="tx1"/>
          </a:solidFill>
          <a:effectLst>
            <a:outerShdw blurRad="38100" dist="38100" dir="2700000" algn="tl">
              <a:srgbClr val="000000"/>
            </a:outerShdw>
          </a:effectLst>
          <a:latin typeface="+mn-lt"/>
          <a:ea typeface="+mn-ea"/>
        </a:defRPr>
      </a:lvl7pPr>
      <a:lvl8pPr marL="3598863" indent="-396875" algn="l" rtl="0" fontAlgn="base">
        <a:lnSpc>
          <a:spcPct val="90000"/>
        </a:lnSpc>
        <a:spcBef>
          <a:spcPct val="30000"/>
        </a:spcBef>
        <a:spcAft>
          <a:spcPct val="0"/>
        </a:spcAft>
        <a:buClr>
          <a:schemeClr val="tx2"/>
        </a:buClr>
        <a:buSzPct val="75000"/>
        <a:buFont typeface="Wingdings" charset="0"/>
        <a:buChar char="§"/>
        <a:defRPr sz="1600">
          <a:solidFill>
            <a:schemeClr val="tx1"/>
          </a:solidFill>
          <a:effectLst>
            <a:outerShdw blurRad="38100" dist="38100" dir="2700000" algn="tl">
              <a:srgbClr val="000000"/>
            </a:outerShdw>
          </a:effectLst>
          <a:latin typeface="+mn-lt"/>
          <a:ea typeface="+mn-ea"/>
        </a:defRPr>
      </a:lvl8pPr>
      <a:lvl9pPr marL="4056063" indent="-396875" algn="l" rtl="0" fontAlgn="base">
        <a:lnSpc>
          <a:spcPct val="90000"/>
        </a:lnSpc>
        <a:spcBef>
          <a:spcPct val="30000"/>
        </a:spcBef>
        <a:spcAft>
          <a:spcPct val="0"/>
        </a:spcAft>
        <a:buClr>
          <a:schemeClr val="tx2"/>
        </a:buClr>
        <a:buSzPct val="75000"/>
        <a:buFont typeface="Wingdings" charset="0"/>
        <a:buChar char="§"/>
        <a:defRPr sz="1600">
          <a:solidFill>
            <a:schemeClr val="tx1"/>
          </a:solidFill>
          <a:effectLst>
            <a:outerShdw blurRad="38100" dist="38100" dir="2700000" algn="tl">
              <a:srgbClr val="000000"/>
            </a:outerShdw>
          </a:effectLst>
          <a:latin typeface="+mn-lt"/>
          <a:ea typeface="+mn-ea"/>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33079" y="195258"/>
            <a:ext cx="8543049" cy="836667"/>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333079" y="1177454"/>
            <a:ext cx="8543049" cy="5109046"/>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F134039-D090-A040-9666-31C74308C467}" type="datetime1">
              <a:rPr lang="en-US" smtClean="0"/>
              <a:t>3/5/25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7" name="Line 23"/>
          <p:cNvSpPr>
            <a:spLocks noChangeShapeType="1"/>
          </p:cNvSpPr>
          <p:nvPr userDrawn="1"/>
        </p:nvSpPr>
        <p:spPr bwMode="auto">
          <a:xfrm flipV="1">
            <a:off x="333079" y="1071440"/>
            <a:ext cx="8543049" cy="0"/>
          </a:xfrm>
          <a:prstGeom prst="line">
            <a:avLst/>
          </a:prstGeom>
          <a:noFill/>
          <a:ln w="38100">
            <a:solidFill>
              <a:schemeClr val="accent2">
                <a:lumMod val="50000"/>
              </a:schemeClr>
            </a:solidFill>
            <a:round/>
            <a:headEnd/>
            <a:tailEnd/>
          </a:ln>
          <a:effectLst/>
        </p:spPr>
        <p:txBody>
          <a:bodyPr/>
          <a:lstStyle/>
          <a:p>
            <a:endParaRPr lang="en-US"/>
          </a:p>
        </p:txBody>
      </p:sp>
      <p:sp>
        <p:nvSpPr>
          <p:cNvPr id="8" name="Text Box 4"/>
          <p:cNvSpPr txBox="1">
            <a:spLocks noChangeArrowheads="1"/>
          </p:cNvSpPr>
          <p:nvPr userDrawn="1"/>
        </p:nvSpPr>
        <p:spPr bwMode="auto">
          <a:xfrm>
            <a:off x="0" y="6564313"/>
            <a:ext cx="9144000" cy="300983"/>
          </a:xfrm>
          <a:prstGeom prst="rect">
            <a:avLst/>
          </a:prstGeom>
          <a:solidFill>
            <a:schemeClr val="accent2">
              <a:lumMod val="50000"/>
              <a:alpha val="81000"/>
            </a:schemeClr>
          </a:solidFill>
          <a:ln w="9525">
            <a:noFill/>
            <a:miter lim="800000"/>
            <a:headEnd/>
            <a:tailEnd/>
          </a:ln>
          <a:effectLst/>
        </p:spPr>
        <p:txBody>
          <a:bodyPr wrap="square" lIns="99953" tIns="49976" rIns="99953" bIns="49976">
            <a:prstTxWarp prst="textNoShape">
              <a:avLst/>
            </a:prstTxWarp>
            <a:spAutoFit/>
          </a:bodyPr>
          <a:lstStyle/>
          <a:p>
            <a:pPr defTabSz="1000125">
              <a:lnSpc>
                <a:spcPct val="100000"/>
              </a:lnSpc>
              <a:spcBef>
                <a:spcPct val="50000"/>
              </a:spcBef>
              <a:buClrTx/>
              <a:buSzTx/>
              <a:buFontTx/>
              <a:buNone/>
              <a:defRPr/>
            </a:pPr>
            <a:r>
              <a:rPr lang="en-US" sz="1300" b="0" i="0" dirty="0">
                <a:solidFill>
                  <a:schemeClr val="bg1"/>
                </a:solidFill>
                <a:effectLst>
                  <a:outerShdw blurRad="38100" dist="38100" dir="2700000" algn="tl">
                    <a:srgbClr val="000000"/>
                  </a:outerShdw>
                </a:effectLst>
                <a:latin typeface="Frutiger Linotype" pitchFamily="34" charset="0"/>
              </a:rPr>
              <a:t>                                   U</a:t>
            </a:r>
            <a:r>
              <a:rPr lang="en-US" sz="1100" b="0" i="0" dirty="0">
                <a:solidFill>
                  <a:schemeClr val="bg1"/>
                </a:solidFill>
                <a:effectLst>
                  <a:outerShdw blurRad="38100" dist="38100" dir="2700000" algn="tl">
                    <a:srgbClr val="000000"/>
                  </a:outerShdw>
                </a:effectLst>
                <a:latin typeface="Frutiger Linotype" pitchFamily="34" charset="0"/>
              </a:rPr>
              <a:t>NIVERSITY OF </a:t>
            </a:r>
            <a:r>
              <a:rPr lang="en-US" sz="1300" b="0" i="0" dirty="0">
                <a:solidFill>
                  <a:schemeClr val="bg1"/>
                </a:solidFill>
                <a:effectLst>
                  <a:outerShdw blurRad="38100" dist="38100" dir="2700000" algn="tl">
                    <a:srgbClr val="000000"/>
                  </a:outerShdw>
                </a:effectLst>
                <a:latin typeface="Frutiger Linotype" pitchFamily="34" charset="0"/>
              </a:rPr>
              <a:t>M</a:t>
            </a:r>
            <a:r>
              <a:rPr lang="en-US" sz="1100" b="0" i="0" dirty="0">
                <a:solidFill>
                  <a:schemeClr val="bg1"/>
                </a:solidFill>
                <a:effectLst>
                  <a:outerShdw blurRad="38100" dist="38100" dir="2700000" algn="tl">
                    <a:srgbClr val="000000"/>
                  </a:outerShdw>
                </a:effectLst>
                <a:latin typeface="Frutiger Linotype" pitchFamily="34" charset="0"/>
              </a:rPr>
              <a:t>ASSACHUSETTS</a:t>
            </a:r>
            <a:r>
              <a:rPr lang="en-US" sz="1300" b="0" i="0" dirty="0">
                <a:solidFill>
                  <a:schemeClr val="bg1"/>
                </a:solidFill>
                <a:effectLst>
                  <a:outerShdw blurRad="38100" dist="38100" dir="2700000" algn="tl">
                    <a:srgbClr val="000000"/>
                  </a:outerShdw>
                </a:effectLst>
                <a:latin typeface="Frutiger Linotype" pitchFamily="34" charset="0"/>
              </a:rPr>
              <a:t> A</a:t>
            </a:r>
            <a:r>
              <a:rPr lang="en-US" sz="1100" b="0" i="0" dirty="0">
                <a:solidFill>
                  <a:schemeClr val="bg1"/>
                </a:solidFill>
                <a:effectLst>
                  <a:outerShdw blurRad="38100" dist="38100" dir="2700000" algn="tl">
                    <a:srgbClr val="000000"/>
                  </a:outerShdw>
                </a:effectLst>
                <a:latin typeface="Frutiger Linotype" pitchFamily="34" charset="0"/>
              </a:rPr>
              <a:t>MHERST  • </a:t>
            </a:r>
            <a:r>
              <a:rPr lang="en-US" sz="1300" b="0" i="0" dirty="0">
                <a:solidFill>
                  <a:schemeClr val="bg1"/>
                </a:solidFill>
                <a:effectLst>
                  <a:outerShdw blurRad="38100" dist="38100" dir="2700000" algn="tl">
                    <a:srgbClr val="000000"/>
                  </a:outerShdw>
                </a:effectLst>
                <a:latin typeface="Frutiger Linotype" pitchFamily="34" charset="0"/>
              </a:rPr>
              <a:t> School of Computer Science</a:t>
            </a:r>
            <a:endParaRPr lang="en-US" sz="1100" b="0" i="0" dirty="0">
              <a:solidFill>
                <a:schemeClr val="bg1"/>
              </a:solidFill>
              <a:effectLst>
                <a:outerShdw blurRad="38100" dist="38100" dir="2700000" algn="tl">
                  <a:srgbClr val="000000"/>
                </a:outerShdw>
              </a:effectLst>
              <a:latin typeface="Frutiger Linotype" pitchFamily="34" charset="0"/>
            </a:endParaRPr>
          </a:p>
        </p:txBody>
      </p:sp>
      <p:pic>
        <p:nvPicPr>
          <p:cNvPr id="9" name="Picture 6" descr="newseal200"/>
          <p:cNvPicPr>
            <a:picLocks noChangeAspect="1" noChangeArrowheads="1"/>
          </p:cNvPicPr>
          <p:nvPr userDrawn="1"/>
        </p:nvPicPr>
        <p:blipFill>
          <a:blip r:embed="rId14"/>
          <a:srcRect/>
          <a:stretch>
            <a:fillRect/>
          </a:stretch>
        </p:blipFill>
        <p:spPr bwMode="auto">
          <a:xfrm>
            <a:off x="49213" y="6286500"/>
            <a:ext cx="588962" cy="571500"/>
          </a:xfrm>
          <a:prstGeom prst="rect">
            <a:avLst/>
          </a:prstGeom>
          <a:noFill/>
          <a:ln w="9525">
            <a:noFill/>
            <a:miter lim="800000"/>
            <a:headEnd/>
            <a:tailEnd/>
          </a:ln>
        </p:spPr>
      </p:pic>
      <p:sp>
        <p:nvSpPr>
          <p:cNvPr id="6" name="Slide Number Placeholder 5"/>
          <p:cNvSpPr>
            <a:spLocks noGrp="1"/>
          </p:cNvSpPr>
          <p:nvPr>
            <p:ph type="sldNum" sz="quarter" idx="4"/>
          </p:nvPr>
        </p:nvSpPr>
        <p:spPr>
          <a:xfrm>
            <a:off x="6661672" y="6515110"/>
            <a:ext cx="2133600" cy="365125"/>
          </a:xfrm>
          <a:prstGeom prst="rect">
            <a:avLst/>
          </a:prstGeom>
        </p:spPr>
        <p:txBody>
          <a:bodyPr vert="horz" lIns="91440" tIns="45720" rIns="91440" bIns="45720" rtlCol="0" anchor="ctr"/>
          <a:lstStyle>
            <a:lvl1pPr algn="r">
              <a:defRPr sz="1200">
                <a:solidFill>
                  <a:schemeClr val="tx1"/>
                </a:solidFill>
              </a:defRPr>
            </a:lvl1pPr>
          </a:lstStyle>
          <a:p>
            <a:fld id="{6B13335D-4FC9-924F-B266-DEE7D65B61EE}" type="slidenum">
              <a:rPr lang="en-US" smtClean="0"/>
              <a:pPr/>
              <a:t>‹#›</a:t>
            </a:fld>
            <a:endParaRPr lang="en-US" dirty="0"/>
          </a:p>
        </p:txBody>
      </p:sp>
    </p:spTree>
    <p:extLst>
      <p:ext uri="{BB962C8B-B14F-4D97-AF65-F5344CB8AC3E}">
        <p14:creationId xmlns:p14="http://schemas.microsoft.com/office/powerpoint/2010/main" val="3329176108"/>
      </p:ext>
    </p:extLst>
  </p:cSld>
  <p:clrMap bg1="lt1" tx1="dk1" bg2="lt2" tx2="dk2" accent1="accent1" accent2="accent2" accent3="accent3" accent4="accent4" accent5="accent5" accent6="accent6" hlink="hlink" folHlink="folHlink"/>
  <p:sldLayoutIdLst>
    <p:sldLayoutId id="2147483699" r:id="rId1"/>
    <p:sldLayoutId id="2147483700" r:id="rId2"/>
    <p:sldLayoutId id="2147483701" r:id="rId3"/>
    <p:sldLayoutId id="2147483702" r:id="rId4"/>
    <p:sldLayoutId id="2147483703" r:id="rId5"/>
    <p:sldLayoutId id="2147483704" r:id="rId6"/>
    <p:sldLayoutId id="2147483705" r:id="rId7"/>
    <p:sldLayoutId id="2147483706" r:id="rId8"/>
    <p:sldLayoutId id="2147483707" r:id="rId9"/>
    <p:sldLayoutId id="2147483708" r:id="rId10"/>
    <p:sldLayoutId id="2147483709" r:id="rId11"/>
    <p:sldLayoutId id="2147483710" r:id="rId12"/>
  </p:sldLayoutIdLst>
  <p:hf hdr="0" ftr="0" dt="0"/>
  <p:txStyles>
    <p:titleStyle>
      <a:lvl1pPr algn="ctr" defTabSz="457200" rtl="0" eaLnBrk="1" latinLnBrk="0" hangingPunct="1">
        <a:spcBef>
          <a:spcPct val="0"/>
        </a:spcBef>
        <a:buNone/>
        <a:defRPr sz="4000" b="1"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Wingdings" charset="2"/>
        <a:buChar char="§"/>
        <a:defRPr sz="28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400" kern="1200">
          <a:solidFill>
            <a:schemeClr val="tx1">
              <a:lumMod val="75000"/>
              <a:lumOff val="25000"/>
            </a:schemeClr>
          </a:solidFill>
          <a:latin typeface="+mn-lt"/>
          <a:ea typeface="+mn-ea"/>
          <a:cs typeface="+mn-cs"/>
        </a:defRPr>
      </a:lvl2pPr>
      <a:lvl3pPr marL="1143000" indent="-228600" algn="l" defTabSz="457200" rtl="0" eaLnBrk="1" latinLnBrk="0" hangingPunct="1">
        <a:spcBef>
          <a:spcPct val="20000"/>
        </a:spcBef>
        <a:buFont typeface="Lucida Grande"/>
        <a:buChar char="-"/>
        <a:defRPr sz="2000" kern="1200">
          <a:solidFill>
            <a:schemeClr val="tx1">
              <a:lumMod val="75000"/>
              <a:lumOff val="25000"/>
            </a:schemeClr>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6626" name="Title Placeholder 1">
            <a:extLst>
              <a:ext uri="{FF2B5EF4-FFF2-40B4-BE49-F238E27FC236}">
                <a16:creationId xmlns:a16="http://schemas.microsoft.com/office/drawing/2014/main" id="{F28777BA-3A90-FC45-B7E0-18BC393CDEB4}"/>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6627" name="Text Placeholder 2">
            <a:extLst>
              <a:ext uri="{FF2B5EF4-FFF2-40B4-BE49-F238E27FC236}">
                <a16:creationId xmlns:a16="http://schemas.microsoft.com/office/drawing/2014/main" id="{52AE208C-D054-9143-B2FE-0C58A8CA405C}"/>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33B68B16-BBED-F44D-A5E7-F3E5990C35BD}"/>
              </a:ext>
            </a:extLst>
          </p:cNvPr>
          <p:cNvSpPr>
            <a:spLocks noGrp="1"/>
          </p:cNvSpPr>
          <p:nvPr>
            <p:ph type="dt" sz="half" idx="2"/>
          </p:nvPr>
        </p:nvSpPr>
        <p:spPr>
          <a:xfrm>
            <a:off x="457200" y="6356350"/>
            <a:ext cx="2133600" cy="365125"/>
          </a:xfrm>
          <a:prstGeom prst="rect">
            <a:avLst/>
          </a:prstGeom>
        </p:spPr>
        <p:txBody>
          <a:bodyPr vert="horz" wrap="square" lIns="91440" tIns="45720" rIns="91440" bIns="45720" numCol="1" anchor="ctr" anchorCtr="0" compatLnSpc="1">
            <a:prstTxWarp prst="textNoShape">
              <a:avLst/>
            </a:prstTxWarp>
          </a:bodyPr>
          <a:lstStyle>
            <a:lvl1pPr eaLnBrk="1" hangingPunct="1">
              <a:defRPr sz="1200" i="0">
                <a:solidFill>
                  <a:srgbClr val="898989"/>
                </a:solidFill>
                <a:latin typeface="Calibri" panose="020F0502020204030204" pitchFamily="34" charset="0"/>
              </a:defRPr>
            </a:lvl1pPr>
          </a:lstStyle>
          <a:p>
            <a:pPr>
              <a:defRPr/>
            </a:pPr>
            <a:fld id="{236AEF0D-7323-894C-8E84-F714DAAAAACC}" type="datetime1">
              <a:rPr lang="en-US" altLang="en-US"/>
              <a:pPr>
                <a:defRPr/>
              </a:pPr>
              <a:t>3/5/25</a:t>
            </a:fld>
            <a:endParaRPr lang="en-US" altLang="en-US"/>
          </a:p>
        </p:txBody>
      </p:sp>
      <p:sp>
        <p:nvSpPr>
          <p:cNvPr id="5" name="Footer Placeholder 4">
            <a:extLst>
              <a:ext uri="{FF2B5EF4-FFF2-40B4-BE49-F238E27FC236}">
                <a16:creationId xmlns:a16="http://schemas.microsoft.com/office/drawing/2014/main" id="{71DAFAD9-1C54-CE4D-920F-F9C3AB542F77}"/>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i="0">
                <a:solidFill>
                  <a:prstClr val="black">
                    <a:tint val="75000"/>
                  </a:prstClr>
                </a:solidFill>
                <a:latin typeface="Calibri"/>
                <a:ea typeface="+mn-ea"/>
                <a:cs typeface="+mn-cs"/>
              </a:defRPr>
            </a:lvl1pPr>
          </a:lstStyle>
          <a:p>
            <a:pPr>
              <a:defRPr/>
            </a:pPr>
            <a:endParaRPr lang="en-US"/>
          </a:p>
        </p:txBody>
      </p:sp>
      <p:sp>
        <p:nvSpPr>
          <p:cNvPr id="6" name="Slide Number Placeholder 5">
            <a:extLst>
              <a:ext uri="{FF2B5EF4-FFF2-40B4-BE49-F238E27FC236}">
                <a16:creationId xmlns:a16="http://schemas.microsoft.com/office/drawing/2014/main" id="{DF70BF24-CF2B-DB4A-8921-7872CA95679C}"/>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i="0">
                <a:solidFill>
                  <a:srgbClr val="898989"/>
                </a:solidFill>
                <a:latin typeface="Calibri" panose="020F0502020204030204" pitchFamily="34" charset="0"/>
              </a:defRPr>
            </a:lvl1pPr>
          </a:lstStyle>
          <a:p>
            <a:pPr>
              <a:defRPr/>
            </a:pPr>
            <a:fld id="{34F5F8D0-02E5-ED48-B174-9FE8DF480EF9}" type="slidenum">
              <a:rPr lang="en-US" altLang="en-US"/>
              <a:pPr>
                <a:defRPr/>
              </a:pPr>
              <a:t>‹#›</a:t>
            </a:fld>
            <a:endParaRPr lang="en-US" altLang="en-US"/>
          </a:p>
        </p:txBody>
      </p:sp>
    </p:spTree>
    <p:extLst>
      <p:ext uri="{BB962C8B-B14F-4D97-AF65-F5344CB8AC3E}">
        <p14:creationId xmlns:p14="http://schemas.microsoft.com/office/powerpoint/2010/main" val="3797609862"/>
      </p:ext>
    </p:extLst>
  </p:cSld>
  <p:clrMap bg1="lt1" tx1="dk1" bg2="lt2" tx2="dk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Lst>
  <p:txStyles>
    <p:titleStyle>
      <a:lvl1pPr algn="ctr" rtl="0" eaLnBrk="0" fontAlgn="base" hangingPunct="0">
        <a:spcBef>
          <a:spcPct val="0"/>
        </a:spcBef>
        <a:spcAft>
          <a:spcPct val="0"/>
        </a:spcAft>
        <a:defRPr sz="4400" kern="1200">
          <a:solidFill>
            <a:schemeClr val="tx1"/>
          </a:solidFill>
          <a:latin typeface="+mj-lt"/>
          <a:ea typeface="ＭＳ Ｐゴシック" charset="0"/>
          <a:cs typeface="ＭＳ Ｐゴシック" charset="0"/>
        </a:defRPr>
      </a:lvl1pPr>
      <a:lvl2pPr algn="ctr"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2pPr>
      <a:lvl3pPr algn="ctr"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3pPr>
      <a:lvl4pPr algn="ctr"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4pPr>
      <a:lvl5pPr algn="ctr" rtl="0" eaLnBrk="0" fontAlgn="base" hangingPunct="0">
        <a:spcBef>
          <a:spcPct val="0"/>
        </a:spcBef>
        <a:spcAft>
          <a:spcPct val="0"/>
        </a:spcAft>
        <a:defRPr sz="4400">
          <a:solidFill>
            <a:schemeClr val="tx1"/>
          </a:solidFill>
          <a:latin typeface="Calibri" charset="0"/>
          <a:ea typeface="ＭＳ Ｐゴシック" charset="0"/>
          <a:cs typeface="ＭＳ Ｐゴシック" charset="0"/>
        </a:defRPr>
      </a:lvl5pPr>
      <a:lvl6pPr marL="457200" algn="ctr" rtl="0" fontAlgn="base">
        <a:spcBef>
          <a:spcPct val="0"/>
        </a:spcBef>
        <a:spcAft>
          <a:spcPct val="0"/>
        </a:spcAft>
        <a:defRPr sz="4400">
          <a:solidFill>
            <a:schemeClr val="tx1"/>
          </a:solidFill>
          <a:latin typeface="Calibri" charset="0"/>
          <a:ea typeface="ＭＳ Ｐゴシック" charset="0"/>
          <a:cs typeface="ＭＳ Ｐゴシック" charset="0"/>
        </a:defRPr>
      </a:lvl6pPr>
      <a:lvl7pPr marL="914400" algn="ctr" rtl="0" fontAlgn="base">
        <a:spcBef>
          <a:spcPct val="0"/>
        </a:spcBef>
        <a:spcAft>
          <a:spcPct val="0"/>
        </a:spcAft>
        <a:defRPr sz="4400">
          <a:solidFill>
            <a:schemeClr val="tx1"/>
          </a:solidFill>
          <a:latin typeface="Calibri" charset="0"/>
          <a:ea typeface="ＭＳ Ｐゴシック" charset="0"/>
          <a:cs typeface="ＭＳ Ｐゴシック" charset="0"/>
        </a:defRPr>
      </a:lvl7pPr>
      <a:lvl8pPr marL="1371600" algn="ctr" rtl="0" fontAlgn="base">
        <a:spcBef>
          <a:spcPct val="0"/>
        </a:spcBef>
        <a:spcAft>
          <a:spcPct val="0"/>
        </a:spcAft>
        <a:defRPr sz="4400">
          <a:solidFill>
            <a:schemeClr val="tx1"/>
          </a:solidFill>
          <a:latin typeface="Calibri" charset="0"/>
          <a:ea typeface="ＭＳ Ｐゴシック" charset="0"/>
          <a:cs typeface="ＭＳ Ｐゴシック" charset="0"/>
        </a:defRPr>
      </a:lvl8pPr>
      <a:lvl9pPr marL="1828800" algn="ctr" rtl="0" fontAlgn="base">
        <a:spcBef>
          <a:spcPct val="0"/>
        </a:spcBef>
        <a:spcAft>
          <a:spcPct val="0"/>
        </a:spcAft>
        <a:defRPr sz="4400">
          <a:solidFill>
            <a:schemeClr val="tx1"/>
          </a:solidFill>
          <a:latin typeface="Calibri" charset="0"/>
          <a:ea typeface="ＭＳ Ｐゴシック" charset="0"/>
          <a:cs typeface="ＭＳ Ｐゴシック"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ＭＳ Ｐゴシック" charset="0"/>
          <a:cs typeface="ＭＳ Ｐゴシック" charset="0"/>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ＭＳ Ｐゴシック" charset="0"/>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ＭＳ Ｐゴシック" charset="0"/>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charset="0"/>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ＭＳ Ｐゴシック" charset="0"/>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4.xml"/><Relationship Id="rId5" Type="http://schemas.openxmlformats.org/officeDocument/2006/relationships/image" Target="../media/image11.jpeg"/><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17.jpeg"/><Relationship Id="rId13" Type="http://schemas.openxmlformats.org/officeDocument/2006/relationships/image" Target="../media/image22.jpeg"/><Relationship Id="rId3" Type="http://schemas.openxmlformats.org/officeDocument/2006/relationships/image" Target="../media/image12.png"/><Relationship Id="rId7" Type="http://schemas.openxmlformats.org/officeDocument/2006/relationships/image" Target="../media/image16.jpeg"/><Relationship Id="rId12" Type="http://schemas.openxmlformats.org/officeDocument/2006/relationships/image" Target="../media/image21.png"/><Relationship Id="rId2" Type="http://schemas.openxmlformats.org/officeDocument/2006/relationships/notesSlide" Target="../notesSlides/notesSlide2.xml"/><Relationship Id="rId1" Type="http://schemas.openxmlformats.org/officeDocument/2006/relationships/slideLayout" Target="../slideLayouts/slideLayout13.xml"/><Relationship Id="rId6" Type="http://schemas.openxmlformats.org/officeDocument/2006/relationships/image" Target="../media/image15.jpeg"/><Relationship Id="rId11" Type="http://schemas.openxmlformats.org/officeDocument/2006/relationships/image" Target="../media/image20.png"/><Relationship Id="rId5" Type="http://schemas.openxmlformats.org/officeDocument/2006/relationships/image" Target="../media/image14.png"/><Relationship Id="rId15" Type="http://schemas.openxmlformats.org/officeDocument/2006/relationships/image" Target="../media/image24.jpe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png"/><Relationship Id="rId14" Type="http://schemas.openxmlformats.org/officeDocument/2006/relationships/image" Target="../media/image23.jpeg"/></Relationships>
</file>

<file path=ppt/slides/_rels/slide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13.xml"/></Relationships>
</file>

<file path=ppt/slides/_rels/slide5.xml.rels><?xml version="1.0" encoding="UTF-8" standalone="yes"?>
<Relationships xmlns="http://schemas.openxmlformats.org/package/2006/relationships"><Relationship Id="rId3" Type="http://schemas.openxmlformats.org/officeDocument/2006/relationships/image" Target="../media/image27.png"/><Relationship Id="rId7" Type="http://schemas.openxmlformats.org/officeDocument/2006/relationships/image" Target="../media/image31.png"/><Relationship Id="rId2" Type="http://schemas.openxmlformats.org/officeDocument/2006/relationships/image" Target="../media/image26.png"/><Relationship Id="rId1" Type="http://schemas.openxmlformats.org/officeDocument/2006/relationships/slideLayout" Target="../slideLayouts/slideLayout1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6.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3.xml"/><Relationship Id="rId1" Type="http://schemas.openxmlformats.org/officeDocument/2006/relationships/slideLayout" Target="../slideLayouts/slideLayout37.xml"/></Relationships>
</file>

<file path=ppt/slides/_rels/slide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10.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36.png"/><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37.xml"/></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xml"/><Relationship Id="rId1" Type="http://schemas.openxmlformats.org/officeDocument/2006/relationships/slideLayout" Target="../slideLayouts/slideLayout3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image" Target="../media/image40.png"/><Relationship Id="rId1" Type="http://schemas.openxmlformats.org/officeDocument/2006/relationships/slideLayout" Target="../slideLayouts/slideLayout34.xml"/></Relationships>
</file>

<file path=ppt/slides/_rels/slide24.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3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8.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8.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8.xml"/></Relationships>
</file>

<file path=ppt/slides/_rels/slide31.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5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8.xml"/></Relationships>
</file>

<file path=ppt/slides/_rels/slide3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12.xml"/><Relationship Id="rId1" Type="http://schemas.openxmlformats.org/officeDocument/2006/relationships/slideLayout" Target="../slideLayouts/slideLayout58.xml"/></Relationships>
</file>

<file path=ppt/slides/_rels/slide3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5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4.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7.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24.xml"/><Relationship Id="rId1" Type="http://schemas.openxmlformats.org/officeDocument/2006/relationships/slideLayout" Target="../slideLayouts/slideLayout13.xml"/><Relationship Id="rId4" Type="http://schemas.openxmlformats.org/officeDocument/2006/relationships/hyperlink" Target="http://dl.acm.org/citation.cfm?id=1402967" TargetMode="External"/></Relationships>
</file>

<file path=ppt/slides/_rels/slide51.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3.xml"/></Relationships>
</file>

<file path=ppt/slides/_rels/slide5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7.xml"/></Relationships>
</file>

<file path=ppt/slides/_rels/slide5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37.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3" Type="http://schemas.openxmlformats.org/officeDocument/2006/relationships/image" Target="../media/image50.png"/><Relationship Id="rId2" Type="http://schemas.openxmlformats.org/officeDocument/2006/relationships/notesSlide" Target="../notesSlides/notesSlide28.xml"/><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61.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31.xml"/><Relationship Id="rId1" Type="http://schemas.openxmlformats.org/officeDocument/2006/relationships/slideLayout" Target="../slideLayouts/slideLayout13.xml"/></Relationships>
</file>

<file path=ppt/slides/_rels/slide67.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32.xml"/><Relationship Id="rId1" Type="http://schemas.openxmlformats.org/officeDocument/2006/relationships/slideLayout" Target="../slideLayouts/slideLayout13.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68.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33.xml"/><Relationship Id="rId1" Type="http://schemas.openxmlformats.org/officeDocument/2006/relationships/slideLayout" Target="../slideLayouts/slideLayout13.xml"/><Relationship Id="rId6" Type="http://schemas.openxmlformats.org/officeDocument/2006/relationships/image" Target="../media/image55.png"/><Relationship Id="rId5" Type="http://schemas.openxmlformats.org/officeDocument/2006/relationships/image" Target="../media/image54.png"/><Relationship Id="rId4" Type="http://schemas.openxmlformats.org/officeDocument/2006/relationships/image" Target="../media/image53.png"/></Relationships>
</file>

<file path=ppt/slides/_rels/slide69.xml.rels><?xml version="1.0" encoding="UTF-8" standalone="yes"?>
<Relationships xmlns="http://schemas.openxmlformats.org/package/2006/relationships"><Relationship Id="rId8" Type="http://schemas.openxmlformats.org/officeDocument/2006/relationships/image" Target="../media/image61.png"/><Relationship Id="rId3" Type="http://schemas.openxmlformats.org/officeDocument/2006/relationships/image" Target="../media/image57.png"/><Relationship Id="rId7" Type="http://schemas.openxmlformats.org/officeDocument/2006/relationships/image" Target="../media/image60.png"/><Relationship Id="rId2" Type="http://schemas.openxmlformats.org/officeDocument/2006/relationships/notesSlide" Target="../notesSlides/notesSlide34.xml"/><Relationship Id="rId1" Type="http://schemas.openxmlformats.org/officeDocument/2006/relationships/slideLayout" Target="../slideLayouts/slideLayout13.xml"/><Relationship Id="rId6" Type="http://schemas.openxmlformats.org/officeDocument/2006/relationships/image" Target="../media/image59.png"/><Relationship Id="rId5" Type="http://schemas.openxmlformats.org/officeDocument/2006/relationships/image" Target="../media/image58.png"/><Relationship Id="rId4" Type="http://schemas.openxmlformats.org/officeDocument/2006/relationships/image" Target="../media/image55.png"/></Relationships>
</file>

<file path=ppt/slides/_rels/slide70.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35.xml"/><Relationship Id="rId1" Type="http://schemas.openxmlformats.org/officeDocument/2006/relationships/slideLayout" Target="../slideLayouts/slideLayout13.xml"/></Relationships>
</file>

<file path=ppt/slides/_rels/slide71.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3.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4.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7.xml"/><Relationship Id="rId1" Type="http://schemas.openxmlformats.org/officeDocument/2006/relationships/slideLayout" Target="../slideLayouts/slideLayout13.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6.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1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78.xml.rels><?xml version="1.0" encoding="UTF-8" standalone="yes"?>
<Relationships xmlns="http://schemas.openxmlformats.org/package/2006/relationships"><Relationship Id="rId3" Type="http://schemas.openxmlformats.org/officeDocument/2006/relationships/hyperlink" Target="http://link.springer.com/chapter/10.1007/978-1-84882-765-3_2" TargetMode="External"/><Relationship Id="rId2" Type="http://schemas.openxmlformats.org/officeDocument/2006/relationships/image" Target="../media/image65.png"/><Relationship Id="rId1" Type="http://schemas.openxmlformats.org/officeDocument/2006/relationships/slideLayout" Target="../slideLayouts/slideLayout37.xml"/></Relationships>
</file>

<file path=ppt/slides/_rels/slide79.xml.rels><?xml version="1.0" encoding="UTF-8" standalone="yes"?>
<Relationships xmlns="http://schemas.openxmlformats.org/package/2006/relationships"><Relationship Id="rId2" Type="http://schemas.openxmlformats.org/officeDocument/2006/relationships/image" Target="../media/image66.png"/><Relationship Id="rId1" Type="http://schemas.openxmlformats.org/officeDocument/2006/relationships/slideLayout" Target="../slideLayouts/slideLayout13.xml"/></Relationships>
</file>

<file path=ppt/slides/_rels/slide80.xml.rels><?xml version="1.0" encoding="UTF-8" standalone="yes"?>
<Relationships xmlns="http://schemas.openxmlformats.org/package/2006/relationships"><Relationship Id="rId2" Type="http://schemas.openxmlformats.org/officeDocument/2006/relationships/image" Target="../media/image67.png"/><Relationship Id="rId1" Type="http://schemas.openxmlformats.org/officeDocument/2006/relationships/slideLayout" Target="../slideLayouts/slideLayout13.xml"/></Relationships>
</file>

<file path=ppt/slides/_rels/slide81.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3.xml"/></Relationships>
</file>

<file path=ppt/slides/_rels/slide82.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3.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4.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13.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8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68.png"/><Relationship Id="rId1" Type="http://schemas.openxmlformats.org/officeDocument/2006/relationships/slideLayout" Target="../slideLayouts/slideLayout13.xml"/></Relationships>
</file>

<file path=ppt/slides/_rels/slide8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41.xml"/><Relationship Id="rId1" Type="http://schemas.openxmlformats.org/officeDocument/2006/relationships/slideLayout" Target="../slideLayouts/slideLayout13.xml"/></Relationships>
</file>

<file path=ppt/slides/_rels/slide88.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1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0.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43.xml"/><Relationship Id="rId1" Type="http://schemas.openxmlformats.org/officeDocument/2006/relationships/slideLayout" Target="../slideLayouts/slideLayout13.xml"/><Relationship Id="rId4" Type="http://schemas.openxmlformats.org/officeDocument/2006/relationships/image" Target="../media/image72.jpeg"/></Relationships>
</file>

<file path=ppt/slides/_rels/slide91.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13.xml"/></Relationships>
</file>

<file path=ppt/slides/_rels/slide9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45.xml"/><Relationship Id="rId1" Type="http://schemas.openxmlformats.org/officeDocument/2006/relationships/slideLayout" Target="../slideLayouts/slideLayout13.xml"/><Relationship Id="rId6" Type="http://schemas.openxmlformats.org/officeDocument/2006/relationships/image" Target="../media/image76.png"/><Relationship Id="rId5" Type="http://schemas.openxmlformats.org/officeDocument/2006/relationships/image" Target="../media/image75.png"/><Relationship Id="rId4" Type="http://schemas.openxmlformats.org/officeDocument/2006/relationships/image" Target="../media/image74.png"/></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94.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13.xml"/></Relationships>
</file>

<file path=ppt/slides/_rels/slide9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47.xml"/><Relationship Id="rId1" Type="http://schemas.openxmlformats.org/officeDocument/2006/relationships/slideLayout" Target="../slideLayouts/slideLayout13.xml"/><Relationship Id="rId4" Type="http://schemas.openxmlformats.org/officeDocument/2006/relationships/image" Target="../media/image77.wmf"/></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13.xml"/></Relationships>
</file>

<file path=ppt/slides/_rels/slide97.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13.xml"/></Relationships>
</file>

<file path=ppt/slides/_rels/slide98.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13.xml"/></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13.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01.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13.xml"/></Relationships>
</file>

<file path=ppt/slides/_rels/slide102.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13.xml"/></Relationships>
</file>

<file path=ppt/slides/_rels/slide103.xml.rels><?xml version="1.0" encoding="UTF-8" standalone="yes"?>
<Relationships xmlns="http://schemas.openxmlformats.org/package/2006/relationships"><Relationship Id="rId3" Type="http://schemas.openxmlformats.org/officeDocument/2006/relationships/image" Target="../media/image78.jpeg"/><Relationship Id="rId2" Type="http://schemas.openxmlformats.org/officeDocument/2006/relationships/notesSlide" Target="../notesSlides/notesSlide54.xml"/><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1500174"/>
            <a:ext cx="7772400" cy="1643074"/>
          </a:xfrm>
        </p:spPr>
        <p:txBody>
          <a:bodyPr>
            <a:normAutofit/>
          </a:bodyPr>
          <a:lstStyle/>
          <a:p>
            <a:r>
              <a:rPr lang="en-US" altLang="zh-CN" dirty="0">
                <a:ea typeface="宋体" charset="-122"/>
              </a:rPr>
              <a:t>Data Center Networking</a:t>
            </a:r>
            <a:endParaRPr lang="zh-CN" altLang="en-US" dirty="0"/>
          </a:p>
        </p:txBody>
      </p:sp>
      <p:sp>
        <p:nvSpPr>
          <p:cNvPr id="7" name="Date Placeholder 6"/>
          <p:cNvSpPr>
            <a:spLocks noGrp="1"/>
          </p:cNvSpPr>
          <p:nvPr>
            <p:ph type="dt" sz="half" idx="10"/>
          </p:nvPr>
        </p:nvSpPr>
        <p:spPr/>
        <p:txBody>
          <a:bodyPr/>
          <a:lstStyle/>
          <a:p>
            <a:fld id="{3DEA8270-1677-4A83-BCF9-E147007B43E1}" type="datetime1">
              <a:rPr lang="zh-CN" altLang="en-US" smtClean="0"/>
              <a:pPr/>
              <a:t>2025/3/5</a:t>
            </a:fld>
            <a:endParaRPr lang="zh-CN" altLang="en-US" dirty="0"/>
          </a:p>
        </p:txBody>
      </p:sp>
      <p:sp>
        <p:nvSpPr>
          <p:cNvPr id="8" name="Slide Number Placeholder 7"/>
          <p:cNvSpPr>
            <a:spLocks noGrp="1"/>
          </p:cNvSpPr>
          <p:nvPr>
            <p:ph type="sldNum" sz="quarter" idx="12"/>
          </p:nvPr>
        </p:nvSpPr>
        <p:spPr/>
        <p:txBody>
          <a:bodyPr/>
          <a:lstStyle/>
          <a:p>
            <a:fld id="{0C913308-F349-4B6D-A68A-DD1791B4A57B}" type="slidenum">
              <a:rPr lang="zh-CN" altLang="en-US" smtClean="0"/>
              <a:pPr/>
              <a:t>1</a:t>
            </a:fld>
            <a:endParaRPr lang="zh-CN" altLang="en-US"/>
          </a:p>
        </p:txBody>
      </p:sp>
      <p:sp>
        <p:nvSpPr>
          <p:cNvPr id="9" name="Subtitle 8"/>
          <p:cNvSpPr>
            <a:spLocks noGrp="1"/>
          </p:cNvSpPr>
          <p:nvPr>
            <p:ph type="subTitle" idx="1"/>
          </p:nvPr>
        </p:nvSpPr>
        <p:spPr/>
        <p:txBody>
          <a:bodyPr>
            <a:normAutofit fontScale="62500" lnSpcReduction="20000"/>
          </a:bodyPr>
          <a:lstStyle/>
          <a:p>
            <a:endParaRPr lang="en-US" dirty="0"/>
          </a:p>
          <a:p>
            <a:r>
              <a:rPr lang="en-US" sz="2800" dirty="0">
                <a:solidFill>
                  <a:schemeClr val="tx1"/>
                </a:solidFill>
              </a:rPr>
              <a:t>K. K. </a:t>
            </a:r>
            <a:r>
              <a:rPr lang="en-US" sz="2800" dirty="0" err="1">
                <a:solidFill>
                  <a:schemeClr val="tx1"/>
                </a:solidFill>
              </a:rPr>
              <a:t>Ramakrishnan</a:t>
            </a:r>
            <a:endParaRPr lang="en-US" sz="2800" dirty="0">
              <a:solidFill>
                <a:schemeClr val="tx1"/>
              </a:solidFill>
            </a:endParaRPr>
          </a:p>
          <a:p>
            <a:r>
              <a:rPr lang="en-US" sz="2800" dirty="0">
                <a:solidFill>
                  <a:schemeClr val="tx1"/>
                </a:solidFill>
              </a:rPr>
              <a:t>UCR</a:t>
            </a:r>
          </a:p>
          <a:p>
            <a:r>
              <a:rPr lang="en-US" sz="2800" dirty="0">
                <a:solidFill>
                  <a:schemeClr val="tx1"/>
                </a:solidFill>
              </a:rPr>
              <a:t>(most of the slides – thanks to Prof. Dan Li, Tsinghua University, Beijing, China. A few from the textbook, and a couple from slides from V. </a:t>
            </a:r>
            <a:r>
              <a:rPr lang="en-US" sz="2800" dirty="0" err="1">
                <a:solidFill>
                  <a:schemeClr val="tx1"/>
                </a:solidFill>
              </a:rPr>
              <a:t>Arun</a:t>
            </a:r>
            <a:r>
              <a:rPr lang="en-US" sz="2800" dirty="0">
                <a:solidFill>
                  <a:schemeClr val="tx1"/>
                </a:solidFill>
              </a:rPr>
              <a:t>, </a:t>
            </a:r>
            <a:r>
              <a:rPr lang="en-US" sz="2800" dirty="0" err="1">
                <a:solidFill>
                  <a:schemeClr val="tx1"/>
                </a:solidFill>
              </a:rPr>
              <a:t>Umass</a:t>
            </a:r>
            <a:r>
              <a:rPr lang="en-US" sz="2800" dirty="0">
                <a:solidFill>
                  <a:schemeClr val="tx1"/>
                </a:solidFill>
              </a:rPr>
              <a:t> Amherst.</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4" name="Title 1">
            <a:extLst>
              <a:ext uri="{FF2B5EF4-FFF2-40B4-BE49-F238E27FC236}">
                <a16:creationId xmlns:a16="http://schemas.microsoft.com/office/drawing/2014/main" id="{A197CE75-2985-4E4A-B643-89EF9088FE5D}"/>
              </a:ext>
            </a:extLst>
          </p:cNvPr>
          <p:cNvSpPr>
            <a:spLocks noGrp="1"/>
          </p:cNvSpPr>
          <p:nvPr>
            <p:ph type="title" idx="4294967295"/>
          </p:nvPr>
        </p:nvSpPr>
        <p:spPr>
          <a:xfrm>
            <a:off x="149225" y="173038"/>
            <a:ext cx="9144000" cy="600075"/>
          </a:xfr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7"/>
                    </a:schemeClr>
                  </a:outerShdw>
                </a:effectLst>
              </a14:hiddenEffects>
            </a:ext>
          </a:extLst>
        </p:spPr>
        <p:txBody>
          <a:bodyPr lIns="121840" tIns="60920" rIns="121840" bIns="60920" anchor="ctr"/>
          <a:lstStyle/>
          <a:p>
            <a:pPr>
              <a:defRPr/>
            </a:pPr>
            <a:r>
              <a:rPr lang="en-US" sz="3500" b="0" dirty="0">
                <a:solidFill>
                  <a:srgbClr val="FFFF00"/>
                </a:solidFill>
                <a:effectLst/>
                <a:latin typeface="Segeo UI" charset="0"/>
                <a:ea typeface="ＭＳ Ｐゴシック" charset="0"/>
              </a:rPr>
              <a:t>Cloud is built on Massive Datacenters</a:t>
            </a:r>
          </a:p>
        </p:txBody>
      </p:sp>
      <p:sp>
        <p:nvSpPr>
          <p:cNvPr id="26626" name="Text Placeholder 2">
            <a:extLst>
              <a:ext uri="{FF2B5EF4-FFF2-40B4-BE49-F238E27FC236}">
                <a16:creationId xmlns:a16="http://schemas.microsoft.com/office/drawing/2014/main" id="{553D452D-6860-744D-963E-911561121C1D}"/>
              </a:ext>
            </a:extLst>
          </p:cNvPr>
          <p:cNvSpPr txBox="1">
            <a:spLocks/>
          </p:cNvSpPr>
          <p:nvPr/>
        </p:nvSpPr>
        <p:spPr bwMode="auto">
          <a:xfrm>
            <a:off x="250825" y="836613"/>
            <a:ext cx="4552950" cy="27527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marL="395288" indent="-395288" defTabSz="911225">
              <a:lnSpc>
                <a:spcPct val="90000"/>
              </a:lnSpc>
              <a:spcBef>
                <a:spcPct val="30000"/>
              </a:spcBef>
              <a:buClr>
                <a:schemeClr val="tx2"/>
              </a:buClr>
              <a:buSzPct val="75000"/>
              <a:buFont typeface="Wingdings" pitchFamily="2" charset="2"/>
              <a:buChar char="l"/>
              <a:defRPr sz="2800">
                <a:solidFill>
                  <a:schemeClr val="tx1"/>
                </a:solidFill>
                <a:latin typeface="Arial" panose="020B0604020202020204" pitchFamily="34" charset="0"/>
                <a:ea typeface="ＭＳ Ｐゴシック" panose="020B0600070205080204" pitchFamily="34" charset="-128"/>
              </a:defRPr>
            </a:lvl1pPr>
            <a:lvl2pPr marL="511175" indent="-276225" defTabSz="911225">
              <a:lnSpc>
                <a:spcPct val="90000"/>
              </a:lnSpc>
              <a:spcBef>
                <a:spcPct val="30000"/>
              </a:spcBef>
              <a:buClr>
                <a:schemeClr val="tx2"/>
              </a:buClr>
              <a:buSzPct val="75000"/>
              <a:buFont typeface="Wingdings" pitchFamily="2" charset="2"/>
              <a:buChar char="Ø"/>
              <a:defRPr sz="2400">
                <a:solidFill>
                  <a:schemeClr val="tx1"/>
                </a:solidFill>
                <a:latin typeface="Arial" panose="020B0604020202020204" pitchFamily="34" charset="0"/>
                <a:ea typeface="ＭＳ Ｐゴシック" panose="020B0600070205080204" pitchFamily="34" charset="-128"/>
              </a:defRPr>
            </a:lvl2pPr>
            <a:lvl3pPr marL="1143000" indent="-228600" defTabSz="911225">
              <a:lnSpc>
                <a:spcPct val="90000"/>
              </a:lnSpc>
              <a:spcBef>
                <a:spcPct val="30000"/>
              </a:spcBef>
              <a:buClr>
                <a:schemeClr val="tx2"/>
              </a:buClr>
              <a:buSzPct val="75000"/>
              <a:buFont typeface="Wingdings" pitchFamily="2" charset="2"/>
              <a:buChar char="§"/>
              <a:defRPr sz="2000">
                <a:solidFill>
                  <a:schemeClr val="tx1"/>
                </a:solidFill>
                <a:latin typeface="Arial" panose="020B0604020202020204" pitchFamily="34" charset="0"/>
                <a:ea typeface="ＭＳ Ｐゴシック" panose="020B0600070205080204" pitchFamily="34" charset="-128"/>
              </a:defRPr>
            </a:lvl3pPr>
            <a:lvl4pPr marL="1600200" indent="-228600" defTabSz="911225">
              <a:lnSpc>
                <a:spcPct val="90000"/>
              </a:lnSpc>
              <a:spcBef>
                <a:spcPct val="30000"/>
              </a:spcBef>
              <a:buClr>
                <a:schemeClr val="tx2"/>
              </a:buClr>
              <a:buSzPct val="75000"/>
              <a:buFont typeface="Wingdings" pitchFamily="2" charset="2"/>
              <a:buChar char="§"/>
              <a:defRPr>
                <a:solidFill>
                  <a:schemeClr val="tx1"/>
                </a:solidFill>
                <a:latin typeface="Arial" panose="020B0604020202020204" pitchFamily="34" charset="0"/>
                <a:ea typeface="ＭＳ Ｐゴシック" panose="020B0600070205080204" pitchFamily="34" charset="-128"/>
              </a:defRPr>
            </a:lvl4pPr>
            <a:lvl5pPr marL="2057400" indent="-228600" defTabSz="911225">
              <a:lnSpc>
                <a:spcPct val="90000"/>
              </a:lnSpc>
              <a:spcBef>
                <a:spcPct val="30000"/>
              </a:spcBef>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5pPr>
            <a:lvl6pPr marL="2514600" indent="-228600" defTabSz="911225"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6pPr>
            <a:lvl7pPr marL="2971800" indent="-228600" defTabSz="911225"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7pPr>
            <a:lvl8pPr marL="3429000" indent="-228600" defTabSz="911225"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8pPr>
            <a:lvl9pPr marL="3886200" indent="-228600" defTabSz="911225" eaLnBrk="0" fontAlgn="base" hangingPunct="0">
              <a:lnSpc>
                <a:spcPct val="90000"/>
              </a:lnSpc>
              <a:spcBef>
                <a:spcPct val="30000"/>
              </a:spcBef>
              <a:spcAft>
                <a:spcPct val="0"/>
              </a:spcAft>
              <a:buClr>
                <a:schemeClr val="tx2"/>
              </a:buClr>
              <a:buSzPct val="75000"/>
              <a:buFont typeface="Wingdings" pitchFamily="2" charset="2"/>
              <a:buChar char="§"/>
              <a:defRPr sz="1600">
                <a:solidFill>
                  <a:schemeClr val="tx1"/>
                </a:solidFill>
                <a:latin typeface="Arial" panose="020B0604020202020204" pitchFamily="34" charset="0"/>
                <a:ea typeface="ＭＳ Ｐゴシック" panose="020B0600070205080204" pitchFamily="34" charset="-128"/>
              </a:defRPr>
            </a:lvl9pPr>
          </a:lstStyle>
          <a:p>
            <a:pPr marL="395288" marR="0" lvl="0" indent="-395288" algn="l" defTabSz="911225" rtl="0" eaLnBrk="0" fontAlgn="base" latinLnBrk="0" hangingPunct="0">
              <a:lnSpc>
                <a:spcPct val="90000"/>
              </a:lnSpc>
              <a:spcBef>
                <a:spcPct val="20000"/>
              </a:spcBef>
              <a:spcAft>
                <a:spcPct val="0"/>
              </a:spcAft>
              <a:buClrTx/>
              <a:buSzTx/>
              <a:buFontTx/>
              <a:buNone/>
              <a:tabLst/>
              <a:defRPr/>
            </a:pPr>
            <a:endParaRPr kumimoji="0" lang="en-US" altLang="en-US" sz="2400" b="0" i="0" u="none" strike="noStrike" kern="1200" cap="none" spc="0" normalizeH="0" baseline="0" noProof="0">
              <a:ln>
                <a:noFill/>
              </a:ln>
              <a:solidFill>
                <a:srgbClr val="FFFFFF"/>
              </a:solidFill>
              <a:effectLst/>
              <a:uLnTx/>
              <a:uFillTx/>
              <a:latin typeface="Segeo UI" charset="0"/>
              <a:ea typeface="宋体" panose="02010600030101010101" pitchFamily="2" charset="-122"/>
            </a:endParaRPr>
          </a:p>
          <a:p>
            <a:pPr marL="395288" marR="0" lvl="0" indent="-395288" algn="l" defTabSz="911225" rtl="0" eaLnBrk="0" fontAlgn="base" latinLnBrk="0" hangingPunct="0">
              <a:lnSpc>
                <a:spcPct val="90000"/>
              </a:lnSpc>
              <a:spcBef>
                <a:spcPct val="20000"/>
              </a:spcBef>
              <a:spcAft>
                <a:spcPct val="0"/>
              </a:spcAft>
              <a:buClrTx/>
              <a:buSzTx/>
              <a:buFontTx/>
              <a:buNone/>
              <a:tabLst/>
              <a:defRPr/>
            </a:pPr>
            <a:r>
              <a:rPr kumimoji="0" lang="en-US" altLang="en-US" sz="2400" b="0" i="0" u="none" strike="noStrike" kern="1200" cap="none" spc="0" normalizeH="0" baseline="0" noProof="0">
                <a:ln>
                  <a:noFill/>
                </a:ln>
                <a:solidFill>
                  <a:srgbClr val="FFFFFF"/>
                </a:solidFill>
                <a:effectLst/>
                <a:uLnTx/>
                <a:uFillTx/>
                <a:latin typeface="Segeo UI" charset="0"/>
                <a:ea typeface="宋体" panose="02010600030101010101" pitchFamily="2" charset="-122"/>
              </a:rPr>
              <a:t>Range in size from </a:t>
            </a:r>
            <a:r>
              <a:rPr kumimoji="0" lang="ja-JP" altLang="en-US" sz="2400" b="0" i="0" u="none" strike="noStrike" kern="1200" cap="none" spc="0" normalizeH="0" baseline="0" noProof="0">
                <a:ln>
                  <a:noFill/>
                </a:ln>
                <a:solidFill>
                  <a:srgbClr val="FFFFFF"/>
                </a:solidFill>
                <a:effectLst/>
                <a:uLnTx/>
                <a:uFillTx/>
                <a:latin typeface="Segeo UI" charset="0"/>
                <a:ea typeface="宋体" panose="02010600030101010101" pitchFamily="2" charset="-122"/>
              </a:rPr>
              <a:t>“</a:t>
            </a:r>
            <a:r>
              <a:rPr kumimoji="0" lang="en-US" altLang="ja-JP" sz="2400" b="0" i="0" u="none" strike="noStrike" kern="1200" cap="none" spc="0" normalizeH="0" baseline="0" noProof="0">
                <a:ln>
                  <a:noFill/>
                </a:ln>
                <a:solidFill>
                  <a:srgbClr val="FFFFFF"/>
                </a:solidFill>
                <a:effectLst/>
                <a:uLnTx/>
                <a:uFillTx/>
                <a:latin typeface="Segeo UI" charset="0"/>
                <a:ea typeface="宋体" panose="02010600030101010101" pitchFamily="2" charset="-122"/>
              </a:rPr>
              <a:t>edge</a:t>
            </a:r>
            <a:r>
              <a:rPr kumimoji="0" lang="ja-JP" altLang="en-US" sz="2400" b="0" i="0" u="none" strike="noStrike" kern="1200" cap="none" spc="0" normalizeH="0" baseline="0" noProof="0">
                <a:ln>
                  <a:noFill/>
                </a:ln>
                <a:solidFill>
                  <a:srgbClr val="FFFFFF"/>
                </a:solidFill>
                <a:effectLst/>
                <a:uLnTx/>
                <a:uFillTx/>
                <a:latin typeface="Segeo UI" charset="0"/>
                <a:ea typeface="宋体" panose="02010600030101010101" pitchFamily="2" charset="-122"/>
              </a:rPr>
              <a:t>”</a:t>
            </a:r>
            <a:r>
              <a:rPr kumimoji="0" lang="en-US" altLang="ja-JP" sz="2400" b="0" i="0" u="none" strike="noStrike" kern="1200" cap="none" spc="0" normalizeH="0" baseline="0" noProof="0">
                <a:ln>
                  <a:noFill/>
                </a:ln>
                <a:solidFill>
                  <a:srgbClr val="FFFFFF"/>
                </a:solidFill>
                <a:effectLst/>
                <a:uLnTx/>
                <a:uFillTx/>
                <a:latin typeface="Segeo UI" charset="0"/>
                <a:ea typeface="宋体" panose="02010600030101010101" pitchFamily="2" charset="-122"/>
              </a:rPr>
              <a:t> facilities to megascale (100K to 1M servers)</a:t>
            </a:r>
          </a:p>
          <a:p>
            <a:pPr marL="395288" marR="0" lvl="0" indent="-395288" algn="l" defTabSz="911225" rtl="0" eaLnBrk="0" fontAlgn="base" latinLnBrk="0" hangingPunct="0">
              <a:lnSpc>
                <a:spcPct val="90000"/>
              </a:lnSpc>
              <a:spcBef>
                <a:spcPts val="1200"/>
              </a:spcBef>
              <a:spcAft>
                <a:spcPct val="0"/>
              </a:spcAft>
              <a:buClrTx/>
              <a:buSzTx/>
              <a:buFontTx/>
              <a:buNone/>
              <a:tabLst/>
              <a:defRPr/>
            </a:pPr>
            <a:r>
              <a:rPr kumimoji="0" lang="en-US" altLang="en-US" sz="2400" b="0" i="0" u="none" strike="noStrike" kern="1200" cap="none" spc="0" normalizeH="0" baseline="0" noProof="0">
                <a:ln>
                  <a:noFill/>
                </a:ln>
                <a:solidFill>
                  <a:srgbClr val="FFFFFF"/>
                </a:solidFill>
                <a:effectLst/>
                <a:uLnTx/>
                <a:uFillTx/>
                <a:latin typeface="Segeo UI" charset="0"/>
                <a:ea typeface="宋体" panose="02010600030101010101" pitchFamily="2" charset="-122"/>
              </a:rPr>
              <a:t>Economies of scale</a:t>
            </a:r>
          </a:p>
          <a:p>
            <a:pPr marL="511175" marR="0" lvl="1" indent="-276225" algn="l" defTabSz="911225" rtl="0" eaLnBrk="0" fontAlgn="base" latinLnBrk="0" hangingPunct="0">
              <a:lnSpc>
                <a:spcPct val="90000"/>
              </a:lnSpc>
              <a:spcBef>
                <a:spcPct val="20000"/>
              </a:spcBef>
              <a:spcAft>
                <a:spcPct val="0"/>
              </a:spcAft>
              <a:buClrTx/>
              <a:buSzTx/>
              <a:buFontTx/>
              <a:buBlip>
                <a:blip r:embed="rId2"/>
              </a:buBlip>
              <a:tabLst/>
              <a:defRPr/>
            </a:pPr>
            <a:r>
              <a:rPr kumimoji="0" lang="en-US" altLang="en-US" sz="2000" b="0" i="0" u="none" strike="noStrike" kern="1200" cap="none" spc="0" normalizeH="0" baseline="0" noProof="0">
                <a:ln>
                  <a:noFill/>
                </a:ln>
                <a:solidFill>
                  <a:srgbClr val="FFFFFF"/>
                </a:solidFill>
                <a:effectLst/>
                <a:uLnTx/>
                <a:uFillTx/>
                <a:latin typeface="Segeo UI" charset="0"/>
                <a:ea typeface="宋体" panose="02010600030101010101" pitchFamily="2" charset="-122"/>
              </a:rPr>
              <a:t>Approximate costs for a small size center (1K servers) and a larger, 400K server center.</a:t>
            </a:r>
          </a:p>
        </p:txBody>
      </p:sp>
      <p:grpSp>
        <p:nvGrpSpPr>
          <p:cNvPr id="3" name="Group 9">
            <a:extLst>
              <a:ext uri="{FF2B5EF4-FFF2-40B4-BE49-F238E27FC236}">
                <a16:creationId xmlns:a16="http://schemas.microsoft.com/office/drawing/2014/main" id="{7EF39458-B34C-5C48-ADA8-95B0950F7EDD}"/>
              </a:ext>
            </a:extLst>
          </p:cNvPr>
          <p:cNvGrpSpPr>
            <a:grpSpLocks/>
          </p:cNvGrpSpPr>
          <p:nvPr/>
        </p:nvGrpSpPr>
        <p:grpSpPr bwMode="auto">
          <a:xfrm>
            <a:off x="5200650" y="4025900"/>
            <a:ext cx="3784600" cy="2078038"/>
            <a:chOff x="1090527" y="1900238"/>
            <a:chExt cx="7017186" cy="3601932"/>
          </a:xfrm>
        </p:grpSpPr>
        <p:grpSp>
          <p:nvGrpSpPr>
            <p:cNvPr id="26657" name="Group 9">
              <a:extLst>
                <a:ext uri="{FF2B5EF4-FFF2-40B4-BE49-F238E27FC236}">
                  <a16:creationId xmlns:a16="http://schemas.microsoft.com/office/drawing/2014/main" id="{8989440A-5C00-A249-B5AD-D2F12709873E}"/>
                </a:ext>
              </a:extLst>
            </p:cNvPr>
            <p:cNvGrpSpPr>
              <a:grpSpLocks noChangeAspect="1"/>
            </p:cNvGrpSpPr>
            <p:nvPr/>
          </p:nvGrpSpPr>
          <p:grpSpPr bwMode="auto">
            <a:xfrm>
              <a:off x="1090527" y="1900238"/>
              <a:ext cx="7017186" cy="3508375"/>
              <a:chOff x="282695" y="1122323"/>
              <a:chExt cx="9603062" cy="4801897"/>
            </a:xfrm>
          </p:grpSpPr>
          <p:grpSp>
            <p:nvGrpSpPr>
              <p:cNvPr id="26659" name="Rectangle 7">
                <a:extLst>
                  <a:ext uri="{FF2B5EF4-FFF2-40B4-BE49-F238E27FC236}">
                    <a16:creationId xmlns:a16="http://schemas.microsoft.com/office/drawing/2014/main" id="{C504124E-72B5-1140-BD8D-E77180DCD7BC}"/>
                  </a:ext>
                </a:extLst>
              </p:cNvPr>
              <p:cNvGrpSpPr>
                <a:grpSpLocks/>
              </p:cNvGrpSpPr>
              <p:nvPr/>
            </p:nvGrpSpPr>
            <p:grpSpPr bwMode="auto">
              <a:xfrm>
                <a:off x="197610" y="1059190"/>
                <a:ext cx="9776262" cy="5025274"/>
                <a:chOff x="6266688" y="4163568"/>
                <a:chExt cx="5919216" cy="2389632"/>
              </a:xfrm>
            </p:grpSpPr>
            <p:pic>
              <p:nvPicPr>
                <p:cNvPr id="26661" name="Rectangle 7">
                  <a:extLst>
                    <a:ext uri="{FF2B5EF4-FFF2-40B4-BE49-F238E27FC236}">
                      <a16:creationId xmlns:a16="http://schemas.microsoft.com/office/drawing/2014/main" id="{71E183DA-8A12-644F-A8AD-403773C6067F}"/>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66688" y="4163568"/>
                  <a:ext cx="5919216" cy="2389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9880" name="Text Box 8">
                  <a:extLst>
                    <a:ext uri="{FF2B5EF4-FFF2-40B4-BE49-F238E27FC236}">
                      <a16:creationId xmlns:a16="http://schemas.microsoft.com/office/drawing/2014/main" id="{CEC657BB-A082-A943-BE1F-DC857F21761A}"/>
                    </a:ext>
                  </a:extLst>
                </p:cNvPr>
                <p:cNvSpPr txBox="1">
                  <a:spLocks noChangeArrowheads="1"/>
                </p:cNvSpPr>
                <p:nvPr/>
              </p:nvSpPr>
              <p:spPr bwMode="auto">
                <a:xfrm>
                  <a:off x="6330399" y="4198962"/>
                  <a:ext cx="5802153" cy="2278038"/>
                </a:xfrm>
                <a:prstGeom prst="rect">
                  <a:avLst/>
                </a:prstGeom>
                <a:solidFill>
                  <a:srgbClr val="66FFFF"/>
                </a:solidFill>
                <a:ln>
                  <a:noFill/>
                </a:ln>
                <a:extLst>
                  <a:ext uri="{91240B29-F687-4f45-9708-019B960494DF}"/>
                </a:extLst>
              </p:spPr>
              <p:txBody>
                <a:bodyPr lIns="91436" tIns="45718" rIns="91436" bIns="45718" anchor="ctr"/>
                <a:lstStyle>
                  <a:lvl1pPr defTabSz="912813" eaLnBrk="0" hangingPunct="0">
                    <a:defRPr sz="3200" b="1">
                      <a:solidFill>
                        <a:schemeClr val="tx1"/>
                      </a:solidFill>
                      <a:latin typeface="Arial" charset="0"/>
                      <a:ea typeface="ＭＳ Ｐゴシック" charset="0"/>
                      <a:cs typeface="ＭＳ Ｐゴシック" charset="0"/>
                    </a:defRPr>
                  </a:lvl1pPr>
                  <a:lvl2pPr marL="742950" indent="-285750" defTabSz="912813" eaLnBrk="0" hangingPunct="0">
                    <a:defRPr sz="3200" b="1">
                      <a:solidFill>
                        <a:schemeClr val="tx1"/>
                      </a:solidFill>
                      <a:latin typeface="Arial" charset="0"/>
                      <a:ea typeface="ＭＳ Ｐゴシック" charset="0"/>
                    </a:defRPr>
                  </a:lvl2pPr>
                  <a:lvl3pPr marL="1143000" indent="-228600" defTabSz="912813" eaLnBrk="0" hangingPunct="0">
                    <a:defRPr sz="3200" b="1">
                      <a:solidFill>
                        <a:schemeClr val="tx1"/>
                      </a:solidFill>
                      <a:latin typeface="Arial" charset="0"/>
                      <a:ea typeface="ＭＳ Ｐゴシック" charset="0"/>
                    </a:defRPr>
                  </a:lvl3pPr>
                  <a:lvl4pPr marL="1600200" indent="-228600" defTabSz="912813" eaLnBrk="0" hangingPunct="0">
                    <a:defRPr sz="3200" b="1">
                      <a:solidFill>
                        <a:schemeClr val="tx1"/>
                      </a:solidFill>
                      <a:latin typeface="Arial" charset="0"/>
                      <a:ea typeface="ＭＳ Ｐゴシック" charset="0"/>
                    </a:defRPr>
                  </a:lvl4pPr>
                  <a:lvl5pPr marL="2057400" indent="-228600" defTabSz="912813" eaLnBrk="0" hangingPunct="0">
                    <a:defRPr sz="3200" b="1">
                      <a:solidFill>
                        <a:schemeClr val="tx1"/>
                      </a:solidFill>
                      <a:latin typeface="Arial" charset="0"/>
                      <a:ea typeface="ＭＳ Ｐゴシック" charset="0"/>
                    </a:defRPr>
                  </a:lvl5pPr>
                  <a:lvl6pPr marL="2514600" indent="-228600" defTabSz="912813" eaLnBrk="0" fontAlgn="base" hangingPunct="0">
                    <a:spcBef>
                      <a:spcPct val="0"/>
                    </a:spcBef>
                    <a:spcAft>
                      <a:spcPct val="0"/>
                    </a:spcAft>
                    <a:defRPr sz="3200" b="1">
                      <a:solidFill>
                        <a:schemeClr val="tx1"/>
                      </a:solidFill>
                      <a:latin typeface="Arial" charset="0"/>
                      <a:ea typeface="ＭＳ Ｐゴシック" charset="0"/>
                    </a:defRPr>
                  </a:lvl6pPr>
                  <a:lvl7pPr marL="2971800" indent="-228600" defTabSz="912813" eaLnBrk="0" fontAlgn="base" hangingPunct="0">
                    <a:spcBef>
                      <a:spcPct val="0"/>
                    </a:spcBef>
                    <a:spcAft>
                      <a:spcPct val="0"/>
                    </a:spcAft>
                    <a:defRPr sz="3200" b="1">
                      <a:solidFill>
                        <a:schemeClr val="tx1"/>
                      </a:solidFill>
                      <a:latin typeface="Arial" charset="0"/>
                      <a:ea typeface="ＭＳ Ｐゴシック" charset="0"/>
                    </a:defRPr>
                  </a:lvl7pPr>
                  <a:lvl8pPr marL="3429000" indent="-228600" defTabSz="912813" eaLnBrk="0" fontAlgn="base" hangingPunct="0">
                    <a:spcBef>
                      <a:spcPct val="0"/>
                    </a:spcBef>
                    <a:spcAft>
                      <a:spcPct val="0"/>
                    </a:spcAft>
                    <a:defRPr sz="3200" b="1">
                      <a:solidFill>
                        <a:schemeClr val="tx1"/>
                      </a:solidFill>
                      <a:latin typeface="Arial" charset="0"/>
                      <a:ea typeface="ＭＳ Ｐゴシック" charset="0"/>
                    </a:defRPr>
                  </a:lvl8pPr>
                  <a:lvl9pPr marL="3886200" indent="-228600" defTabSz="912813" eaLnBrk="0" fontAlgn="base" hangingPunct="0">
                    <a:spcBef>
                      <a:spcPct val="0"/>
                    </a:spcBef>
                    <a:spcAft>
                      <a:spcPct val="0"/>
                    </a:spcAft>
                    <a:defRPr sz="3200" b="1">
                      <a:solidFill>
                        <a:schemeClr val="tx1"/>
                      </a:solidFill>
                      <a:latin typeface="Arial" charset="0"/>
                      <a:ea typeface="ＭＳ Ｐゴシック" charset="0"/>
                    </a:defRPr>
                  </a:lvl9pPr>
                </a:lstStyle>
                <a:p>
                  <a:pPr marL="0" marR="0" lvl="0" indent="0" algn="ctr" defTabSz="912813" rtl="0" eaLnBrk="1" fontAlgn="base" latinLnBrk="0" hangingPunct="1">
                    <a:lnSpc>
                      <a:spcPct val="100000"/>
                    </a:lnSpc>
                    <a:spcBef>
                      <a:spcPct val="0"/>
                    </a:spcBef>
                    <a:spcAft>
                      <a:spcPct val="0"/>
                    </a:spcAft>
                    <a:buClrTx/>
                    <a:buSzTx/>
                    <a:buFontTx/>
                    <a:buNone/>
                    <a:tabLst/>
                    <a:defRPr/>
                  </a:pPr>
                  <a:endParaRPr kumimoji="0" lang="en-US" sz="2400" b="0" i="0" u="none" strike="noStrike" kern="1200" cap="none" spc="0" normalizeH="0" baseline="0" noProof="0">
                    <a:ln>
                      <a:noFill/>
                    </a:ln>
                    <a:solidFill>
                      <a:srgbClr val="FFFFFF"/>
                    </a:solidFill>
                    <a:effectLst>
                      <a:outerShdw blurRad="38100" dist="38100" dir="2700000" algn="tl">
                        <a:srgbClr val="000000"/>
                      </a:outerShdw>
                    </a:effectLst>
                    <a:uLnTx/>
                    <a:uFillTx/>
                    <a:latin typeface="Calibri" charset="0"/>
                    <a:ea typeface="宋体" charset="0"/>
                    <a:cs typeface="宋体" charset="0"/>
                  </a:endParaRPr>
                </a:p>
              </p:txBody>
            </p:sp>
          </p:grpSp>
          <p:pic>
            <p:nvPicPr>
              <p:cNvPr id="26660" name="Picture 2" descr="http://upload.wikimedia.org/wikipedia/commons/thumb/c/c5/AmFBfield.svg/300px-AmFBfield.svg.png">
                <a:extLst>
                  <a:ext uri="{FF2B5EF4-FFF2-40B4-BE49-F238E27FC236}">
                    <a16:creationId xmlns:a16="http://schemas.microsoft.com/office/drawing/2014/main" id="{7A23D099-E22E-004E-B674-4480FB60CEF3}"/>
                  </a:ext>
                </a:extLst>
              </p:cNvPr>
              <p:cNvPicPr>
                <a:picLocks noChangeArrowheads="1"/>
              </p:cNvPicPr>
              <p:nvPr/>
            </p:nvPicPr>
            <p:blipFill>
              <a:blip r:embed="rId4">
                <a:extLst>
                  <a:ext uri="{28A0092B-C50C-407E-A947-70E740481C1C}">
                    <a14:useLocalDpi xmlns:a14="http://schemas.microsoft.com/office/drawing/2010/main" val="0"/>
                  </a:ext>
                </a:extLst>
              </a:blip>
              <a:srcRect l="10240" t="3310" r="9920" b="3310"/>
              <a:stretch>
                <a:fillRect/>
              </a:stretch>
            </p:blipFill>
            <p:spPr bwMode="auto">
              <a:xfrm>
                <a:off x="282695" y="1122323"/>
                <a:ext cx="2743201" cy="14630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sp>
          <p:nvSpPr>
            <p:cNvPr id="7" name="TextBox 6">
              <a:extLst>
                <a:ext uri="{FF2B5EF4-FFF2-40B4-BE49-F238E27FC236}">
                  <a16:creationId xmlns:a16="http://schemas.microsoft.com/office/drawing/2014/main" id="{27BFA0D1-8810-CA48-ACF7-75A698CDAAEB}"/>
                </a:ext>
              </a:extLst>
            </p:cNvPr>
            <p:cNvSpPr txBox="1"/>
            <p:nvPr/>
          </p:nvSpPr>
          <p:spPr>
            <a:xfrm>
              <a:off x="2656443" y="3017415"/>
              <a:ext cx="5180473" cy="2484755"/>
            </a:xfrm>
            <a:prstGeom prst="rect">
              <a:avLst/>
            </a:prstGeom>
            <a:noFill/>
          </p:spPr>
          <p:txBody>
            <a:bodyPr wrap="none">
              <a:spAutoFit/>
            </a:bodyPr>
            <a:lstStyle>
              <a:lvl1pPr defTabSz="1217613" eaLnBrk="0" hangingPunct="0">
                <a:defRPr sz="3200" b="1">
                  <a:solidFill>
                    <a:schemeClr val="tx1"/>
                  </a:solidFill>
                  <a:latin typeface="Arial" charset="0"/>
                  <a:ea typeface="ＭＳ Ｐゴシック" charset="0"/>
                  <a:cs typeface="ＭＳ Ｐゴシック" charset="0"/>
                </a:defRPr>
              </a:lvl1pPr>
              <a:lvl2pPr marL="742950" indent="-285750" defTabSz="1217613" eaLnBrk="0" hangingPunct="0">
                <a:defRPr sz="3200" b="1">
                  <a:solidFill>
                    <a:schemeClr val="tx1"/>
                  </a:solidFill>
                  <a:latin typeface="Arial" charset="0"/>
                  <a:ea typeface="ＭＳ Ｐゴシック" charset="0"/>
                </a:defRPr>
              </a:lvl2pPr>
              <a:lvl3pPr marL="1143000" indent="-228600" defTabSz="1217613" eaLnBrk="0" hangingPunct="0">
                <a:defRPr sz="3200" b="1">
                  <a:solidFill>
                    <a:schemeClr val="tx1"/>
                  </a:solidFill>
                  <a:latin typeface="Arial" charset="0"/>
                  <a:ea typeface="ＭＳ Ｐゴシック" charset="0"/>
                </a:defRPr>
              </a:lvl3pPr>
              <a:lvl4pPr marL="1600200" indent="-228600" defTabSz="1217613" eaLnBrk="0" hangingPunct="0">
                <a:defRPr sz="3200" b="1">
                  <a:solidFill>
                    <a:schemeClr val="tx1"/>
                  </a:solidFill>
                  <a:latin typeface="Arial" charset="0"/>
                  <a:ea typeface="ＭＳ Ｐゴシック" charset="0"/>
                </a:defRPr>
              </a:lvl4pPr>
              <a:lvl5pPr marL="2057400" indent="-228600" defTabSz="1217613" eaLnBrk="0" hangingPunct="0">
                <a:defRPr sz="3200" b="1">
                  <a:solidFill>
                    <a:schemeClr val="tx1"/>
                  </a:solidFill>
                  <a:latin typeface="Arial" charset="0"/>
                  <a:ea typeface="ＭＳ Ｐゴシック" charset="0"/>
                </a:defRPr>
              </a:lvl5pPr>
              <a:lvl6pPr marL="2514600" indent="-228600" defTabSz="1217613" eaLnBrk="0" fontAlgn="base" hangingPunct="0">
                <a:spcBef>
                  <a:spcPct val="0"/>
                </a:spcBef>
                <a:spcAft>
                  <a:spcPct val="0"/>
                </a:spcAft>
                <a:defRPr sz="3200" b="1">
                  <a:solidFill>
                    <a:schemeClr val="tx1"/>
                  </a:solidFill>
                  <a:latin typeface="Arial" charset="0"/>
                  <a:ea typeface="ＭＳ Ｐゴシック" charset="0"/>
                </a:defRPr>
              </a:lvl6pPr>
              <a:lvl7pPr marL="2971800" indent="-228600" defTabSz="1217613" eaLnBrk="0" fontAlgn="base" hangingPunct="0">
                <a:spcBef>
                  <a:spcPct val="0"/>
                </a:spcBef>
                <a:spcAft>
                  <a:spcPct val="0"/>
                </a:spcAft>
                <a:defRPr sz="3200" b="1">
                  <a:solidFill>
                    <a:schemeClr val="tx1"/>
                  </a:solidFill>
                  <a:latin typeface="Arial" charset="0"/>
                  <a:ea typeface="ＭＳ Ｐゴシック" charset="0"/>
                </a:defRPr>
              </a:lvl7pPr>
              <a:lvl8pPr marL="3429000" indent="-228600" defTabSz="1217613" eaLnBrk="0" fontAlgn="base" hangingPunct="0">
                <a:spcBef>
                  <a:spcPct val="0"/>
                </a:spcBef>
                <a:spcAft>
                  <a:spcPct val="0"/>
                </a:spcAft>
                <a:defRPr sz="3200" b="1">
                  <a:solidFill>
                    <a:schemeClr val="tx1"/>
                  </a:solidFill>
                  <a:latin typeface="Arial" charset="0"/>
                  <a:ea typeface="ＭＳ Ｐゴシック" charset="0"/>
                </a:defRPr>
              </a:lvl8pPr>
              <a:lvl9pPr marL="3886200" indent="-228600" defTabSz="1217613" eaLnBrk="0" fontAlgn="base" hangingPunct="0">
                <a:spcBef>
                  <a:spcPct val="0"/>
                </a:spcBef>
                <a:spcAft>
                  <a:spcPct val="0"/>
                </a:spcAft>
                <a:defRPr sz="3200" b="1">
                  <a:solidFill>
                    <a:schemeClr val="tx1"/>
                  </a:solidFill>
                  <a:latin typeface="Arial" charset="0"/>
                  <a:ea typeface="ＭＳ Ｐゴシック" charset="0"/>
                </a:defRPr>
              </a:lvl9pPr>
            </a:lstStyle>
            <a:p>
              <a:pPr marL="0" marR="0" lvl="0" indent="0" algn="ctr" defTabSz="1217613"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outerShdw blurRad="38100" dist="38100" dir="2700000" algn="tl">
                      <a:srgbClr val="FFFFFF"/>
                    </a:outerShdw>
                  </a:effectLst>
                  <a:uLnTx/>
                  <a:uFillTx/>
                  <a:latin typeface="Calibri" charset="0"/>
                  <a:ea typeface="宋体" charset="0"/>
                  <a:cs typeface="宋体" charset="0"/>
                </a:rPr>
                <a:t>This data center is </a:t>
              </a:r>
            </a:p>
            <a:p>
              <a:pPr marL="0" marR="0" lvl="0" indent="0" algn="ctr" defTabSz="1217613" rtl="0" eaLnBrk="1" fontAlgn="base" latinLnBrk="0" hangingPunct="1">
                <a:lnSpc>
                  <a:spcPct val="100000"/>
                </a:lnSpc>
                <a:spcBef>
                  <a:spcPct val="0"/>
                </a:spcBef>
                <a:spcAft>
                  <a:spcPct val="0"/>
                </a:spcAft>
                <a:buClrTx/>
                <a:buSzTx/>
                <a:buFontTx/>
                <a:buNone/>
                <a:tabLst/>
                <a:defRPr/>
              </a:pPr>
              <a:r>
                <a:rPr kumimoji="0" lang="en-US" sz="2000" b="1" i="0" u="none" strike="noStrike" kern="1200" cap="none" spc="0" normalizeH="0" baseline="0" noProof="0">
                  <a:ln>
                    <a:noFill/>
                  </a:ln>
                  <a:solidFill>
                    <a:srgbClr val="000000"/>
                  </a:solidFill>
                  <a:effectLst>
                    <a:outerShdw blurRad="38100" dist="38100" dir="2700000" algn="tl">
                      <a:srgbClr val="FFFFFF"/>
                    </a:outerShdw>
                  </a:effectLst>
                  <a:uLnTx/>
                  <a:uFillTx/>
                  <a:latin typeface="Calibri" charset="0"/>
                  <a:ea typeface="宋体" charset="0"/>
                  <a:cs typeface="宋体" charset="0"/>
                </a:rPr>
                <a:t>11.5 times </a:t>
              </a:r>
            </a:p>
            <a:p>
              <a:pPr marL="0" marR="0" lvl="0" indent="0" algn="ctr" defTabSz="1217613" rtl="0" eaLnBrk="1" fontAlgn="base" latinLnBrk="0" hangingPunct="1">
                <a:lnSpc>
                  <a:spcPct val="100000"/>
                </a:lnSpc>
                <a:spcBef>
                  <a:spcPct val="0"/>
                </a:spcBef>
                <a:spcAft>
                  <a:spcPct val="0"/>
                </a:spcAft>
                <a:buClrTx/>
                <a:buSzTx/>
                <a:buFontTx/>
                <a:buNone/>
                <a:tabLst/>
                <a:defRPr/>
              </a:pPr>
              <a:r>
                <a:rPr kumimoji="0" lang="en-US" sz="2000" b="0" i="0" u="none" strike="noStrike" kern="1200" cap="none" spc="0" normalizeH="0" baseline="0" noProof="0">
                  <a:ln>
                    <a:noFill/>
                  </a:ln>
                  <a:solidFill>
                    <a:srgbClr val="000000"/>
                  </a:solidFill>
                  <a:effectLst>
                    <a:outerShdw blurRad="38100" dist="38100" dir="2700000" algn="tl">
                      <a:srgbClr val="FFFFFF"/>
                    </a:outerShdw>
                  </a:effectLst>
                  <a:uLnTx/>
                  <a:uFillTx/>
                  <a:latin typeface="Calibri" charset="0"/>
                  <a:ea typeface="宋体" charset="0"/>
                  <a:cs typeface="宋体" charset="0"/>
                </a:rPr>
                <a:t>the size of a football field</a:t>
              </a:r>
            </a:p>
            <a:p>
              <a:pPr marL="0" marR="0" lvl="0" indent="0" algn="ctr" defTabSz="1217613" rtl="0" eaLnBrk="1" fontAlgn="base" latinLnBrk="0" hangingPunct="1">
                <a:lnSpc>
                  <a:spcPct val="100000"/>
                </a:lnSpc>
                <a:spcBef>
                  <a:spcPct val="0"/>
                </a:spcBef>
                <a:spcAft>
                  <a:spcPct val="0"/>
                </a:spcAft>
                <a:buClrTx/>
                <a:buSzTx/>
                <a:buFontTx/>
                <a:buNone/>
                <a:tabLst/>
                <a:defRPr/>
              </a:pPr>
              <a:endParaRPr kumimoji="0" lang="en-US" sz="2800" b="0" i="0" u="none" strike="noStrike" kern="1200" cap="none" spc="0" normalizeH="0" baseline="0" noProof="0">
                <a:ln>
                  <a:noFill/>
                </a:ln>
                <a:solidFill>
                  <a:srgbClr val="000000"/>
                </a:solidFill>
                <a:effectLst>
                  <a:outerShdw blurRad="38100" dist="38100" dir="2700000" algn="tl">
                    <a:srgbClr val="FFFFFF"/>
                  </a:outerShdw>
                </a:effectLst>
                <a:uLnTx/>
                <a:uFillTx/>
                <a:latin typeface="Calibri" charset="0"/>
                <a:ea typeface="宋体" charset="0"/>
                <a:cs typeface="宋体" charset="0"/>
              </a:endParaRPr>
            </a:p>
          </p:txBody>
        </p:sp>
      </p:grpSp>
      <p:pic>
        <p:nvPicPr>
          <p:cNvPr id="26628" name="Picture 9" descr="datacenter3.jpg">
            <a:extLst>
              <a:ext uri="{FF2B5EF4-FFF2-40B4-BE49-F238E27FC236}">
                <a16:creationId xmlns:a16="http://schemas.microsoft.com/office/drawing/2014/main" id="{547FC84C-3685-3642-9676-77842BFE7F94}"/>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4914900" y="1004888"/>
            <a:ext cx="4060825" cy="2771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9884" name="Group 12">
            <a:extLst>
              <a:ext uri="{FF2B5EF4-FFF2-40B4-BE49-F238E27FC236}">
                <a16:creationId xmlns:a16="http://schemas.microsoft.com/office/drawing/2014/main" id="{BD3024CA-2B4C-F745-B587-E43D9739FB2C}"/>
              </a:ext>
            </a:extLst>
          </p:cNvPr>
          <p:cNvGraphicFramePr>
            <a:graphicFrameLocks noGrp="1"/>
          </p:cNvGraphicFramePr>
          <p:nvPr/>
        </p:nvGraphicFramePr>
        <p:xfrm>
          <a:off x="125413" y="3952875"/>
          <a:ext cx="4870450" cy="2139951"/>
        </p:xfrm>
        <a:graphic>
          <a:graphicData uri="http://schemas.openxmlformats.org/drawingml/2006/table">
            <a:tbl>
              <a:tblPr/>
              <a:tblGrid>
                <a:gridCol w="1209675">
                  <a:extLst>
                    <a:ext uri="{9D8B030D-6E8A-4147-A177-3AD203B41FA5}">
                      <a16:colId xmlns:a16="http://schemas.microsoft.com/office/drawing/2014/main" val="20000"/>
                    </a:ext>
                  </a:extLst>
                </a:gridCol>
                <a:gridCol w="1427162">
                  <a:extLst>
                    <a:ext uri="{9D8B030D-6E8A-4147-A177-3AD203B41FA5}">
                      <a16:colId xmlns:a16="http://schemas.microsoft.com/office/drawing/2014/main" val="20001"/>
                    </a:ext>
                  </a:extLst>
                </a:gridCol>
                <a:gridCol w="1427163">
                  <a:extLst>
                    <a:ext uri="{9D8B030D-6E8A-4147-A177-3AD203B41FA5}">
                      <a16:colId xmlns:a16="http://schemas.microsoft.com/office/drawing/2014/main" val="20002"/>
                    </a:ext>
                  </a:extLst>
                </a:gridCol>
                <a:gridCol w="806450">
                  <a:extLst>
                    <a:ext uri="{9D8B030D-6E8A-4147-A177-3AD203B41FA5}">
                      <a16:colId xmlns:a16="http://schemas.microsoft.com/office/drawing/2014/main" val="20003"/>
                    </a:ext>
                  </a:extLst>
                </a:gridCol>
              </a:tblGrid>
              <a:tr h="639763">
                <a:tc>
                  <a:txBody>
                    <a:bodyPr/>
                    <a:lstStyle/>
                    <a:p>
                      <a:pPr marL="0" marR="0" lvl="0" indent="0" algn="ctr" defTabSz="914400" rtl="0" eaLnBrk="0" fontAlgn="base" latinLnBrk="0" hangingPunct="0">
                        <a:lnSpc>
                          <a:spcPct val="90000"/>
                        </a:lnSpc>
                        <a:spcBef>
                          <a:spcPct val="0"/>
                        </a:spcBef>
                        <a:spcAft>
                          <a:spcPct val="0"/>
                        </a:spcAft>
                        <a:buClr>
                          <a:schemeClr val="tx2"/>
                        </a:buClr>
                        <a:buSzPct val="75000"/>
                        <a:buFontTx/>
                        <a:buNone/>
                        <a:tabLst/>
                      </a:pPr>
                      <a:r>
                        <a:rPr kumimoji="0" lang="en-US" sz="1300" b="1" i="0" u="none" strike="noStrike" cap="none" normalizeH="0" baseline="0">
                          <a:ln>
                            <a:noFill/>
                          </a:ln>
                          <a:solidFill>
                            <a:schemeClr val="bg2"/>
                          </a:solidFill>
                          <a:effectLst/>
                          <a:latin typeface="Candara" charset="0"/>
                          <a:ea typeface="ＭＳ Ｐゴシック" charset="0"/>
                          <a:cs typeface="ＭＳ Ｐゴシック" charset="0"/>
                        </a:rPr>
                        <a:t>Technology</a:t>
                      </a:r>
                    </a:p>
                  </a:txBody>
                  <a:tcPr marL="121888" marR="1218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90000"/>
                        </a:lnSpc>
                        <a:spcBef>
                          <a:spcPct val="0"/>
                        </a:spcBef>
                        <a:spcAft>
                          <a:spcPct val="0"/>
                        </a:spcAft>
                        <a:buClr>
                          <a:schemeClr val="tx2"/>
                        </a:buClr>
                        <a:buSzPct val="75000"/>
                        <a:buFontTx/>
                        <a:buNone/>
                        <a:tabLst/>
                      </a:pPr>
                      <a:r>
                        <a:rPr kumimoji="0" lang="en-US" sz="1300" b="1" i="0" u="none" strike="noStrike" cap="none" normalizeH="0" baseline="0">
                          <a:ln>
                            <a:noFill/>
                          </a:ln>
                          <a:solidFill>
                            <a:schemeClr val="bg2"/>
                          </a:solidFill>
                          <a:effectLst/>
                          <a:latin typeface="Candara" charset="0"/>
                          <a:ea typeface="ＭＳ Ｐゴシック" charset="0"/>
                          <a:cs typeface="ＭＳ Ｐゴシック" charset="0"/>
                        </a:rPr>
                        <a:t>Cost in small-sized Data Center</a:t>
                      </a:r>
                    </a:p>
                  </a:txBody>
                  <a:tcPr marL="121888" marR="1218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90000"/>
                        </a:lnSpc>
                        <a:spcBef>
                          <a:spcPct val="0"/>
                        </a:spcBef>
                        <a:spcAft>
                          <a:spcPct val="0"/>
                        </a:spcAft>
                        <a:buClr>
                          <a:schemeClr val="tx2"/>
                        </a:buClr>
                        <a:buSzPct val="75000"/>
                        <a:buFontTx/>
                        <a:buNone/>
                        <a:tabLst/>
                      </a:pPr>
                      <a:r>
                        <a:rPr kumimoji="0" lang="en-US" sz="1300" b="1" i="0" u="none" strike="noStrike" cap="none" normalizeH="0" baseline="0">
                          <a:ln>
                            <a:noFill/>
                          </a:ln>
                          <a:solidFill>
                            <a:schemeClr val="bg2"/>
                          </a:solidFill>
                          <a:effectLst/>
                          <a:latin typeface="Candara" charset="0"/>
                          <a:ea typeface="ＭＳ Ｐゴシック" charset="0"/>
                          <a:cs typeface="ＭＳ Ｐゴシック" charset="0"/>
                        </a:rPr>
                        <a:t>Cost in Large Data Center</a:t>
                      </a:r>
                    </a:p>
                  </a:txBody>
                  <a:tcPr marL="121888" marR="1218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tc>
                  <a:txBody>
                    <a:bodyPr/>
                    <a:lstStyle/>
                    <a:p>
                      <a:pPr marL="0" marR="0" lvl="0" indent="0" algn="ctr" defTabSz="914400" rtl="0" eaLnBrk="0" fontAlgn="base" latinLnBrk="0" hangingPunct="0">
                        <a:lnSpc>
                          <a:spcPct val="90000"/>
                        </a:lnSpc>
                        <a:spcBef>
                          <a:spcPct val="0"/>
                        </a:spcBef>
                        <a:spcAft>
                          <a:spcPct val="0"/>
                        </a:spcAft>
                        <a:buClr>
                          <a:schemeClr val="tx2"/>
                        </a:buClr>
                        <a:buSzPct val="75000"/>
                        <a:buFontTx/>
                        <a:buNone/>
                        <a:tabLst/>
                      </a:pPr>
                      <a:r>
                        <a:rPr kumimoji="0" lang="en-US" sz="1500" b="1" i="0" u="none" strike="noStrike" cap="none" normalizeH="0" baseline="0">
                          <a:ln>
                            <a:noFill/>
                          </a:ln>
                          <a:solidFill>
                            <a:schemeClr val="bg2"/>
                          </a:solidFill>
                          <a:effectLst/>
                          <a:latin typeface="Candara" charset="0"/>
                          <a:ea typeface="ＭＳ Ｐゴシック" charset="0"/>
                          <a:cs typeface="ＭＳ Ｐゴシック" charset="0"/>
                        </a:rPr>
                        <a:t>Ratio</a:t>
                      </a:r>
                    </a:p>
                  </a:txBody>
                  <a:tcPr marL="121888" marR="1218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38100" cap="flat" cmpd="sng" algn="ctr">
                      <a:solidFill>
                        <a:schemeClr val="bg1"/>
                      </a:solidFill>
                      <a:prstDash val="solid"/>
                      <a:round/>
                      <a:headEnd type="none" w="med" len="med"/>
                      <a:tailEnd type="none" w="med" len="med"/>
                    </a:lnB>
                    <a:lnTlToBr>
                      <a:noFill/>
                    </a:lnTlToBr>
                    <a:lnBlToTr>
                      <a:noFill/>
                    </a:lnBlToTr>
                    <a:solidFill>
                      <a:schemeClr val="accent1"/>
                    </a:solidFill>
                  </a:tcPr>
                </a:tc>
                <a:extLst>
                  <a:ext uri="{0D108BD9-81ED-4DB2-BD59-A6C34878D82A}">
                    <a16:rowId xmlns:a16="http://schemas.microsoft.com/office/drawing/2014/main" val="10000"/>
                  </a:ext>
                </a:extLst>
              </a:tr>
              <a:tr h="479425">
                <a:tc>
                  <a:txBody>
                    <a:bodyPr/>
                    <a:lstStyle/>
                    <a:p>
                      <a:pPr marL="0" marR="0" lvl="0" indent="0" algn="l" defTabSz="914400" rtl="0" eaLnBrk="0" fontAlgn="base" latinLnBrk="0" hangingPunct="0">
                        <a:lnSpc>
                          <a:spcPct val="90000"/>
                        </a:lnSpc>
                        <a:spcBef>
                          <a:spcPct val="0"/>
                        </a:spcBef>
                        <a:spcAft>
                          <a:spcPct val="0"/>
                        </a:spcAft>
                        <a:buClr>
                          <a:schemeClr val="tx2"/>
                        </a:buClr>
                        <a:buSzPct val="75000"/>
                        <a:buFontTx/>
                        <a:buNone/>
                        <a:tabLst/>
                      </a:pPr>
                      <a:r>
                        <a:rPr kumimoji="0" lang="en-US" sz="1300" b="1" i="0" u="none" strike="noStrike" cap="none" normalizeH="0" baseline="0">
                          <a:ln>
                            <a:noFill/>
                          </a:ln>
                          <a:solidFill>
                            <a:schemeClr val="bg2"/>
                          </a:solidFill>
                          <a:effectLst/>
                          <a:latin typeface="Candara" charset="0"/>
                          <a:ea typeface="ＭＳ Ｐゴシック" charset="0"/>
                          <a:cs typeface="ＭＳ Ｐゴシック" charset="0"/>
                        </a:rPr>
                        <a:t>Network</a:t>
                      </a:r>
                    </a:p>
                  </a:txBody>
                  <a:tcPr marL="121888" marR="1218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0" fontAlgn="base" latinLnBrk="0" hangingPunct="0">
                        <a:lnSpc>
                          <a:spcPct val="90000"/>
                        </a:lnSpc>
                        <a:spcBef>
                          <a:spcPct val="0"/>
                        </a:spcBef>
                        <a:spcAft>
                          <a:spcPct val="0"/>
                        </a:spcAft>
                        <a:buClr>
                          <a:schemeClr val="tx2"/>
                        </a:buClr>
                        <a:buSzPct val="75000"/>
                        <a:buFontTx/>
                        <a:buNone/>
                        <a:tabLst/>
                      </a:pPr>
                      <a:r>
                        <a:rPr kumimoji="0" lang="en-US" sz="1300" b="1" i="0" u="none" strike="noStrike" cap="none" normalizeH="0" baseline="0">
                          <a:ln>
                            <a:noFill/>
                          </a:ln>
                          <a:solidFill>
                            <a:schemeClr val="bg2"/>
                          </a:solidFill>
                          <a:effectLst/>
                          <a:latin typeface="Candara" charset="0"/>
                          <a:ea typeface="ＭＳ Ｐゴシック" charset="0"/>
                          <a:cs typeface="ＭＳ Ｐゴシック" charset="0"/>
                        </a:rPr>
                        <a:t>$95 per Mbps/</a:t>
                      </a:r>
                    </a:p>
                    <a:p>
                      <a:pPr marL="0" marR="0" lvl="0" indent="0" algn="l" defTabSz="914400" rtl="0" eaLnBrk="0" fontAlgn="base" latinLnBrk="0" hangingPunct="0">
                        <a:lnSpc>
                          <a:spcPct val="90000"/>
                        </a:lnSpc>
                        <a:spcBef>
                          <a:spcPct val="0"/>
                        </a:spcBef>
                        <a:spcAft>
                          <a:spcPct val="0"/>
                        </a:spcAft>
                        <a:buClr>
                          <a:schemeClr val="tx2"/>
                        </a:buClr>
                        <a:buSzPct val="75000"/>
                        <a:buFontTx/>
                        <a:buNone/>
                        <a:tabLst/>
                      </a:pPr>
                      <a:r>
                        <a:rPr kumimoji="0" lang="en-US" sz="1300" b="1" i="0" u="none" strike="noStrike" cap="none" normalizeH="0" baseline="0">
                          <a:ln>
                            <a:noFill/>
                          </a:ln>
                          <a:solidFill>
                            <a:schemeClr val="bg2"/>
                          </a:solidFill>
                          <a:effectLst/>
                          <a:latin typeface="Candara" charset="0"/>
                          <a:ea typeface="ＭＳ Ｐゴシック" charset="0"/>
                          <a:cs typeface="ＭＳ Ｐゴシック" charset="0"/>
                        </a:rPr>
                        <a:t>Month</a:t>
                      </a:r>
                    </a:p>
                  </a:txBody>
                  <a:tcPr marL="121888" marR="1218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0" fontAlgn="base" latinLnBrk="0" hangingPunct="0">
                        <a:lnSpc>
                          <a:spcPct val="90000"/>
                        </a:lnSpc>
                        <a:spcBef>
                          <a:spcPct val="0"/>
                        </a:spcBef>
                        <a:spcAft>
                          <a:spcPct val="0"/>
                        </a:spcAft>
                        <a:buClr>
                          <a:schemeClr val="tx2"/>
                        </a:buClr>
                        <a:buSzPct val="75000"/>
                        <a:buFontTx/>
                        <a:buNone/>
                        <a:tabLst/>
                      </a:pPr>
                      <a:r>
                        <a:rPr kumimoji="0" lang="en-US" sz="1300" b="1" i="0" u="none" strike="noStrike" cap="none" normalizeH="0" baseline="0">
                          <a:ln>
                            <a:noFill/>
                          </a:ln>
                          <a:solidFill>
                            <a:schemeClr val="bg2"/>
                          </a:solidFill>
                          <a:effectLst/>
                          <a:latin typeface="Candara" charset="0"/>
                          <a:ea typeface="ＭＳ Ｐゴシック" charset="0"/>
                          <a:cs typeface="ＭＳ Ｐゴシック" charset="0"/>
                        </a:rPr>
                        <a:t>$13 per Mbps/</a:t>
                      </a:r>
                    </a:p>
                    <a:p>
                      <a:pPr marL="0" marR="0" lvl="0" indent="0" algn="l" defTabSz="914400" rtl="0" eaLnBrk="0" fontAlgn="base" latinLnBrk="0" hangingPunct="0">
                        <a:lnSpc>
                          <a:spcPct val="90000"/>
                        </a:lnSpc>
                        <a:spcBef>
                          <a:spcPct val="0"/>
                        </a:spcBef>
                        <a:spcAft>
                          <a:spcPct val="0"/>
                        </a:spcAft>
                        <a:buClr>
                          <a:schemeClr val="tx2"/>
                        </a:buClr>
                        <a:buSzPct val="75000"/>
                        <a:buFontTx/>
                        <a:buNone/>
                        <a:tabLst/>
                      </a:pPr>
                      <a:r>
                        <a:rPr kumimoji="0" lang="en-US" sz="1300" b="1" i="0" u="none" strike="noStrike" cap="none" normalizeH="0" baseline="0">
                          <a:ln>
                            <a:noFill/>
                          </a:ln>
                          <a:solidFill>
                            <a:schemeClr val="bg2"/>
                          </a:solidFill>
                          <a:effectLst/>
                          <a:latin typeface="Candara" charset="0"/>
                          <a:ea typeface="ＭＳ Ｐゴシック" charset="0"/>
                          <a:cs typeface="ＭＳ Ｐゴシック" charset="0"/>
                        </a:rPr>
                        <a:t>month</a:t>
                      </a:r>
                    </a:p>
                  </a:txBody>
                  <a:tcPr marL="121888" marR="1218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0" fontAlgn="base" latinLnBrk="0" hangingPunct="0">
                        <a:lnSpc>
                          <a:spcPct val="90000"/>
                        </a:lnSpc>
                        <a:spcBef>
                          <a:spcPct val="0"/>
                        </a:spcBef>
                        <a:spcAft>
                          <a:spcPct val="0"/>
                        </a:spcAft>
                        <a:buClr>
                          <a:schemeClr val="tx2"/>
                        </a:buClr>
                        <a:buSzPct val="75000"/>
                        <a:buFontTx/>
                        <a:buNone/>
                        <a:tabLst/>
                      </a:pPr>
                      <a:r>
                        <a:rPr kumimoji="0" lang="en-US" sz="1500" b="1" i="0" u="none" strike="noStrike" cap="none" normalizeH="0" baseline="0">
                          <a:ln>
                            <a:noFill/>
                          </a:ln>
                          <a:solidFill>
                            <a:schemeClr val="bg2"/>
                          </a:solidFill>
                          <a:effectLst/>
                          <a:latin typeface="Candara" charset="0"/>
                          <a:ea typeface="ＭＳ Ｐゴシック" charset="0"/>
                          <a:cs typeface="ＭＳ Ｐゴシック" charset="0"/>
                        </a:rPr>
                        <a:t>   7.1</a:t>
                      </a:r>
                    </a:p>
                  </a:txBody>
                  <a:tcPr marL="121888" marR="1218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381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1"/>
                  </a:ext>
                </a:extLst>
              </a:tr>
              <a:tr h="479425">
                <a:tc>
                  <a:txBody>
                    <a:bodyPr/>
                    <a:lstStyle/>
                    <a:p>
                      <a:pPr marL="0" marR="0" lvl="0" indent="0" algn="l" defTabSz="914400" rtl="0" eaLnBrk="0" fontAlgn="base" latinLnBrk="0" hangingPunct="0">
                        <a:lnSpc>
                          <a:spcPct val="90000"/>
                        </a:lnSpc>
                        <a:spcBef>
                          <a:spcPct val="0"/>
                        </a:spcBef>
                        <a:spcAft>
                          <a:spcPct val="0"/>
                        </a:spcAft>
                        <a:buClr>
                          <a:schemeClr val="tx2"/>
                        </a:buClr>
                        <a:buSzPct val="75000"/>
                        <a:buFontTx/>
                        <a:buNone/>
                        <a:tabLst/>
                      </a:pPr>
                      <a:r>
                        <a:rPr kumimoji="0" lang="en-US" sz="1300" b="1" i="0" u="none" strike="noStrike" cap="none" normalizeH="0" baseline="0">
                          <a:ln>
                            <a:noFill/>
                          </a:ln>
                          <a:solidFill>
                            <a:schemeClr val="bg2"/>
                          </a:solidFill>
                          <a:effectLst/>
                          <a:latin typeface="Candara" charset="0"/>
                          <a:ea typeface="ＭＳ Ｐゴシック" charset="0"/>
                          <a:cs typeface="ＭＳ Ｐゴシック" charset="0"/>
                        </a:rPr>
                        <a:t>Storage</a:t>
                      </a:r>
                    </a:p>
                  </a:txBody>
                  <a:tcPr marL="121888" marR="1218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0" fontAlgn="base" latinLnBrk="0" hangingPunct="0">
                        <a:lnSpc>
                          <a:spcPct val="90000"/>
                        </a:lnSpc>
                        <a:spcBef>
                          <a:spcPct val="0"/>
                        </a:spcBef>
                        <a:spcAft>
                          <a:spcPct val="0"/>
                        </a:spcAft>
                        <a:buClr>
                          <a:schemeClr val="tx2"/>
                        </a:buClr>
                        <a:buSzPct val="75000"/>
                        <a:buFontTx/>
                        <a:buNone/>
                        <a:tabLst/>
                      </a:pPr>
                      <a:r>
                        <a:rPr kumimoji="0" lang="en-US" sz="1300" b="1" i="0" u="none" strike="noStrike" cap="none" normalizeH="0" baseline="0">
                          <a:ln>
                            <a:noFill/>
                          </a:ln>
                          <a:solidFill>
                            <a:schemeClr val="bg2"/>
                          </a:solidFill>
                          <a:effectLst/>
                          <a:latin typeface="Candara" charset="0"/>
                          <a:ea typeface="ＭＳ Ｐゴシック" charset="0"/>
                          <a:cs typeface="ＭＳ Ｐゴシック" charset="0"/>
                        </a:rPr>
                        <a:t>$2.20 per GB/</a:t>
                      </a:r>
                    </a:p>
                    <a:p>
                      <a:pPr marL="0" marR="0" lvl="0" indent="0" algn="l" defTabSz="914400" rtl="0" eaLnBrk="0" fontAlgn="base" latinLnBrk="0" hangingPunct="0">
                        <a:lnSpc>
                          <a:spcPct val="90000"/>
                        </a:lnSpc>
                        <a:spcBef>
                          <a:spcPct val="0"/>
                        </a:spcBef>
                        <a:spcAft>
                          <a:spcPct val="0"/>
                        </a:spcAft>
                        <a:buClr>
                          <a:schemeClr val="tx2"/>
                        </a:buClr>
                        <a:buSzPct val="75000"/>
                        <a:buFontTx/>
                        <a:buNone/>
                        <a:tabLst/>
                      </a:pPr>
                      <a:r>
                        <a:rPr kumimoji="0" lang="en-US" sz="1300" b="1" i="0" u="none" strike="noStrike" cap="none" normalizeH="0" baseline="0">
                          <a:ln>
                            <a:noFill/>
                          </a:ln>
                          <a:solidFill>
                            <a:schemeClr val="bg2"/>
                          </a:solidFill>
                          <a:effectLst/>
                          <a:latin typeface="Candara" charset="0"/>
                          <a:ea typeface="ＭＳ Ｐゴシック" charset="0"/>
                          <a:cs typeface="ＭＳ Ｐゴシック" charset="0"/>
                        </a:rPr>
                        <a:t>Month</a:t>
                      </a:r>
                    </a:p>
                  </a:txBody>
                  <a:tcPr marL="121888" marR="1218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0" fontAlgn="base" latinLnBrk="0" hangingPunct="0">
                        <a:lnSpc>
                          <a:spcPct val="90000"/>
                        </a:lnSpc>
                        <a:spcBef>
                          <a:spcPct val="0"/>
                        </a:spcBef>
                        <a:spcAft>
                          <a:spcPct val="0"/>
                        </a:spcAft>
                        <a:buClr>
                          <a:schemeClr val="tx2"/>
                        </a:buClr>
                        <a:buSzPct val="75000"/>
                        <a:buFontTx/>
                        <a:buNone/>
                        <a:tabLst/>
                      </a:pPr>
                      <a:r>
                        <a:rPr kumimoji="0" lang="en-US" sz="1300" b="1" i="0" u="none" strike="noStrike" cap="none" normalizeH="0" baseline="0">
                          <a:ln>
                            <a:noFill/>
                          </a:ln>
                          <a:solidFill>
                            <a:schemeClr val="bg2"/>
                          </a:solidFill>
                          <a:effectLst/>
                          <a:latin typeface="Candara" charset="0"/>
                          <a:ea typeface="ＭＳ Ｐゴシック" charset="0"/>
                          <a:cs typeface="ＭＳ Ｐゴシック" charset="0"/>
                        </a:rPr>
                        <a:t>$0.40 per GB/</a:t>
                      </a:r>
                    </a:p>
                    <a:p>
                      <a:pPr marL="0" marR="0" lvl="0" indent="0" algn="l" defTabSz="914400" rtl="0" eaLnBrk="0" fontAlgn="base" latinLnBrk="0" hangingPunct="0">
                        <a:lnSpc>
                          <a:spcPct val="90000"/>
                        </a:lnSpc>
                        <a:spcBef>
                          <a:spcPct val="0"/>
                        </a:spcBef>
                        <a:spcAft>
                          <a:spcPct val="0"/>
                        </a:spcAft>
                        <a:buClr>
                          <a:schemeClr val="tx2"/>
                        </a:buClr>
                        <a:buSzPct val="75000"/>
                        <a:buFontTx/>
                        <a:buNone/>
                        <a:tabLst/>
                      </a:pPr>
                      <a:r>
                        <a:rPr kumimoji="0" lang="en-US" sz="1300" b="1" i="0" u="none" strike="noStrike" cap="none" normalizeH="0" baseline="0">
                          <a:ln>
                            <a:noFill/>
                          </a:ln>
                          <a:solidFill>
                            <a:schemeClr val="bg2"/>
                          </a:solidFill>
                          <a:effectLst/>
                          <a:latin typeface="Candara" charset="0"/>
                          <a:ea typeface="ＭＳ Ｐゴシック" charset="0"/>
                          <a:cs typeface="ＭＳ Ｐゴシック" charset="0"/>
                        </a:rPr>
                        <a:t>month</a:t>
                      </a:r>
                    </a:p>
                  </a:txBody>
                  <a:tcPr marL="121888" marR="1218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tc>
                  <a:txBody>
                    <a:bodyPr/>
                    <a:lstStyle/>
                    <a:p>
                      <a:pPr marL="0" marR="0" lvl="0" indent="0" algn="l" defTabSz="914400" rtl="0" eaLnBrk="0" fontAlgn="base" latinLnBrk="0" hangingPunct="0">
                        <a:lnSpc>
                          <a:spcPct val="90000"/>
                        </a:lnSpc>
                        <a:spcBef>
                          <a:spcPct val="0"/>
                        </a:spcBef>
                        <a:spcAft>
                          <a:spcPct val="0"/>
                        </a:spcAft>
                        <a:buClr>
                          <a:schemeClr val="tx2"/>
                        </a:buClr>
                        <a:buSzPct val="75000"/>
                        <a:buFontTx/>
                        <a:buNone/>
                        <a:tabLst/>
                      </a:pPr>
                      <a:r>
                        <a:rPr kumimoji="0" lang="en-US" sz="1500" b="1" i="0" u="none" strike="noStrike" cap="none" normalizeH="0" baseline="0">
                          <a:ln>
                            <a:noFill/>
                          </a:ln>
                          <a:solidFill>
                            <a:schemeClr val="bg2"/>
                          </a:solidFill>
                          <a:effectLst/>
                          <a:latin typeface="Candara" charset="0"/>
                          <a:ea typeface="ＭＳ Ｐゴシック" charset="0"/>
                          <a:cs typeface="ＭＳ Ｐゴシック" charset="0"/>
                        </a:rPr>
                        <a:t>   5.7</a:t>
                      </a:r>
                    </a:p>
                  </a:txBody>
                  <a:tcPr marL="121888" marR="1218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E9EDF4"/>
                    </a:solidFill>
                  </a:tcPr>
                </a:tc>
                <a:extLst>
                  <a:ext uri="{0D108BD9-81ED-4DB2-BD59-A6C34878D82A}">
                    <a16:rowId xmlns:a16="http://schemas.microsoft.com/office/drawing/2014/main" val="10002"/>
                  </a:ext>
                </a:extLst>
              </a:tr>
              <a:tr h="541338">
                <a:tc>
                  <a:txBody>
                    <a:bodyPr/>
                    <a:lstStyle/>
                    <a:p>
                      <a:pPr marL="0" marR="0" lvl="0" indent="0" algn="l" defTabSz="914400" rtl="0" eaLnBrk="0" fontAlgn="base" latinLnBrk="0" hangingPunct="0">
                        <a:lnSpc>
                          <a:spcPct val="90000"/>
                        </a:lnSpc>
                        <a:spcBef>
                          <a:spcPct val="0"/>
                        </a:spcBef>
                        <a:spcAft>
                          <a:spcPct val="0"/>
                        </a:spcAft>
                        <a:buClr>
                          <a:schemeClr val="tx2"/>
                        </a:buClr>
                        <a:buSzPct val="75000"/>
                        <a:buFontTx/>
                        <a:buNone/>
                        <a:tabLst/>
                      </a:pPr>
                      <a:r>
                        <a:rPr kumimoji="0" lang="en-US" sz="1300" b="1" i="0" u="none" strike="noStrike" cap="none" normalizeH="0" baseline="0">
                          <a:ln>
                            <a:noFill/>
                          </a:ln>
                          <a:solidFill>
                            <a:schemeClr val="bg2"/>
                          </a:solidFill>
                          <a:effectLst/>
                          <a:latin typeface="Candara" charset="0"/>
                          <a:ea typeface="ＭＳ Ｐゴシック" charset="0"/>
                          <a:cs typeface="ＭＳ Ｐゴシック" charset="0"/>
                        </a:rPr>
                        <a:t>Administra-tion</a:t>
                      </a:r>
                    </a:p>
                  </a:txBody>
                  <a:tcPr marL="121888" marR="1218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0" fontAlgn="base" latinLnBrk="0" hangingPunct="0">
                        <a:lnSpc>
                          <a:spcPct val="90000"/>
                        </a:lnSpc>
                        <a:spcBef>
                          <a:spcPct val="0"/>
                        </a:spcBef>
                        <a:spcAft>
                          <a:spcPct val="0"/>
                        </a:spcAft>
                        <a:buClr>
                          <a:schemeClr val="tx2"/>
                        </a:buClr>
                        <a:buSzPct val="75000"/>
                        <a:buFontTx/>
                        <a:buNone/>
                        <a:tabLst/>
                      </a:pPr>
                      <a:r>
                        <a:rPr kumimoji="0" lang="en-US" sz="1300" b="1" i="0" u="none" strike="noStrike" cap="none" normalizeH="0" baseline="0">
                          <a:ln>
                            <a:noFill/>
                          </a:ln>
                          <a:solidFill>
                            <a:schemeClr val="bg2"/>
                          </a:solidFill>
                          <a:effectLst/>
                          <a:latin typeface="Candara" charset="0"/>
                          <a:ea typeface="ＭＳ Ｐゴシック" charset="0"/>
                          <a:cs typeface="ＭＳ Ｐゴシック" charset="0"/>
                        </a:rPr>
                        <a:t>~140 servers/</a:t>
                      </a:r>
                    </a:p>
                    <a:p>
                      <a:pPr marL="0" marR="0" lvl="0" indent="0" algn="l" defTabSz="914400" rtl="0" eaLnBrk="0" fontAlgn="base" latinLnBrk="0" hangingPunct="0">
                        <a:lnSpc>
                          <a:spcPct val="90000"/>
                        </a:lnSpc>
                        <a:spcBef>
                          <a:spcPct val="0"/>
                        </a:spcBef>
                        <a:spcAft>
                          <a:spcPct val="0"/>
                        </a:spcAft>
                        <a:buClr>
                          <a:schemeClr val="tx2"/>
                        </a:buClr>
                        <a:buSzPct val="75000"/>
                        <a:buFontTx/>
                        <a:buNone/>
                        <a:tabLst/>
                      </a:pPr>
                      <a:r>
                        <a:rPr kumimoji="0" lang="en-US" sz="1300" b="1" i="0" u="none" strike="noStrike" cap="none" normalizeH="0" baseline="0">
                          <a:ln>
                            <a:noFill/>
                          </a:ln>
                          <a:solidFill>
                            <a:schemeClr val="bg2"/>
                          </a:solidFill>
                          <a:effectLst/>
                          <a:latin typeface="Candara" charset="0"/>
                          <a:ea typeface="ＭＳ Ｐゴシック" charset="0"/>
                          <a:cs typeface="ＭＳ Ｐゴシック" charset="0"/>
                        </a:rPr>
                        <a:t>Administrator</a:t>
                      </a:r>
                    </a:p>
                  </a:txBody>
                  <a:tcPr marL="121888" marR="1218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0" fontAlgn="base" latinLnBrk="0" hangingPunct="0">
                        <a:lnSpc>
                          <a:spcPct val="90000"/>
                        </a:lnSpc>
                        <a:spcBef>
                          <a:spcPct val="0"/>
                        </a:spcBef>
                        <a:spcAft>
                          <a:spcPct val="0"/>
                        </a:spcAft>
                        <a:buClr>
                          <a:schemeClr val="tx2"/>
                        </a:buClr>
                        <a:buSzPct val="75000"/>
                        <a:buFontTx/>
                        <a:buNone/>
                        <a:tabLst/>
                      </a:pPr>
                      <a:r>
                        <a:rPr kumimoji="0" lang="en-US" sz="1300" b="1" i="0" u="none" strike="noStrike" cap="none" normalizeH="0" baseline="0">
                          <a:ln>
                            <a:noFill/>
                          </a:ln>
                          <a:solidFill>
                            <a:schemeClr val="bg2"/>
                          </a:solidFill>
                          <a:effectLst/>
                          <a:latin typeface="Candara" charset="0"/>
                          <a:ea typeface="ＭＳ Ｐゴシック" charset="0"/>
                          <a:cs typeface="ＭＳ Ｐゴシック" charset="0"/>
                        </a:rPr>
                        <a:t>&gt;1000 Servers/</a:t>
                      </a:r>
                    </a:p>
                    <a:p>
                      <a:pPr marL="0" marR="0" lvl="0" indent="0" algn="l" defTabSz="914400" rtl="0" eaLnBrk="0" fontAlgn="base" latinLnBrk="0" hangingPunct="0">
                        <a:lnSpc>
                          <a:spcPct val="90000"/>
                        </a:lnSpc>
                        <a:spcBef>
                          <a:spcPct val="0"/>
                        </a:spcBef>
                        <a:spcAft>
                          <a:spcPct val="0"/>
                        </a:spcAft>
                        <a:buClr>
                          <a:schemeClr val="tx2"/>
                        </a:buClr>
                        <a:buSzPct val="75000"/>
                        <a:buFontTx/>
                        <a:buNone/>
                        <a:tabLst/>
                      </a:pPr>
                      <a:r>
                        <a:rPr kumimoji="0" lang="en-US" sz="1300" b="1" i="0" u="none" strike="noStrike" cap="none" normalizeH="0" baseline="0">
                          <a:ln>
                            <a:noFill/>
                          </a:ln>
                          <a:solidFill>
                            <a:schemeClr val="bg2"/>
                          </a:solidFill>
                          <a:effectLst/>
                          <a:latin typeface="Candara" charset="0"/>
                          <a:ea typeface="ＭＳ Ｐゴシック" charset="0"/>
                          <a:cs typeface="ＭＳ Ｐゴシック" charset="0"/>
                        </a:rPr>
                        <a:t>Administrator</a:t>
                      </a:r>
                    </a:p>
                  </a:txBody>
                  <a:tcPr marL="121888" marR="1218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tc>
                  <a:txBody>
                    <a:bodyPr/>
                    <a:lstStyle/>
                    <a:p>
                      <a:pPr marL="0" marR="0" lvl="0" indent="0" algn="l" defTabSz="914400" rtl="0" eaLnBrk="0" fontAlgn="base" latinLnBrk="0" hangingPunct="0">
                        <a:lnSpc>
                          <a:spcPct val="90000"/>
                        </a:lnSpc>
                        <a:spcBef>
                          <a:spcPct val="0"/>
                        </a:spcBef>
                        <a:spcAft>
                          <a:spcPct val="0"/>
                        </a:spcAft>
                        <a:buClr>
                          <a:schemeClr val="tx2"/>
                        </a:buClr>
                        <a:buSzPct val="75000"/>
                        <a:buFontTx/>
                        <a:buNone/>
                        <a:tabLst/>
                      </a:pPr>
                      <a:r>
                        <a:rPr kumimoji="0" lang="en-US" sz="1700" b="1" i="0" u="none" strike="noStrike" cap="none" normalizeH="0" baseline="0">
                          <a:ln>
                            <a:noFill/>
                          </a:ln>
                          <a:solidFill>
                            <a:schemeClr val="bg2"/>
                          </a:solidFill>
                          <a:effectLst/>
                          <a:latin typeface="Candara" charset="0"/>
                          <a:ea typeface="ＭＳ Ｐゴシック" charset="0"/>
                          <a:cs typeface="ＭＳ Ｐゴシック" charset="0"/>
                        </a:rPr>
                        <a:t>   7.1</a:t>
                      </a:r>
                    </a:p>
                  </a:txBody>
                  <a:tcPr marL="121888" marR="121888" horzOverflow="overflow">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lnTlToBr>
                      <a:noFill/>
                    </a:lnTlToBr>
                    <a:lnBlToTr>
                      <a:noFill/>
                    </a:lnBlToTr>
                    <a:solidFill>
                      <a:srgbClr val="D0D8E8"/>
                    </a:solidFill>
                  </a:tcPr>
                </a:tc>
                <a:extLst>
                  <a:ext uri="{0D108BD9-81ED-4DB2-BD59-A6C34878D82A}">
                    <a16:rowId xmlns:a16="http://schemas.microsoft.com/office/drawing/2014/main" val="10003"/>
                  </a:ext>
                </a:extLst>
              </a:tr>
            </a:tbl>
          </a:graphicData>
        </a:graphic>
      </p:graphicFrame>
      <p:sp>
        <p:nvSpPr>
          <p:cNvPr id="79912" name="Text Box 40">
            <a:extLst>
              <a:ext uri="{FF2B5EF4-FFF2-40B4-BE49-F238E27FC236}">
                <a16:creationId xmlns:a16="http://schemas.microsoft.com/office/drawing/2014/main" id="{9012DEB4-35F8-EC41-AC87-F0286E778C3E}"/>
              </a:ext>
            </a:extLst>
          </p:cNvPr>
          <p:cNvSpPr txBox="1">
            <a:spLocks noChangeArrowheads="1"/>
          </p:cNvSpPr>
          <p:nvPr/>
        </p:nvSpPr>
        <p:spPr bwMode="auto">
          <a:xfrm>
            <a:off x="5637213" y="6181725"/>
            <a:ext cx="2867025" cy="274638"/>
          </a:xfrm>
          <a:prstGeom prst="rect">
            <a:avLst/>
          </a:prstGeom>
          <a:noFill/>
          <a:ln>
            <a:noFill/>
          </a:ln>
          <a:effectLst>
            <a:prstShdw prst="shdw17" dist="17961" dir="2700000">
              <a:schemeClr val="accent1">
                <a:gamma/>
                <a:shade val="60000"/>
                <a:invGamma/>
                <a:alpha val="74998"/>
              </a:schemeClr>
            </a:prstShdw>
          </a:effectLst>
          <a:extLst>
            <a:ext uri="{909E8E84-426E-40dd-AFC4-6F175D3DCCD1}"/>
            <a:ext uri="{91240B29-F687-4f45-9708-019B960494DF}"/>
          </a:ex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1200" b="1" i="0" u="none" strike="noStrike" kern="1200" cap="none" spc="0" normalizeH="0" baseline="0" noProof="0">
                <a:ln>
                  <a:noFill/>
                </a:ln>
                <a:solidFill>
                  <a:srgbClr val="00FFFF"/>
                </a:solidFill>
                <a:effectLst/>
                <a:uLnTx/>
                <a:uFillTx/>
                <a:latin typeface="Arial" charset="0"/>
                <a:ea typeface="ＭＳ Ｐゴシック" charset="0"/>
              </a:rPr>
              <a:t>(Courtesy of Dennis Gannon, 2010)</a:t>
            </a:r>
            <a:endParaRPr kumimoji="0" lang="en-US" sz="3200" b="1" i="0" u="none" strike="noStrike" kern="1200" cap="none" spc="0" normalizeH="0" baseline="0" noProof="0">
              <a:ln>
                <a:noFill/>
              </a:ln>
              <a:solidFill>
                <a:srgbClr val="FFFFFF"/>
              </a:solidFill>
              <a:effectLst/>
              <a:uLnTx/>
              <a:uFillTx/>
              <a:latin typeface="Arial" charset="0"/>
              <a:ea typeface="ＭＳ Ｐゴシック" charset="0"/>
            </a:endParaRPr>
          </a:p>
        </p:txBody>
      </p:sp>
    </p:spTree>
    <p:extLst>
      <p:ext uri="{BB962C8B-B14F-4D97-AF65-F5344CB8AC3E}">
        <p14:creationId xmlns:p14="http://schemas.microsoft.com/office/powerpoint/2010/main" val="3486319307"/>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withGroup">
                            <p:stCondLst>
                              <p:cond delay="0"/>
                            </p:stCondLst>
                            <p:childTnLst>
                              <p:par>
                                <p:cTn id="5" presetID="1" presetClass="entr" presetSubtype="0" fill="hold" nodeType="with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16632"/>
            <a:ext cx="8229600" cy="1143000"/>
          </a:xfrm>
        </p:spPr>
        <p:txBody>
          <a:bodyPr>
            <a:normAutofit/>
          </a:bodyPr>
          <a:lstStyle/>
          <a:p>
            <a:r>
              <a:rPr lang="en-US" altLang="zh-CN" dirty="0">
                <a:solidFill>
                  <a:schemeClr val="tx1"/>
                </a:solidFill>
              </a:rPr>
              <a:t>Data Centers</a:t>
            </a:r>
          </a:p>
        </p:txBody>
      </p:sp>
      <p:sp>
        <p:nvSpPr>
          <p:cNvPr id="3" name="内容占位符 2"/>
          <p:cNvSpPr>
            <a:spLocks noGrp="1"/>
          </p:cNvSpPr>
          <p:nvPr>
            <p:ph idx="1"/>
          </p:nvPr>
        </p:nvSpPr>
        <p:spPr/>
        <p:txBody>
          <a:bodyPr/>
          <a:lstStyle/>
          <a:p>
            <a:endParaRPr lang="zh-CN" altLang="en-US" dirty="0"/>
          </a:p>
        </p:txBody>
      </p:sp>
      <p:sp>
        <p:nvSpPr>
          <p:cNvPr id="4" name="日期占位符 3"/>
          <p:cNvSpPr>
            <a:spLocks noGrp="1"/>
          </p:cNvSpPr>
          <p:nvPr>
            <p:ph type="dt" sz="half" idx="10"/>
          </p:nvPr>
        </p:nvSpPr>
        <p:spPr/>
        <p:txBody>
          <a:bodyPr/>
          <a:lstStyle/>
          <a:p>
            <a:fld id="{827ADB60-3E79-449A-88A8-D8CD2A903F4E}" type="datetime1">
              <a:rPr lang="zh-CN" altLang="en-US" smtClean="0"/>
              <a:pPr/>
              <a:t>2025/3/5</a:t>
            </a:fld>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3</a:t>
            </a:fld>
            <a:endParaRPr lang="zh-CN" altLang="en-US"/>
          </a:p>
        </p:txBody>
      </p:sp>
      <p:grpSp>
        <p:nvGrpSpPr>
          <p:cNvPr id="6" name="Group 7"/>
          <p:cNvGrpSpPr>
            <a:grpSpLocks/>
          </p:cNvGrpSpPr>
          <p:nvPr/>
        </p:nvGrpSpPr>
        <p:grpSpPr bwMode="auto">
          <a:xfrm>
            <a:off x="1981200" y="3152775"/>
            <a:ext cx="5211763" cy="1524000"/>
            <a:chOff x="0" y="0"/>
            <a:chExt cx="3283" cy="959"/>
          </a:xfrm>
        </p:grpSpPr>
        <p:sp>
          <p:nvSpPr>
            <p:cNvPr id="7" name="Rectangle 8"/>
            <p:cNvSpPr>
              <a:spLocks/>
            </p:cNvSpPr>
            <p:nvPr/>
          </p:nvSpPr>
          <p:spPr bwMode="auto">
            <a:xfrm>
              <a:off x="0" y="0"/>
              <a:ext cx="3283" cy="959"/>
            </a:xfrm>
            <a:prstGeom prst="rect">
              <a:avLst/>
            </a:prstGeom>
            <a:gradFill rotWithShape="0">
              <a:gsLst>
                <a:gs pos="0">
                  <a:srgbClr val="1E1E21"/>
                </a:gs>
                <a:gs pos="100000">
                  <a:srgbClr val="6F6F77"/>
                </a:gs>
              </a:gsLst>
              <a:lin ang="0" scaled="1"/>
            </a:gradFill>
            <a:ln w="12700">
              <a:noFill/>
              <a:miter lim="800000"/>
              <a:headEnd/>
              <a:tailEnd/>
            </a:ln>
          </p:spPr>
          <p:txBody>
            <a:bodyPr lIns="0" tIns="0" rIns="0" bIns="0"/>
            <a:lstStyle/>
            <a:p>
              <a:endParaRPr lang="zh-CN" altLang="zh-CN"/>
            </a:p>
          </p:txBody>
        </p:sp>
        <p:sp>
          <p:nvSpPr>
            <p:cNvPr id="8" name="Rectangle 9"/>
            <p:cNvSpPr>
              <a:spLocks/>
            </p:cNvSpPr>
            <p:nvPr/>
          </p:nvSpPr>
          <p:spPr bwMode="auto">
            <a:xfrm>
              <a:off x="0" y="0"/>
              <a:ext cx="3283" cy="959"/>
            </a:xfrm>
            <a:prstGeom prst="rect">
              <a:avLst/>
            </a:prstGeom>
            <a:noFill/>
            <a:ln w="12700">
              <a:noFill/>
              <a:miter lim="800000"/>
              <a:headEnd/>
              <a:tailEnd/>
            </a:ln>
          </p:spPr>
          <p:txBody>
            <a:bodyPr wrap="none" lIns="0" tIns="0" rIns="0" bIns="0">
              <a:spAutoFit/>
            </a:bodyPr>
            <a:lstStyle/>
            <a:p>
              <a:endParaRPr lang="zh-CN" altLang="zh-CN"/>
            </a:p>
          </p:txBody>
        </p:sp>
      </p:grpSp>
      <p:pic>
        <p:nvPicPr>
          <p:cNvPr id="9" name="Picture 10"/>
          <p:cNvPicPr>
            <a:picLocks noChangeArrowheads="1"/>
          </p:cNvPicPr>
          <p:nvPr/>
        </p:nvPicPr>
        <p:blipFill>
          <a:blip r:embed="rId3" cstate="print"/>
          <a:srcRect/>
          <a:stretch>
            <a:fillRect/>
          </a:stretch>
        </p:blipFill>
        <p:spPr bwMode="auto">
          <a:xfrm>
            <a:off x="2247900" y="2292350"/>
            <a:ext cx="4489450" cy="3590925"/>
          </a:xfrm>
          <a:prstGeom prst="rect">
            <a:avLst/>
          </a:prstGeom>
          <a:noFill/>
          <a:ln w="12700">
            <a:noFill/>
            <a:miter lim="800000"/>
            <a:headEnd/>
            <a:tailEnd/>
          </a:ln>
        </p:spPr>
      </p:pic>
      <p:grpSp>
        <p:nvGrpSpPr>
          <p:cNvPr id="10" name="Group 11"/>
          <p:cNvGrpSpPr>
            <a:grpSpLocks/>
          </p:cNvGrpSpPr>
          <p:nvPr/>
        </p:nvGrpSpPr>
        <p:grpSpPr bwMode="auto">
          <a:xfrm>
            <a:off x="1817688" y="3152775"/>
            <a:ext cx="290512" cy="1524000"/>
            <a:chOff x="0" y="0"/>
            <a:chExt cx="182" cy="959"/>
          </a:xfrm>
        </p:grpSpPr>
        <p:sp>
          <p:nvSpPr>
            <p:cNvPr id="11" name="Oval 12"/>
            <p:cNvSpPr>
              <a:spLocks/>
            </p:cNvSpPr>
            <p:nvPr/>
          </p:nvSpPr>
          <p:spPr bwMode="auto">
            <a:xfrm>
              <a:off x="0" y="0"/>
              <a:ext cx="182" cy="959"/>
            </a:xfrm>
            <a:prstGeom prst="ellipse">
              <a:avLst/>
            </a:prstGeom>
            <a:gradFill rotWithShape="0">
              <a:gsLst>
                <a:gs pos="0">
                  <a:srgbClr val="000000">
                    <a:alpha val="0"/>
                  </a:srgbClr>
                </a:gs>
                <a:gs pos="100000">
                  <a:srgbClr val="000000">
                    <a:alpha val="64998"/>
                  </a:srgbClr>
                </a:gs>
              </a:gsLst>
              <a:lin ang="0" scaled="1"/>
            </a:gradFill>
            <a:ln w="12700">
              <a:noFill/>
              <a:round/>
              <a:headEnd/>
              <a:tailEnd/>
            </a:ln>
          </p:spPr>
          <p:txBody>
            <a:bodyPr lIns="0" tIns="0" rIns="0" bIns="0"/>
            <a:lstStyle/>
            <a:p>
              <a:endParaRPr lang="zh-CN" altLang="zh-CN"/>
            </a:p>
          </p:txBody>
        </p:sp>
        <p:sp>
          <p:nvSpPr>
            <p:cNvPr id="12" name="Rectangle 13"/>
            <p:cNvSpPr>
              <a:spLocks/>
            </p:cNvSpPr>
            <p:nvPr/>
          </p:nvSpPr>
          <p:spPr bwMode="auto">
            <a:xfrm>
              <a:off x="26" y="140"/>
              <a:ext cx="130" cy="679"/>
            </a:xfrm>
            <a:prstGeom prst="rect">
              <a:avLst/>
            </a:prstGeom>
            <a:noFill/>
            <a:ln w="12700">
              <a:noFill/>
              <a:miter lim="800000"/>
              <a:headEnd/>
              <a:tailEnd/>
            </a:ln>
          </p:spPr>
          <p:txBody>
            <a:bodyPr wrap="none" lIns="0" tIns="0" rIns="0" bIns="0">
              <a:spAutoFit/>
            </a:bodyPr>
            <a:lstStyle/>
            <a:p>
              <a:endParaRPr lang="zh-CN" altLang="zh-CN"/>
            </a:p>
          </p:txBody>
        </p:sp>
      </p:grpSp>
      <p:grpSp>
        <p:nvGrpSpPr>
          <p:cNvPr id="13" name="Group 14"/>
          <p:cNvGrpSpPr>
            <a:grpSpLocks/>
          </p:cNvGrpSpPr>
          <p:nvPr/>
        </p:nvGrpSpPr>
        <p:grpSpPr bwMode="auto">
          <a:xfrm>
            <a:off x="7034213" y="3152775"/>
            <a:ext cx="288925" cy="1524000"/>
            <a:chOff x="0" y="0"/>
            <a:chExt cx="182" cy="959"/>
          </a:xfrm>
        </p:grpSpPr>
        <p:sp>
          <p:nvSpPr>
            <p:cNvPr id="14" name="Oval 15"/>
            <p:cNvSpPr>
              <a:spLocks/>
            </p:cNvSpPr>
            <p:nvPr/>
          </p:nvSpPr>
          <p:spPr bwMode="auto">
            <a:xfrm>
              <a:off x="0" y="0"/>
              <a:ext cx="182" cy="959"/>
            </a:xfrm>
            <a:prstGeom prst="ellipse">
              <a:avLst/>
            </a:prstGeom>
            <a:gradFill rotWithShape="0">
              <a:gsLst>
                <a:gs pos="0">
                  <a:srgbClr val="000000">
                    <a:alpha val="0"/>
                  </a:srgbClr>
                </a:gs>
                <a:gs pos="100000">
                  <a:srgbClr val="000000">
                    <a:alpha val="64998"/>
                  </a:srgbClr>
                </a:gs>
              </a:gsLst>
              <a:lin ang="0" scaled="1"/>
            </a:gradFill>
            <a:ln w="12700">
              <a:noFill/>
              <a:round/>
              <a:headEnd/>
              <a:tailEnd/>
            </a:ln>
          </p:spPr>
          <p:txBody>
            <a:bodyPr lIns="0" tIns="0" rIns="0" bIns="0"/>
            <a:lstStyle/>
            <a:p>
              <a:endParaRPr lang="zh-CN" altLang="zh-CN"/>
            </a:p>
          </p:txBody>
        </p:sp>
        <p:sp>
          <p:nvSpPr>
            <p:cNvPr id="15" name="Rectangle 16"/>
            <p:cNvSpPr>
              <a:spLocks/>
            </p:cNvSpPr>
            <p:nvPr/>
          </p:nvSpPr>
          <p:spPr bwMode="auto">
            <a:xfrm>
              <a:off x="26" y="140"/>
              <a:ext cx="130" cy="679"/>
            </a:xfrm>
            <a:prstGeom prst="rect">
              <a:avLst/>
            </a:prstGeom>
            <a:noFill/>
            <a:ln w="12700">
              <a:noFill/>
              <a:miter lim="800000"/>
              <a:headEnd/>
              <a:tailEnd/>
            </a:ln>
          </p:spPr>
          <p:txBody>
            <a:bodyPr wrap="none" lIns="0" tIns="0" rIns="0" bIns="0">
              <a:spAutoFit/>
            </a:bodyPr>
            <a:lstStyle/>
            <a:p>
              <a:endParaRPr lang="zh-CN" altLang="zh-CN"/>
            </a:p>
          </p:txBody>
        </p:sp>
      </p:grpSp>
      <p:grpSp>
        <p:nvGrpSpPr>
          <p:cNvPr id="16" name="Group 17"/>
          <p:cNvGrpSpPr>
            <a:grpSpLocks/>
          </p:cNvGrpSpPr>
          <p:nvPr/>
        </p:nvGrpSpPr>
        <p:grpSpPr bwMode="auto">
          <a:xfrm>
            <a:off x="0" y="4322763"/>
            <a:ext cx="9144000" cy="1876425"/>
            <a:chOff x="0" y="0"/>
            <a:chExt cx="5760" cy="1181"/>
          </a:xfrm>
        </p:grpSpPr>
        <p:pic>
          <p:nvPicPr>
            <p:cNvPr id="17" name="Picture 18"/>
            <p:cNvPicPr>
              <a:picLocks noChangeArrowheads="1"/>
            </p:cNvPicPr>
            <p:nvPr/>
          </p:nvPicPr>
          <p:blipFill>
            <a:blip r:embed="rId4" cstate="print"/>
            <a:srcRect/>
            <a:stretch>
              <a:fillRect/>
            </a:stretch>
          </p:blipFill>
          <p:spPr bwMode="auto">
            <a:xfrm>
              <a:off x="0" y="0"/>
              <a:ext cx="5760" cy="1171"/>
            </a:xfrm>
            <a:prstGeom prst="rect">
              <a:avLst/>
            </a:prstGeom>
            <a:noFill/>
            <a:ln w="12700">
              <a:noFill/>
              <a:miter lim="800000"/>
              <a:headEnd/>
              <a:tailEnd/>
            </a:ln>
          </p:spPr>
        </p:pic>
        <p:grpSp>
          <p:nvGrpSpPr>
            <p:cNvPr id="18" name="Group 19"/>
            <p:cNvGrpSpPr>
              <a:grpSpLocks/>
            </p:cNvGrpSpPr>
            <p:nvPr/>
          </p:nvGrpSpPr>
          <p:grpSpPr bwMode="auto">
            <a:xfrm rot="10800000" flipH="1">
              <a:off x="0" y="125"/>
              <a:ext cx="5760" cy="1056"/>
              <a:chOff x="0" y="0"/>
              <a:chExt cx="5760" cy="1055"/>
            </a:xfrm>
          </p:grpSpPr>
          <p:sp>
            <p:nvSpPr>
              <p:cNvPr id="20" name="AutoShape 20"/>
              <p:cNvSpPr>
                <a:spLocks/>
              </p:cNvSpPr>
              <p:nvPr/>
            </p:nvSpPr>
            <p:spPr bwMode="auto">
              <a:xfrm>
                <a:off x="0" y="0"/>
                <a:ext cx="5760" cy="1055"/>
              </a:xfrm>
              <a:custGeom>
                <a:avLst/>
                <a:gdLst>
                  <a:gd name="T0" fmla="*/ 0 w 21600"/>
                  <a:gd name="T1" fmla="*/ 0 h 21600"/>
                  <a:gd name="T2" fmla="*/ 21600 w 21600"/>
                  <a:gd name="T3" fmla="*/ 21600 h 21600"/>
                </a:gdLst>
                <a:ahLst/>
                <a:cxnLst/>
                <a:rect l="T0" t="T1" r="T2" b="T3"/>
                <a:pathLst>
                  <a:path w="21600" h="21600">
                    <a:moveTo>
                      <a:pt x="14656" y="0"/>
                    </a:moveTo>
                    <a:cubicBezTo>
                      <a:pt x="6937" y="0"/>
                      <a:pt x="6937" y="0"/>
                      <a:pt x="6937" y="0"/>
                    </a:cubicBezTo>
                    <a:cubicBezTo>
                      <a:pt x="0" y="0"/>
                      <a:pt x="0" y="0"/>
                      <a:pt x="0" y="0"/>
                    </a:cubicBezTo>
                    <a:cubicBezTo>
                      <a:pt x="0" y="3833"/>
                      <a:pt x="519" y="9633"/>
                      <a:pt x="1157" y="9633"/>
                    </a:cubicBezTo>
                    <a:cubicBezTo>
                      <a:pt x="5780" y="9633"/>
                      <a:pt x="5780" y="9633"/>
                      <a:pt x="5780" y="9633"/>
                    </a:cubicBezTo>
                    <a:cubicBezTo>
                      <a:pt x="6418" y="9633"/>
                      <a:pt x="6937" y="10100"/>
                      <a:pt x="6937" y="13967"/>
                    </a:cubicBezTo>
                    <a:cubicBezTo>
                      <a:pt x="6155" y="13967"/>
                      <a:pt x="6155" y="13967"/>
                      <a:pt x="6155" y="13967"/>
                    </a:cubicBezTo>
                    <a:cubicBezTo>
                      <a:pt x="10800" y="21600"/>
                      <a:pt x="10800" y="21600"/>
                      <a:pt x="10800" y="21600"/>
                    </a:cubicBezTo>
                    <a:cubicBezTo>
                      <a:pt x="15437" y="13967"/>
                      <a:pt x="15437" y="13967"/>
                      <a:pt x="15437" y="13967"/>
                    </a:cubicBezTo>
                    <a:cubicBezTo>
                      <a:pt x="14656" y="13967"/>
                      <a:pt x="14656" y="13967"/>
                      <a:pt x="14656" y="13967"/>
                    </a:cubicBezTo>
                    <a:cubicBezTo>
                      <a:pt x="14656" y="13733"/>
                      <a:pt x="14656" y="13733"/>
                      <a:pt x="14656" y="13733"/>
                    </a:cubicBezTo>
                    <a:cubicBezTo>
                      <a:pt x="14678" y="10100"/>
                      <a:pt x="15182" y="9633"/>
                      <a:pt x="15813" y="9633"/>
                    </a:cubicBezTo>
                    <a:cubicBezTo>
                      <a:pt x="20443" y="9633"/>
                      <a:pt x="20443" y="9633"/>
                      <a:pt x="20443" y="9633"/>
                    </a:cubicBezTo>
                    <a:cubicBezTo>
                      <a:pt x="21081" y="9633"/>
                      <a:pt x="21600" y="3833"/>
                      <a:pt x="21600" y="0"/>
                    </a:cubicBezTo>
                    <a:lnTo>
                      <a:pt x="14656" y="0"/>
                    </a:lnTo>
                    <a:close/>
                    <a:moveTo>
                      <a:pt x="14656" y="0"/>
                    </a:moveTo>
                  </a:path>
                </a:pathLst>
              </a:custGeom>
              <a:gradFill rotWithShape="0">
                <a:gsLst>
                  <a:gs pos="0">
                    <a:srgbClr val="2F173A">
                      <a:alpha val="0"/>
                    </a:srgbClr>
                  </a:gs>
                  <a:gs pos="100000">
                    <a:srgbClr val="66327E"/>
                  </a:gs>
                </a:gsLst>
                <a:lin ang="5400000" scaled="1"/>
              </a:gradFill>
              <a:ln w="12700">
                <a:noFill/>
                <a:miter lim="800000"/>
                <a:headEnd/>
                <a:tailEnd/>
              </a:ln>
            </p:spPr>
            <p:txBody>
              <a:bodyPr lIns="0" tIns="0" rIns="0" bIns="0"/>
              <a:lstStyle/>
              <a:p>
                <a:endParaRPr lang="zh-CN" altLang="zh-CN"/>
              </a:p>
            </p:txBody>
          </p:sp>
          <p:sp>
            <p:nvSpPr>
              <p:cNvPr id="21" name="Rectangle 21"/>
              <p:cNvSpPr>
                <a:spLocks/>
              </p:cNvSpPr>
              <p:nvPr/>
            </p:nvSpPr>
            <p:spPr bwMode="auto">
              <a:xfrm flipH="1">
                <a:off x="0" y="0"/>
                <a:ext cx="5760" cy="1055"/>
              </a:xfrm>
              <a:prstGeom prst="rect">
                <a:avLst/>
              </a:prstGeom>
              <a:noFill/>
              <a:ln w="12700">
                <a:noFill/>
                <a:miter lim="800000"/>
                <a:headEnd/>
                <a:tailEnd/>
              </a:ln>
            </p:spPr>
            <p:txBody>
              <a:bodyPr wrap="none" lIns="0" tIns="0" rIns="0" bIns="0">
                <a:spAutoFit/>
              </a:bodyPr>
              <a:lstStyle/>
              <a:p>
                <a:endParaRPr lang="zh-CN" altLang="zh-CN"/>
              </a:p>
            </p:txBody>
          </p:sp>
        </p:grpSp>
        <p:sp>
          <p:nvSpPr>
            <p:cNvPr id="19" name="Rectangle 22"/>
            <p:cNvSpPr>
              <a:spLocks/>
            </p:cNvSpPr>
            <p:nvPr/>
          </p:nvSpPr>
          <p:spPr bwMode="auto">
            <a:xfrm>
              <a:off x="2604" y="271"/>
              <a:ext cx="593" cy="436"/>
            </a:xfrm>
            <a:prstGeom prst="rect">
              <a:avLst/>
            </a:prstGeom>
            <a:noFill/>
            <a:ln w="12700">
              <a:noFill/>
              <a:miter lim="800000"/>
              <a:headEnd/>
              <a:tailEnd/>
            </a:ln>
          </p:spPr>
          <p:txBody>
            <a:bodyPr wrap="none" lIns="38100" tIns="38100" rIns="69054" bIns="38100">
              <a:spAutoFit/>
            </a:bodyPr>
            <a:lstStyle/>
            <a:p>
              <a:pPr algn="ctr"/>
              <a:r>
                <a:rPr lang="en-US" altLang="zh-CN" sz="2000" dirty="0">
                  <a:solidFill>
                    <a:srgbClr val="FFFF00"/>
                  </a:solidFill>
                  <a:ea typeface="宋体" charset="-122"/>
                  <a:cs typeface="Arial" charset="0"/>
                </a:rPr>
                <a:t>Data </a:t>
              </a:r>
            </a:p>
            <a:p>
              <a:pPr algn="ctr"/>
              <a:r>
                <a:rPr lang="en-US" altLang="zh-CN" sz="2000" dirty="0">
                  <a:solidFill>
                    <a:srgbClr val="FFFF00"/>
                  </a:solidFill>
                  <a:ea typeface="宋体" charset="-122"/>
                  <a:cs typeface="Arial" charset="0"/>
                </a:rPr>
                <a:t>Centers</a:t>
              </a:r>
            </a:p>
          </p:txBody>
        </p:sp>
      </p:grpSp>
      <p:grpSp>
        <p:nvGrpSpPr>
          <p:cNvPr id="22" name="Group 24"/>
          <p:cNvGrpSpPr>
            <a:grpSpLocks/>
          </p:cNvGrpSpPr>
          <p:nvPr/>
        </p:nvGrpSpPr>
        <p:grpSpPr bwMode="auto">
          <a:xfrm>
            <a:off x="0" y="1627188"/>
            <a:ext cx="9144000" cy="1879600"/>
            <a:chOff x="0" y="0"/>
            <a:chExt cx="5760" cy="1184"/>
          </a:xfrm>
        </p:grpSpPr>
        <p:pic>
          <p:nvPicPr>
            <p:cNvPr id="23" name="Picture 25"/>
            <p:cNvPicPr>
              <a:picLocks noChangeArrowheads="1"/>
            </p:cNvPicPr>
            <p:nvPr/>
          </p:nvPicPr>
          <p:blipFill>
            <a:blip r:embed="rId5" cstate="print"/>
            <a:srcRect/>
            <a:stretch>
              <a:fillRect/>
            </a:stretch>
          </p:blipFill>
          <p:spPr bwMode="auto">
            <a:xfrm>
              <a:off x="0" y="12"/>
              <a:ext cx="5760" cy="1172"/>
            </a:xfrm>
            <a:prstGeom prst="rect">
              <a:avLst/>
            </a:prstGeom>
            <a:noFill/>
            <a:ln w="12700">
              <a:noFill/>
              <a:miter lim="800000"/>
              <a:headEnd/>
              <a:tailEnd/>
            </a:ln>
          </p:spPr>
        </p:pic>
        <p:grpSp>
          <p:nvGrpSpPr>
            <p:cNvPr id="24" name="Group 26"/>
            <p:cNvGrpSpPr>
              <a:grpSpLocks/>
            </p:cNvGrpSpPr>
            <p:nvPr/>
          </p:nvGrpSpPr>
          <p:grpSpPr bwMode="auto">
            <a:xfrm>
              <a:off x="0" y="0"/>
              <a:ext cx="5760" cy="1056"/>
              <a:chOff x="0" y="0"/>
              <a:chExt cx="5760" cy="1056"/>
            </a:xfrm>
          </p:grpSpPr>
          <p:sp>
            <p:nvSpPr>
              <p:cNvPr id="26" name="AutoShape 27"/>
              <p:cNvSpPr>
                <a:spLocks/>
              </p:cNvSpPr>
              <p:nvPr/>
            </p:nvSpPr>
            <p:spPr bwMode="auto">
              <a:xfrm>
                <a:off x="0" y="0"/>
                <a:ext cx="5760" cy="1056"/>
              </a:xfrm>
              <a:custGeom>
                <a:avLst/>
                <a:gdLst>
                  <a:gd name="T0" fmla="*/ 0 w 21600"/>
                  <a:gd name="T1" fmla="*/ 0 h 21600"/>
                  <a:gd name="T2" fmla="*/ 21600 w 21600"/>
                  <a:gd name="T3" fmla="*/ 21600 h 21600"/>
                </a:gdLst>
                <a:ahLst/>
                <a:cxnLst/>
                <a:rect l="T0" t="T1" r="T2" b="T3"/>
                <a:pathLst>
                  <a:path w="21600" h="21600">
                    <a:moveTo>
                      <a:pt x="14656" y="0"/>
                    </a:moveTo>
                    <a:cubicBezTo>
                      <a:pt x="6937" y="0"/>
                      <a:pt x="6937" y="0"/>
                      <a:pt x="6937" y="0"/>
                    </a:cubicBezTo>
                    <a:cubicBezTo>
                      <a:pt x="0" y="0"/>
                      <a:pt x="0" y="0"/>
                      <a:pt x="0" y="0"/>
                    </a:cubicBezTo>
                    <a:cubicBezTo>
                      <a:pt x="0" y="3833"/>
                      <a:pt x="519" y="9633"/>
                      <a:pt x="1157" y="9633"/>
                    </a:cubicBezTo>
                    <a:cubicBezTo>
                      <a:pt x="5780" y="9633"/>
                      <a:pt x="5780" y="9633"/>
                      <a:pt x="5780" y="9633"/>
                    </a:cubicBezTo>
                    <a:cubicBezTo>
                      <a:pt x="6418" y="9633"/>
                      <a:pt x="6937" y="10100"/>
                      <a:pt x="6937" y="13967"/>
                    </a:cubicBezTo>
                    <a:cubicBezTo>
                      <a:pt x="6155" y="13967"/>
                      <a:pt x="6155" y="13967"/>
                      <a:pt x="6155" y="13967"/>
                    </a:cubicBezTo>
                    <a:cubicBezTo>
                      <a:pt x="10800" y="21600"/>
                      <a:pt x="10800" y="21600"/>
                      <a:pt x="10800" y="21600"/>
                    </a:cubicBezTo>
                    <a:cubicBezTo>
                      <a:pt x="15437" y="13967"/>
                      <a:pt x="15437" y="13967"/>
                      <a:pt x="15437" y="13967"/>
                    </a:cubicBezTo>
                    <a:cubicBezTo>
                      <a:pt x="14656" y="13967"/>
                      <a:pt x="14656" y="13967"/>
                      <a:pt x="14656" y="13967"/>
                    </a:cubicBezTo>
                    <a:cubicBezTo>
                      <a:pt x="14656" y="13733"/>
                      <a:pt x="14656" y="13733"/>
                      <a:pt x="14656" y="13733"/>
                    </a:cubicBezTo>
                    <a:cubicBezTo>
                      <a:pt x="14678" y="10100"/>
                      <a:pt x="15182" y="9633"/>
                      <a:pt x="15813" y="9633"/>
                    </a:cubicBezTo>
                    <a:cubicBezTo>
                      <a:pt x="20443" y="9633"/>
                      <a:pt x="20443" y="9633"/>
                      <a:pt x="20443" y="9633"/>
                    </a:cubicBezTo>
                    <a:cubicBezTo>
                      <a:pt x="21081" y="9633"/>
                      <a:pt x="21600" y="3833"/>
                      <a:pt x="21600" y="0"/>
                    </a:cubicBezTo>
                    <a:lnTo>
                      <a:pt x="14656" y="0"/>
                    </a:lnTo>
                    <a:close/>
                    <a:moveTo>
                      <a:pt x="14656" y="0"/>
                    </a:moveTo>
                  </a:path>
                </a:pathLst>
              </a:custGeom>
              <a:gradFill rotWithShape="0">
                <a:gsLst>
                  <a:gs pos="0">
                    <a:srgbClr val="1D304C">
                      <a:alpha val="0"/>
                    </a:srgbClr>
                  </a:gs>
                  <a:gs pos="100000">
                    <a:srgbClr val="3E67A4"/>
                  </a:gs>
                </a:gsLst>
                <a:lin ang="5400000" scaled="1"/>
              </a:gradFill>
              <a:ln w="12700">
                <a:noFill/>
                <a:miter lim="800000"/>
                <a:headEnd/>
                <a:tailEnd/>
              </a:ln>
            </p:spPr>
            <p:txBody>
              <a:bodyPr lIns="0" tIns="0" rIns="0" bIns="0"/>
              <a:lstStyle/>
              <a:p>
                <a:endParaRPr lang="zh-CN" altLang="zh-CN"/>
              </a:p>
            </p:txBody>
          </p:sp>
          <p:sp>
            <p:nvSpPr>
              <p:cNvPr id="27" name="Rectangle 28"/>
              <p:cNvSpPr>
                <a:spLocks/>
              </p:cNvSpPr>
              <p:nvPr/>
            </p:nvSpPr>
            <p:spPr bwMode="auto">
              <a:xfrm>
                <a:off x="0" y="0"/>
                <a:ext cx="5760" cy="1056"/>
              </a:xfrm>
              <a:prstGeom prst="rect">
                <a:avLst/>
              </a:prstGeom>
              <a:noFill/>
              <a:ln w="12700">
                <a:noFill/>
                <a:miter lim="800000"/>
                <a:headEnd/>
                <a:tailEnd/>
              </a:ln>
            </p:spPr>
            <p:txBody>
              <a:bodyPr wrap="none" lIns="0" tIns="0" rIns="0" bIns="0">
                <a:spAutoFit/>
              </a:bodyPr>
              <a:lstStyle/>
              <a:p>
                <a:endParaRPr lang="zh-CN" altLang="zh-CN"/>
              </a:p>
            </p:txBody>
          </p:sp>
        </p:grpSp>
        <p:sp>
          <p:nvSpPr>
            <p:cNvPr id="25" name="Rectangle 29"/>
            <p:cNvSpPr>
              <a:spLocks/>
            </p:cNvSpPr>
            <p:nvPr/>
          </p:nvSpPr>
          <p:spPr bwMode="auto">
            <a:xfrm>
              <a:off x="1854" y="509"/>
              <a:ext cx="2056" cy="408"/>
            </a:xfrm>
            <a:prstGeom prst="rect">
              <a:avLst/>
            </a:prstGeom>
            <a:noFill/>
            <a:ln w="12700">
              <a:noFill/>
              <a:miter lim="800000"/>
              <a:headEnd/>
              <a:tailEnd/>
            </a:ln>
          </p:spPr>
          <p:txBody>
            <a:bodyPr lIns="38100" tIns="38100" rIns="69054" bIns="38100"/>
            <a:lstStyle/>
            <a:p>
              <a:pPr algn="ctr"/>
              <a:r>
                <a:rPr lang="en-US" altLang="zh-CN" sz="2000" dirty="0">
                  <a:solidFill>
                    <a:srgbClr val="FFFF00"/>
                  </a:solidFill>
                  <a:ea typeface="宋体" charset="-122"/>
                  <a:cs typeface="Arial" charset="0"/>
                </a:rPr>
                <a:t>Cloud </a:t>
              </a:r>
            </a:p>
            <a:p>
              <a:pPr algn="ctr"/>
              <a:r>
                <a:rPr lang="en-US" altLang="zh-CN" sz="2000" dirty="0">
                  <a:solidFill>
                    <a:srgbClr val="FFFF00"/>
                  </a:solidFill>
                  <a:ea typeface="宋体" charset="-122"/>
                  <a:cs typeface="Arial" charset="0"/>
                </a:rPr>
                <a:t>Computing</a:t>
              </a:r>
            </a:p>
          </p:txBody>
        </p:sp>
      </p:grpSp>
      <p:grpSp>
        <p:nvGrpSpPr>
          <p:cNvPr id="28" name="Group 30"/>
          <p:cNvGrpSpPr>
            <a:grpSpLocks/>
          </p:cNvGrpSpPr>
          <p:nvPr/>
        </p:nvGrpSpPr>
        <p:grpSpPr bwMode="auto">
          <a:xfrm>
            <a:off x="317500" y="1198563"/>
            <a:ext cx="1498600" cy="1173162"/>
            <a:chOff x="0" y="0"/>
            <a:chExt cx="944" cy="739"/>
          </a:xfrm>
        </p:grpSpPr>
        <p:pic>
          <p:nvPicPr>
            <p:cNvPr id="29" name="Picture 31"/>
            <p:cNvPicPr>
              <a:picLocks noChangeArrowheads="1"/>
            </p:cNvPicPr>
            <p:nvPr/>
          </p:nvPicPr>
          <p:blipFill>
            <a:blip r:embed="rId6" cstate="print"/>
            <a:srcRect/>
            <a:stretch>
              <a:fillRect/>
            </a:stretch>
          </p:blipFill>
          <p:spPr bwMode="auto">
            <a:xfrm>
              <a:off x="1" y="0"/>
              <a:ext cx="942" cy="585"/>
            </a:xfrm>
            <a:prstGeom prst="rect">
              <a:avLst/>
            </a:prstGeom>
            <a:noFill/>
            <a:ln w="12700">
              <a:solidFill>
                <a:srgbClr val="F8F8F8"/>
              </a:solidFill>
              <a:miter lim="800000"/>
              <a:headEnd/>
              <a:tailEnd/>
            </a:ln>
          </p:spPr>
        </p:pic>
        <p:sp>
          <p:nvSpPr>
            <p:cNvPr id="30" name="Rectangle 32"/>
            <p:cNvSpPr>
              <a:spLocks/>
            </p:cNvSpPr>
            <p:nvPr/>
          </p:nvSpPr>
          <p:spPr bwMode="auto">
            <a:xfrm>
              <a:off x="0" y="595"/>
              <a:ext cx="944" cy="144"/>
            </a:xfrm>
            <a:prstGeom prst="rect">
              <a:avLst/>
            </a:prstGeom>
            <a:noFill/>
            <a:ln w="12700">
              <a:noFill/>
              <a:miter lim="800000"/>
              <a:headEnd/>
              <a:tailEnd/>
            </a:ln>
          </p:spPr>
          <p:txBody>
            <a:bodyPr lIns="38100" tIns="38100" rIns="69054" bIns="38100" anchor="ctr"/>
            <a:lstStyle/>
            <a:p>
              <a:pPr algn="ctr">
                <a:spcBef>
                  <a:spcPts val="400"/>
                </a:spcBef>
              </a:pPr>
              <a:r>
                <a:rPr lang="en-US" altLang="zh-CN" sz="1100" b="1">
                  <a:solidFill>
                    <a:schemeClr val="tx1"/>
                  </a:solidFill>
                  <a:ea typeface="宋体" charset="-122"/>
                  <a:cs typeface="Arial" charset="0"/>
                </a:rPr>
                <a:t>Collaboration</a:t>
              </a:r>
            </a:p>
          </p:txBody>
        </p:sp>
      </p:grpSp>
      <p:grpSp>
        <p:nvGrpSpPr>
          <p:cNvPr id="31" name="Group 33"/>
          <p:cNvGrpSpPr>
            <a:grpSpLocks/>
          </p:cNvGrpSpPr>
          <p:nvPr/>
        </p:nvGrpSpPr>
        <p:grpSpPr bwMode="auto">
          <a:xfrm>
            <a:off x="3822700" y="1195388"/>
            <a:ext cx="1493838" cy="1176337"/>
            <a:chOff x="0" y="0"/>
            <a:chExt cx="941" cy="741"/>
          </a:xfrm>
        </p:grpSpPr>
        <p:pic>
          <p:nvPicPr>
            <p:cNvPr id="32" name="Picture 34"/>
            <p:cNvPicPr>
              <a:picLocks noChangeArrowheads="1"/>
            </p:cNvPicPr>
            <p:nvPr/>
          </p:nvPicPr>
          <p:blipFill>
            <a:blip r:embed="rId7" cstate="print"/>
            <a:srcRect/>
            <a:stretch>
              <a:fillRect/>
            </a:stretch>
          </p:blipFill>
          <p:spPr bwMode="auto">
            <a:xfrm>
              <a:off x="0" y="0"/>
              <a:ext cx="941" cy="587"/>
            </a:xfrm>
            <a:prstGeom prst="rect">
              <a:avLst/>
            </a:prstGeom>
            <a:noFill/>
            <a:ln w="12700">
              <a:solidFill>
                <a:srgbClr val="F8F8F8"/>
              </a:solidFill>
              <a:miter lim="800000"/>
              <a:headEnd/>
              <a:tailEnd/>
            </a:ln>
          </p:spPr>
        </p:pic>
        <p:sp>
          <p:nvSpPr>
            <p:cNvPr id="33" name="Rectangle 35"/>
            <p:cNvSpPr>
              <a:spLocks/>
            </p:cNvSpPr>
            <p:nvPr/>
          </p:nvSpPr>
          <p:spPr bwMode="auto">
            <a:xfrm>
              <a:off x="1" y="597"/>
              <a:ext cx="936" cy="144"/>
            </a:xfrm>
            <a:prstGeom prst="rect">
              <a:avLst/>
            </a:prstGeom>
            <a:noFill/>
            <a:ln w="12700">
              <a:noFill/>
              <a:miter lim="800000"/>
              <a:headEnd/>
              <a:tailEnd/>
            </a:ln>
          </p:spPr>
          <p:txBody>
            <a:bodyPr lIns="38100" tIns="38100" rIns="69054" bIns="38100" anchor="ctr"/>
            <a:lstStyle/>
            <a:p>
              <a:pPr algn="ctr">
                <a:spcBef>
                  <a:spcPts val="400"/>
                </a:spcBef>
              </a:pPr>
              <a:r>
                <a:rPr lang="en-US" altLang="zh-CN" sz="1100" b="1">
                  <a:solidFill>
                    <a:schemeClr val="tx1"/>
                  </a:solidFill>
                  <a:ea typeface="宋体" charset="-122"/>
                  <a:cs typeface="Arial" charset="0"/>
                </a:rPr>
                <a:t>SLA Metrics</a:t>
              </a:r>
            </a:p>
          </p:txBody>
        </p:sp>
      </p:grpSp>
      <p:grpSp>
        <p:nvGrpSpPr>
          <p:cNvPr id="34" name="Group 36"/>
          <p:cNvGrpSpPr>
            <a:grpSpLocks/>
          </p:cNvGrpSpPr>
          <p:nvPr/>
        </p:nvGrpSpPr>
        <p:grpSpPr bwMode="auto">
          <a:xfrm>
            <a:off x="2068513" y="1195388"/>
            <a:ext cx="1498600" cy="1176337"/>
            <a:chOff x="0" y="0"/>
            <a:chExt cx="944" cy="741"/>
          </a:xfrm>
        </p:grpSpPr>
        <p:pic>
          <p:nvPicPr>
            <p:cNvPr id="35" name="Picture 37"/>
            <p:cNvPicPr>
              <a:picLocks noChangeArrowheads="1"/>
            </p:cNvPicPr>
            <p:nvPr/>
          </p:nvPicPr>
          <p:blipFill>
            <a:blip r:embed="rId8" cstate="print"/>
            <a:srcRect/>
            <a:stretch>
              <a:fillRect/>
            </a:stretch>
          </p:blipFill>
          <p:spPr bwMode="auto">
            <a:xfrm>
              <a:off x="0" y="0"/>
              <a:ext cx="942" cy="587"/>
            </a:xfrm>
            <a:prstGeom prst="rect">
              <a:avLst/>
            </a:prstGeom>
            <a:noFill/>
            <a:ln w="12700">
              <a:solidFill>
                <a:srgbClr val="F8F8F8"/>
              </a:solidFill>
              <a:miter lim="800000"/>
              <a:headEnd/>
              <a:tailEnd/>
            </a:ln>
          </p:spPr>
        </p:pic>
        <p:sp>
          <p:nvSpPr>
            <p:cNvPr id="36" name="Rectangle 38"/>
            <p:cNvSpPr>
              <a:spLocks/>
            </p:cNvSpPr>
            <p:nvPr/>
          </p:nvSpPr>
          <p:spPr bwMode="auto">
            <a:xfrm>
              <a:off x="0" y="597"/>
              <a:ext cx="944" cy="144"/>
            </a:xfrm>
            <a:prstGeom prst="rect">
              <a:avLst/>
            </a:prstGeom>
            <a:noFill/>
            <a:ln w="12700">
              <a:noFill/>
              <a:miter lim="800000"/>
              <a:headEnd/>
              <a:tailEnd/>
            </a:ln>
          </p:spPr>
          <p:txBody>
            <a:bodyPr lIns="38100" tIns="38100" rIns="69054" bIns="38100" anchor="ctr"/>
            <a:lstStyle/>
            <a:p>
              <a:pPr algn="ctr">
                <a:spcBef>
                  <a:spcPts val="400"/>
                </a:spcBef>
              </a:pPr>
              <a:r>
                <a:rPr lang="en-US" altLang="zh-CN" sz="1100" b="1" dirty="0">
                  <a:solidFill>
                    <a:schemeClr val="tx1"/>
                  </a:solidFill>
                  <a:ea typeface="宋体" charset="-122"/>
                  <a:cs typeface="Arial" charset="0"/>
                </a:rPr>
                <a:t>Empowered User</a:t>
              </a:r>
            </a:p>
          </p:txBody>
        </p:sp>
      </p:grpSp>
      <p:grpSp>
        <p:nvGrpSpPr>
          <p:cNvPr id="37" name="Group 39"/>
          <p:cNvGrpSpPr>
            <a:grpSpLocks/>
          </p:cNvGrpSpPr>
          <p:nvPr/>
        </p:nvGrpSpPr>
        <p:grpSpPr bwMode="auto">
          <a:xfrm>
            <a:off x="5572125" y="1198563"/>
            <a:ext cx="1492250" cy="1174750"/>
            <a:chOff x="0" y="0"/>
            <a:chExt cx="940" cy="740"/>
          </a:xfrm>
        </p:grpSpPr>
        <p:pic>
          <p:nvPicPr>
            <p:cNvPr id="38" name="Picture 40"/>
            <p:cNvPicPr>
              <a:picLocks noChangeArrowheads="1"/>
            </p:cNvPicPr>
            <p:nvPr/>
          </p:nvPicPr>
          <p:blipFill>
            <a:blip r:embed="rId9" cstate="print"/>
            <a:srcRect/>
            <a:stretch>
              <a:fillRect/>
            </a:stretch>
          </p:blipFill>
          <p:spPr bwMode="auto">
            <a:xfrm>
              <a:off x="0" y="0"/>
              <a:ext cx="940" cy="585"/>
            </a:xfrm>
            <a:prstGeom prst="rect">
              <a:avLst/>
            </a:prstGeom>
            <a:noFill/>
            <a:ln w="12700">
              <a:solidFill>
                <a:srgbClr val="F8F8F8"/>
              </a:solidFill>
              <a:miter lim="800000"/>
              <a:headEnd/>
              <a:tailEnd/>
            </a:ln>
          </p:spPr>
        </p:pic>
        <p:sp>
          <p:nvSpPr>
            <p:cNvPr id="39" name="Rectangle 41"/>
            <p:cNvSpPr>
              <a:spLocks/>
            </p:cNvSpPr>
            <p:nvPr/>
          </p:nvSpPr>
          <p:spPr bwMode="auto">
            <a:xfrm>
              <a:off x="0" y="596"/>
              <a:ext cx="936" cy="144"/>
            </a:xfrm>
            <a:prstGeom prst="rect">
              <a:avLst/>
            </a:prstGeom>
            <a:noFill/>
            <a:ln w="12700">
              <a:noFill/>
              <a:miter lim="800000"/>
              <a:headEnd/>
              <a:tailEnd/>
            </a:ln>
          </p:spPr>
          <p:txBody>
            <a:bodyPr lIns="38100" tIns="38100" rIns="69054" bIns="38100" anchor="ctr"/>
            <a:lstStyle/>
            <a:p>
              <a:pPr algn="ctr">
                <a:spcBef>
                  <a:spcPts val="400"/>
                </a:spcBef>
              </a:pPr>
              <a:r>
                <a:rPr lang="en-US" altLang="zh-CN" sz="1100" b="1">
                  <a:solidFill>
                    <a:schemeClr val="tx1"/>
                  </a:solidFill>
                  <a:ea typeface="宋体" charset="-122"/>
                  <a:cs typeface="Arial" charset="0"/>
                </a:rPr>
                <a:t>Global Availability</a:t>
              </a:r>
            </a:p>
          </p:txBody>
        </p:sp>
      </p:grpSp>
      <p:grpSp>
        <p:nvGrpSpPr>
          <p:cNvPr id="40" name="Group 42"/>
          <p:cNvGrpSpPr>
            <a:grpSpLocks/>
          </p:cNvGrpSpPr>
          <p:nvPr/>
        </p:nvGrpSpPr>
        <p:grpSpPr bwMode="auto">
          <a:xfrm>
            <a:off x="7326313" y="1195388"/>
            <a:ext cx="1493837" cy="1177925"/>
            <a:chOff x="0" y="0"/>
            <a:chExt cx="941" cy="742"/>
          </a:xfrm>
        </p:grpSpPr>
        <p:pic>
          <p:nvPicPr>
            <p:cNvPr id="41" name="Picture 43"/>
            <p:cNvPicPr>
              <a:picLocks noChangeArrowheads="1"/>
            </p:cNvPicPr>
            <p:nvPr/>
          </p:nvPicPr>
          <p:blipFill>
            <a:blip r:embed="rId10" cstate="print"/>
            <a:srcRect/>
            <a:stretch>
              <a:fillRect/>
            </a:stretch>
          </p:blipFill>
          <p:spPr bwMode="auto">
            <a:xfrm>
              <a:off x="0" y="0"/>
              <a:ext cx="941" cy="587"/>
            </a:xfrm>
            <a:prstGeom prst="rect">
              <a:avLst/>
            </a:prstGeom>
            <a:noFill/>
            <a:ln w="12700">
              <a:solidFill>
                <a:srgbClr val="F8F8F8"/>
              </a:solidFill>
              <a:miter lim="800000"/>
              <a:headEnd/>
              <a:tailEnd/>
            </a:ln>
          </p:spPr>
        </p:pic>
        <p:sp>
          <p:nvSpPr>
            <p:cNvPr id="42" name="Rectangle 44"/>
            <p:cNvSpPr>
              <a:spLocks/>
            </p:cNvSpPr>
            <p:nvPr/>
          </p:nvSpPr>
          <p:spPr bwMode="auto">
            <a:xfrm>
              <a:off x="1" y="598"/>
              <a:ext cx="936" cy="144"/>
            </a:xfrm>
            <a:prstGeom prst="rect">
              <a:avLst/>
            </a:prstGeom>
            <a:noFill/>
            <a:ln w="12700">
              <a:noFill/>
              <a:miter lim="800000"/>
              <a:headEnd/>
              <a:tailEnd/>
            </a:ln>
          </p:spPr>
          <p:txBody>
            <a:bodyPr lIns="38100" tIns="38100" rIns="69054" bIns="38100" anchor="ctr"/>
            <a:lstStyle/>
            <a:p>
              <a:pPr algn="ctr">
                <a:spcBef>
                  <a:spcPts val="400"/>
                </a:spcBef>
              </a:pPr>
              <a:r>
                <a:rPr lang="en-US" altLang="zh-CN" sz="1100" b="1">
                  <a:solidFill>
                    <a:schemeClr val="tx1"/>
                  </a:solidFill>
                  <a:ea typeface="宋体" charset="-122"/>
                  <a:cs typeface="Arial" charset="0"/>
                </a:rPr>
                <a:t>Reg. Compliance</a:t>
              </a:r>
            </a:p>
          </p:txBody>
        </p:sp>
      </p:grpSp>
      <p:grpSp>
        <p:nvGrpSpPr>
          <p:cNvPr id="43" name="Group 45"/>
          <p:cNvGrpSpPr>
            <a:grpSpLocks/>
          </p:cNvGrpSpPr>
          <p:nvPr/>
        </p:nvGrpSpPr>
        <p:grpSpPr bwMode="auto">
          <a:xfrm>
            <a:off x="317500" y="5465763"/>
            <a:ext cx="1498600" cy="1173162"/>
            <a:chOff x="0" y="0"/>
            <a:chExt cx="944" cy="738"/>
          </a:xfrm>
        </p:grpSpPr>
        <p:pic>
          <p:nvPicPr>
            <p:cNvPr id="44" name="Picture 46"/>
            <p:cNvPicPr>
              <a:picLocks noChangeArrowheads="1"/>
            </p:cNvPicPr>
            <p:nvPr/>
          </p:nvPicPr>
          <p:blipFill>
            <a:blip r:embed="rId11" cstate="print"/>
            <a:srcRect/>
            <a:stretch>
              <a:fillRect/>
            </a:stretch>
          </p:blipFill>
          <p:spPr bwMode="auto">
            <a:xfrm>
              <a:off x="1" y="152"/>
              <a:ext cx="942" cy="586"/>
            </a:xfrm>
            <a:prstGeom prst="rect">
              <a:avLst/>
            </a:prstGeom>
            <a:noFill/>
            <a:ln w="12700">
              <a:solidFill>
                <a:srgbClr val="F8F8F8"/>
              </a:solidFill>
              <a:miter lim="800000"/>
              <a:headEnd/>
              <a:tailEnd/>
            </a:ln>
          </p:spPr>
        </p:pic>
        <p:sp>
          <p:nvSpPr>
            <p:cNvPr id="45" name="Rectangle 47"/>
            <p:cNvSpPr>
              <a:spLocks/>
            </p:cNvSpPr>
            <p:nvPr/>
          </p:nvSpPr>
          <p:spPr bwMode="auto">
            <a:xfrm>
              <a:off x="0" y="0"/>
              <a:ext cx="944" cy="144"/>
            </a:xfrm>
            <a:prstGeom prst="rect">
              <a:avLst/>
            </a:prstGeom>
            <a:noFill/>
            <a:ln w="12700">
              <a:noFill/>
              <a:miter lim="800000"/>
              <a:headEnd/>
              <a:tailEnd/>
            </a:ln>
          </p:spPr>
          <p:txBody>
            <a:bodyPr lIns="38100" tIns="38100" rIns="69054" bIns="38100" anchor="ctr"/>
            <a:lstStyle/>
            <a:p>
              <a:pPr algn="ctr">
                <a:spcBef>
                  <a:spcPts val="400"/>
                </a:spcBef>
              </a:pPr>
              <a:r>
                <a:rPr lang="en-US" altLang="zh-CN" sz="1100" b="1">
                  <a:solidFill>
                    <a:schemeClr val="tx1"/>
                  </a:solidFill>
                  <a:ea typeface="宋体" charset="-122"/>
                  <a:cs typeface="Arial" charset="0"/>
                </a:rPr>
                <a:t>Power &amp; Cooling</a:t>
              </a:r>
            </a:p>
          </p:txBody>
        </p:sp>
      </p:grpSp>
      <p:grpSp>
        <p:nvGrpSpPr>
          <p:cNvPr id="46" name="Group 48"/>
          <p:cNvGrpSpPr>
            <a:grpSpLocks/>
          </p:cNvGrpSpPr>
          <p:nvPr/>
        </p:nvGrpSpPr>
        <p:grpSpPr bwMode="auto">
          <a:xfrm>
            <a:off x="3822700" y="5465763"/>
            <a:ext cx="1493838" cy="1173162"/>
            <a:chOff x="0" y="0"/>
            <a:chExt cx="941" cy="738"/>
          </a:xfrm>
        </p:grpSpPr>
        <p:pic>
          <p:nvPicPr>
            <p:cNvPr id="47" name="Picture 49"/>
            <p:cNvPicPr>
              <a:picLocks noChangeArrowheads="1"/>
            </p:cNvPicPr>
            <p:nvPr/>
          </p:nvPicPr>
          <p:blipFill>
            <a:blip r:embed="rId12" cstate="print"/>
            <a:srcRect/>
            <a:stretch>
              <a:fillRect/>
            </a:stretch>
          </p:blipFill>
          <p:spPr bwMode="auto">
            <a:xfrm>
              <a:off x="0" y="152"/>
              <a:ext cx="941" cy="586"/>
            </a:xfrm>
            <a:prstGeom prst="rect">
              <a:avLst/>
            </a:prstGeom>
            <a:noFill/>
            <a:ln w="12700">
              <a:solidFill>
                <a:srgbClr val="F8F8F8"/>
              </a:solidFill>
              <a:miter lim="800000"/>
              <a:headEnd/>
              <a:tailEnd/>
            </a:ln>
          </p:spPr>
        </p:pic>
        <p:sp>
          <p:nvSpPr>
            <p:cNvPr id="48" name="Rectangle 50"/>
            <p:cNvSpPr>
              <a:spLocks/>
            </p:cNvSpPr>
            <p:nvPr/>
          </p:nvSpPr>
          <p:spPr bwMode="auto">
            <a:xfrm>
              <a:off x="1" y="0"/>
              <a:ext cx="936" cy="144"/>
            </a:xfrm>
            <a:prstGeom prst="rect">
              <a:avLst/>
            </a:prstGeom>
            <a:noFill/>
            <a:ln w="12700">
              <a:noFill/>
              <a:miter lim="800000"/>
              <a:headEnd/>
              <a:tailEnd/>
            </a:ln>
          </p:spPr>
          <p:txBody>
            <a:bodyPr lIns="38100" tIns="38100" rIns="69054" bIns="38100" anchor="ctr"/>
            <a:lstStyle/>
            <a:p>
              <a:pPr algn="ctr">
                <a:spcBef>
                  <a:spcPts val="400"/>
                </a:spcBef>
              </a:pPr>
              <a:r>
                <a:rPr lang="en-US" altLang="zh-CN" sz="1100" b="1">
                  <a:solidFill>
                    <a:schemeClr val="tx1"/>
                  </a:solidFill>
                  <a:ea typeface="宋体" charset="-122"/>
                  <a:cs typeface="Arial" charset="0"/>
                </a:rPr>
                <a:t>Provisioning</a:t>
              </a:r>
            </a:p>
          </p:txBody>
        </p:sp>
      </p:grpSp>
      <p:grpSp>
        <p:nvGrpSpPr>
          <p:cNvPr id="49" name="Group 51"/>
          <p:cNvGrpSpPr>
            <a:grpSpLocks/>
          </p:cNvGrpSpPr>
          <p:nvPr/>
        </p:nvGrpSpPr>
        <p:grpSpPr bwMode="auto">
          <a:xfrm>
            <a:off x="2068513" y="5465763"/>
            <a:ext cx="1498600" cy="1173162"/>
            <a:chOff x="0" y="0"/>
            <a:chExt cx="944" cy="738"/>
          </a:xfrm>
        </p:grpSpPr>
        <p:pic>
          <p:nvPicPr>
            <p:cNvPr id="50" name="Picture 52"/>
            <p:cNvPicPr>
              <a:picLocks noChangeArrowheads="1"/>
            </p:cNvPicPr>
            <p:nvPr/>
          </p:nvPicPr>
          <p:blipFill>
            <a:blip r:embed="rId13" cstate="print"/>
            <a:srcRect/>
            <a:stretch>
              <a:fillRect/>
            </a:stretch>
          </p:blipFill>
          <p:spPr bwMode="auto">
            <a:xfrm>
              <a:off x="0" y="152"/>
              <a:ext cx="942" cy="586"/>
            </a:xfrm>
            <a:prstGeom prst="rect">
              <a:avLst/>
            </a:prstGeom>
            <a:noFill/>
            <a:ln w="12700">
              <a:solidFill>
                <a:srgbClr val="F8F8F8"/>
              </a:solidFill>
              <a:miter lim="800000"/>
              <a:headEnd/>
              <a:tailEnd/>
            </a:ln>
          </p:spPr>
        </p:pic>
        <p:sp>
          <p:nvSpPr>
            <p:cNvPr id="51" name="Rectangle 53"/>
            <p:cNvSpPr>
              <a:spLocks/>
            </p:cNvSpPr>
            <p:nvPr/>
          </p:nvSpPr>
          <p:spPr bwMode="auto">
            <a:xfrm>
              <a:off x="0" y="0"/>
              <a:ext cx="944" cy="144"/>
            </a:xfrm>
            <a:prstGeom prst="rect">
              <a:avLst/>
            </a:prstGeom>
            <a:noFill/>
            <a:ln w="12700">
              <a:noFill/>
              <a:miter lim="800000"/>
              <a:headEnd/>
              <a:tailEnd/>
            </a:ln>
          </p:spPr>
          <p:txBody>
            <a:bodyPr lIns="38100" tIns="38100" rIns="69054" bIns="38100" anchor="ctr"/>
            <a:lstStyle/>
            <a:p>
              <a:pPr algn="ctr">
                <a:spcBef>
                  <a:spcPts val="400"/>
                </a:spcBef>
              </a:pPr>
              <a:r>
                <a:rPr lang="en-US" altLang="zh-CN" sz="1100" b="1">
                  <a:solidFill>
                    <a:schemeClr val="tx1"/>
                  </a:solidFill>
                  <a:ea typeface="宋体" charset="-122"/>
                  <a:cs typeface="Arial" charset="0"/>
                </a:rPr>
                <a:t>Asset Utilization</a:t>
              </a:r>
            </a:p>
          </p:txBody>
        </p:sp>
      </p:grpSp>
      <p:grpSp>
        <p:nvGrpSpPr>
          <p:cNvPr id="52" name="Group 54"/>
          <p:cNvGrpSpPr>
            <a:grpSpLocks/>
          </p:cNvGrpSpPr>
          <p:nvPr/>
        </p:nvGrpSpPr>
        <p:grpSpPr bwMode="auto">
          <a:xfrm>
            <a:off x="5572125" y="5467350"/>
            <a:ext cx="1495425" cy="1171575"/>
            <a:chOff x="0" y="0"/>
            <a:chExt cx="942" cy="737"/>
          </a:xfrm>
        </p:grpSpPr>
        <p:pic>
          <p:nvPicPr>
            <p:cNvPr id="53" name="Picture 55"/>
            <p:cNvPicPr>
              <a:picLocks noChangeArrowheads="1"/>
            </p:cNvPicPr>
            <p:nvPr/>
          </p:nvPicPr>
          <p:blipFill>
            <a:blip r:embed="rId14" cstate="print"/>
            <a:srcRect/>
            <a:stretch>
              <a:fillRect/>
            </a:stretch>
          </p:blipFill>
          <p:spPr bwMode="auto">
            <a:xfrm>
              <a:off x="0" y="151"/>
              <a:ext cx="942" cy="586"/>
            </a:xfrm>
            <a:prstGeom prst="rect">
              <a:avLst/>
            </a:prstGeom>
            <a:noFill/>
            <a:ln w="12700">
              <a:solidFill>
                <a:srgbClr val="F8F8F8"/>
              </a:solidFill>
              <a:miter lim="800000"/>
              <a:headEnd/>
              <a:tailEnd/>
            </a:ln>
          </p:spPr>
        </p:pic>
        <p:sp>
          <p:nvSpPr>
            <p:cNvPr id="54" name="Rectangle 56"/>
            <p:cNvSpPr>
              <a:spLocks/>
            </p:cNvSpPr>
            <p:nvPr/>
          </p:nvSpPr>
          <p:spPr bwMode="auto">
            <a:xfrm>
              <a:off x="0" y="0"/>
              <a:ext cx="936" cy="144"/>
            </a:xfrm>
            <a:prstGeom prst="rect">
              <a:avLst/>
            </a:prstGeom>
            <a:noFill/>
            <a:ln w="12700">
              <a:noFill/>
              <a:miter lim="800000"/>
              <a:headEnd/>
              <a:tailEnd/>
            </a:ln>
          </p:spPr>
          <p:txBody>
            <a:bodyPr lIns="38100" tIns="38100" rIns="69054" bIns="38100" anchor="ctr"/>
            <a:lstStyle/>
            <a:p>
              <a:pPr algn="ctr">
                <a:spcBef>
                  <a:spcPts val="400"/>
                </a:spcBef>
              </a:pPr>
              <a:r>
                <a:rPr lang="en-US" altLang="zh-CN" sz="1100" b="1">
                  <a:solidFill>
                    <a:schemeClr val="tx1"/>
                  </a:solidFill>
                  <a:ea typeface="宋体" charset="-122"/>
                  <a:cs typeface="Arial" charset="0"/>
                </a:rPr>
                <a:t>Security Threats</a:t>
              </a:r>
            </a:p>
          </p:txBody>
        </p:sp>
      </p:grpSp>
      <p:grpSp>
        <p:nvGrpSpPr>
          <p:cNvPr id="55" name="Group 57"/>
          <p:cNvGrpSpPr>
            <a:grpSpLocks/>
          </p:cNvGrpSpPr>
          <p:nvPr/>
        </p:nvGrpSpPr>
        <p:grpSpPr bwMode="auto">
          <a:xfrm>
            <a:off x="7326313" y="5467350"/>
            <a:ext cx="1493837" cy="1171575"/>
            <a:chOff x="0" y="0"/>
            <a:chExt cx="941" cy="737"/>
          </a:xfrm>
        </p:grpSpPr>
        <p:pic>
          <p:nvPicPr>
            <p:cNvPr id="56" name="Picture 58"/>
            <p:cNvPicPr>
              <a:picLocks noChangeArrowheads="1"/>
            </p:cNvPicPr>
            <p:nvPr/>
          </p:nvPicPr>
          <p:blipFill>
            <a:blip r:embed="rId15" cstate="print"/>
            <a:srcRect/>
            <a:stretch>
              <a:fillRect/>
            </a:stretch>
          </p:blipFill>
          <p:spPr bwMode="auto">
            <a:xfrm>
              <a:off x="0" y="151"/>
              <a:ext cx="941" cy="586"/>
            </a:xfrm>
            <a:prstGeom prst="rect">
              <a:avLst/>
            </a:prstGeom>
            <a:noFill/>
            <a:ln w="12700">
              <a:solidFill>
                <a:srgbClr val="F8F8F8"/>
              </a:solidFill>
              <a:miter lim="800000"/>
              <a:headEnd/>
              <a:tailEnd/>
            </a:ln>
          </p:spPr>
        </p:pic>
        <p:sp>
          <p:nvSpPr>
            <p:cNvPr id="57" name="Rectangle 59"/>
            <p:cNvSpPr>
              <a:spLocks/>
            </p:cNvSpPr>
            <p:nvPr/>
          </p:nvSpPr>
          <p:spPr bwMode="auto">
            <a:xfrm>
              <a:off x="1" y="0"/>
              <a:ext cx="936" cy="144"/>
            </a:xfrm>
            <a:prstGeom prst="rect">
              <a:avLst/>
            </a:prstGeom>
            <a:noFill/>
            <a:ln w="12700">
              <a:noFill/>
              <a:miter lim="800000"/>
              <a:headEnd/>
              <a:tailEnd/>
            </a:ln>
          </p:spPr>
          <p:txBody>
            <a:bodyPr lIns="38100" tIns="38100" rIns="69054" bIns="38100" anchor="ctr"/>
            <a:lstStyle/>
            <a:p>
              <a:pPr algn="ctr">
                <a:spcBef>
                  <a:spcPts val="400"/>
                </a:spcBef>
              </a:pPr>
              <a:r>
                <a:rPr lang="en-US" altLang="zh-CN" sz="1100" b="1">
                  <a:solidFill>
                    <a:schemeClr val="tx1"/>
                  </a:solidFill>
                  <a:ea typeface="宋体" charset="-122"/>
                  <a:cs typeface="Arial" charset="0"/>
                </a:rPr>
                <a:t>Bus. Continuance</a:t>
              </a:r>
            </a:p>
          </p:txBody>
        </p:sp>
      </p:gr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EF246E-BDCB-12AA-FFF4-9F7E57FC9F43}"/>
              </a:ext>
            </a:extLst>
          </p:cNvPr>
          <p:cNvSpPr>
            <a:spLocks noGrp="1"/>
          </p:cNvSpPr>
          <p:nvPr>
            <p:ph type="title"/>
          </p:nvPr>
        </p:nvSpPr>
        <p:spPr>
          <a:xfrm>
            <a:off x="480060" y="1101277"/>
            <a:ext cx="3276452" cy="1467631"/>
          </a:xfrm>
        </p:spPr>
        <p:txBody>
          <a:bodyPr anchor="b">
            <a:normAutofit/>
          </a:bodyPr>
          <a:lstStyle/>
          <a:p>
            <a:r>
              <a:rPr lang="en-US" sz="4050" dirty="0"/>
              <a:t>What are data centers?</a:t>
            </a:r>
          </a:p>
        </p:txBody>
      </p:sp>
      <p:sp>
        <p:nvSpPr>
          <p:cNvPr id="3" name="Content Placeholder 2">
            <a:extLst>
              <a:ext uri="{FF2B5EF4-FFF2-40B4-BE49-F238E27FC236}">
                <a16:creationId xmlns:a16="http://schemas.microsoft.com/office/drawing/2014/main" id="{D98C6C61-72CD-A0EC-4745-B09DFDDE1476}"/>
              </a:ext>
            </a:extLst>
          </p:cNvPr>
          <p:cNvSpPr>
            <a:spLocks noGrp="1"/>
          </p:cNvSpPr>
          <p:nvPr>
            <p:ph idx="1"/>
          </p:nvPr>
        </p:nvSpPr>
        <p:spPr>
          <a:xfrm>
            <a:off x="480060" y="3011924"/>
            <a:ext cx="3182692" cy="2490501"/>
          </a:xfrm>
        </p:spPr>
        <p:txBody>
          <a:bodyPr>
            <a:normAutofit/>
          </a:bodyPr>
          <a:lstStyle/>
          <a:p>
            <a:r>
              <a:rPr lang="en-US" sz="1650"/>
              <a:t>Data centers are an aggregation of compute, memory, and storage resources.</a:t>
            </a:r>
          </a:p>
        </p:txBody>
      </p:sp>
      <p:pic>
        <p:nvPicPr>
          <p:cNvPr id="5" name="Picture 4" descr="A large room with many rows of computers&#10;&#10;Description automatically generated">
            <a:extLst>
              <a:ext uri="{FF2B5EF4-FFF2-40B4-BE49-F238E27FC236}">
                <a16:creationId xmlns:a16="http://schemas.microsoft.com/office/drawing/2014/main" id="{AD5DBD94-4F33-6739-D0AF-9F9F99F9FE34}"/>
              </a:ext>
            </a:extLst>
          </p:cNvPr>
          <p:cNvPicPr>
            <a:picLocks noChangeAspect="1"/>
          </p:cNvPicPr>
          <p:nvPr/>
        </p:nvPicPr>
        <p:blipFill>
          <a:blip r:embed="rId2"/>
          <a:srcRect l="23351" r="23488"/>
          <a:stretch/>
        </p:blipFill>
        <p:spPr>
          <a:xfrm>
            <a:off x="3983777" y="857257"/>
            <a:ext cx="5159081" cy="5143493"/>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103033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69CB3-A8B7-1D36-2609-72ED1D653F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C22F91D-CB50-A8AB-6D21-17500E153CCB}"/>
              </a:ext>
            </a:extLst>
          </p:cNvPr>
          <p:cNvSpPr>
            <a:spLocks noGrp="1"/>
          </p:cNvSpPr>
          <p:nvPr>
            <p:ph type="title"/>
          </p:nvPr>
        </p:nvSpPr>
        <p:spPr>
          <a:xfrm>
            <a:off x="480060" y="1101277"/>
            <a:ext cx="3276452" cy="1467631"/>
          </a:xfrm>
        </p:spPr>
        <p:txBody>
          <a:bodyPr anchor="b">
            <a:normAutofit/>
          </a:bodyPr>
          <a:lstStyle/>
          <a:p>
            <a:r>
              <a:rPr lang="en-US" sz="3450" dirty="0"/>
              <a:t>What is a server?</a:t>
            </a:r>
          </a:p>
        </p:txBody>
      </p:sp>
      <p:sp>
        <p:nvSpPr>
          <p:cNvPr id="3" name="Content Placeholder 2">
            <a:extLst>
              <a:ext uri="{FF2B5EF4-FFF2-40B4-BE49-F238E27FC236}">
                <a16:creationId xmlns:a16="http://schemas.microsoft.com/office/drawing/2014/main" id="{80E8F138-AFCA-CE48-4F98-45766781A962}"/>
              </a:ext>
            </a:extLst>
          </p:cNvPr>
          <p:cNvSpPr>
            <a:spLocks noGrp="1"/>
          </p:cNvSpPr>
          <p:nvPr>
            <p:ph idx="1"/>
          </p:nvPr>
        </p:nvSpPr>
        <p:spPr>
          <a:xfrm>
            <a:off x="480060" y="3011924"/>
            <a:ext cx="3182692" cy="2490501"/>
          </a:xfrm>
        </p:spPr>
        <p:txBody>
          <a:bodyPr>
            <a:normAutofit/>
          </a:bodyPr>
          <a:lstStyle/>
          <a:p>
            <a:r>
              <a:rPr lang="en-US" sz="1650" dirty="0"/>
              <a:t>A server is a computing machine under a predefined </a:t>
            </a:r>
            <a:r>
              <a:rPr lang="en-US" sz="1650" b="1" u="sng" dirty="0"/>
              <a:t>form factor</a:t>
            </a:r>
            <a:r>
              <a:rPr lang="en-US" sz="1650" dirty="0"/>
              <a:t>.</a:t>
            </a:r>
          </a:p>
        </p:txBody>
      </p:sp>
      <p:pic>
        <p:nvPicPr>
          <p:cNvPr id="6" name="Picture 1" descr="page31image52635600">
            <a:extLst>
              <a:ext uri="{FF2B5EF4-FFF2-40B4-BE49-F238E27FC236}">
                <a16:creationId xmlns:a16="http://schemas.microsoft.com/office/drawing/2014/main" id="{EA382507-4545-5375-E2FC-8D2BC097A51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4072" r="39298" b="-2"/>
          <a:stretch/>
        </p:blipFill>
        <p:spPr bwMode="auto">
          <a:xfrm>
            <a:off x="4496578" y="857249"/>
            <a:ext cx="2262230" cy="1667504"/>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4" descr="page31image52635392">
            <a:extLst>
              <a:ext uri="{FF2B5EF4-FFF2-40B4-BE49-F238E27FC236}">
                <a16:creationId xmlns:a16="http://schemas.microsoft.com/office/drawing/2014/main" id="{46347D8E-C647-654F-4B44-0FF8281DCC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24491" r="21612" b="2"/>
          <a:stretch/>
        </p:blipFill>
        <p:spPr bwMode="auto">
          <a:xfrm>
            <a:off x="6891659" y="857252"/>
            <a:ext cx="2252342" cy="1253675"/>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3" descr="page31image52637472">
            <a:extLst>
              <a:ext uri="{FF2B5EF4-FFF2-40B4-BE49-F238E27FC236}">
                <a16:creationId xmlns:a16="http://schemas.microsoft.com/office/drawing/2014/main" id="{36640A90-283E-6FA6-BB81-F8685D4E057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34590" r="29214"/>
          <a:stretch/>
        </p:blipFill>
        <p:spPr bwMode="auto">
          <a:xfrm>
            <a:off x="4496578" y="2653545"/>
            <a:ext cx="2262230" cy="1546846"/>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2" descr="page31image52636432">
            <a:extLst>
              <a:ext uri="{FF2B5EF4-FFF2-40B4-BE49-F238E27FC236}">
                <a16:creationId xmlns:a16="http://schemas.microsoft.com/office/drawing/2014/main" id="{046633D5-F440-EF6B-FF1C-D180184ACF6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22001" r="33299"/>
          <a:stretch/>
        </p:blipFill>
        <p:spPr bwMode="auto">
          <a:xfrm>
            <a:off x="6891658" y="2239710"/>
            <a:ext cx="2252342" cy="1536830"/>
          </a:xfrm>
          <a:prstGeom prst="rect">
            <a:avLst/>
          </a:prstGeom>
          <a:noFill/>
          <a:extLst>
            <a:ext uri="{909E8E84-426E-40DD-AFC4-6F175D3DCCD1}">
              <a14:hiddenFill xmlns:a14="http://schemas.microsoft.com/office/drawing/2010/main">
                <a:solidFill>
                  <a:srgbClr val="FFFFFF"/>
                </a:solidFill>
              </a14:hiddenFill>
            </a:ext>
          </a:extLst>
        </p:spPr>
      </p:pic>
      <p:pic>
        <p:nvPicPr>
          <p:cNvPr id="10" name="Picture 5" descr="page31image52636016">
            <a:extLst>
              <a:ext uri="{FF2B5EF4-FFF2-40B4-BE49-F238E27FC236}">
                <a16:creationId xmlns:a16="http://schemas.microsoft.com/office/drawing/2014/main" id="{619B1272-EB83-55A6-E3EF-F5A99A286BBA}"/>
              </a:ext>
            </a:extLst>
          </p:cNvPr>
          <p:cNvPicPr>
            <a:picLocks noChangeAspect="1" noChangeArrowheads="1"/>
          </p:cNvPicPr>
          <p:nvPr/>
        </p:nvPicPr>
        <p:blipFill>
          <a:blip r:embed="rId6">
            <a:extLst>
              <a:ext uri="{28A0092B-C50C-407E-A947-70E740481C1C}">
                <a14:useLocalDpi xmlns:a14="http://schemas.microsoft.com/office/drawing/2010/main" val="0"/>
              </a:ext>
            </a:extLst>
          </a:blip>
          <a:srcRect l="26211" r="7462" b="4"/>
          <a:stretch/>
        </p:blipFill>
        <p:spPr bwMode="auto">
          <a:xfrm>
            <a:off x="4496578" y="4321047"/>
            <a:ext cx="2262230" cy="1679704"/>
          </a:xfrm>
          <a:prstGeom prst="rect">
            <a:avLst/>
          </a:prstGeom>
          <a:noFill/>
          <a:extLst>
            <a:ext uri="{909E8E84-426E-40DD-AFC4-6F175D3DCCD1}">
              <a14:hiddenFill xmlns:a14="http://schemas.microsoft.com/office/drawing/2010/main">
                <a:solidFill>
                  <a:srgbClr val="FFFFFF"/>
                </a:solidFill>
              </a14:hiddenFill>
            </a:ext>
          </a:extLst>
        </p:spPr>
      </p:pic>
      <p:pic>
        <p:nvPicPr>
          <p:cNvPr id="11" name="Picture 6" descr="page31image52639552">
            <a:extLst>
              <a:ext uri="{FF2B5EF4-FFF2-40B4-BE49-F238E27FC236}">
                <a16:creationId xmlns:a16="http://schemas.microsoft.com/office/drawing/2014/main" id="{9E2C23F2-D613-D172-6B94-71C7F4D611C5}"/>
              </a:ext>
            </a:extLst>
          </p:cNvPr>
          <p:cNvPicPr>
            <a:picLocks noChangeAspect="1" noChangeArrowheads="1"/>
          </p:cNvPicPr>
          <p:nvPr/>
        </p:nvPicPr>
        <p:blipFill>
          <a:blip r:embed="rId7">
            <a:extLst>
              <a:ext uri="{28A0092B-C50C-407E-A947-70E740481C1C}">
                <a14:useLocalDpi xmlns:a14="http://schemas.microsoft.com/office/drawing/2010/main" val="0"/>
              </a:ext>
            </a:extLst>
          </a:blip>
          <a:srcRect l="17923" r="46132" b="-2"/>
          <a:stretch/>
        </p:blipFill>
        <p:spPr bwMode="auto">
          <a:xfrm>
            <a:off x="6891659" y="3917241"/>
            <a:ext cx="2252342" cy="2083510"/>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565C6ADD-C575-1006-4983-09175A795F10}"/>
              </a:ext>
            </a:extLst>
          </p:cNvPr>
          <p:cNvSpPr txBox="1"/>
          <p:nvPr/>
        </p:nvSpPr>
        <p:spPr>
          <a:xfrm>
            <a:off x="4326468" y="1731292"/>
            <a:ext cx="4780931" cy="3785652"/>
          </a:xfrm>
          <a:prstGeom prst="rect">
            <a:avLst/>
          </a:prstGeom>
          <a:solidFill>
            <a:schemeClr val="bg2"/>
          </a:solidFill>
          <a:ln w="38100">
            <a:solidFill>
              <a:schemeClr val="tx1"/>
            </a:solidFill>
          </a:ln>
        </p:spPr>
        <p:txBody>
          <a:bodyPr wrap="square" rtlCol="0">
            <a:spAutoFit/>
          </a:bodyPr>
          <a:lstStyle/>
          <a:p>
            <a:pPr marL="342900" indent="-342900">
              <a:buFont typeface="Arial" panose="020B0604020202020204" pitchFamily="34" charset="0"/>
              <a:buChar char="•"/>
            </a:pPr>
            <a:r>
              <a:rPr lang="en-US" sz="2400" dirty="0"/>
              <a:t>A server consists of</a:t>
            </a:r>
          </a:p>
          <a:p>
            <a:pPr marL="685800" lvl="1" indent="-342900">
              <a:buFont typeface="Arial" panose="020B0604020202020204" pitchFamily="34" charset="0"/>
              <a:buChar char="•"/>
            </a:pPr>
            <a:r>
              <a:rPr lang="en-US" sz="2400" dirty="0"/>
              <a:t>One or several power-hungry multi-core processors</a:t>
            </a:r>
          </a:p>
          <a:p>
            <a:pPr marL="685800" lvl="1" indent="-342900">
              <a:buFont typeface="Arial" panose="020B0604020202020204" pitchFamily="34" charset="0"/>
              <a:buChar char="•"/>
            </a:pPr>
            <a:r>
              <a:rPr lang="en-US" sz="2400" dirty="0"/>
              <a:t>Multiple GPU/FPGA/ASIC accelerators</a:t>
            </a:r>
          </a:p>
          <a:p>
            <a:pPr marL="685800" lvl="1" indent="-342900">
              <a:buFont typeface="Arial" panose="020B0604020202020204" pitchFamily="34" charset="0"/>
              <a:buChar char="•"/>
            </a:pPr>
            <a:r>
              <a:rPr lang="en-US" sz="2400" dirty="0"/>
              <a:t>Massive memory capacity</a:t>
            </a:r>
          </a:p>
          <a:p>
            <a:pPr marL="685800" lvl="1" indent="-342900">
              <a:buFont typeface="Arial" panose="020B0604020202020204" pitchFamily="34" charset="0"/>
              <a:buChar char="•"/>
            </a:pPr>
            <a:r>
              <a:rPr lang="en-US" sz="2400" dirty="0"/>
              <a:t>High-bandwidth networking bandwidth</a:t>
            </a:r>
          </a:p>
          <a:p>
            <a:pPr marL="685800" lvl="1" indent="-342900">
              <a:buFont typeface="Arial" panose="020B0604020202020204" pitchFamily="34" charset="0"/>
              <a:buChar char="•"/>
            </a:pPr>
            <a:r>
              <a:rPr lang="en-US" sz="2400" dirty="0"/>
              <a:t>Enormous persistent HDD/SSD storage</a:t>
            </a:r>
          </a:p>
        </p:txBody>
      </p:sp>
    </p:spTree>
    <p:extLst>
      <p:ext uri="{BB962C8B-B14F-4D97-AF65-F5344CB8AC3E}">
        <p14:creationId xmlns:p14="http://schemas.microsoft.com/office/powerpoint/2010/main" val="33090618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510929-816A-0FBB-5C61-C17CD79A7DB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14C11E-3BD4-9085-8EA3-D4C93CEE4F09}"/>
              </a:ext>
            </a:extLst>
          </p:cNvPr>
          <p:cNvSpPr>
            <a:spLocks noGrp="1"/>
          </p:cNvSpPr>
          <p:nvPr>
            <p:ph type="title"/>
          </p:nvPr>
        </p:nvSpPr>
        <p:spPr>
          <a:xfrm>
            <a:off x="480060" y="1101277"/>
            <a:ext cx="3276452" cy="1467631"/>
          </a:xfrm>
        </p:spPr>
        <p:txBody>
          <a:bodyPr anchor="b">
            <a:normAutofit fontScale="90000"/>
          </a:bodyPr>
          <a:lstStyle/>
          <a:p>
            <a:r>
              <a:rPr lang="en-US" sz="3450" dirty="0"/>
              <a:t>What are data center networks?</a:t>
            </a:r>
          </a:p>
        </p:txBody>
      </p:sp>
      <p:sp>
        <p:nvSpPr>
          <p:cNvPr id="3" name="Content Placeholder 2">
            <a:extLst>
              <a:ext uri="{FF2B5EF4-FFF2-40B4-BE49-F238E27FC236}">
                <a16:creationId xmlns:a16="http://schemas.microsoft.com/office/drawing/2014/main" id="{8A4C599B-A602-570A-5470-13265A4BAC57}"/>
              </a:ext>
            </a:extLst>
          </p:cNvPr>
          <p:cNvSpPr>
            <a:spLocks noGrp="1"/>
          </p:cNvSpPr>
          <p:nvPr>
            <p:ph idx="1"/>
          </p:nvPr>
        </p:nvSpPr>
        <p:spPr>
          <a:xfrm>
            <a:off x="480060" y="3011924"/>
            <a:ext cx="3182692" cy="2490501"/>
          </a:xfrm>
        </p:spPr>
        <p:txBody>
          <a:bodyPr>
            <a:normAutofit/>
          </a:bodyPr>
          <a:lstStyle/>
          <a:p>
            <a:r>
              <a:rPr lang="en-US" sz="1650" dirty="0"/>
              <a:t>Data center networks connect </a:t>
            </a:r>
            <a:r>
              <a:rPr lang="en-US" sz="1650" b="1" dirty="0">
                <a:solidFill>
                  <a:srgbClr val="FF0000"/>
                </a:solidFill>
              </a:rPr>
              <a:t>servers</a:t>
            </a:r>
          </a:p>
          <a:p>
            <a:endParaRPr lang="en-US" sz="1650" dirty="0"/>
          </a:p>
        </p:txBody>
      </p:sp>
      <p:pic>
        <p:nvPicPr>
          <p:cNvPr id="4" name="Picture 1" descr="page28image52581456">
            <a:extLst>
              <a:ext uri="{FF2B5EF4-FFF2-40B4-BE49-F238E27FC236}">
                <a16:creationId xmlns:a16="http://schemas.microsoft.com/office/drawing/2014/main" id="{77EE1395-917D-E1C7-9510-5AC9C699CAA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33626" r="7698" b="1"/>
          <a:stretch/>
        </p:blipFill>
        <p:spPr bwMode="auto">
          <a:xfrm>
            <a:off x="3982633" y="857257"/>
            <a:ext cx="5159081" cy="5143493"/>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a:noFill/>
          <a:extLst>
            <a:ext uri="{909E8E84-426E-40DD-AFC4-6F175D3DCCD1}">
              <a14:hiddenFill xmlns:a14="http://schemas.microsoft.com/office/drawing/2010/main">
                <a:solidFill>
                  <a:srgbClr val="FFFFFF"/>
                </a:solidFill>
              </a14:hiddenFill>
            </a:ext>
          </a:extLst>
        </p:spPr>
      </p:pic>
      <p:sp>
        <p:nvSpPr>
          <p:cNvPr id="5" name="Oval 4">
            <a:extLst>
              <a:ext uri="{FF2B5EF4-FFF2-40B4-BE49-F238E27FC236}">
                <a16:creationId xmlns:a16="http://schemas.microsoft.com/office/drawing/2014/main" id="{89BF0BA0-98AF-DB35-50BD-B82C9E4D8D51}"/>
              </a:ext>
            </a:extLst>
          </p:cNvPr>
          <p:cNvSpPr/>
          <p:nvPr/>
        </p:nvSpPr>
        <p:spPr>
          <a:xfrm>
            <a:off x="6662057" y="3143250"/>
            <a:ext cx="1608365" cy="571500"/>
          </a:xfrm>
          <a:prstGeom prst="ellipse">
            <a:avLst/>
          </a:prstGeom>
          <a:noFill/>
          <a:ln w="57150">
            <a:solidFill>
              <a:srgbClr val="FF000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en-US" sz="1350"/>
          </a:p>
        </p:txBody>
      </p:sp>
    </p:spTree>
    <p:extLst>
      <p:ext uri="{BB962C8B-B14F-4D97-AF65-F5344CB8AC3E}">
        <p14:creationId xmlns:p14="http://schemas.microsoft.com/office/powerpoint/2010/main" val="23748426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68611" name="Slide Number Placeholder 5"/>
          <p:cNvSpPr>
            <a:spLocks noGrp="1"/>
          </p:cNvSpPr>
          <p:nvPr>
            <p:ph type="sldNum" sz="quarter" idx="12"/>
          </p:nvPr>
        </p:nvSpPr>
        <p:spPr>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D606B102-D92D-2B4C-833F-98664470B5B4}" type="slidenum">
              <a:rPr kumimoji="0" lang="en-US" sz="1200" b="0" i="0" u="none" strike="noStrike" kern="1200" cap="none" spc="0" normalizeH="0" baseline="0" noProof="0" smtClean="0">
                <a:ln>
                  <a:noFill/>
                </a:ln>
                <a:solidFill>
                  <a:srgbClr val="000000"/>
                </a:solidFill>
                <a:effectLst/>
                <a:uLnTx/>
                <a:uFillTx/>
                <a:latin typeface="Arial" charset="0"/>
                <a:ea typeface="ＭＳ Ｐゴシック" charset="0"/>
                <a:cs typeface="+mn-cs"/>
              </a:rPr>
              <a:pPr marL="0" marR="0" lvl="0" indent="0" algn="r" defTabSz="457200" rtl="0" eaLnBrk="1" fontAlgn="auto" latinLnBrk="0" hangingPunct="1">
                <a:lnSpc>
                  <a:spcPct val="100000"/>
                </a:lnSpc>
                <a:spcBef>
                  <a:spcPts val="0"/>
                </a:spcBef>
                <a:spcAft>
                  <a:spcPts val="0"/>
                </a:spcAft>
                <a:buClrTx/>
                <a:buSzTx/>
                <a:buFontTx/>
                <a:buNone/>
                <a:tabLst/>
                <a:defRPr/>
              </a:pPr>
              <a:t>7</a:t>
            </a:fld>
            <a:endPar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sp>
        <p:nvSpPr>
          <p:cNvPr id="68612" name="Rectangle 5"/>
          <p:cNvSpPr>
            <a:spLocks noGrp="1" noChangeArrowheads="1"/>
          </p:cNvSpPr>
          <p:nvPr>
            <p:ph type="title"/>
          </p:nvPr>
        </p:nvSpPr>
        <p:spPr>
          <a:xfrm>
            <a:off x="546100" y="115888"/>
            <a:ext cx="7772400" cy="936625"/>
          </a:xfrm>
        </p:spPr>
        <p:txBody>
          <a:bodyPr/>
          <a:lstStyle/>
          <a:p>
            <a:pPr>
              <a:defRPr/>
            </a:pPr>
            <a:r>
              <a:rPr lang="en-US" dirty="0">
                <a:latin typeface="Gill Sans MT" charset="0"/>
                <a:cs typeface="+mj-cs"/>
              </a:rPr>
              <a:t>Data center networks </a:t>
            </a:r>
          </a:p>
        </p:txBody>
      </p:sp>
      <p:sp>
        <p:nvSpPr>
          <p:cNvPr id="68613" name="Rectangle 6"/>
          <p:cNvSpPr>
            <a:spLocks noGrp="1" noChangeArrowheads="1"/>
          </p:cNvSpPr>
          <p:nvPr>
            <p:ph type="body" idx="1"/>
          </p:nvPr>
        </p:nvSpPr>
        <p:spPr>
          <a:xfrm>
            <a:off x="107504" y="908720"/>
            <a:ext cx="8782496" cy="835025"/>
          </a:xfrm>
        </p:spPr>
        <p:txBody>
          <a:bodyPr>
            <a:noAutofit/>
          </a:bodyPr>
          <a:lstStyle/>
          <a:p>
            <a:pPr>
              <a:defRPr/>
            </a:pPr>
            <a:r>
              <a:rPr lang="en-US" sz="2400" dirty="0">
                <a:latin typeface="Gill Sans MT" charset="0"/>
                <a:cs typeface="+mn-cs"/>
              </a:rPr>
              <a:t>10’s to 1000’s of thousands of hosts/servers, often closely coupled, in close proximity:</a:t>
            </a:r>
          </a:p>
          <a:p>
            <a:pPr lvl="1">
              <a:defRPr/>
            </a:pPr>
            <a:r>
              <a:rPr lang="en-US" dirty="0">
                <a:latin typeface="Gill Sans MT" charset="0"/>
                <a:cs typeface="+mn-cs"/>
              </a:rPr>
              <a:t>e-business (e.g. Amazon – 28 data centers, 1.5 M servers, 2014)</a:t>
            </a:r>
          </a:p>
          <a:p>
            <a:pPr lvl="1">
              <a:defRPr/>
            </a:pPr>
            <a:r>
              <a:rPr lang="en-US" dirty="0">
                <a:latin typeface="Gill Sans MT" charset="0"/>
                <a:cs typeface="+mn-cs"/>
              </a:rPr>
              <a:t>content-servers (e.g., YouTube, Akamai, Apple, Microsoft)</a:t>
            </a:r>
          </a:p>
          <a:p>
            <a:pPr lvl="1">
              <a:defRPr/>
            </a:pPr>
            <a:r>
              <a:rPr lang="en-US" dirty="0">
                <a:latin typeface="Gill Sans MT" charset="0"/>
                <a:cs typeface="+mn-cs"/>
              </a:rPr>
              <a:t>search engines, data mining (e.g., Google – estimate had 2.5M servers in 2016)</a:t>
            </a:r>
          </a:p>
          <a:p>
            <a:pPr>
              <a:defRPr/>
            </a:pPr>
            <a:endParaRPr lang="en-US" sz="2400" dirty="0">
              <a:latin typeface="Gill Sans MT" charset="0"/>
              <a:cs typeface="+mn-cs"/>
            </a:endParaRPr>
          </a:p>
        </p:txBody>
      </p:sp>
      <p:sp>
        <p:nvSpPr>
          <p:cNvPr id="66" name="Rectangle 6"/>
          <p:cNvSpPr txBox="1">
            <a:spLocks noChangeArrowheads="1"/>
          </p:cNvSpPr>
          <p:nvPr/>
        </p:nvSpPr>
        <p:spPr bwMode="auto">
          <a:xfrm>
            <a:off x="107504" y="3411538"/>
            <a:ext cx="5255071" cy="1770062"/>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 uri="{FAA26D3D-D897-4be2-8F04-BA451C77F1D7}">
              <ma14:placeholderFlag xmlns="" xmlns:ma14="http://schemas.microsoft.com/office/mac/drawingml/2011/main" val="1"/>
            </a:ext>
          </a:extLst>
        </p:spPr>
        <p:txBody>
          <a:bodyPr/>
          <a:lstStyle>
            <a:lvl1pPr marL="342900" indent="-342900" algn="l" rtl="0" eaLnBrk="0" fontAlgn="base" hangingPunct="0">
              <a:lnSpc>
                <a:spcPct val="85000"/>
              </a:lnSpc>
              <a:spcBef>
                <a:spcPct val="20000"/>
              </a:spcBef>
              <a:spcAft>
                <a:spcPct val="0"/>
              </a:spcAft>
              <a:buClr>
                <a:srgbClr val="000099"/>
              </a:buClr>
              <a:buSzPct val="65000"/>
              <a:buFont typeface="Wingdings" charset="0"/>
              <a:buChar char="v"/>
              <a:defRPr sz="2800">
                <a:solidFill>
                  <a:schemeClr val="tx1"/>
                </a:solidFill>
                <a:latin typeface="+mn-lt"/>
                <a:ea typeface="ＭＳ Ｐゴシック" charset="0"/>
                <a:cs typeface="ＭＳ Ｐゴシック" charset="0"/>
              </a:defRPr>
            </a:lvl1pPr>
            <a:lvl2pPr marL="742950" indent="-285750" algn="l" rtl="0" eaLnBrk="0" fontAlgn="base" hangingPunct="0">
              <a:lnSpc>
                <a:spcPct val="85000"/>
              </a:lnSpc>
              <a:spcBef>
                <a:spcPct val="20000"/>
              </a:spcBef>
              <a:spcAft>
                <a:spcPct val="0"/>
              </a:spcAft>
              <a:buClr>
                <a:srgbClr val="000099"/>
              </a:buClr>
              <a:buFont typeface="Wingdings" charset="0"/>
              <a:buChar char="§"/>
              <a:defRPr sz="2400">
                <a:solidFill>
                  <a:schemeClr val="tx1"/>
                </a:solidFill>
                <a:latin typeface="+mn-lt"/>
                <a:ea typeface="ＭＳ Ｐゴシック" charset="0"/>
              </a:defRPr>
            </a:lvl2pPr>
            <a:lvl3pPr marL="1143000" indent="-228600" algn="l" rtl="0" eaLnBrk="0" fontAlgn="base" hangingPunct="0">
              <a:spcBef>
                <a:spcPct val="20000"/>
              </a:spcBef>
              <a:spcAft>
                <a:spcPct val="0"/>
              </a:spcAft>
              <a:buChar char="•"/>
              <a:defRPr sz="2000">
                <a:solidFill>
                  <a:schemeClr val="tx1"/>
                </a:solidFill>
                <a:latin typeface="+mn-lt"/>
                <a:ea typeface="ＭＳ Ｐゴシック" charset="0"/>
              </a:defRPr>
            </a:lvl3pPr>
            <a:lvl4pPr marL="16002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4pPr>
            <a:lvl5pPr marL="2057400" indent="-228600" algn="l" rtl="0" eaLnBrk="0" fontAlgn="base" hangingPunct="0">
              <a:spcBef>
                <a:spcPct val="20000"/>
              </a:spcBef>
              <a:spcAft>
                <a:spcPct val="0"/>
              </a:spcAft>
              <a:buChar char="»"/>
              <a:defRPr sz="2000">
                <a:solidFill>
                  <a:schemeClr val="tx1"/>
                </a:solidFill>
                <a:latin typeface="Times New Roman" pitchFamily="-109" charset="0"/>
                <a:ea typeface="ＭＳ Ｐゴシック" charset="0"/>
              </a:defRPr>
            </a:lvl5pPr>
            <a:lvl6pPr marL="2514600" indent="-228600" algn="l" rtl="0" eaLnBrk="0" fontAlgn="base" hangingPunct="0">
              <a:spcBef>
                <a:spcPct val="20000"/>
              </a:spcBef>
              <a:spcAft>
                <a:spcPct val="0"/>
              </a:spcAft>
              <a:buChar char="»"/>
              <a:defRPr sz="2000">
                <a:solidFill>
                  <a:schemeClr val="tx1"/>
                </a:solidFill>
                <a:latin typeface="Times New Roman" pitchFamily="-109" charset="0"/>
              </a:defRPr>
            </a:lvl6pPr>
            <a:lvl7pPr marL="2971800" indent="-228600" algn="l" rtl="0" eaLnBrk="0" fontAlgn="base" hangingPunct="0">
              <a:spcBef>
                <a:spcPct val="20000"/>
              </a:spcBef>
              <a:spcAft>
                <a:spcPct val="0"/>
              </a:spcAft>
              <a:buChar char="»"/>
              <a:defRPr sz="2000">
                <a:solidFill>
                  <a:schemeClr val="tx1"/>
                </a:solidFill>
                <a:latin typeface="Times New Roman" pitchFamily="-109" charset="0"/>
              </a:defRPr>
            </a:lvl7pPr>
            <a:lvl8pPr marL="3429000" indent="-228600" algn="l" rtl="0" eaLnBrk="0" fontAlgn="base" hangingPunct="0">
              <a:spcBef>
                <a:spcPct val="20000"/>
              </a:spcBef>
              <a:spcAft>
                <a:spcPct val="0"/>
              </a:spcAft>
              <a:buChar char="»"/>
              <a:defRPr sz="2000">
                <a:solidFill>
                  <a:schemeClr val="tx1"/>
                </a:solidFill>
                <a:latin typeface="Times New Roman" pitchFamily="-109" charset="0"/>
              </a:defRPr>
            </a:lvl8pPr>
            <a:lvl9pPr marL="3886200" indent="-228600" algn="l" rtl="0" eaLnBrk="0" fontAlgn="base" hangingPunct="0">
              <a:spcBef>
                <a:spcPct val="20000"/>
              </a:spcBef>
              <a:spcAft>
                <a:spcPct val="0"/>
              </a:spcAft>
              <a:buChar char="»"/>
              <a:defRPr sz="2000">
                <a:solidFill>
                  <a:schemeClr val="tx1"/>
                </a:solidFill>
                <a:latin typeface="Times New Roman" pitchFamily="-109" charset="0"/>
              </a:defRPr>
            </a:lvl9pPr>
          </a:lstStyle>
          <a:p>
            <a:pPr marL="342900" marR="0" lvl="0" indent="-342900" algn="l" defTabSz="457200" rtl="0" eaLnBrk="0" fontAlgn="base" latinLnBrk="0" hangingPunct="0">
              <a:lnSpc>
                <a:spcPct val="85000"/>
              </a:lnSpc>
              <a:spcBef>
                <a:spcPct val="20000"/>
              </a:spcBef>
              <a:spcAft>
                <a:spcPct val="0"/>
              </a:spcAft>
              <a:buClr>
                <a:srgbClr val="000099"/>
              </a:buClr>
              <a:buSzPct val="65000"/>
              <a:buFont typeface="Wingdings" charset="0"/>
              <a:buChar char="v"/>
              <a:tabLst/>
              <a:defRPr/>
            </a:pPr>
            <a:r>
              <a:rPr kumimoji="0" lang="en-US" sz="2800" b="0" i="0" u="none" strike="noStrike" kern="1200" cap="none" spc="0" normalizeH="0" baseline="0" noProof="0" dirty="0">
                <a:ln>
                  <a:noFill/>
                </a:ln>
                <a:solidFill>
                  <a:prstClr val="black"/>
                </a:solidFill>
                <a:effectLst/>
                <a:uLnTx/>
                <a:uFillTx/>
                <a:latin typeface="Gill Sans MT" charset="0"/>
                <a:ea typeface="ＭＳ Ｐゴシック" charset="0"/>
                <a:cs typeface="+mn-cs"/>
              </a:rPr>
              <a:t>challenges:</a:t>
            </a:r>
          </a:p>
          <a:p>
            <a:pPr marL="742950" marR="0" lvl="1" indent="-285750" algn="l" defTabSz="457200" rtl="0" eaLnBrk="0" fontAlgn="base" latinLnBrk="0" hangingPunct="0">
              <a:lnSpc>
                <a:spcPct val="85000"/>
              </a:lnSpc>
              <a:spcBef>
                <a:spcPct val="20000"/>
              </a:spcBef>
              <a:spcAft>
                <a:spcPct val="0"/>
              </a:spcAft>
              <a:buClr>
                <a:srgbClr val="000099"/>
              </a:buClr>
              <a:buSzTx/>
              <a:buFont typeface="Wingdings" charset="0"/>
              <a:buChar char="§"/>
              <a:tabLst/>
              <a:defRPr/>
            </a:pPr>
            <a:r>
              <a:rPr kumimoji="0" lang="en-US" sz="2400" b="0" i="0" u="none" strike="noStrike" kern="1200" cap="none" spc="0" normalizeH="0" baseline="0" noProof="0" dirty="0">
                <a:ln>
                  <a:noFill/>
                </a:ln>
                <a:solidFill>
                  <a:prstClr val="black"/>
                </a:solidFill>
                <a:effectLst/>
                <a:uLnTx/>
                <a:uFillTx/>
                <a:latin typeface="Gill Sans MT" charset="0"/>
                <a:ea typeface="ＭＳ Ｐゴシック" charset="0"/>
                <a:cs typeface="+mn-cs"/>
              </a:rPr>
              <a:t>multiple applications, each serving massive numbers of clients </a:t>
            </a:r>
          </a:p>
          <a:p>
            <a:pPr marL="742950" marR="0" lvl="1" indent="-285750" algn="l" defTabSz="457200" rtl="0" eaLnBrk="0" fontAlgn="base" latinLnBrk="0" hangingPunct="0">
              <a:lnSpc>
                <a:spcPct val="85000"/>
              </a:lnSpc>
              <a:spcBef>
                <a:spcPct val="20000"/>
              </a:spcBef>
              <a:spcAft>
                <a:spcPct val="0"/>
              </a:spcAft>
              <a:buClr>
                <a:srgbClr val="000099"/>
              </a:buClr>
              <a:buSzTx/>
              <a:buFont typeface="Wingdings" charset="0"/>
              <a:buChar char="§"/>
              <a:tabLst/>
              <a:defRPr/>
            </a:pPr>
            <a:r>
              <a:rPr kumimoji="0" lang="en-US" sz="2400" b="0" i="0" u="none" strike="noStrike" kern="1200" cap="none" spc="0" normalizeH="0" baseline="0" noProof="0" dirty="0">
                <a:ln>
                  <a:noFill/>
                </a:ln>
                <a:solidFill>
                  <a:prstClr val="black"/>
                </a:solidFill>
                <a:effectLst/>
                <a:uLnTx/>
                <a:uFillTx/>
                <a:latin typeface="Gill Sans MT" charset="0"/>
                <a:ea typeface="ＭＳ Ｐゴシック" charset="0"/>
                <a:cs typeface="+mn-cs"/>
              </a:rPr>
              <a:t>managing/balancing load, avoiding processing, networking, data bottlenecks  </a:t>
            </a:r>
          </a:p>
        </p:txBody>
      </p:sp>
      <p:pic>
        <p:nvPicPr>
          <p:cNvPr id="204807" name="Picture 1"/>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321300" y="3451225"/>
            <a:ext cx="3527425" cy="252253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pic>
      <p:sp>
        <p:nvSpPr>
          <p:cNvPr id="204808" name="TextBox 3"/>
          <p:cNvSpPr txBox="1">
            <a:spLocks noChangeArrowheads="1"/>
          </p:cNvSpPr>
          <p:nvPr/>
        </p:nvSpPr>
        <p:spPr bwMode="auto">
          <a:xfrm>
            <a:off x="5265738" y="5951538"/>
            <a:ext cx="2828925" cy="52387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charset="0"/>
                <a:ea typeface="ＭＳ Ｐゴシック" charset="0"/>
                <a:cs typeface="Arial" charset="0"/>
              </a:rPr>
              <a:t>Inside a 40-ft Microsoft container,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a:ln>
                  <a:noFill/>
                </a:ln>
                <a:solidFill>
                  <a:prstClr val="black"/>
                </a:solidFill>
                <a:effectLst/>
                <a:uLnTx/>
                <a:uFillTx/>
                <a:latin typeface="Arial" charset="0"/>
                <a:ea typeface="ＭＳ Ｐゴシック" charset="0"/>
                <a:cs typeface="Arial" charset="0"/>
              </a:rPr>
              <a:t>Chicago data center</a:t>
            </a:r>
          </a:p>
        </p:txBody>
      </p:sp>
    </p:spTree>
    <p:extLst>
      <p:ext uri="{BB962C8B-B14F-4D97-AF65-F5344CB8AC3E}">
        <p14:creationId xmlns:p14="http://schemas.microsoft.com/office/powerpoint/2010/main" val="351907614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2AD171-521F-9670-06D6-DEC6198DAB4A}"/>
              </a:ext>
            </a:extLst>
          </p:cNvPr>
          <p:cNvSpPr>
            <a:spLocks noGrp="1"/>
          </p:cNvSpPr>
          <p:nvPr>
            <p:ph type="title"/>
          </p:nvPr>
        </p:nvSpPr>
        <p:spPr/>
        <p:txBody>
          <a:bodyPr>
            <a:normAutofit fontScale="90000"/>
          </a:bodyPr>
          <a:lstStyle/>
          <a:p>
            <a:r>
              <a:rPr lang="en-US" dirty="0"/>
              <a:t>How do data center networks connect servers?</a:t>
            </a:r>
          </a:p>
        </p:txBody>
      </p:sp>
      <p:sp>
        <p:nvSpPr>
          <p:cNvPr id="3" name="Content Placeholder 2">
            <a:extLst>
              <a:ext uri="{FF2B5EF4-FFF2-40B4-BE49-F238E27FC236}">
                <a16:creationId xmlns:a16="http://schemas.microsoft.com/office/drawing/2014/main" id="{7A8E6708-1EE8-A1CE-A717-F9CCF321CD6A}"/>
              </a:ext>
            </a:extLst>
          </p:cNvPr>
          <p:cNvSpPr>
            <a:spLocks noGrp="1"/>
          </p:cNvSpPr>
          <p:nvPr>
            <p:ph idx="1"/>
          </p:nvPr>
        </p:nvSpPr>
        <p:spPr/>
        <p:txBody>
          <a:bodyPr/>
          <a:lstStyle/>
          <a:p>
            <a:r>
              <a:rPr lang="en-US" dirty="0"/>
              <a:t>Data center networks connect servers via </a:t>
            </a:r>
            <a:r>
              <a:rPr lang="en-US" b="1" i="1" dirty="0">
                <a:solidFill>
                  <a:srgbClr val="C00000"/>
                </a:solidFill>
              </a:rPr>
              <a:t>NIC ports</a:t>
            </a:r>
            <a:r>
              <a:rPr lang="en-US" dirty="0"/>
              <a:t>!</a:t>
            </a:r>
          </a:p>
          <a:p>
            <a:r>
              <a:rPr lang="en-US" b="1" dirty="0"/>
              <a:t>Management port</a:t>
            </a:r>
            <a:r>
              <a:rPr lang="en-US" dirty="0"/>
              <a:t>:</a:t>
            </a:r>
          </a:p>
          <a:p>
            <a:pPr lvl="1"/>
            <a:r>
              <a:rPr lang="en-US" dirty="0"/>
              <a:t>Configure and manage a baseboard management controller (BMC)</a:t>
            </a:r>
          </a:p>
        </p:txBody>
      </p:sp>
      <p:pic>
        <p:nvPicPr>
          <p:cNvPr id="14337" name="Picture 1" descr="page48image106127072">
            <a:extLst>
              <a:ext uri="{FF2B5EF4-FFF2-40B4-BE49-F238E27FC236}">
                <a16:creationId xmlns:a16="http://schemas.microsoft.com/office/drawing/2014/main" id="{759AF78C-7008-6864-64A3-C14F25D3A02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422" y="4732750"/>
            <a:ext cx="8446171" cy="1757553"/>
          </a:xfrm>
          <a:prstGeom prst="rect">
            <a:avLst/>
          </a:prstGeom>
          <a:noFill/>
          <a:extLst>
            <a:ext uri="{909E8E84-426E-40DD-AFC4-6F175D3DCCD1}">
              <a14:hiddenFill xmlns:a14="http://schemas.microsoft.com/office/drawing/2010/main">
                <a:solidFill>
                  <a:srgbClr val="FFFFFF"/>
                </a:solidFill>
              </a14:hiddenFill>
            </a:ext>
          </a:extLst>
        </p:spPr>
      </p:pic>
      <p:pic>
        <p:nvPicPr>
          <p:cNvPr id="14338" name="Picture 2" descr="page48image106123120">
            <a:extLst>
              <a:ext uri="{FF2B5EF4-FFF2-40B4-BE49-F238E27FC236}">
                <a16:creationId xmlns:a16="http://schemas.microsoft.com/office/drawing/2014/main" id="{9059A36C-8398-9BDE-8435-51658113ED8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241526" y="6003767"/>
            <a:ext cx="528338" cy="4865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736C3331-6097-4357-93CA-3617241B9700}"/>
              </a:ext>
            </a:extLst>
          </p:cNvPr>
          <p:cNvSpPr txBox="1"/>
          <p:nvPr/>
        </p:nvSpPr>
        <p:spPr>
          <a:xfrm>
            <a:off x="4776048" y="6441286"/>
            <a:ext cx="1459294" cy="300082"/>
          </a:xfrm>
          <a:prstGeom prst="rect">
            <a:avLst/>
          </a:prstGeom>
          <a:noFill/>
        </p:spPr>
        <p:txBody>
          <a:bodyPr wrap="square">
            <a:spAutoFit/>
          </a:bodyPr>
          <a:lstStyle/>
          <a:p>
            <a:pPr algn="ctr"/>
            <a:r>
              <a:rPr lang="en-US" sz="1350" b="1" dirty="0">
                <a:solidFill>
                  <a:srgbClr val="C00000"/>
                </a:solidFill>
                <a:latin typeface="Arial" panose="020B0604020202020204" pitchFamily="34" charset="0"/>
                <a:cs typeface="Arial" panose="020B0604020202020204" pitchFamily="34" charset="0"/>
              </a:rPr>
              <a:t>Management</a:t>
            </a:r>
          </a:p>
        </p:txBody>
      </p:sp>
    </p:spTree>
    <p:extLst>
      <p:ext uri="{BB962C8B-B14F-4D97-AF65-F5344CB8AC3E}">
        <p14:creationId xmlns:p14="http://schemas.microsoft.com/office/powerpoint/2010/main" val="159056246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B1D7B1-A13F-6EEF-DC19-92CDAA0DA0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3D7A8E-44BF-8EA7-D374-B94B412902D7}"/>
              </a:ext>
            </a:extLst>
          </p:cNvPr>
          <p:cNvSpPr>
            <a:spLocks noGrp="1"/>
          </p:cNvSpPr>
          <p:nvPr>
            <p:ph type="title"/>
          </p:nvPr>
        </p:nvSpPr>
        <p:spPr/>
        <p:txBody>
          <a:bodyPr>
            <a:normAutofit fontScale="90000"/>
          </a:bodyPr>
          <a:lstStyle/>
          <a:p>
            <a:r>
              <a:rPr lang="en-US" dirty="0"/>
              <a:t>How do data center networks connect servers?</a:t>
            </a:r>
          </a:p>
        </p:txBody>
      </p:sp>
      <p:sp>
        <p:nvSpPr>
          <p:cNvPr id="3" name="Content Placeholder 2">
            <a:extLst>
              <a:ext uri="{FF2B5EF4-FFF2-40B4-BE49-F238E27FC236}">
                <a16:creationId xmlns:a16="http://schemas.microsoft.com/office/drawing/2014/main" id="{EF9584CA-31C4-DCDA-5C07-CB1E80E17E7F}"/>
              </a:ext>
            </a:extLst>
          </p:cNvPr>
          <p:cNvSpPr>
            <a:spLocks noGrp="1"/>
          </p:cNvSpPr>
          <p:nvPr>
            <p:ph idx="1"/>
          </p:nvPr>
        </p:nvSpPr>
        <p:spPr/>
        <p:txBody>
          <a:bodyPr/>
          <a:lstStyle/>
          <a:p>
            <a:r>
              <a:rPr lang="en-US" dirty="0"/>
              <a:t>Data center networks connect servers via </a:t>
            </a:r>
            <a:r>
              <a:rPr lang="en-US" b="1" i="1" dirty="0">
                <a:solidFill>
                  <a:srgbClr val="C00000"/>
                </a:solidFill>
              </a:rPr>
              <a:t>NIC ports</a:t>
            </a:r>
            <a:r>
              <a:rPr lang="en-US" dirty="0"/>
              <a:t>!</a:t>
            </a:r>
          </a:p>
          <a:p>
            <a:r>
              <a:rPr lang="en-US" b="1" dirty="0"/>
              <a:t>Control network port</a:t>
            </a:r>
            <a:r>
              <a:rPr lang="en-US" dirty="0"/>
              <a:t>:</a:t>
            </a:r>
          </a:p>
          <a:p>
            <a:pPr lvl="1"/>
            <a:r>
              <a:rPr lang="en-US" dirty="0"/>
              <a:t>Load the server OS and set up the network</a:t>
            </a:r>
          </a:p>
          <a:p>
            <a:pPr lvl="1"/>
            <a:r>
              <a:rPr lang="en-US" dirty="0"/>
              <a:t>Initiate and upgrade the server configurations</a:t>
            </a:r>
          </a:p>
        </p:txBody>
      </p:sp>
      <p:pic>
        <p:nvPicPr>
          <p:cNvPr id="14337" name="Picture 1" descr="page48image106127072">
            <a:extLst>
              <a:ext uri="{FF2B5EF4-FFF2-40B4-BE49-F238E27FC236}">
                <a16:creationId xmlns:a16="http://schemas.microsoft.com/office/drawing/2014/main" id="{A7B56FC0-DBD2-157C-9E14-E53AC841FF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422" y="4653136"/>
            <a:ext cx="8446171" cy="1757553"/>
          </a:xfrm>
          <a:prstGeom prst="rect">
            <a:avLst/>
          </a:prstGeom>
          <a:noFill/>
          <a:extLst>
            <a:ext uri="{909E8E84-426E-40DD-AFC4-6F175D3DCCD1}">
              <a14:hiddenFill xmlns:a14="http://schemas.microsoft.com/office/drawing/2010/main">
                <a:solidFill>
                  <a:srgbClr val="FFFFFF"/>
                </a:solidFill>
              </a14:hiddenFill>
            </a:ext>
          </a:extLst>
        </p:spPr>
      </p:pic>
      <p:pic>
        <p:nvPicPr>
          <p:cNvPr id="14338" name="Picture 2" descr="page48image106123120">
            <a:extLst>
              <a:ext uri="{FF2B5EF4-FFF2-40B4-BE49-F238E27FC236}">
                <a16:creationId xmlns:a16="http://schemas.microsoft.com/office/drawing/2014/main" id="{8816F603-2BB0-452D-6E0F-FF73ED405E1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393170" y="5924152"/>
            <a:ext cx="990110" cy="4865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0B1D805-7474-966D-AE01-1BE372BC97A7}"/>
              </a:ext>
            </a:extLst>
          </p:cNvPr>
          <p:cNvSpPr txBox="1"/>
          <p:nvPr/>
        </p:nvSpPr>
        <p:spPr>
          <a:xfrm>
            <a:off x="2158578" y="6410689"/>
            <a:ext cx="1459294" cy="300082"/>
          </a:xfrm>
          <a:prstGeom prst="rect">
            <a:avLst/>
          </a:prstGeom>
          <a:noFill/>
        </p:spPr>
        <p:txBody>
          <a:bodyPr wrap="square">
            <a:spAutoFit/>
          </a:bodyPr>
          <a:lstStyle/>
          <a:p>
            <a:pPr algn="ctr"/>
            <a:r>
              <a:rPr lang="en-US" sz="1350" b="1" dirty="0">
                <a:solidFill>
                  <a:srgbClr val="C00000"/>
                </a:solidFill>
                <a:latin typeface="Arial" panose="020B0604020202020204" pitchFamily="34" charset="0"/>
                <a:cs typeface="Arial" panose="020B0604020202020204" pitchFamily="34" charset="0"/>
              </a:rPr>
              <a:t>Control</a:t>
            </a:r>
          </a:p>
        </p:txBody>
      </p:sp>
    </p:spTree>
    <p:extLst>
      <p:ext uri="{BB962C8B-B14F-4D97-AF65-F5344CB8AC3E}">
        <p14:creationId xmlns:p14="http://schemas.microsoft.com/office/powerpoint/2010/main" val="2388737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E476A0-2E2F-C74F-EE1D-FF65CF6AD8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34EA9C-F1D1-B54F-11EE-23D802578EFC}"/>
              </a:ext>
            </a:extLst>
          </p:cNvPr>
          <p:cNvSpPr>
            <a:spLocks noGrp="1"/>
          </p:cNvSpPr>
          <p:nvPr>
            <p:ph type="title"/>
          </p:nvPr>
        </p:nvSpPr>
        <p:spPr/>
        <p:txBody>
          <a:bodyPr>
            <a:normAutofit fontScale="90000"/>
          </a:bodyPr>
          <a:lstStyle/>
          <a:p>
            <a:r>
              <a:rPr lang="en-US" dirty="0"/>
              <a:t>How do data center networks connect servers?</a:t>
            </a:r>
          </a:p>
        </p:txBody>
      </p:sp>
      <p:sp>
        <p:nvSpPr>
          <p:cNvPr id="3" name="Content Placeholder 2">
            <a:extLst>
              <a:ext uri="{FF2B5EF4-FFF2-40B4-BE49-F238E27FC236}">
                <a16:creationId xmlns:a16="http://schemas.microsoft.com/office/drawing/2014/main" id="{13291FC2-0C12-6CC5-390D-47C2E5796D4E}"/>
              </a:ext>
            </a:extLst>
          </p:cNvPr>
          <p:cNvSpPr>
            <a:spLocks noGrp="1"/>
          </p:cNvSpPr>
          <p:nvPr>
            <p:ph idx="1"/>
          </p:nvPr>
        </p:nvSpPr>
        <p:spPr/>
        <p:txBody>
          <a:bodyPr/>
          <a:lstStyle/>
          <a:p>
            <a:r>
              <a:rPr lang="en-US" dirty="0"/>
              <a:t>Data center networks connect servers via </a:t>
            </a:r>
            <a:r>
              <a:rPr lang="en-US" b="1" i="1" dirty="0">
                <a:solidFill>
                  <a:srgbClr val="C00000"/>
                </a:solidFill>
              </a:rPr>
              <a:t>NIC ports</a:t>
            </a:r>
            <a:r>
              <a:rPr lang="en-US" dirty="0"/>
              <a:t>!</a:t>
            </a:r>
          </a:p>
          <a:p>
            <a:r>
              <a:rPr lang="en-US" b="1" dirty="0"/>
              <a:t>Data network port</a:t>
            </a:r>
            <a:r>
              <a:rPr lang="en-US" dirty="0"/>
              <a:t>:</a:t>
            </a:r>
          </a:p>
          <a:p>
            <a:pPr lvl="1"/>
            <a:r>
              <a:rPr lang="en-US" dirty="0"/>
              <a:t>Carry application traffic</a:t>
            </a:r>
          </a:p>
        </p:txBody>
      </p:sp>
      <p:pic>
        <p:nvPicPr>
          <p:cNvPr id="14337" name="Picture 1" descr="page48image106127072">
            <a:extLst>
              <a:ext uri="{FF2B5EF4-FFF2-40B4-BE49-F238E27FC236}">
                <a16:creationId xmlns:a16="http://schemas.microsoft.com/office/drawing/2014/main" id="{BAB2BB2C-1621-40F3-DE71-F3F618FCB85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4422" y="4471817"/>
            <a:ext cx="8446171" cy="1757553"/>
          </a:xfrm>
          <a:prstGeom prst="rect">
            <a:avLst/>
          </a:prstGeom>
          <a:noFill/>
          <a:extLst>
            <a:ext uri="{909E8E84-426E-40DD-AFC4-6F175D3DCCD1}">
              <a14:hiddenFill xmlns:a14="http://schemas.microsoft.com/office/drawing/2010/main">
                <a:solidFill>
                  <a:srgbClr val="FFFFFF"/>
                </a:solidFill>
              </a14:hiddenFill>
            </a:ext>
          </a:extLst>
        </p:spPr>
      </p:pic>
      <p:pic>
        <p:nvPicPr>
          <p:cNvPr id="14338" name="Picture 2" descr="page48image106123120">
            <a:extLst>
              <a:ext uri="{FF2B5EF4-FFF2-40B4-BE49-F238E27FC236}">
                <a16:creationId xmlns:a16="http://schemas.microsoft.com/office/drawing/2014/main" id="{CA3291C5-D4FA-A5D5-EB5C-3C527CF0FFB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403582" y="5742833"/>
            <a:ext cx="1497602" cy="486537"/>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98189333-DF42-E770-31D3-6328F31AFD54}"/>
              </a:ext>
            </a:extLst>
          </p:cNvPr>
          <p:cNvSpPr txBox="1"/>
          <p:nvPr/>
        </p:nvSpPr>
        <p:spPr>
          <a:xfrm>
            <a:off x="3391231" y="6225262"/>
            <a:ext cx="1459294" cy="300082"/>
          </a:xfrm>
          <a:prstGeom prst="rect">
            <a:avLst/>
          </a:prstGeom>
          <a:noFill/>
        </p:spPr>
        <p:txBody>
          <a:bodyPr wrap="square">
            <a:spAutoFit/>
          </a:bodyPr>
          <a:lstStyle/>
          <a:p>
            <a:pPr algn="ctr"/>
            <a:r>
              <a:rPr lang="en-US" sz="1350" b="1" dirty="0">
                <a:solidFill>
                  <a:srgbClr val="C00000"/>
                </a:solidFill>
                <a:latin typeface="Arial" panose="020B0604020202020204" pitchFamily="34" charset="0"/>
                <a:cs typeface="Arial" panose="020B0604020202020204" pitchFamily="34" charset="0"/>
              </a:rPr>
              <a:t>Data</a:t>
            </a:r>
          </a:p>
        </p:txBody>
      </p:sp>
    </p:spTree>
    <p:extLst>
      <p:ext uri="{BB962C8B-B14F-4D97-AF65-F5344CB8AC3E}">
        <p14:creationId xmlns:p14="http://schemas.microsoft.com/office/powerpoint/2010/main" val="129017011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1EA11D-0C82-42B0-A736-473F01451D3A}"/>
              </a:ext>
            </a:extLst>
          </p:cNvPr>
          <p:cNvSpPr>
            <a:spLocks noGrp="1"/>
          </p:cNvSpPr>
          <p:nvPr>
            <p:ph type="title"/>
          </p:nvPr>
        </p:nvSpPr>
        <p:spPr>
          <a:xfrm>
            <a:off x="628650" y="339950"/>
            <a:ext cx="7886700" cy="544544"/>
          </a:xfrm>
        </p:spPr>
        <p:txBody>
          <a:bodyPr>
            <a:normAutofit fontScale="90000"/>
          </a:bodyPr>
          <a:lstStyle/>
          <a:p>
            <a:r>
              <a:rPr lang="en-US" dirty="0"/>
              <a:t>Data center networks provide connectivity for all three ports</a:t>
            </a:r>
          </a:p>
        </p:txBody>
      </p:sp>
      <p:sp>
        <p:nvSpPr>
          <p:cNvPr id="3" name="Content Placeholder 2">
            <a:extLst>
              <a:ext uri="{FF2B5EF4-FFF2-40B4-BE49-F238E27FC236}">
                <a16:creationId xmlns:a16="http://schemas.microsoft.com/office/drawing/2014/main" id="{F32427DA-B620-A21F-6AD8-67D0D9C0CA6A}"/>
              </a:ext>
            </a:extLst>
          </p:cNvPr>
          <p:cNvSpPr>
            <a:spLocks noGrp="1"/>
          </p:cNvSpPr>
          <p:nvPr>
            <p:ph idx="1"/>
          </p:nvPr>
        </p:nvSpPr>
        <p:spPr/>
        <p:txBody>
          <a:bodyPr/>
          <a:lstStyle/>
          <a:p>
            <a:r>
              <a:rPr lang="en-US" dirty="0"/>
              <a:t>BMC: an ARM-based SoC with graphics and control logic built-in</a:t>
            </a:r>
          </a:p>
          <a:p>
            <a:pPr lvl="1"/>
            <a:r>
              <a:rPr lang="en-US" dirty="0"/>
              <a:t>Vendor: ASPEED</a:t>
            </a:r>
          </a:p>
          <a:p>
            <a:pPr lvl="1"/>
            <a:r>
              <a:rPr lang="en-US" dirty="0"/>
              <a:t>There are non-ARM solutions</a:t>
            </a:r>
          </a:p>
        </p:txBody>
      </p:sp>
      <p:sp>
        <p:nvSpPr>
          <p:cNvPr id="4" name="Title 1">
            <a:extLst>
              <a:ext uri="{FF2B5EF4-FFF2-40B4-BE49-F238E27FC236}">
                <a16:creationId xmlns:a16="http://schemas.microsoft.com/office/drawing/2014/main" id="{5426EF29-53C6-B967-FB6D-14EA45636F85}"/>
              </a:ext>
            </a:extLst>
          </p:cNvPr>
          <p:cNvSpPr txBox="1">
            <a:spLocks/>
          </p:cNvSpPr>
          <p:nvPr/>
        </p:nvSpPr>
        <p:spPr>
          <a:xfrm>
            <a:off x="628650" y="1268760"/>
            <a:ext cx="7886700" cy="333756"/>
          </a:xfrm>
          <a:prstGeom prst="rect">
            <a:avLst/>
          </a:prstGeom>
        </p:spPr>
        <p:txBody>
          <a:bodyPr vert="horz" lIns="68580" tIns="34290" rIns="68580" bIns="34290" rtlCol="0" anchor="ctr">
            <a:normAutofit fontScale="67500" lnSpcReduction="20000"/>
          </a:bodyPr>
          <a:lstStyle>
            <a:lvl1pPr algn="l" defTabSz="914400" rtl="0" eaLnBrk="1" latinLnBrk="0" hangingPunct="1">
              <a:lnSpc>
                <a:spcPct val="90000"/>
              </a:lnSpc>
              <a:spcBef>
                <a:spcPct val="0"/>
              </a:spcBef>
              <a:buNone/>
              <a:defRPr sz="4400" kern="1200">
                <a:solidFill>
                  <a:schemeClr val="tx1"/>
                </a:solidFill>
                <a:latin typeface="Calibri" panose="020F0502020204030204" pitchFamily="34" charset="0"/>
                <a:ea typeface="+mj-ea"/>
                <a:cs typeface="Calibri" panose="020F0502020204030204" pitchFamily="34" charset="0"/>
              </a:defRPr>
            </a:lvl1pPr>
          </a:lstStyle>
          <a:p>
            <a:r>
              <a:rPr lang="en-US" sz="3300" b="1" i="1" dirty="0">
                <a:solidFill>
                  <a:srgbClr val="C00000"/>
                </a:solidFill>
              </a:rPr>
              <a:t>Type #1: Management Traffic</a:t>
            </a:r>
          </a:p>
        </p:txBody>
      </p:sp>
      <p:pic>
        <p:nvPicPr>
          <p:cNvPr id="16385" name="Picture 1" descr="page52image39677936">
            <a:extLst>
              <a:ext uri="{FF2B5EF4-FFF2-40B4-BE49-F238E27FC236}">
                <a16:creationId xmlns:a16="http://schemas.microsoft.com/office/drawing/2014/main" id="{E04F6176-695B-F210-A935-B12CDA6A9F5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236" y="4078896"/>
            <a:ext cx="3726180" cy="2302432"/>
          </a:xfrm>
          <a:prstGeom prst="rect">
            <a:avLst/>
          </a:prstGeom>
          <a:noFill/>
          <a:extLst>
            <a:ext uri="{909E8E84-426E-40DD-AFC4-6F175D3DCCD1}">
              <a14:hiddenFill xmlns:a14="http://schemas.microsoft.com/office/drawing/2010/main">
                <a:solidFill>
                  <a:srgbClr val="FFFFFF"/>
                </a:solidFill>
              </a14:hiddenFill>
            </a:ext>
          </a:extLst>
        </p:spPr>
      </p:pic>
      <p:pic>
        <p:nvPicPr>
          <p:cNvPr id="16386" name="Picture 2" descr="page52image39678976">
            <a:extLst>
              <a:ext uri="{FF2B5EF4-FFF2-40B4-BE49-F238E27FC236}">
                <a16:creationId xmlns:a16="http://schemas.microsoft.com/office/drawing/2014/main" id="{8FC491EC-00BF-43A0-CC67-09AD309ABF1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8669" y="4042746"/>
            <a:ext cx="3129428" cy="221785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992224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7B434-3F4D-2324-2313-E18F4A8174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6E91F53-D44F-DC29-1C3A-9CAE7F298499}"/>
              </a:ext>
            </a:extLst>
          </p:cNvPr>
          <p:cNvSpPr>
            <a:spLocks noGrp="1"/>
          </p:cNvSpPr>
          <p:nvPr>
            <p:ph type="title"/>
          </p:nvPr>
        </p:nvSpPr>
        <p:spPr>
          <a:xfrm>
            <a:off x="593256" y="231553"/>
            <a:ext cx="7886700" cy="544544"/>
          </a:xfrm>
        </p:spPr>
        <p:txBody>
          <a:bodyPr>
            <a:normAutofit fontScale="90000"/>
          </a:bodyPr>
          <a:lstStyle/>
          <a:p>
            <a:r>
              <a:rPr lang="en-US" dirty="0"/>
              <a:t>Data center networks provide connectivity for all three ports</a:t>
            </a:r>
          </a:p>
        </p:txBody>
      </p:sp>
      <p:sp>
        <p:nvSpPr>
          <p:cNvPr id="3" name="Content Placeholder 2">
            <a:extLst>
              <a:ext uri="{FF2B5EF4-FFF2-40B4-BE49-F238E27FC236}">
                <a16:creationId xmlns:a16="http://schemas.microsoft.com/office/drawing/2014/main" id="{8938039F-F9EC-5617-C6EB-6DA437F4359A}"/>
              </a:ext>
            </a:extLst>
          </p:cNvPr>
          <p:cNvSpPr>
            <a:spLocks noGrp="1"/>
          </p:cNvSpPr>
          <p:nvPr>
            <p:ph idx="1"/>
          </p:nvPr>
        </p:nvSpPr>
        <p:spPr/>
        <p:txBody>
          <a:bodyPr/>
          <a:lstStyle/>
          <a:p>
            <a:r>
              <a:rPr lang="en-US" dirty="0"/>
              <a:t>Target user: server administrator</a:t>
            </a:r>
          </a:p>
          <a:p>
            <a:pPr lvl="1"/>
            <a:r>
              <a:rPr lang="en-US" dirty="0"/>
              <a:t>No need to enter the server room physically to perform tasks</a:t>
            </a:r>
          </a:p>
        </p:txBody>
      </p:sp>
      <p:sp>
        <p:nvSpPr>
          <p:cNvPr id="4" name="Title 1">
            <a:extLst>
              <a:ext uri="{FF2B5EF4-FFF2-40B4-BE49-F238E27FC236}">
                <a16:creationId xmlns:a16="http://schemas.microsoft.com/office/drawing/2014/main" id="{AE251D36-F3AF-7C0D-F5BD-1C93460593F0}"/>
              </a:ext>
            </a:extLst>
          </p:cNvPr>
          <p:cNvSpPr txBox="1">
            <a:spLocks/>
          </p:cNvSpPr>
          <p:nvPr/>
        </p:nvSpPr>
        <p:spPr>
          <a:xfrm>
            <a:off x="628650" y="1367052"/>
            <a:ext cx="7886700" cy="333756"/>
          </a:xfrm>
          <a:prstGeom prst="rect">
            <a:avLst/>
          </a:prstGeom>
        </p:spPr>
        <p:txBody>
          <a:bodyPr vert="horz" lIns="68580" tIns="34290" rIns="68580" bIns="34290" rtlCol="0" anchor="ctr">
            <a:normAutofit fontScale="67500" lnSpcReduction="20000"/>
          </a:bodyPr>
          <a:lstStyle>
            <a:lvl1pPr algn="l" defTabSz="914400" rtl="0" eaLnBrk="1" latinLnBrk="0" hangingPunct="1">
              <a:lnSpc>
                <a:spcPct val="90000"/>
              </a:lnSpc>
              <a:spcBef>
                <a:spcPct val="0"/>
              </a:spcBef>
              <a:buNone/>
              <a:defRPr sz="4400" kern="1200">
                <a:solidFill>
                  <a:schemeClr val="tx1"/>
                </a:solidFill>
                <a:latin typeface="Calibri" panose="020F0502020204030204" pitchFamily="34" charset="0"/>
                <a:ea typeface="+mj-ea"/>
                <a:cs typeface="Calibri" panose="020F0502020204030204" pitchFamily="34" charset="0"/>
              </a:defRPr>
            </a:lvl1pPr>
          </a:lstStyle>
          <a:p>
            <a:r>
              <a:rPr lang="en-US" sz="3300" b="1" i="1" dirty="0">
                <a:solidFill>
                  <a:srgbClr val="C00000"/>
                </a:solidFill>
              </a:rPr>
              <a:t>Type #1: Management Traffic</a:t>
            </a:r>
          </a:p>
        </p:txBody>
      </p:sp>
      <p:pic>
        <p:nvPicPr>
          <p:cNvPr id="16385" name="Picture 1" descr="page52image39677936">
            <a:extLst>
              <a:ext uri="{FF2B5EF4-FFF2-40B4-BE49-F238E27FC236}">
                <a16:creationId xmlns:a16="http://schemas.microsoft.com/office/drawing/2014/main" id="{B06B79B9-358C-2381-303C-6B0AD975DE3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5236" y="3429000"/>
            <a:ext cx="3726180" cy="2302432"/>
          </a:xfrm>
          <a:prstGeom prst="rect">
            <a:avLst/>
          </a:prstGeom>
          <a:noFill/>
          <a:extLst>
            <a:ext uri="{909E8E84-426E-40DD-AFC4-6F175D3DCCD1}">
              <a14:hiddenFill xmlns:a14="http://schemas.microsoft.com/office/drawing/2010/main">
                <a:solidFill>
                  <a:srgbClr val="FFFFFF"/>
                </a:solidFill>
              </a14:hiddenFill>
            </a:ext>
          </a:extLst>
        </p:spPr>
      </p:pic>
      <p:pic>
        <p:nvPicPr>
          <p:cNvPr id="16386" name="Picture 2" descr="page52image39678976">
            <a:extLst>
              <a:ext uri="{FF2B5EF4-FFF2-40B4-BE49-F238E27FC236}">
                <a16:creationId xmlns:a16="http://schemas.microsoft.com/office/drawing/2014/main" id="{6790CB9A-C563-9740-7094-A6451547F0C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28669" y="3392850"/>
            <a:ext cx="3129428" cy="2217853"/>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29E3C2CC-CAD7-A4C2-F7F0-AF20E7B21D22}"/>
              </a:ext>
            </a:extLst>
          </p:cNvPr>
          <p:cNvSpPr txBox="1"/>
          <p:nvPr/>
        </p:nvSpPr>
        <p:spPr>
          <a:xfrm>
            <a:off x="656135" y="3817620"/>
            <a:ext cx="7886700" cy="1477328"/>
          </a:xfrm>
          <a:prstGeom prst="rect">
            <a:avLst/>
          </a:prstGeom>
          <a:solidFill>
            <a:schemeClr val="bg2"/>
          </a:solidFill>
          <a:ln w="38100">
            <a:solidFill>
              <a:schemeClr val="tx1"/>
            </a:solidFill>
          </a:ln>
        </p:spPr>
        <p:txBody>
          <a:bodyPr wrap="square" rtlCol="0">
            <a:spAutoFit/>
          </a:bodyPr>
          <a:lstStyle/>
          <a:p>
            <a:pPr marL="342900" indent="-342900">
              <a:buFont typeface="Arial" panose="020B0604020202020204" pitchFamily="34" charset="0"/>
              <a:buChar char="•"/>
            </a:pPr>
            <a:r>
              <a:rPr lang="en-US" b="1" dirty="0"/>
              <a:t>Management traffic characteristics</a:t>
            </a:r>
            <a:r>
              <a:rPr lang="en-US" dirty="0"/>
              <a:t>:</a:t>
            </a:r>
          </a:p>
          <a:p>
            <a:pPr marL="685800" lvl="1" indent="-342900">
              <a:buFont typeface="Arial" panose="020B0604020202020204" pitchFamily="34" charset="0"/>
              <a:buChar char="•"/>
            </a:pPr>
            <a:r>
              <a:rPr lang="en-US" dirty="0"/>
              <a:t>Reliable connectivity between server BMC and admin host</a:t>
            </a:r>
          </a:p>
          <a:p>
            <a:pPr marL="685800" lvl="1" indent="-342900">
              <a:buFont typeface="Arial" panose="020B0604020202020204" pitchFamily="34" charset="0"/>
              <a:buChar char="•"/>
            </a:pPr>
            <a:r>
              <a:rPr lang="en-US" dirty="0"/>
              <a:t>Low traffic volume</a:t>
            </a:r>
          </a:p>
          <a:p>
            <a:pPr marL="685800" lvl="1" indent="-342900">
              <a:buFont typeface="Arial" panose="020B0604020202020204" pitchFamily="34" charset="0"/>
              <a:buChar char="•"/>
            </a:pPr>
            <a:r>
              <a:rPr lang="en-US" dirty="0"/>
              <a:t>Low performance requirement</a:t>
            </a:r>
          </a:p>
          <a:p>
            <a:pPr marL="685800" lvl="1" indent="-342900">
              <a:buFont typeface="Arial" panose="020B0604020202020204" pitchFamily="34" charset="0"/>
              <a:buChar char="•"/>
            </a:pPr>
            <a:r>
              <a:rPr lang="en-US" dirty="0"/>
              <a:t>No server-server communication</a:t>
            </a:r>
          </a:p>
        </p:txBody>
      </p:sp>
    </p:spTree>
    <p:extLst>
      <p:ext uri="{BB962C8B-B14F-4D97-AF65-F5344CB8AC3E}">
        <p14:creationId xmlns:p14="http://schemas.microsoft.com/office/powerpoint/2010/main" val="99575642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7EB74-55AE-4174-3A07-930AD03961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D823FB-280F-5D66-F13C-E3B4F52C40D5}"/>
              </a:ext>
            </a:extLst>
          </p:cNvPr>
          <p:cNvSpPr>
            <a:spLocks noGrp="1"/>
          </p:cNvSpPr>
          <p:nvPr>
            <p:ph type="title"/>
          </p:nvPr>
        </p:nvSpPr>
        <p:spPr>
          <a:xfrm>
            <a:off x="628650" y="188640"/>
            <a:ext cx="7886700" cy="544544"/>
          </a:xfrm>
        </p:spPr>
        <p:txBody>
          <a:bodyPr>
            <a:normAutofit fontScale="90000"/>
          </a:bodyPr>
          <a:lstStyle/>
          <a:p>
            <a:r>
              <a:rPr lang="en-US" dirty="0"/>
              <a:t>Data center networks provide connectivity for all three ports</a:t>
            </a:r>
          </a:p>
        </p:txBody>
      </p:sp>
      <p:sp>
        <p:nvSpPr>
          <p:cNvPr id="3" name="Content Placeholder 2">
            <a:extLst>
              <a:ext uri="{FF2B5EF4-FFF2-40B4-BE49-F238E27FC236}">
                <a16:creationId xmlns:a16="http://schemas.microsoft.com/office/drawing/2014/main" id="{251B137E-AD3F-64BF-12D9-12CFDDFFB8BC}"/>
              </a:ext>
            </a:extLst>
          </p:cNvPr>
          <p:cNvSpPr>
            <a:spLocks noGrp="1"/>
          </p:cNvSpPr>
          <p:nvPr>
            <p:ph idx="1"/>
          </p:nvPr>
        </p:nvSpPr>
        <p:spPr/>
        <p:txBody>
          <a:bodyPr>
            <a:normAutofit fontScale="92500" lnSpcReduction="20000"/>
          </a:bodyPr>
          <a:lstStyle/>
          <a:p>
            <a:r>
              <a:rPr lang="en-US" dirty="0"/>
              <a:t>An out-of-band network for server configuration and maintenance</a:t>
            </a:r>
          </a:p>
          <a:p>
            <a:pPr lvl="1"/>
            <a:r>
              <a:rPr lang="en-US" dirty="0"/>
              <a:t>A 1G/10G/25G onboard integrated NIC or external one</a:t>
            </a:r>
          </a:p>
          <a:p>
            <a:pPr lvl="1"/>
            <a:r>
              <a:rPr lang="en-US" dirty="0"/>
              <a:t>OS load/upgrade, system setup, health monitoring, </a:t>
            </a:r>
            <a:r>
              <a:rPr lang="en-US" b="1" i="1" dirty="0"/>
              <a:t>SSH</a:t>
            </a:r>
            <a:r>
              <a:rPr lang="en-US" dirty="0"/>
              <a:t>, ...</a:t>
            </a:r>
          </a:p>
          <a:p>
            <a:endParaRPr lang="en-US" dirty="0"/>
          </a:p>
          <a:p>
            <a:r>
              <a:rPr lang="en-US" dirty="0"/>
              <a:t>Target user: server user or infrastructure engineer</a:t>
            </a:r>
          </a:p>
          <a:p>
            <a:pPr lvl="1"/>
            <a:r>
              <a:rPr lang="en-US" dirty="0"/>
              <a:t>Responsible for refactoring servers in a way that satisfies applications</a:t>
            </a:r>
          </a:p>
          <a:p>
            <a:pPr lvl="1"/>
            <a:r>
              <a:rPr lang="en-US" dirty="0"/>
              <a:t>Becoming increasingly important today</a:t>
            </a:r>
          </a:p>
        </p:txBody>
      </p:sp>
      <p:sp>
        <p:nvSpPr>
          <p:cNvPr id="4" name="Title 1">
            <a:extLst>
              <a:ext uri="{FF2B5EF4-FFF2-40B4-BE49-F238E27FC236}">
                <a16:creationId xmlns:a16="http://schemas.microsoft.com/office/drawing/2014/main" id="{8402D9CC-513C-E51B-D26E-2E024C8315B5}"/>
              </a:ext>
            </a:extLst>
          </p:cNvPr>
          <p:cNvSpPr txBox="1">
            <a:spLocks/>
          </p:cNvSpPr>
          <p:nvPr/>
        </p:nvSpPr>
        <p:spPr>
          <a:xfrm>
            <a:off x="628650" y="1196752"/>
            <a:ext cx="7886700" cy="333756"/>
          </a:xfrm>
          <a:prstGeom prst="rect">
            <a:avLst/>
          </a:prstGeom>
        </p:spPr>
        <p:txBody>
          <a:bodyPr vert="horz" lIns="68580" tIns="34290" rIns="68580" bIns="34290" rtlCol="0" anchor="ctr">
            <a:normAutofit fontScale="67500" lnSpcReduction="20000"/>
          </a:bodyPr>
          <a:lstStyle>
            <a:lvl1pPr algn="l" defTabSz="914400" rtl="0" eaLnBrk="1" latinLnBrk="0" hangingPunct="1">
              <a:lnSpc>
                <a:spcPct val="90000"/>
              </a:lnSpc>
              <a:spcBef>
                <a:spcPct val="0"/>
              </a:spcBef>
              <a:buNone/>
              <a:defRPr sz="4400" kern="1200">
                <a:solidFill>
                  <a:schemeClr val="tx1"/>
                </a:solidFill>
                <a:latin typeface="Calibri" panose="020F0502020204030204" pitchFamily="34" charset="0"/>
                <a:ea typeface="+mj-ea"/>
                <a:cs typeface="Calibri" panose="020F0502020204030204" pitchFamily="34" charset="0"/>
              </a:defRPr>
            </a:lvl1pPr>
          </a:lstStyle>
          <a:p>
            <a:r>
              <a:rPr lang="en-US" sz="3300" b="1" i="1" dirty="0">
                <a:solidFill>
                  <a:srgbClr val="C00000"/>
                </a:solidFill>
              </a:rPr>
              <a:t>Type #2: Control Traffic</a:t>
            </a:r>
          </a:p>
        </p:txBody>
      </p:sp>
    </p:spTree>
    <p:extLst>
      <p:ext uri="{BB962C8B-B14F-4D97-AF65-F5344CB8AC3E}">
        <p14:creationId xmlns:p14="http://schemas.microsoft.com/office/powerpoint/2010/main" val="39673756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688C11-7A0D-410E-C949-5A4791D31C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21BE93A-D1E5-C004-C77F-1265B79F36FF}"/>
              </a:ext>
            </a:extLst>
          </p:cNvPr>
          <p:cNvSpPr>
            <a:spLocks noGrp="1"/>
          </p:cNvSpPr>
          <p:nvPr>
            <p:ph type="title"/>
          </p:nvPr>
        </p:nvSpPr>
        <p:spPr>
          <a:xfrm>
            <a:off x="628650" y="292168"/>
            <a:ext cx="7886700" cy="544544"/>
          </a:xfrm>
        </p:spPr>
        <p:txBody>
          <a:bodyPr>
            <a:normAutofit fontScale="90000"/>
          </a:bodyPr>
          <a:lstStyle/>
          <a:p>
            <a:r>
              <a:rPr lang="en-US" dirty="0"/>
              <a:t>Data center networks provide connectivity for all three ports</a:t>
            </a:r>
          </a:p>
        </p:txBody>
      </p:sp>
      <p:sp>
        <p:nvSpPr>
          <p:cNvPr id="3" name="Content Placeholder 2">
            <a:extLst>
              <a:ext uri="{FF2B5EF4-FFF2-40B4-BE49-F238E27FC236}">
                <a16:creationId xmlns:a16="http://schemas.microsoft.com/office/drawing/2014/main" id="{32A2EB49-85F8-7A1C-C45E-59B8E02685C4}"/>
              </a:ext>
            </a:extLst>
          </p:cNvPr>
          <p:cNvSpPr>
            <a:spLocks noGrp="1"/>
          </p:cNvSpPr>
          <p:nvPr>
            <p:ph idx="1"/>
          </p:nvPr>
        </p:nvSpPr>
        <p:spPr/>
        <p:txBody>
          <a:bodyPr>
            <a:normAutofit fontScale="92500" lnSpcReduction="20000"/>
          </a:bodyPr>
          <a:lstStyle/>
          <a:p>
            <a:r>
              <a:rPr lang="en-US" dirty="0"/>
              <a:t>An out-of-band network for server configuration and maintenance</a:t>
            </a:r>
          </a:p>
          <a:p>
            <a:pPr lvl="1"/>
            <a:r>
              <a:rPr lang="en-US" dirty="0"/>
              <a:t>A 1G/10G/25G onboard integrated NIC or external one</a:t>
            </a:r>
          </a:p>
          <a:p>
            <a:pPr lvl="1"/>
            <a:r>
              <a:rPr lang="en-US" dirty="0"/>
              <a:t>OS load/upgrade, system setup, health monitoring, </a:t>
            </a:r>
            <a:r>
              <a:rPr lang="en-US" b="1" i="1" dirty="0"/>
              <a:t>SSH</a:t>
            </a:r>
            <a:r>
              <a:rPr lang="en-US" dirty="0"/>
              <a:t>, ...</a:t>
            </a:r>
          </a:p>
          <a:p>
            <a:endParaRPr lang="en-US" dirty="0"/>
          </a:p>
          <a:p>
            <a:r>
              <a:rPr lang="en-US" dirty="0"/>
              <a:t>Target user: server user or infrastructure engineer</a:t>
            </a:r>
          </a:p>
          <a:p>
            <a:pPr lvl="1"/>
            <a:r>
              <a:rPr lang="en-US" dirty="0"/>
              <a:t>Responsible for refactoring servers in a way that satisfies applications</a:t>
            </a:r>
          </a:p>
          <a:p>
            <a:pPr lvl="1"/>
            <a:r>
              <a:rPr lang="en-US" dirty="0"/>
              <a:t>Becoming increasingly important today</a:t>
            </a:r>
          </a:p>
        </p:txBody>
      </p:sp>
      <p:sp>
        <p:nvSpPr>
          <p:cNvPr id="4" name="Title 1">
            <a:extLst>
              <a:ext uri="{FF2B5EF4-FFF2-40B4-BE49-F238E27FC236}">
                <a16:creationId xmlns:a16="http://schemas.microsoft.com/office/drawing/2014/main" id="{20787BE2-CB8F-FD31-8334-075F25AC6199}"/>
              </a:ext>
            </a:extLst>
          </p:cNvPr>
          <p:cNvSpPr txBox="1">
            <a:spLocks/>
          </p:cNvSpPr>
          <p:nvPr/>
        </p:nvSpPr>
        <p:spPr>
          <a:xfrm>
            <a:off x="628650" y="1124744"/>
            <a:ext cx="7886700" cy="333756"/>
          </a:xfrm>
          <a:prstGeom prst="rect">
            <a:avLst/>
          </a:prstGeom>
        </p:spPr>
        <p:txBody>
          <a:bodyPr vert="horz" lIns="68580" tIns="34290" rIns="68580" bIns="34290" rtlCol="0" anchor="ctr">
            <a:normAutofit fontScale="67500" lnSpcReduction="20000"/>
          </a:bodyPr>
          <a:lstStyle>
            <a:lvl1pPr algn="l" defTabSz="914400" rtl="0" eaLnBrk="1" latinLnBrk="0" hangingPunct="1">
              <a:lnSpc>
                <a:spcPct val="90000"/>
              </a:lnSpc>
              <a:spcBef>
                <a:spcPct val="0"/>
              </a:spcBef>
              <a:buNone/>
              <a:defRPr sz="4400" kern="1200">
                <a:solidFill>
                  <a:schemeClr val="tx1"/>
                </a:solidFill>
                <a:latin typeface="Calibri" panose="020F0502020204030204" pitchFamily="34" charset="0"/>
                <a:ea typeface="+mj-ea"/>
                <a:cs typeface="Calibri" panose="020F0502020204030204" pitchFamily="34" charset="0"/>
              </a:defRPr>
            </a:lvl1pPr>
          </a:lstStyle>
          <a:p>
            <a:r>
              <a:rPr lang="en-US" sz="3300" b="1" i="1" dirty="0">
                <a:solidFill>
                  <a:srgbClr val="C00000"/>
                </a:solidFill>
              </a:rPr>
              <a:t>Type #2: Control Traffic</a:t>
            </a:r>
          </a:p>
        </p:txBody>
      </p:sp>
      <p:sp>
        <p:nvSpPr>
          <p:cNvPr id="6" name="TextBox 5">
            <a:extLst>
              <a:ext uri="{FF2B5EF4-FFF2-40B4-BE49-F238E27FC236}">
                <a16:creationId xmlns:a16="http://schemas.microsoft.com/office/drawing/2014/main" id="{D607DC46-2B76-D049-A770-4E9C6BD605D7}"/>
              </a:ext>
            </a:extLst>
          </p:cNvPr>
          <p:cNvSpPr txBox="1"/>
          <p:nvPr/>
        </p:nvSpPr>
        <p:spPr>
          <a:xfrm>
            <a:off x="573839" y="2912364"/>
            <a:ext cx="7886700" cy="1477328"/>
          </a:xfrm>
          <a:prstGeom prst="rect">
            <a:avLst/>
          </a:prstGeom>
          <a:solidFill>
            <a:schemeClr val="bg2"/>
          </a:solidFill>
          <a:ln w="38100">
            <a:solidFill>
              <a:schemeClr val="tx1"/>
            </a:solidFill>
          </a:ln>
        </p:spPr>
        <p:txBody>
          <a:bodyPr wrap="square" rtlCol="0">
            <a:spAutoFit/>
          </a:bodyPr>
          <a:lstStyle/>
          <a:p>
            <a:pPr marL="342900" indent="-342900">
              <a:buFont typeface="Arial" panose="020B0604020202020204" pitchFamily="34" charset="0"/>
              <a:buChar char="•"/>
            </a:pPr>
            <a:r>
              <a:rPr lang="en-US" b="1" dirty="0"/>
              <a:t>Control traffic characteristics</a:t>
            </a:r>
            <a:r>
              <a:rPr lang="en-US" dirty="0"/>
              <a:t>:</a:t>
            </a:r>
          </a:p>
          <a:p>
            <a:pPr marL="685800" lvl="1" indent="-342900">
              <a:buFont typeface="Arial" panose="020B0604020202020204" pitchFamily="34" charset="0"/>
              <a:buChar char="•"/>
            </a:pPr>
            <a:r>
              <a:rPr lang="en-US" dirty="0"/>
              <a:t>Reliable connectivity control port and control host</a:t>
            </a:r>
          </a:p>
          <a:p>
            <a:pPr marL="685800" lvl="1" indent="-342900">
              <a:buFont typeface="Arial" panose="020B0604020202020204" pitchFamily="34" charset="0"/>
              <a:buChar char="•"/>
            </a:pPr>
            <a:r>
              <a:rPr lang="en-US" dirty="0"/>
              <a:t>Modest traffic volume</a:t>
            </a:r>
          </a:p>
          <a:p>
            <a:pPr marL="685800" lvl="1" indent="-342900">
              <a:buFont typeface="Arial" panose="020B0604020202020204" pitchFamily="34" charset="0"/>
              <a:buChar char="•"/>
            </a:pPr>
            <a:r>
              <a:rPr lang="en-US" dirty="0"/>
              <a:t>Modest performance </a:t>
            </a:r>
            <a:r>
              <a:rPr lang="en-US" dirty="0" err="1"/>
              <a:t>requrirement</a:t>
            </a:r>
            <a:endParaRPr lang="en-US" dirty="0"/>
          </a:p>
          <a:p>
            <a:pPr marL="685800" lvl="1" indent="-342900">
              <a:buFont typeface="Arial" panose="020B0604020202020204" pitchFamily="34" charset="0"/>
              <a:buChar char="•"/>
            </a:pPr>
            <a:r>
              <a:rPr lang="en-US" dirty="0"/>
              <a:t>Partial server-server communication</a:t>
            </a:r>
          </a:p>
        </p:txBody>
      </p:sp>
    </p:spTree>
    <p:extLst>
      <p:ext uri="{BB962C8B-B14F-4D97-AF65-F5344CB8AC3E}">
        <p14:creationId xmlns:p14="http://schemas.microsoft.com/office/powerpoint/2010/main" val="154302103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F5CBB8-2F4C-E357-E299-0BCF922ED8D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657CDB-F324-7D55-4514-6E3D6657161C}"/>
              </a:ext>
            </a:extLst>
          </p:cNvPr>
          <p:cNvSpPr>
            <a:spLocks noGrp="1"/>
          </p:cNvSpPr>
          <p:nvPr>
            <p:ph type="title"/>
          </p:nvPr>
        </p:nvSpPr>
        <p:spPr>
          <a:xfrm>
            <a:off x="628650" y="188640"/>
            <a:ext cx="7886700" cy="544544"/>
          </a:xfrm>
        </p:spPr>
        <p:txBody>
          <a:bodyPr>
            <a:normAutofit fontScale="90000"/>
          </a:bodyPr>
          <a:lstStyle/>
          <a:p>
            <a:r>
              <a:rPr lang="en-US" dirty="0"/>
              <a:t>Data center networks provide connectivity for all three ports</a:t>
            </a:r>
          </a:p>
        </p:txBody>
      </p:sp>
      <p:sp>
        <p:nvSpPr>
          <p:cNvPr id="3" name="Content Placeholder 2">
            <a:extLst>
              <a:ext uri="{FF2B5EF4-FFF2-40B4-BE49-F238E27FC236}">
                <a16:creationId xmlns:a16="http://schemas.microsoft.com/office/drawing/2014/main" id="{ADCB5777-5B47-7F61-F62A-0F34F0A340C7}"/>
              </a:ext>
            </a:extLst>
          </p:cNvPr>
          <p:cNvSpPr>
            <a:spLocks noGrp="1"/>
          </p:cNvSpPr>
          <p:nvPr>
            <p:ph idx="1"/>
          </p:nvPr>
        </p:nvSpPr>
        <p:spPr/>
        <p:txBody>
          <a:bodyPr>
            <a:normAutofit fontScale="92500"/>
          </a:bodyPr>
          <a:lstStyle/>
          <a:p>
            <a:r>
              <a:rPr lang="en-US" dirty="0"/>
              <a:t>An in-band network for data center applications</a:t>
            </a:r>
          </a:p>
          <a:p>
            <a:pPr lvl="1"/>
            <a:r>
              <a:rPr lang="en-US" dirty="0"/>
              <a:t>Dominated by external PCIe-based NICs</a:t>
            </a:r>
          </a:p>
          <a:p>
            <a:pPr lvl="1"/>
            <a:r>
              <a:rPr lang="en-US" dirty="0"/>
              <a:t>Vendor: NVIDIA/Mellanox, Broadcom, Intel, ...</a:t>
            </a:r>
          </a:p>
          <a:p>
            <a:pPr marL="0" indent="0">
              <a:buNone/>
            </a:pPr>
            <a:endParaRPr lang="en-US" dirty="0"/>
          </a:p>
          <a:p>
            <a:r>
              <a:rPr lang="en-US" dirty="0"/>
              <a:t>Target user: application developers</a:t>
            </a:r>
          </a:p>
          <a:p>
            <a:pPr lvl="1"/>
            <a:r>
              <a:rPr lang="en-US" dirty="0"/>
              <a:t>Bandwidth keeps increasing: 1G-&gt;10G-&gt;25/40G-&gt;100G-&gt;200G-&gt;400G</a:t>
            </a:r>
          </a:p>
          <a:p>
            <a:pPr lvl="1"/>
            <a:r>
              <a:rPr lang="en-US" dirty="0"/>
              <a:t>More data ports are added for different use cases.</a:t>
            </a:r>
          </a:p>
        </p:txBody>
      </p:sp>
      <p:sp>
        <p:nvSpPr>
          <p:cNvPr id="4" name="Title 1">
            <a:extLst>
              <a:ext uri="{FF2B5EF4-FFF2-40B4-BE49-F238E27FC236}">
                <a16:creationId xmlns:a16="http://schemas.microsoft.com/office/drawing/2014/main" id="{040559E1-8189-830E-F8E4-50FC163D4531}"/>
              </a:ext>
            </a:extLst>
          </p:cNvPr>
          <p:cNvSpPr txBox="1">
            <a:spLocks/>
          </p:cNvSpPr>
          <p:nvPr/>
        </p:nvSpPr>
        <p:spPr>
          <a:xfrm>
            <a:off x="628650" y="1266444"/>
            <a:ext cx="7886700" cy="333756"/>
          </a:xfrm>
          <a:prstGeom prst="rect">
            <a:avLst/>
          </a:prstGeom>
        </p:spPr>
        <p:txBody>
          <a:bodyPr vert="horz" lIns="68580" tIns="34290" rIns="68580" bIns="34290" rtlCol="0" anchor="ctr">
            <a:normAutofit fontScale="67500" lnSpcReduction="20000"/>
          </a:bodyPr>
          <a:lstStyle>
            <a:lvl1pPr algn="l" defTabSz="914400" rtl="0" eaLnBrk="1" latinLnBrk="0" hangingPunct="1">
              <a:lnSpc>
                <a:spcPct val="90000"/>
              </a:lnSpc>
              <a:spcBef>
                <a:spcPct val="0"/>
              </a:spcBef>
              <a:buNone/>
              <a:defRPr sz="4400" kern="1200">
                <a:solidFill>
                  <a:schemeClr val="tx1"/>
                </a:solidFill>
                <a:latin typeface="Calibri" panose="020F0502020204030204" pitchFamily="34" charset="0"/>
                <a:ea typeface="+mj-ea"/>
                <a:cs typeface="Calibri" panose="020F0502020204030204" pitchFamily="34" charset="0"/>
              </a:defRPr>
            </a:lvl1pPr>
          </a:lstStyle>
          <a:p>
            <a:r>
              <a:rPr lang="en-US" sz="3300" b="1" i="1" dirty="0">
                <a:solidFill>
                  <a:srgbClr val="C00000"/>
                </a:solidFill>
              </a:rPr>
              <a:t>Type #3: Data Traffic</a:t>
            </a:r>
          </a:p>
        </p:txBody>
      </p:sp>
    </p:spTree>
    <p:extLst>
      <p:ext uri="{BB962C8B-B14F-4D97-AF65-F5344CB8AC3E}">
        <p14:creationId xmlns:p14="http://schemas.microsoft.com/office/powerpoint/2010/main" val="34418559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D72A89-FE29-2B58-520F-B06D496775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70A15D-9DA0-36EF-0ECD-D14D7B570845}"/>
              </a:ext>
            </a:extLst>
          </p:cNvPr>
          <p:cNvSpPr>
            <a:spLocks noGrp="1"/>
          </p:cNvSpPr>
          <p:nvPr>
            <p:ph type="title"/>
          </p:nvPr>
        </p:nvSpPr>
        <p:spPr>
          <a:xfrm>
            <a:off x="628650" y="260648"/>
            <a:ext cx="7886700" cy="544544"/>
          </a:xfrm>
        </p:spPr>
        <p:txBody>
          <a:bodyPr>
            <a:normAutofit fontScale="90000"/>
          </a:bodyPr>
          <a:lstStyle/>
          <a:p>
            <a:r>
              <a:rPr lang="en-US" dirty="0"/>
              <a:t>Data center networks provide connectivity for all three ports</a:t>
            </a:r>
          </a:p>
        </p:txBody>
      </p:sp>
      <p:sp>
        <p:nvSpPr>
          <p:cNvPr id="3" name="Content Placeholder 2">
            <a:extLst>
              <a:ext uri="{FF2B5EF4-FFF2-40B4-BE49-F238E27FC236}">
                <a16:creationId xmlns:a16="http://schemas.microsoft.com/office/drawing/2014/main" id="{F097F482-5F48-F3A4-A893-9AE59A38B61E}"/>
              </a:ext>
            </a:extLst>
          </p:cNvPr>
          <p:cNvSpPr>
            <a:spLocks noGrp="1"/>
          </p:cNvSpPr>
          <p:nvPr>
            <p:ph idx="1"/>
          </p:nvPr>
        </p:nvSpPr>
        <p:spPr/>
        <p:txBody>
          <a:bodyPr>
            <a:normAutofit fontScale="92500"/>
          </a:bodyPr>
          <a:lstStyle/>
          <a:p>
            <a:r>
              <a:rPr lang="en-US" dirty="0"/>
              <a:t>An in-band network for data center applications</a:t>
            </a:r>
          </a:p>
          <a:p>
            <a:pPr lvl="1"/>
            <a:r>
              <a:rPr lang="en-US" dirty="0"/>
              <a:t>Dominated by external PCIe-based NICs</a:t>
            </a:r>
          </a:p>
          <a:p>
            <a:pPr lvl="1"/>
            <a:r>
              <a:rPr lang="en-US" dirty="0"/>
              <a:t>Vendor: NVIDIA/Mellanox, Broadcom, Intel, ...</a:t>
            </a:r>
          </a:p>
          <a:p>
            <a:pPr marL="0" indent="0">
              <a:buNone/>
            </a:pPr>
            <a:endParaRPr lang="en-US" dirty="0"/>
          </a:p>
          <a:p>
            <a:r>
              <a:rPr lang="en-US" dirty="0"/>
              <a:t>Target user: application developers</a:t>
            </a:r>
          </a:p>
          <a:p>
            <a:pPr lvl="1"/>
            <a:r>
              <a:rPr lang="en-US" dirty="0"/>
              <a:t>Bandwidth keeps increasing: 1G-&gt;10G-&gt;25/40G-&gt;100G-&gt;200G-&gt;400G</a:t>
            </a:r>
          </a:p>
          <a:p>
            <a:pPr lvl="1"/>
            <a:r>
              <a:rPr lang="en-US" dirty="0"/>
              <a:t>More data ports are added for different use cases.</a:t>
            </a:r>
          </a:p>
        </p:txBody>
      </p:sp>
      <p:sp>
        <p:nvSpPr>
          <p:cNvPr id="4" name="Title 1">
            <a:extLst>
              <a:ext uri="{FF2B5EF4-FFF2-40B4-BE49-F238E27FC236}">
                <a16:creationId xmlns:a16="http://schemas.microsoft.com/office/drawing/2014/main" id="{8FF2C22F-91F3-D8E7-541A-88EF989C0B16}"/>
              </a:ext>
            </a:extLst>
          </p:cNvPr>
          <p:cNvSpPr txBox="1">
            <a:spLocks/>
          </p:cNvSpPr>
          <p:nvPr/>
        </p:nvSpPr>
        <p:spPr>
          <a:xfrm>
            <a:off x="628650" y="1124744"/>
            <a:ext cx="7886700" cy="333756"/>
          </a:xfrm>
          <a:prstGeom prst="rect">
            <a:avLst/>
          </a:prstGeom>
        </p:spPr>
        <p:txBody>
          <a:bodyPr vert="horz" lIns="68580" tIns="34290" rIns="68580" bIns="34290" rtlCol="0" anchor="ctr">
            <a:normAutofit fontScale="67500" lnSpcReduction="20000"/>
          </a:bodyPr>
          <a:lstStyle>
            <a:lvl1pPr algn="l" defTabSz="914400" rtl="0" eaLnBrk="1" latinLnBrk="0" hangingPunct="1">
              <a:lnSpc>
                <a:spcPct val="90000"/>
              </a:lnSpc>
              <a:spcBef>
                <a:spcPct val="0"/>
              </a:spcBef>
              <a:buNone/>
              <a:defRPr sz="4400" kern="1200">
                <a:solidFill>
                  <a:schemeClr val="tx1"/>
                </a:solidFill>
                <a:latin typeface="Calibri" panose="020F0502020204030204" pitchFamily="34" charset="0"/>
                <a:ea typeface="+mj-ea"/>
                <a:cs typeface="Calibri" panose="020F0502020204030204" pitchFamily="34" charset="0"/>
              </a:defRPr>
            </a:lvl1pPr>
          </a:lstStyle>
          <a:p>
            <a:r>
              <a:rPr lang="en-US" sz="3300" b="1" i="1" dirty="0">
                <a:solidFill>
                  <a:srgbClr val="C00000"/>
                </a:solidFill>
              </a:rPr>
              <a:t>Type #3: Data Traffic</a:t>
            </a:r>
          </a:p>
        </p:txBody>
      </p:sp>
      <p:sp>
        <p:nvSpPr>
          <p:cNvPr id="5" name="TextBox 4">
            <a:extLst>
              <a:ext uri="{FF2B5EF4-FFF2-40B4-BE49-F238E27FC236}">
                <a16:creationId xmlns:a16="http://schemas.microsoft.com/office/drawing/2014/main" id="{EB64E58F-02D2-CB64-1DBC-0B9974467695}"/>
              </a:ext>
            </a:extLst>
          </p:cNvPr>
          <p:cNvSpPr txBox="1"/>
          <p:nvPr/>
        </p:nvSpPr>
        <p:spPr>
          <a:xfrm>
            <a:off x="573839" y="2912364"/>
            <a:ext cx="7886700" cy="1200329"/>
          </a:xfrm>
          <a:prstGeom prst="rect">
            <a:avLst/>
          </a:prstGeom>
          <a:solidFill>
            <a:schemeClr val="bg2"/>
          </a:solidFill>
          <a:ln w="38100">
            <a:solidFill>
              <a:schemeClr val="tx1"/>
            </a:solidFill>
          </a:ln>
        </p:spPr>
        <p:txBody>
          <a:bodyPr wrap="square" rtlCol="0">
            <a:spAutoFit/>
          </a:bodyPr>
          <a:lstStyle/>
          <a:p>
            <a:pPr marL="342900" indent="-342900">
              <a:buFont typeface="Arial" panose="020B0604020202020204" pitchFamily="34" charset="0"/>
              <a:buChar char="•"/>
            </a:pPr>
            <a:r>
              <a:rPr lang="en-US" b="1" dirty="0"/>
              <a:t>Data traffic characteristics</a:t>
            </a:r>
            <a:r>
              <a:rPr lang="en-US" dirty="0"/>
              <a:t>:</a:t>
            </a:r>
          </a:p>
          <a:p>
            <a:pPr marL="685800" lvl="1" indent="-342900">
              <a:buFont typeface="Arial" panose="020B0604020202020204" pitchFamily="34" charset="0"/>
              <a:buChar char="•"/>
            </a:pPr>
            <a:r>
              <a:rPr lang="en-US" dirty="0"/>
              <a:t>Reliable connectivity among servers</a:t>
            </a:r>
          </a:p>
          <a:p>
            <a:pPr marL="685800" lvl="1" indent="-342900">
              <a:buFont typeface="Arial" panose="020B0604020202020204" pitchFamily="34" charset="0"/>
              <a:buChar char="•"/>
            </a:pPr>
            <a:r>
              <a:rPr lang="en-US" b="1" i="1" dirty="0">
                <a:solidFill>
                  <a:srgbClr val="C00000"/>
                </a:solidFill>
              </a:rPr>
              <a:t>High</a:t>
            </a:r>
            <a:r>
              <a:rPr lang="en-US" dirty="0"/>
              <a:t> traffic volume</a:t>
            </a:r>
          </a:p>
          <a:p>
            <a:pPr marL="685800" lvl="1" indent="-342900">
              <a:buFont typeface="Arial" panose="020B0604020202020204" pitchFamily="34" charset="0"/>
              <a:buChar char="•"/>
            </a:pPr>
            <a:r>
              <a:rPr lang="en-US" b="1" i="1" dirty="0">
                <a:solidFill>
                  <a:srgbClr val="C00000"/>
                </a:solidFill>
              </a:rPr>
              <a:t>High</a:t>
            </a:r>
            <a:r>
              <a:rPr lang="en-US" dirty="0"/>
              <a:t> performance requirement</a:t>
            </a:r>
          </a:p>
        </p:txBody>
      </p:sp>
    </p:spTree>
    <p:extLst>
      <p:ext uri="{BB962C8B-B14F-4D97-AF65-F5344CB8AC3E}">
        <p14:creationId xmlns:p14="http://schemas.microsoft.com/office/powerpoint/2010/main" val="344602885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568" name="Slide Number Placeholder 5"/>
          <p:cNvSpPr>
            <a:spLocks noGrp="1"/>
          </p:cNvSpPr>
          <p:nvPr>
            <p:ph type="sldNum" sz="quarter" idx="12"/>
          </p:nvPr>
        </p:nvSpPr>
        <p:spPr>
          <a:xfrm>
            <a:off x="8181975" y="6486525"/>
            <a:ext cx="676275" cy="457200"/>
          </a:xfrm>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lvl1pPr>
              <a:defRPr i="1">
                <a:solidFill>
                  <a:schemeClr val="tx1"/>
                </a:solidFill>
                <a:latin typeface="Comic Sans MS" charset="0"/>
                <a:ea typeface="ＭＳ Ｐゴシック" charset="0"/>
              </a:defRPr>
            </a:lvl1pPr>
            <a:lvl2pPr marL="742950" indent="-285750">
              <a:defRPr i="1">
                <a:solidFill>
                  <a:schemeClr val="tx1"/>
                </a:solidFill>
                <a:latin typeface="Comic Sans MS" charset="0"/>
                <a:ea typeface="ＭＳ Ｐゴシック" charset="0"/>
              </a:defRPr>
            </a:lvl2pPr>
            <a:lvl3pPr marL="1143000" indent="-228600">
              <a:defRPr i="1">
                <a:solidFill>
                  <a:schemeClr val="tx1"/>
                </a:solidFill>
                <a:latin typeface="Comic Sans MS" charset="0"/>
                <a:ea typeface="ＭＳ Ｐゴシック" charset="0"/>
              </a:defRPr>
            </a:lvl3pPr>
            <a:lvl4pPr marL="1600200" indent="-228600">
              <a:defRPr i="1">
                <a:solidFill>
                  <a:schemeClr val="tx1"/>
                </a:solidFill>
                <a:latin typeface="Comic Sans MS" charset="0"/>
                <a:ea typeface="ＭＳ Ｐゴシック" charset="0"/>
              </a:defRPr>
            </a:lvl4pPr>
            <a:lvl5pPr marL="2057400" indent="-228600">
              <a:defRPr i="1">
                <a:solidFill>
                  <a:schemeClr val="tx1"/>
                </a:solidFill>
                <a:latin typeface="Comic Sans MS" charset="0"/>
                <a:ea typeface="ＭＳ Ｐゴシック" charset="0"/>
              </a:defRPr>
            </a:lvl5pPr>
            <a:lvl6pPr marL="2514600" indent="-228600" eaLnBrk="0" fontAlgn="base" hangingPunct="0">
              <a:spcBef>
                <a:spcPct val="0"/>
              </a:spcBef>
              <a:spcAft>
                <a:spcPct val="0"/>
              </a:spcAft>
              <a:defRPr i="1">
                <a:solidFill>
                  <a:schemeClr val="tx1"/>
                </a:solidFill>
                <a:latin typeface="Comic Sans MS" charset="0"/>
                <a:ea typeface="ＭＳ Ｐゴシック" charset="0"/>
              </a:defRPr>
            </a:lvl6pPr>
            <a:lvl7pPr marL="2971800" indent="-228600" eaLnBrk="0" fontAlgn="base" hangingPunct="0">
              <a:spcBef>
                <a:spcPct val="0"/>
              </a:spcBef>
              <a:spcAft>
                <a:spcPct val="0"/>
              </a:spcAft>
              <a:defRPr i="1">
                <a:solidFill>
                  <a:schemeClr val="tx1"/>
                </a:solidFill>
                <a:latin typeface="Comic Sans MS" charset="0"/>
                <a:ea typeface="ＭＳ Ｐゴシック" charset="0"/>
              </a:defRPr>
            </a:lvl7pPr>
            <a:lvl8pPr marL="3429000" indent="-228600" eaLnBrk="0" fontAlgn="base" hangingPunct="0">
              <a:spcBef>
                <a:spcPct val="0"/>
              </a:spcBef>
              <a:spcAft>
                <a:spcPct val="0"/>
              </a:spcAft>
              <a:defRPr i="1">
                <a:solidFill>
                  <a:schemeClr val="tx1"/>
                </a:solidFill>
                <a:latin typeface="Comic Sans MS" charset="0"/>
                <a:ea typeface="ＭＳ Ｐゴシック" charset="0"/>
              </a:defRPr>
            </a:lvl8pPr>
            <a:lvl9pPr marL="3886200" indent="-228600" eaLnBrk="0" fontAlgn="base" hangingPunct="0">
              <a:spcBef>
                <a:spcPct val="0"/>
              </a:spcBef>
              <a:spcAft>
                <a:spcPct val="0"/>
              </a:spcAft>
              <a:defRPr i="1">
                <a:solidFill>
                  <a:schemeClr val="tx1"/>
                </a:solidFill>
                <a:latin typeface="Comic Sans MS" charset="0"/>
                <a:ea typeface="ＭＳ Ｐゴシック" charset="0"/>
              </a:defRPr>
            </a:lvl9pPr>
          </a:lstStyle>
          <a:p>
            <a:pPr marL="0" marR="0" lvl="0" indent="0" algn="r" defTabSz="457200" rtl="0" eaLnBrk="1" fontAlgn="auto" latinLnBrk="0" hangingPunct="1">
              <a:lnSpc>
                <a:spcPct val="100000"/>
              </a:lnSpc>
              <a:spcBef>
                <a:spcPts val="0"/>
              </a:spcBef>
              <a:spcAft>
                <a:spcPts val="0"/>
              </a:spcAft>
              <a:buClrTx/>
              <a:buSzTx/>
              <a:buFontTx/>
              <a:buNone/>
              <a:tabLst/>
              <a:defRPr/>
            </a:pPr>
            <a:fld id="{0282C31D-A124-694C-A320-0E0F329EC29B}" type="slidenum">
              <a:rPr kumimoji="0" lang="en-US" sz="1200" b="0" i="0" u="none" strike="noStrike" kern="1200" cap="none" spc="0" normalizeH="0" baseline="0" noProof="0" smtClean="0">
                <a:ln>
                  <a:noFill/>
                </a:ln>
                <a:solidFill>
                  <a:srgbClr val="000000"/>
                </a:solidFill>
                <a:effectLst/>
                <a:uLnTx/>
                <a:uFillTx/>
                <a:latin typeface="Arial" charset="0"/>
                <a:ea typeface="ＭＳ Ｐゴシック" charset="0"/>
                <a:cs typeface="+mn-cs"/>
              </a:rPr>
              <a:pPr marL="0" marR="0" lvl="0" indent="0" algn="r" defTabSz="4572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dirty="0">
              <a:ln>
                <a:noFill/>
              </a:ln>
              <a:solidFill>
                <a:srgbClr val="000000"/>
              </a:solidFill>
              <a:effectLst/>
              <a:uLnTx/>
              <a:uFillTx/>
              <a:latin typeface="Arial" charset="0"/>
              <a:ea typeface="ＭＳ Ｐゴシック" charset="0"/>
              <a:cs typeface="+mn-cs"/>
            </a:endParaRPr>
          </a:p>
        </p:txBody>
      </p:sp>
      <p:cxnSp>
        <p:nvCxnSpPr>
          <p:cNvPr id="508" name="Straight Connector 507"/>
          <p:cNvCxnSpPr>
            <a:stCxn id="53" idx="3"/>
            <a:endCxn id="71" idx="1"/>
          </p:cNvCxnSpPr>
          <p:nvPr/>
        </p:nvCxnSpPr>
        <p:spPr>
          <a:xfrm flipH="1">
            <a:off x="1606550" y="4151313"/>
            <a:ext cx="893763" cy="39211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2" name="Straight Connector 511"/>
          <p:cNvCxnSpPr/>
          <p:nvPr/>
        </p:nvCxnSpPr>
        <p:spPr>
          <a:xfrm>
            <a:off x="2638425" y="4017963"/>
            <a:ext cx="374650" cy="5381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9" name="Straight Connector 528"/>
          <p:cNvCxnSpPr/>
          <p:nvPr/>
        </p:nvCxnSpPr>
        <p:spPr>
          <a:xfrm flipH="1">
            <a:off x="4868863" y="4121150"/>
            <a:ext cx="415925" cy="53816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2" name="Straight Connector 531"/>
          <p:cNvCxnSpPr/>
          <p:nvPr/>
        </p:nvCxnSpPr>
        <p:spPr>
          <a:xfrm>
            <a:off x="5597525" y="4005263"/>
            <a:ext cx="374650" cy="53816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6855" name="Group 187"/>
          <p:cNvGrpSpPr>
            <a:grpSpLocks/>
          </p:cNvGrpSpPr>
          <p:nvPr/>
        </p:nvGrpSpPr>
        <p:grpSpPr bwMode="auto">
          <a:xfrm>
            <a:off x="2105025" y="3932238"/>
            <a:ext cx="1052513" cy="355600"/>
            <a:chOff x="4410" y="1365"/>
            <a:chExt cx="663" cy="224"/>
          </a:xfrm>
        </p:grpSpPr>
        <p:sp>
          <p:nvSpPr>
            <p:cNvPr id="52" name="Rectangle 188"/>
            <p:cNvSpPr>
              <a:spLocks noChangeArrowheads="1"/>
            </p:cNvSpPr>
            <p:nvPr/>
          </p:nvSpPr>
          <p:spPr bwMode="auto">
            <a:xfrm>
              <a:off x="4410" y="1500"/>
              <a:ext cx="495" cy="8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AutoShape 189"/>
            <p:cNvSpPr>
              <a:spLocks noChangeArrowheads="1"/>
            </p:cNvSpPr>
            <p:nvPr/>
          </p:nvSpPr>
          <p:spPr bwMode="auto">
            <a:xfrm>
              <a:off x="4410" y="1368"/>
              <a:ext cx="663" cy="135"/>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4" name="Freeform 190"/>
            <p:cNvSpPr>
              <a:spLocks/>
            </p:cNvSpPr>
            <p:nvPr/>
          </p:nvSpPr>
          <p:spPr bwMode="auto">
            <a:xfrm>
              <a:off x="4904" y="1365"/>
              <a:ext cx="169" cy="224"/>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Freeform 191"/>
            <p:cNvSpPr>
              <a:spLocks/>
            </p:cNvSpPr>
            <p:nvPr/>
          </p:nvSpPr>
          <p:spPr bwMode="auto">
            <a:xfrm>
              <a:off x="4475" y="1395"/>
              <a:ext cx="506" cy="8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9050"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6" name="Freeform 192"/>
            <p:cNvSpPr>
              <a:spLocks/>
            </p:cNvSpPr>
            <p:nvPr/>
          </p:nvSpPr>
          <p:spPr bwMode="auto">
            <a:xfrm>
              <a:off x="4593" y="1391"/>
              <a:ext cx="293" cy="93"/>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9050"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06856" name="Group 187"/>
          <p:cNvGrpSpPr>
            <a:grpSpLocks/>
          </p:cNvGrpSpPr>
          <p:nvPr/>
        </p:nvGrpSpPr>
        <p:grpSpPr bwMode="auto">
          <a:xfrm>
            <a:off x="4924425" y="3932238"/>
            <a:ext cx="1052513" cy="355600"/>
            <a:chOff x="4410" y="1365"/>
            <a:chExt cx="663" cy="224"/>
          </a:xfrm>
        </p:grpSpPr>
        <p:sp>
          <p:nvSpPr>
            <p:cNvPr id="58" name="Rectangle 188"/>
            <p:cNvSpPr>
              <a:spLocks noChangeArrowheads="1"/>
            </p:cNvSpPr>
            <p:nvPr/>
          </p:nvSpPr>
          <p:spPr bwMode="auto">
            <a:xfrm>
              <a:off x="4410" y="1500"/>
              <a:ext cx="495" cy="8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AutoShape 189"/>
            <p:cNvSpPr>
              <a:spLocks noChangeArrowheads="1"/>
            </p:cNvSpPr>
            <p:nvPr/>
          </p:nvSpPr>
          <p:spPr bwMode="auto">
            <a:xfrm>
              <a:off x="4410" y="1368"/>
              <a:ext cx="663" cy="135"/>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0" name="Freeform 190"/>
            <p:cNvSpPr>
              <a:spLocks/>
            </p:cNvSpPr>
            <p:nvPr/>
          </p:nvSpPr>
          <p:spPr bwMode="auto">
            <a:xfrm>
              <a:off x="4904" y="1365"/>
              <a:ext cx="169" cy="224"/>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Freeform 191"/>
            <p:cNvSpPr>
              <a:spLocks/>
            </p:cNvSpPr>
            <p:nvPr/>
          </p:nvSpPr>
          <p:spPr bwMode="auto">
            <a:xfrm>
              <a:off x="4475" y="1395"/>
              <a:ext cx="506" cy="8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9050"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2" name="Freeform 192"/>
            <p:cNvSpPr>
              <a:spLocks/>
            </p:cNvSpPr>
            <p:nvPr/>
          </p:nvSpPr>
          <p:spPr bwMode="auto">
            <a:xfrm>
              <a:off x="4593" y="1391"/>
              <a:ext cx="293" cy="93"/>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9050"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498" name="Straight Connector 497"/>
          <p:cNvCxnSpPr>
            <a:stCxn id="55" idx="0"/>
          </p:cNvCxnSpPr>
          <p:nvPr/>
        </p:nvCxnSpPr>
        <p:spPr>
          <a:xfrm flipH="1" flipV="1">
            <a:off x="1724025" y="3779838"/>
            <a:ext cx="484188" cy="3270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05" name="Straight Connector 504"/>
          <p:cNvCxnSpPr/>
          <p:nvPr/>
        </p:nvCxnSpPr>
        <p:spPr>
          <a:xfrm flipH="1">
            <a:off x="5915025" y="3856038"/>
            <a:ext cx="457200" cy="2286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5" name="Straight Connector 524"/>
          <p:cNvCxnSpPr/>
          <p:nvPr/>
        </p:nvCxnSpPr>
        <p:spPr>
          <a:xfrm flipH="1">
            <a:off x="5534025" y="3563938"/>
            <a:ext cx="0" cy="368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8" name="Straight Connector 527"/>
          <p:cNvCxnSpPr/>
          <p:nvPr/>
        </p:nvCxnSpPr>
        <p:spPr>
          <a:xfrm flipH="1">
            <a:off x="2714625" y="3551238"/>
            <a:ext cx="0" cy="368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39" name="Straight Connector 538"/>
          <p:cNvCxnSpPr/>
          <p:nvPr/>
        </p:nvCxnSpPr>
        <p:spPr>
          <a:xfrm>
            <a:off x="3014663" y="2540000"/>
            <a:ext cx="1069975" cy="446088"/>
          </a:xfrm>
          <a:prstGeom prst="line">
            <a:avLst/>
          </a:prstGeom>
          <a:ln w="28575">
            <a:solidFill>
              <a:schemeClr val="tx1"/>
            </a:solidFill>
          </a:ln>
        </p:spPr>
        <p:style>
          <a:lnRef idx="1">
            <a:schemeClr val="accent1"/>
          </a:lnRef>
          <a:fillRef idx="0">
            <a:schemeClr val="accent1"/>
          </a:fillRef>
          <a:effectRef idx="0">
            <a:schemeClr val="accent1"/>
          </a:effectRef>
          <a:fontRef idx="minor">
            <a:schemeClr val="tx1"/>
          </a:fontRef>
        </p:style>
      </p:cxnSp>
      <p:sp>
        <p:nvSpPr>
          <p:cNvPr id="547" name="TextBox 546"/>
          <p:cNvSpPr txBox="1"/>
          <p:nvPr/>
        </p:nvSpPr>
        <p:spPr>
          <a:xfrm>
            <a:off x="6908800" y="5600700"/>
            <a:ext cx="1065213" cy="307975"/>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Server racks</a:t>
            </a:r>
          </a:p>
        </p:txBody>
      </p:sp>
      <p:sp>
        <p:nvSpPr>
          <p:cNvPr id="555" name="TextBox 554"/>
          <p:cNvSpPr txBox="1"/>
          <p:nvPr/>
        </p:nvSpPr>
        <p:spPr>
          <a:xfrm>
            <a:off x="6894513" y="5143500"/>
            <a:ext cx="1143000" cy="307975"/>
          </a:xfrm>
          <a:prstGeom prst="rect">
            <a:avLst/>
          </a:prstGeom>
          <a:noFill/>
        </p:spPr>
        <p:txBody>
          <a:bodyP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TOR switches</a:t>
            </a:r>
          </a:p>
        </p:txBody>
      </p:sp>
      <p:sp>
        <p:nvSpPr>
          <p:cNvPr id="432" name="TextBox 431"/>
          <p:cNvSpPr txBox="1"/>
          <p:nvPr/>
        </p:nvSpPr>
        <p:spPr>
          <a:xfrm>
            <a:off x="6985000" y="4008438"/>
            <a:ext cx="1590675" cy="307975"/>
          </a:xfrm>
          <a:prstGeom prst="rect">
            <a:avLst/>
          </a:prstGeom>
          <a:noFill/>
        </p:spPr>
        <p:txBody>
          <a:bodyP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Tier-1 switches</a:t>
            </a:r>
          </a:p>
        </p:txBody>
      </p:sp>
      <p:sp>
        <p:nvSpPr>
          <p:cNvPr id="433" name="TextBox 432"/>
          <p:cNvSpPr txBox="1"/>
          <p:nvPr/>
        </p:nvSpPr>
        <p:spPr>
          <a:xfrm>
            <a:off x="6892925" y="4654550"/>
            <a:ext cx="1590675" cy="307975"/>
          </a:xfrm>
          <a:prstGeom prst="rect">
            <a:avLst/>
          </a:prstGeom>
          <a:noFill/>
        </p:spPr>
        <p:txBody>
          <a:bodyP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Tier-2 switches</a:t>
            </a:r>
          </a:p>
        </p:txBody>
      </p:sp>
      <p:grpSp>
        <p:nvGrpSpPr>
          <p:cNvPr id="206866" name="Group 1287"/>
          <p:cNvGrpSpPr>
            <a:grpSpLocks/>
          </p:cNvGrpSpPr>
          <p:nvPr/>
        </p:nvGrpSpPr>
        <p:grpSpPr bwMode="auto">
          <a:xfrm>
            <a:off x="6359525" y="3449638"/>
            <a:ext cx="381000" cy="609600"/>
            <a:chOff x="4140" y="429"/>
            <a:chExt cx="1425" cy="2396"/>
          </a:xfrm>
        </p:grpSpPr>
        <p:sp>
          <p:nvSpPr>
            <p:cNvPr id="434" name="Freeform 1288"/>
            <p:cNvSpPr>
              <a:spLocks/>
            </p:cNvSpPr>
            <p:nvPr/>
          </p:nvSpPr>
          <p:spPr bwMode="auto">
            <a:xfrm>
              <a:off x="5268" y="435"/>
              <a:ext cx="285" cy="2284"/>
            </a:xfrm>
            <a:custGeom>
              <a:avLst/>
              <a:gdLst>
                <a:gd name="T0" fmla="*/ 40 w 354"/>
                <a:gd name="T1" fmla="*/ 0 h 2742"/>
                <a:gd name="T2" fmla="*/ 226 w 354"/>
                <a:gd name="T3" fmla="*/ 236 h 2742"/>
                <a:gd name="T4" fmla="*/ 221 w 354"/>
                <a:gd name="T5" fmla="*/ 1824 h 2742"/>
                <a:gd name="T6" fmla="*/ 0 w 354"/>
                <a:gd name="T7" fmla="*/ 1906 h 2742"/>
                <a:gd name="T8" fmla="*/ 40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5" name="Rectangle 1289"/>
            <p:cNvSpPr>
              <a:spLocks noChangeArrowheads="1"/>
            </p:cNvSpPr>
            <p:nvPr/>
          </p:nvSpPr>
          <p:spPr bwMode="auto">
            <a:xfrm>
              <a:off x="4205" y="429"/>
              <a:ext cx="1045"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6" name="Freeform 1290"/>
            <p:cNvSpPr>
              <a:spLocks/>
            </p:cNvSpPr>
            <p:nvPr/>
          </p:nvSpPr>
          <p:spPr bwMode="auto">
            <a:xfrm>
              <a:off x="5322" y="573"/>
              <a:ext cx="166" cy="2115"/>
            </a:xfrm>
            <a:custGeom>
              <a:avLst/>
              <a:gdLst>
                <a:gd name="T0" fmla="*/ 5 w 211"/>
                <a:gd name="T1" fmla="*/ 0 h 2537"/>
                <a:gd name="T2" fmla="*/ 135 w 211"/>
                <a:gd name="T3" fmla="*/ 152 h 2537"/>
                <a:gd name="T4" fmla="*/ 5 w 211"/>
                <a:gd name="T5" fmla="*/ 1738 h 2537"/>
                <a:gd name="T6" fmla="*/ 5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7" name="Freeform 1291"/>
            <p:cNvSpPr>
              <a:spLocks/>
            </p:cNvSpPr>
            <p:nvPr/>
          </p:nvSpPr>
          <p:spPr bwMode="auto">
            <a:xfrm>
              <a:off x="5286" y="1639"/>
              <a:ext cx="261" cy="187"/>
            </a:xfrm>
            <a:custGeom>
              <a:avLst/>
              <a:gdLst>
                <a:gd name="T0" fmla="*/ 2 w 328"/>
                <a:gd name="T1" fmla="*/ 0 h 226"/>
                <a:gd name="T2" fmla="*/ 211 w 328"/>
                <a:gd name="T3" fmla="*/ 89 h 226"/>
                <a:gd name="T4" fmla="*/ 209 w 328"/>
                <a:gd name="T5" fmla="*/ 158 h 226"/>
                <a:gd name="T6" fmla="*/ 0 w 328"/>
                <a:gd name="T7" fmla="*/ 70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38" name="Rectangle 1292"/>
            <p:cNvSpPr>
              <a:spLocks noChangeArrowheads="1"/>
            </p:cNvSpPr>
            <p:nvPr/>
          </p:nvSpPr>
          <p:spPr bwMode="auto">
            <a:xfrm>
              <a:off x="4211" y="691"/>
              <a:ext cx="600" cy="50"/>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50948" name="Group 1293"/>
            <p:cNvGrpSpPr>
              <a:grpSpLocks/>
            </p:cNvGrpSpPr>
            <p:nvPr/>
          </p:nvGrpSpPr>
          <p:grpSpPr bwMode="auto">
            <a:xfrm>
              <a:off x="4749" y="668"/>
              <a:ext cx="581" cy="145"/>
              <a:chOff x="614" y="2568"/>
              <a:chExt cx="725" cy="139"/>
            </a:xfrm>
          </p:grpSpPr>
          <p:sp>
            <p:nvSpPr>
              <p:cNvPr id="464" name="AutoShape 1294"/>
              <p:cNvSpPr>
                <a:spLocks noChangeArrowheads="1"/>
              </p:cNvSpPr>
              <p:nvPr/>
            </p:nvSpPr>
            <p:spPr bwMode="auto">
              <a:xfrm>
                <a:off x="617" y="2566"/>
                <a:ext cx="719" cy="156"/>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5" name="AutoShape 1295"/>
              <p:cNvSpPr>
                <a:spLocks noChangeArrowheads="1"/>
              </p:cNvSpPr>
              <p:nvPr/>
            </p:nvSpPr>
            <p:spPr bwMode="auto">
              <a:xfrm>
                <a:off x="632" y="2584"/>
                <a:ext cx="689"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440" name="Rectangle 1296"/>
            <p:cNvSpPr>
              <a:spLocks noChangeArrowheads="1"/>
            </p:cNvSpPr>
            <p:nvPr/>
          </p:nvSpPr>
          <p:spPr bwMode="auto">
            <a:xfrm>
              <a:off x="4223" y="1022"/>
              <a:ext cx="600" cy="44"/>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50950" name="Group 1297"/>
            <p:cNvGrpSpPr>
              <a:grpSpLocks/>
            </p:cNvGrpSpPr>
            <p:nvPr/>
          </p:nvGrpSpPr>
          <p:grpSpPr bwMode="auto">
            <a:xfrm>
              <a:off x="4747" y="994"/>
              <a:ext cx="581" cy="134"/>
              <a:chOff x="614" y="2568"/>
              <a:chExt cx="725" cy="139"/>
            </a:xfrm>
          </p:grpSpPr>
          <p:sp>
            <p:nvSpPr>
              <p:cNvPr id="462" name="AutoShape 1298"/>
              <p:cNvSpPr>
                <a:spLocks noChangeArrowheads="1"/>
              </p:cNvSpPr>
              <p:nvPr/>
            </p:nvSpPr>
            <p:spPr bwMode="auto">
              <a:xfrm>
                <a:off x="612" y="2571"/>
                <a:ext cx="726" cy="136"/>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3" name="AutoShape 1299"/>
              <p:cNvSpPr>
                <a:spLocks noChangeArrowheads="1"/>
              </p:cNvSpPr>
              <p:nvPr/>
            </p:nvSpPr>
            <p:spPr bwMode="auto">
              <a:xfrm>
                <a:off x="627" y="2584"/>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442" name="Rectangle 1300"/>
            <p:cNvSpPr>
              <a:spLocks noChangeArrowheads="1"/>
            </p:cNvSpPr>
            <p:nvPr/>
          </p:nvSpPr>
          <p:spPr bwMode="auto">
            <a:xfrm>
              <a:off x="4217" y="1359"/>
              <a:ext cx="594" cy="44"/>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43" name="Rectangle 1301"/>
            <p:cNvSpPr>
              <a:spLocks noChangeArrowheads="1"/>
            </p:cNvSpPr>
            <p:nvPr/>
          </p:nvSpPr>
          <p:spPr bwMode="auto">
            <a:xfrm>
              <a:off x="4229" y="1652"/>
              <a:ext cx="594" cy="50"/>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50953" name="Group 1302"/>
            <p:cNvGrpSpPr>
              <a:grpSpLocks/>
            </p:cNvGrpSpPr>
            <p:nvPr/>
          </p:nvGrpSpPr>
          <p:grpSpPr bwMode="auto">
            <a:xfrm>
              <a:off x="4735" y="1627"/>
              <a:ext cx="582" cy="151"/>
              <a:chOff x="614" y="2568"/>
              <a:chExt cx="725" cy="139"/>
            </a:xfrm>
          </p:grpSpPr>
          <p:sp>
            <p:nvSpPr>
              <p:cNvPr id="460" name="AutoShape 1303"/>
              <p:cNvSpPr>
                <a:spLocks noChangeArrowheads="1"/>
              </p:cNvSpPr>
              <p:nvPr/>
            </p:nvSpPr>
            <p:spPr bwMode="auto">
              <a:xfrm>
                <a:off x="612" y="2568"/>
                <a:ext cx="725" cy="138"/>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1" name="AutoShape 1304"/>
              <p:cNvSpPr>
                <a:spLocks noChangeArrowheads="1"/>
              </p:cNvSpPr>
              <p:nvPr/>
            </p:nvSpPr>
            <p:spPr bwMode="auto">
              <a:xfrm>
                <a:off x="627" y="2585"/>
                <a:ext cx="69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445" name="Freeform 1305"/>
            <p:cNvSpPr>
              <a:spLocks/>
            </p:cNvSpPr>
            <p:nvPr/>
          </p:nvSpPr>
          <p:spPr bwMode="auto">
            <a:xfrm>
              <a:off x="5286" y="1352"/>
              <a:ext cx="267" cy="187"/>
            </a:xfrm>
            <a:custGeom>
              <a:avLst/>
              <a:gdLst>
                <a:gd name="T0" fmla="*/ 2 w 328"/>
                <a:gd name="T1" fmla="*/ 0 h 226"/>
                <a:gd name="T2" fmla="*/ 211 w 328"/>
                <a:gd name="T3" fmla="*/ 88 h 226"/>
                <a:gd name="T4" fmla="*/ 209 w 328"/>
                <a:gd name="T5" fmla="*/ 156 h 226"/>
                <a:gd name="T6" fmla="*/ 0 w 328"/>
                <a:gd name="T7" fmla="*/ 6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50955" name="Group 1306"/>
            <p:cNvGrpSpPr>
              <a:grpSpLocks/>
            </p:cNvGrpSpPr>
            <p:nvPr/>
          </p:nvGrpSpPr>
          <p:grpSpPr bwMode="auto">
            <a:xfrm>
              <a:off x="4739" y="1327"/>
              <a:ext cx="582" cy="139"/>
              <a:chOff x="614" y="2568"/>
              <a:chExt cx="725" cy="139"/>
            </a:xfrm>
          </p:grpSpPr>
          <p:sp>
            <p:nvSpPr>
              <p:cNvPr id="458" name="AutoShape 1307"/>
              <p:cNvSpPr>
                <a:spLocks noChangeArrowheads="1"/>
              </p:cNvSpPr>
              <p:nvPr/>
            </p:nvSpPr>
            <p:spPr bwMode="auto">
              <a:xfrm>
                <a:off x="615" y="2568"/>
                <a:ext cx="725" cy="137"/>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9" name="AutoShape 1308"/>
              <p:cNvSpPr>
                <a:spLocks noChangeArrowheads="1"/>
              </p:cNvSpPr>
              <p:nvPr/>
            </p:nvSpPr>
            <p:spPr bwMode="auto">
              <a:xfrm>
                <a:off x="630" y="2587"/>
                <a:ext cx="695" cy="100"/>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447" name="Rectangle 1309"/>
            <p:cNvSpPr>
              <a:spLocks noChangeArrowheads="1"/>
            </p:cNvSpPr>
            <p:nvPr/>
          </p:nvSpPr>
          <p:spPr bwMode="auto">
            <a:xfrm>
              <a:off x="5250" y="429"/>
              <a:ext cx="65"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48" name="Freeform 1310"/>
            <p:cNvSpPr>
              <a:spLocks/>
            </p:cNvSpPr>
            <p:nvPr/>
          </p:nvSpPr>
          <p:spPr bwMode="auto">
            <a:xfrm>
              <a:off x="5310" y="1009"/>
              <a:ext cx="238" cy="212"/>
            </a:xfrm>
            <a:custGeom>
              <a:avLst/>
              <a:gdLst>
                <a:gd name="T0" fmla="*/ 2 w 296"/>
                <a:gd name="T1" fmla="*/ 0 h 256"/>
                <a:gd name="T2" fmla="*/ 187 w 296"/>
                <a:gd name="T3" fmla="*/ 100 h 256"/>
                <a:gd name="T4" fmla="*/ 190 w 296"/>
                <a:gd name="T5" fmla="*/ 177 h 256"/>
                <a:gd name="T6" fmla="*/ 0 w 296"/>
                <a:gd name="T7" fmla="*/ 69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49" name="Freeform 1311"/>
            <p:cNvSpPr>
              <a:spLocks/>
            </p:cNvSpPr>
            <p:nvPr/>
          </p:nvSpPr>
          <p:spPr bwMode="auto">
            <a:xfrm>
              <a:off x="5316" y="679"/>
              <a:ext cx="243" cy="243"/>
            </a:xfrm>
            <a:custGeom>
              <a:avLst/>
              <a:gdLst>
                <a:gd name="T0" fmla="*/ 0 w 304"/>
                <a:gd name="T1" fmla="*/ 0 h 288"/>
                <a:gd name="T2" fmla="*/ 196 w 304"/>
                <a:gd name="T3" fmla="*/ 114 h 288"/>
                <a:gd name="T4" fmla="*/ 183 w 304"/>
                <a:gd name="T5" fmla="*/ 200 h 288"/>
                <a:gd name="T6" fmla="*/ 5 w 304"/>
                <a:gd name="T7" fmla="*/ 86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0" name="Oval 1312"/>
            <p:cNvSpPr>
              <a:spLocks noChangeArrowheads="1"/>
            </p:cNvSpPr>
            <p:nvPr/>
          </p:nvSpPr>
          <p:spPr bwMode="auto">
            <a:xfrm>
              <a:off x="5518" y="2613"/>
              <a:ext cx="48" cy="94"/>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1" name="Freeform 1313"/>
            <p:cNvSpPr>
              <a:spLocks/>
            </p:cNvSpPr>
            <p:nvPr/>
          </p:nvSpPr>
          <p:spPr bwMode="auto">
            <a:xfrm>
              <a:off x="5304" y="2613"/>
              <a:ext cx="243" cy="200"/>
            </a:xfrm>
            <a:custGeom>
              <a:avLst/>
              <a:gdLst>
                <a:gd name="T0" fmla="*/ 0 w 306"/>
                <a:gd name="T1" fmla="*/ 73 h 240"/>
                <a:gd name="T2" fmla="*/ 2 w 306"/>
                <a:gd name="T3" fmla="*/ 167 h 240"/>
                <a:gd name="T4" fmla="*/ 196 w 306"/>
                <a:gd name="T5" fmla="*/ 77 h 240"/>
                <a:gd name="T6" fmla="*/ 192 w 306"/>
                <a:gd name="T7" fmla="*/ 0 h 240"/>
                <a:gd name="T8" fmla="*/ 0 w 306"/>
                <a:gd name="T9" fmla="*/ 73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2" name="AutoShape 1314"/>
            <p:cNvSpPr>
              <a:spLocks noChangeArrowheads="1"/>
            </p:cNvSpPr>
            <p:nvPr/>
          </p:nvSpPr>
          <p:spPr bwMode="auto">
            <a:xfrm>
              <a:off x="4140" y="2675"/>
              <a:ext cx="1199" cy="150"/>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3" name="AutoShape 1315"/>
            <p:cNvSpPr>
              <a:spLocks noChangeArrowheads="1"/>
            </p:cNvSpPr>
            <p:nvPr/>
          </p:nvSpPr>
          <p:spPr bwMode="auto">
            <a:xfrm>
              <a:off x="4205" y="2713"/>
              <a:ext cx="1069" cy="81"/>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4" name="Oval 1316"/>
            <p:cNvSpPr>
              <a:spLocks noChangeArrowheads="1"/>
            </p:cNvSpPr>
            <p:nvPr/>
          </p:nvSpPr>
          <p:spPr bwMode="auto">
            <a:xfrm>
              <a:off x="4306" y="2382"/>
              <a:ext cx="160" cy="144"/>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5" name="Oval 1317"/>
            <p:cNvSpPr>
              <a:spLocks noChangeArrowheads="1"/>
            </p:cNvSpPr>
            <p:nvPr/>
          </p:nvSpPr>
          <p:spPr bwMode="auto">
            <a:xfrm>
              <a:off x="4484" y="2382"/>
              <a:ext cx="160" cy="144"/>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Calibri"/>
                <a:ea typeface="+mn-ea"/>
                <a:cs typeface="Arial" charset="0"/>
              </a:endParaRPr>
            </a:p>
          </p:txBody>
        </p:sp>
        <p:sp>
          <p:nvSpPr>
            <p:cNvPr id="456" name="Oval 1318"/>
            <p:cNvSpPr>
              <a:spLocks noChangeArrowheads="1"/>
            </p:cNvSpPr>
            <p:nvPr/>
          </p:nvSpPr>
          <p:spPr bwMode="auto">
            <a:xfrm>
              <a:off x="4663" y="2382"/>
              <a:ext cx="160" cy="13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57" name="Rectangle 1319"/>
            <p:cNvSpPr>
              <a:spLocks noChangeArrowheads="1"/>
            </p:cNvSpPr>
            <p:nvPr/>
          </p:nvSpPr>
          <p:spPr bwMode="auto">
            <a:xfrm>
              <a:off x="5060" y="1833"/>
              <a:ext cx="89" cy="761"/>
            </a:xfrm>
            <a:prstGeom prst="rect">
              <a:avLst/>
            </a:prstGeom>
            <a:solidFill>
              <a:srgbClr val="292929"/>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466" name="TextBox 465"/>
          <p:cNvSpPr txBox="1"/>
          <p:nvPr/>
        </p:nvSpPr>
        <p:spPr>
          <a:xfrm>
            <a:off x="6753225" y="3398838"/>
            <a:ext cx="1592263" cy="523875"/>
          </a:xfrm>
          <a:prstGeom prst="rect">
            <a:avLst/>
          </a:prstGeom>
          <a:noFill/>
        </p:spPr>
        <p:txBody>
          <a:bodyP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Load </a:t>
            </a: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balancer</a:t>
            </a:r>
          </a:p>
        </p:txBody>
      </p:sp>
      <p:grpSp>
        <p:nvGrpSpPr>
          <p:cNvPr id="206868" name="Group 1287"/>
          <p:cNvGrpSpPr>
            <a:grpSpLocks/>
          </p:cNvGrpSpPr>
          <p:nvPr/>
        </p:nvGrpSpPr>
        <p:grpSpPr bwMode="auto">
          <a:xfrm>
            <a:off x="1343025" y="3322638"/>
            <a:ext cx="381000" cy="609600"/>
            <a:chOff x="4140" y="429"/>
            <a:chExt cx="1425" cy="2396"/>
          </a:xfrm>
        </p:grpSpPr>
        <p:sp>
          <p:nvSpPr>
            <p:cNvPr id="468" name="Freeform 1288"/>
            <p:cNvSpPr>
              <a:spLocks/>
            </p:cNvSpPr>
            <p:nvPr/>
          </p:nvSpPr>
          <p:spPr bwMode="auto">
            <a:xfrm>
              <a:off x="5268" y="435"/>
              <a:ext cx="285" cy="2284"/>
            </a:xfrm>
            <a:custGeom>
              <a:avLst/>
              <a:gdLst>
                <a:gd name="T0" fmla="*/ 40 w 354"/>
                <a:gd name="T1" fmla="*/ 0 h 2742"/>
                <a:gd name="T2" fmla="*/ 226 w 354"/>
                <a:gd name="T3" fmla="*/ 236 h 2742"/>
                <a:gd name="T4" fmla="*/ 221 w 354"/>
                <a:gd name="T5" fmla="*/ 1824 h 2742"/>
                <a:gd name="T6" fmla="*/ 0 w 354"/>
                <a:gd name="T7" fmla="*/ 1906 h 2742"/>
                <a:gd name="T8" fmla="*/ 40 w 354"/>
                <a:gd name="T9" fmla="*/ 0 h 2742"/>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54" h="2742">
                  <a:moveTo>
                    <a:pt x="63" y="0"/>
                  </a:moveTo>
                  <a:lnTo>
                    <a:pt x="354" y="339"/>
                  </a:lnTo>
                  <a:lnTo>
                    <a:pt x="346" y="2624"/>
                  </a:lnTo>
                  <a:lnTo>
                    <a:pt x="0" y="2742"/>
                  </a:lnTo>
                  <a:lnTo>
                    <a:pt x="63" y="0"/>
                  </a:lnTo>
                  <a:close/>
                </a:path>
              </a:pathLst>
            </a:custGeom>
            <a:gradFill rotWithShape="1">
              <a:gsLst>
                <a:gs pos="0">
                  <a:srgbClr val="DDDDDD"/>
                </a:gs>
                <a:gs pos="100000">
                  <a:srgbClr val="333333"/>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69" name="Rectangle 1289"/>
            <p:cNvSpPr>
              <a:spLocks noChangeArrowheads="1"/>
            </p:cNvSpPr>
            <p:nvPr/>
          </p:nvSpPr>
          <p:spPr bwMode="auto">
            <a:xfrm>
              <a:off x="4205" y="429"/>
              <a:ext cx="1045" cy="2284"/>
            </a:xfrm>
            <a:prstGeom prst="rect">
              <a:avLst/>
            </a:pr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0" name="Freeform 1290"/>
            <p:cNvSpPr>
              <a:spLocks/>
            </p:cNvSpPr>
            <p:nvPr/>
          </p:nvSpPr>
          <p:spPr bwMode="auto">
            <a:xfrm>
              <a:off x="5322" y="573"/>
              <a:ext cx="166" cy="2115"/>
            </a:xfrm>
            <a:custGeom>
              <a:avLst/>
              <a:gdLst>
                <a:gd name="T0" fmla="*/ 5 w 211"/>
                <a:gd name="T1" fmla="*/ 0 h 2537"/>
                <a:gd name="T2" fmla="*/ 135 w 211"/>
                <a:gd name="T3" fmla="*/ 152 h 2537"/>
                <a:gd name="T4" fmla="*/ 5 w 211"/>
                <a:gd name="T5" fmla="*/ 1738 h 2537"/>
                <a:gd name="T6" fmla="*/ 5 w 211"/>
                <a:gd name="T7" fmla="*/ 0 h 2537"/>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1" h="2537">
                  <a:moveTo>
                    <a:pt x="7" y="0"/>
                  </a:moveTo>
                  <a:cubicBezTo>
                    <a:pt x="7" y="0"/>
                    <a:pt x="57" y="28"/>
                    <a:pt x="211" y="218"/>
                  </a:cubicBezTo>
                  <a:cubicBezTo>
                    <a:pt x="0" y="1229"/>
                    <a:pt x="41" y="2537"/>
                    <a:pt x="7" y="2501"/>
                  </a:cubicBezTo>
                  <a:lnTo>
                    <a:pt x="7" y="0"/>
                  </a:lnTo>
                  <a:close/>
                </a:path>
              </a:pathLst>
            </a:custGeom>
            <a:gradFill rotWithShape="1">
              <a:gsLst>
                <a:gs pos="0">
                  <a:srgbClr val="808080"/>
                </a:gs>
                <a:gs pos="100000">
                  <a:srgbClr val="F8F8F8"/>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1" name="Freeform 1291"/>
            <p:cNvSpPr>
              <a:spLocks/>
            </p:cNvSpPr>
            <p:nvPr/>
          </p:nvSpPr>
          <p:spPr bwMode="auto">
            <a:xfrm>
              <a:off x="5286" y="1639"/>
              <a:ext cx="261" cy="187"/>
            </a:xfrm>
            <a:custGeom>
              <a:avLst/>
              <a:gdLst>
                <a:gd name="T0" fmla="*/ 2 w 328"/>
                <a:gd name="T1" fmla="*/ 0 h 226"/>
                <a:gd name="T2" fmla="*/ 211 w 328"/>
                <a:gd name="T3" fmla="*/ 89 h 226"/>
                <a:gd name="T4" fmla="*/ 209 w 328"/>
                <a:gd name="T5" fmla="*/ 158 h 226"/>
                <a:gd name="T6" fmla="*/ 0 w 328"/>
                <a:gd name="T7" fmla="*/ 70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2" name="Rectangle 1292"/>
            <p:cNvSpPr>
              <a:spLocks noChangeArrowheads="1"/>
            </p:cNvSpPr>
            <p:nvPr/>
          </p:nvSpPr>
          <p:spPr bwMode="auto">
            <a:xfrm>
              <a:off x="4211" y="691"/>
              <a:ext cx="600" cy="50"/>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50916" name="Group 1293"/>
            <p:cNvGrpSpPr>
              <a:grpSpLocks/>
            </p:cNvGrpSpPr>
            <p:nvPr/>
          </p:nvGrpSpPr>
          <p:grpSpPr bwMode="auto">
            <a:xfrm>
              <a:off x="4749" y="668"/>
              <a:ext cx="581" cy="145"/>
              <a:chOff x="614" y="2568"/>
              <a:chExt cx="725" cy="139"/>
            </a:xfrm>
          </p:grpSpPr>
          <p:sp>
            <p:nvSpPr>
              <p:cNvPr id="502" name="AutoShape 1294"/>
              <p:cNvSpPr>
                <a:spLocks noChangeArrowheads="1"/>
              </p:cNvSpPr>
              <p:nvPr/>
            </p:nvSpPr>
            <p:spPr bwMode="auto">
              <a:xfrm>
                <a:off x="617" y="2566"/>
                <a:ext cx="719" cy="156"/>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03" name="AutoShape 1295"/>
              <p:cNvSpPr>
                <a:spLocks noChangeArrowheads="1"/>
              </p:cNvSpPr>
              <p:nvPr/>
            </p:nvSpPr>
            <p:spPr bwMode="auto">
              <a:xfrm>
                <a:off x="632" y="2584"/>
                <a:ext cx="689" cy="108"/>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474" name="Rectangle 1296"/>
            <p:cNvSpPr>
              <a:spLocks noChangeArrowheads="1"/>
            </p:cNvSpPr>
            <p:nvPr/>
          </p:nvSpPr>
          <p:spPr bwMode="auto">
            <a:xfrm>
              <a:off x="4223" y="1022"/>
              <a:ext cx="600" cy="44"/>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50918" name="Group 1297"/>
            <p:cNvGrpSpPr>
              <a:grpSpLocks/>
            </p:cNvGrpSpPr>
            <p:nvPr/>
          </p:nvGrpSpPr>
          <p:grpSpPr bwMode="auto">
            <a:xfrm>
              <a:off x="4747" y="994"/>
              <a:ext cx="581" cy="134"/>
              <a:chOff x="614" y="2568"/>
              <a:chExt cx="725" cy="139"/>
            </a:xfrm>
          </p:grpSpPr>
          <p:sp>
            <p:nvSpPr>
              <p:cNvPr id="500" name="AutoShape 1298"/>
              <p:cNvSpPr>
                <a:spLocks noChangeArrowheads="1"/>
              </p:cNvSpPr>
              <p:nvPr/>
            </p:nvSpPr>
            <p:spPr bwMode="auto">
              <a:xfrm>
                <a:off x="612" y="2571"/>
                <a:ext cx="726" cy="136"/>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01" name="AutoShape 1299"/>
              <p:cNvSpPr>
                <a:spLocks noChangeArrowheads="1"/>
              </p:cNvSpPr>
              <p:nvPr/>
            </p:nvSpPr>
            <p:spPr bwMode="auto">
              <a:xfrm>
                <a:off x="627" y="2584"/>
                <a:ext cx="696" cy="104"/>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476" name="Rectangle 1300"/>
            <p:cNvSpPr>
              <a:spLocks noChangeArrowheads="1"/>
            </p:cNvSpPr>
            <p:nvPr/>
          </p:nvSpPr>
          <p:spPr bwMode="auto">
            <a:xfrm>
              <a:off x="4217" y="1359"/>
              <a:ext cx="594" cy="44"/>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77" name="Rectangle 1301"/>
            <p:cNvSpPr>
              <a:spLocks noChangeArrowheads="1"/>
            </p:cNvSpPr>
            <p:nvPr/>
          </p:nvSpPr>
          <p:spPr bwMode="auto">
            <a:xfrm>
              <a:off x="4229" y="1652"/>
              <a:ext cx="594" cy="50"/>
            </a:xfrm>
            <a:prstGeom prst="rect">
              <a:avLst/>
            </a:prstGeom>
            <a:solidFill>
              <a:schemeClr val="tx1"/>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50921" name="Group 1302"/>
            <p:cNvGrpSpPr>
              <a:grpSpLocks/>
            </p:cNvGrpSpPr>
            <p:nvPr/>
          </p:nvGrpSpPr>
          <p:grpSpPr bwMode="auto">
            <a:xfrm>
              <a:off x="4735" y="1627"/>
              <a:ext cx="582" cy="151"/>
              <a:chOff x="614" y="2568"/>
              <a:chExt cx="725" cy="139"/>
            </a:xfrm>
          </p:grpSpPr>
          <p:sp>
            <p:nvSpPr>
              <p:cNvPr id="497" name="AutoShape 1303"/>
              <p:cNvSpPr>
                <a:spLocks noChangeArrowheads="1"/>
              </p:cNvSpPr>
              <p:nvPr/>
            </p:nvSpPr>
            <p:spPr bwMode="auto">
              <a:xfrm>
                <a:off x="612" y="2568"/>
                <a:ext cx="725" cy="138"/>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9" name="AutoShape 1304"/>
              <p:cNvSpPr>
                <a:spLocks noChangeArrowheads="1"/>
              </p:cNvSpPr>
              <p:nvPr/>
            </p:nvSpPr>
            <p:spPr bwMode="auto">
              <a:xfrm>
                <a:off x="627" y="2585"/>
                <a:ext cx="695" cy="103"/>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479" name="Freeform 1305"/>
            <p:cNvSpPr>
              <a:spLocks/>
            </p:cNvSpPr>
            <p:nvPr/>
          </p:nvSpPr>
          <p:spPr bwMode="auto">
            <a:xfrm>
              <a:off x="5286" y="1352"/>
              <a:ext cx="267" cy="187"/>
            </a:xfrm>
            <a:custGeom>
              <a:avLst/>
              <a:gdLst>
                <a:gd name="T0" fmla="*/ 2 w 328"/>
                <a:gd name="T1" fmla="*/ 0 h 226"/>
                <a:gd name="T2" fmla="*/ 211 w 328"/>
                <a:gd name="T3" fmla="*/ 88 h 226"/>
                <a:gd name="T4" fmla="*/ 209 w 328"/>
                <a:gd name="T5" fmla="*/ 156 h 226"/>
                <a:gd name="T6" fmla="*/ 0 w 328"/>
                <a:gd name="T7" fmla="*/ 69 h 226"/>
                <a:gd name="T8" fmla="*/ 2 w 328"/>
                <a:gd name="T9" fmla="*/ 0 h 22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28" h="226">
                  <a:moveTo>
                    <a:pt x="4" y="0"/>
                  </a:moveTo>
                  <a:cubicBezTo>
                    <a:pt x="60" y="10"/>
                    <a:pt x="182" y="74"/>
                    <a:pt x="328" y="128"/>
                  </a:cubicBezTo>
                  <a:cubicBezTo>
                    <a:pt x="326" y="162"/>
                    <a:pt x="326" y="158"/>
                    <a:pt x="326" y="226"/>
                  </a:cubicBezTo>
                  <a:cubicBezTo>
                    <a:pt x="326" y="226"/>
                    <a:pt x="169" y="155"/>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nvGrpSpPr>
            <p:cNvPr id="250923" name="Group 1306"/>
            <p:cNvGrpSpPr>
              <a:grpSpLocks/>
            </p:cNvGrpSpPr>
            <p:nvPr/>
          </p:nvGrpSpPr>
          <p:grpSpPr bwMode="auto">
            <a:xfrm>
              <a:off x="4739" y="1327"/>
              <a:ext cx="582" cy="139"/>
              <a:chOff x="614" y="2568"/>
              <a:chExt cx="725" cy="139"/>
            </a:xfrm>
          </p:grpSpPr>
          <p:sp>
            <p:nvSpPr>
              <p:cNvPr id="492" name="AutoShape 1307"/>
              <p:cNvSpPr>
                <a:spLocks noChangeArrowheads="1"/>
              </p:cNvSpPr>
              <p:nvPr/>
            </p:nvSpPr>
            <p:spPr bwMode="auto">
              <a:xfrm>
                <a:off x="615" y="2568"/>
                <a:ext cx="725" cy="137"/>
              </a:xfrm>
              <a:prstGeom prst="roundRect">
                <a:avLst>
                  <a:gd name="adj" fmla="val 50000"/>
                </a:avLst>
              </a:prstGeom>
              <a:solidFill>
                <a:schemeClr val="tx1"/>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3" name="AutoShape 1308"/>
              <p:cNvSpPr>
                <a:spLocks noChangeArrowheads="1"/>
              </p:cNvSpPr>
              <p:nvPr/>
            </p:nvSpPr>
            <p:spPr bwMode="auto">
              <a:xfrm>
                <a:off x="630" y="2587"/>
                <a:ext cx="695" cy="100"/>
              </a:xfrm>
              <a:prstGeom prst="roundRect">
                <a:avLst>
                  <a:gd name="adj" fmla="val 50000"/>
                </a:avLst>
              </a:prstGeom>
              <a:gradFill rotWithShape="1">
                <a:gsLst>
                  <a:gs pos="0">
                    <a:srgbClr val="0000FF"/>
                  </a:gs>
                  <a:gs pos="50000">
                    <a:srgbClr val="99CCFF"/>
                  </a:gs>
                  <a:gs pos="100000">
                    <a:srgbClr val="0000FF"/>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481" name="Rectangle 1309"/>
            <p:cNvSpPr>
              <a:spLocks noChangeArrowheads="1"/>
            </p:cNvSpPr>
            <p:nvPr/>
          </p:nvSpPr>
          <p:spPr bwMode="auto">
            <a:xfrm>
              <a:off x="5250" y="429"/>
              <a:ext cx="65" cy="2290"/>
            </a:xfrm>
            <a:prstGeom prst="rect">
              <a:avLst/>
            </a:prstGeom>
            <a:gradFill rotWithShape="1">
              <a:gsLst>
                <a:gs pos="0">
                  <a:srgbClr val="333333"/>
                </a:gs>
                <a:gs pos="50000">
                  <a:srgbClr val="DDDDDD"/>
                </a:gs>
                <a:gs pos="100000">
                  <a:srgbClr val="333333"/>
                </a:gs>
              </a:gsLst>
              <a:lin ang="0" scaled="1"/>
            </a:gra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82" name="Freeform 1310"/>
            <p:cNvSpPr>
              <a:spLocks/>
            </p:cNvSpPr>
            <p:nvPr/>
          </p:nvSpPr>
          <p:spPr bwMode="auto">
            <a:xfrm>
              <a:off x="5310" y="1009"/>
              <a:ext cx="238" cy="212"/>
            </a:xfrm>
            <a:custGeom>
              <a:avLst/>
              <a:gdLst>
                <a:gd name="T0" fmla="*/ 2 w 296"/>
                <a:gd name="T1" fmla="*/ 0 h 256"/>
                <a:gd name="T2" fmla="*/ 187 w 296"/>
                <a:gd name="T3" fmla="*/ 100 h 256"/>
                <a:gd name="T4" fmla="*/ 190 w 296"/>
                <a:gd name="T5" fmla="*/ 177 h 256"/>
                <a:gd name="T6" fmla="*/ 0 w 296"/>
                <a:gd name="T7" fmla="*/ 69 h 256"/>
                <a:gd name="T8" fmla="*/ 2 w 296"/>
                <a:gd name="T9" fmla="*/ 0 h 256"/>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296" h="256">
                  <a:moveTo>
                    <a:pt x="4" y="0"/>
                  </a:moveTo>
                  <a:cubicBezTo>
                    <a:pt x="55" y="10"/>
                    <a:pt x="144" y="68"/>
                    <a:pt x="292" y="144"/>
                  </a:cubicBezTo>
                  <a:cubicBezTo>
                    <a:pt x="290" y="178"/>
                    <a:pt x="296" y="188"/>
                    <a:pt x="296" y="256"/>
                  </a:cubicBezTo>
                  <a:cubicBezTo>
                    <a:pt x="296" y="256"/>
                    <a:pt x="160" y="176"/>
                    <a:pt x="0" y="100"/>
                  </a:cubicBezTo>
                  <a:cubicBezTo>
                    <a:pt x="0" y="48"/>
                    <a:pt x="4" y="17"/>
                    <a:pt x="4"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83" name="Freeform 1311"/>
            <p:cNvSpPr>
              <a:spLocks/>
            </p:cNvSpPr>
            <p:nvPr/>
          </p:nvSpPr>
          <p:spPr bwMode="auto">
            <a:xfrm>
              <a:off x="5316" y="679"/>
              <a:ext cx="243" cy="243"/>
            </a:xfrm>
            <a:custGeom>
              <a:avLst/>
              <a:gdLst>
                <a:gd name="T0" fmla="*/ 0 w 304"/>
                <a:gd name="T1" fmla="*/ 0 h 288"/>
                <a:gd name="T2" fmla="*/ 196 w 304"/>
                <a:gd name="T3" fmla="*/ 114 h 288"/>
                <a:gd name="T4" fmla="*/ 183 w 304"/>
                <a:gd name="T5" fmla="*/ 200 h 288"/>
                <a:gd name="T6" fmla="*/ 5 w 304"/>
                <a:gd name="T7" fmla="*/ 86 h 288"/>
                <a:gd name="T8" fmla="*/ 0 w 304"/>
                <a:gd name="T9" fmla="*/ 0 h 288"/>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4" h="288">
                  <a:moveTo>
                    <a:pt x="0" y="0"/>
                  </a:moveTo>
                  <a:cubicBezTo>
                    <a:pt x="51" y="10"/>
                    <a:pt x="148" y="76"/>
                    <a:pt x="304" y="164"/>
                  </a:cubicBezTo>
                  <a:cubicBezTo>
                    <a:pt x="302" y="198"/>
                    <a:pt x="284" y="220"/>
                    <a:pt x="284" y="288"/>
                  </a:cubicBezTo>
                  <a:cubicBezTo>
                    <a:pt x="284" y="288"/>
                    <a:pt x="163" y="179"/>
                    <a:pt x="8" y="124"/>
                  </a:cubicBezTo>
                  <a:cubicBezTo>
                    <a:pt x="8" y="72"/>
                    <a:pt x="0" y="17"/>
                    <a:pt x="0" y="0"/>
                  </a:cubicBezTo>
                  <a:close/>
                </a:path>
              </a:pathLst>
            </a:custGeom>
            <a:gradFill rotWithShape="1">
              <a:gsLst>
                <a:gs pos="0">
                  <a:srgbClr val="292929"/>
                </a:gs>
                <a:gs pos="100000">
                  <a:srgbClr val="808080"/>
                </a:gs>
              </a:gsLst>
              <a:lin ang="0" scaled="1"/>
            </a:gra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84" name="Oval 1312"/>
            <p:cNvSpPr>
              <a:spLocks noChangeArrowheads="1"/>
            </p:cNvSpPr>
            <p:nvPr/>
          </p:nvSpPr>
          <p:spPr bwMode="auto">
            <a:xfrm>
              <a:off x="5518" y="2613"/>
              <a:ext cx="48" cy="94"/>
            </a:xfrm>
            <a:prstGeom prst="ellipse">
              <a:avLst/>
            </a:pr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85" name="Freeform 1313"/>
            <p:cNvSpPr>
              <a:spLocks/>
            </p:cNvSpPr>
            <p:nvPr/>
          </p:nvSpPr>
          <p:spPr bwMode="auto">
            <a:xfrm>
              <a:off x="5304" y="2613"/>
              <a:ext cx="243" cy="200"/>
            </a:xfrm>
            <a:custGeom>
              <a:avLst/>
              <a:gdLst>
                <a:gd name="T0" fmla="*/ 0 w 306"/>
                <a:gd name="T1" fmla="*/ 73 h 240"/>
                <a:gd name="T2" fmla="*/ 2 w 306"/>
                <a:gd name="T3" fmla="*/ 167 h 240"/>
                <a:gd name="T4" fmla="*/ 196 w 306"/>
                <a:gd name="T5" fmla="*/ 77 h 240"/>
                <a:gd name="T6" fmla="*/ 192 w 306"/>
                <a:gd name="T7" fmla="*/ 0 h 240"/>
                <a:gd name="T8" fmla="*/ 0 w 306"/>
                <a:gd name="T9" fmla="*/ 73 h 240"/>
                <a:gd name="T10" fmla="*/ 0 60000 65536"/>
                <a:gd name="T11" fmla="*/ 0 60000 65536"/>
                <a:gd name="T12" fmla="*/ 0 60000 65536"/>
                <a:gd name="T13" fmla="*/ 0 60000 65536"/>
                <a:gd name="T14" fmla="*/ 0 60000 65536"/>
              </a:gdLst>
              <a:ahLst/>
              <a:cxnLst>
                <a:cxn ang="T10">
                  <a:pos x="T0" y="T1"/>
                </a:cxn>
                <a:cxn ang="T11">
                  <a:pos x="T2" y="T3"/>
                </a:cxn>
                <a:cxn ang="T12">
                  <a:pos x="T4" y="T5"/>
                </a:cxn>
                <a:cxn ang="T13">
                  <a:pos x="T6" y="T7"/>
                </a:cxn>
                <a:cxn ang="T14">
                  <a:pos x="T8" y="T9"/>
                </a:cxn>
              </a:cxnLst>
              <a:rect l="0" t="0" r="r" b="b"/>
              <a:pathLst>
                <a:path w="306" h="240">
                  <a:moveTo>
                    <a:pt x="0" y="106"/>
                  </a:moveTo>
                  <a:lnTo>
                    <a:pt x="2" y="240"/>
                  </a:lnTo>
                  <a:lnTo>
                    <a:pt x="306" y="110"/>
                  </a:lnTo>
                  <a:lnTo>
                    <a:pt x="300" y="0"/>
                  </a:lnTo>
                  <a:lnTo>
                    <a:pt x="0" y="106"/>
                  </a:lnTo>
                  <a:close/>
                </a:path>
              </a:pathLst>
            </a:custGeom>
            <a:solidFill>
              <a:srgbClr val="3333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86" name="AutoShape 1314"/>
            <p:cNvSpPr>
              <a:spLocks noChangeArrowheads="1"/>
            </p:cNvSpPr>
            <p:nvPr/>
          </p:nvSpPr>
          <p:spPr bwMode="auto">
            <a:xfrm>
              <a:off x="4140" y="2675"/>
              <a:ext cx="1199" cy="150"/>
            </a:xfrm>
            <a:prstGeom prst="roundRect">
              <a:avLst>
                <a:gd name="adj" fmla="val 50000"/>
              </a:avLst>
            </a:prstGeom>
            <a:solidFill>
              <a:srgbClr val="DDDDDD"/>
            </a:soli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87" name="AutoShape 1315"/>
            <p:cNvSpPr>
              <a:spLocks noChangeArrowheads="1"/>
            </p:cNvSpPr>
            <p:nvPr/>
          </p:nvSpPr>
          <p:spPr bwMode="auto">
            <a:xfrm>
              <a:off x="4205" y="2713"/>
              <a:ext cx="1069" cy="81"/>
            </a:xfrm>
            <a:prstGeom prst="roundRect">
              <a:avLst>
                <a:gd name="adj" fmla="val 50000"/>
              </a:avLst>
            </a:prstGeom>
            <a:gradFill rotWithShape="1">
              <a:gsLst>
                <a:gs pos="0">
                  <a:schemeClr val="tx2"/>
                </a:gs>
                <a:gs pos="100000">
                  <a:schemeClr val="bg2"/>
                </a:gs>
              </a:gsLst>
              <a:lin ang="0" scaled="1"/>
            </a:gradFill>
            <a:ln w="9525">
              <a:solidFill>
                <a:schemeClr val="tx1"/>
              </a:solidFill>
              <a:round/>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88" name="Oval 1316"/>
            <p:cNvSpPr>
              <a:spLocks noChangeArrowheads="1"/>
            </p:cNvSpPr>
            <p:nvPr/>
          </p:nvSpPr>
          <p:spPr bwMode="auto">
            <a:xfrm>
              <a:off x="4306" y="2382"/>
              <a:ext cx="160" cy="144"/>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89" name="Oval 1317"/>
            <p:cNvSpPr>
              <a:spLocks noChangeArrowheads="1"/>
            </p:cNvSpPr>
            <p:nvPr/>
          </p:nvSpPr>
          <p:spPr bwMode="auto">
            <a:xfrm>
              <a:off x="4484" y="2382"/>
              <a:ext cx="160" cy="144"/>
            </a:xfrm>
            <a:prstGeom prst="ellipse">
              <a:avLst/>
            </a:prstGeom>
            <a:solidFill>
              <a:srgbClr val="FF0000"/>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0000"/>
                </a:solidFill>
                <a:effectLst/>
                <a:uLnTx/>
                <a:uFillTx/>
                <a:latin typeface="Calibri"/>
                <a:ea typeface="+mn-ea"/>
                <a:cs typeface="Arial" charset="0"/>
              </a:endParaRPr>
            </a:p>
          </p:txBody>
        </p:sp>
        <p:sp>
          <p:nvSpPr>
            <p:cNvPr id="490" name="Oval 1318"/>
            <p:cNvSpPr>
              <a:spLocks noChangeArrowheads="1"/>
            </p:cNvSpPr>
            <p:nvPr/>
          </p:nvSpPr>
          <p:spPr bwMode="auto">
            <a:xfrm>
              <a:off x="4663" y="2382"/>
              <a:ext cx="160" cy="137"/>
            </a:xfrm>
            <a:prstGeom prst="ellipse">
              <a:avLst/>
            </a:prstGeom>
            <a:solidFill>
              <a:srgbClr val="33CC33"/>
            </a:solidFill>
            <a:ln>
              <a:noFill/>
            </a:ln>
            <a:effectLst/>
            <a:extLst>
              <a:ext uri="{91240B29-F687-4f45-9708-019B960494DF}">
                <a14:hiddenLine xmlns="" xmlns:a14="http://schemas.microsoft.com/office/drawing/2010/main" w="9525">
                  <a:solidFill>
                    <a:schemeClr val="tx1"/>
                  </a:solidFill>
                  <a:round/>
                  <a:headEnd/>
                  <a:tailEnd/>
                </a14:hiddenLine>
              </a:ex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91" name="Rectangle 1319"/>
            <p:cNvSpPr>
              <a:spLocks noChangeArrowheads="1"/>
            </p:cNvSpPr>
            <p:nvPr/>
          </p:nvSpPr>
          <p:spPr bwMode="auto">
            <a:xfrm>
              <a:off x="5060" y="1833"/>
              <a:ext cx="89" cy="761"/>
            </a:xfrm>
            <a:prstGeom prst="rect">
              <a:avLst/>
            </a:prstGeom>
            <a:solidFill>
              <a:srgbClr val="292929"/>
            </a:solidFill>
            <a:ln w="9525">
              <a:solidFill>
                <a:schemeClr val="tx1"/>
              </a:solidFill>
              <a:miter lim="800000"/>
              <a:headEnd/>
              <a:tailEnd/>
            </a:ln>
            <a:effectLst/>
            <a:extLst>
              <a:ext uri="{AF507438-7753-43e0-B8FC-AC1667EBCBE1}">
                <a14:hiddenEffects xmlns="" xmlns:a14="http://schemas.microsoft.com/office/drawing/2010/main">
                  <a:effectLst>
                    <a:outerShdw dist="35921" dir="2700000" algn="ctr" rotWithShape="0">
                      <a:schemeClr val="bg2"/>
                    </a:outerShdw>
                  </a:effectLst>
                </a14:hiddenEffects>
              </a:ext>
            </a:extLst>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04" name="TextBox 503"/>
          <p:cNvSpPr txBox="1"/>
          <p:nvPr/>
        </p:nvSpPr>
        <p:spPr>
          <a:xfrm>
            <a:off x="379413" y="3336925"/>
            <a:ext cx="981075" cy="522288"/>
          </a:xfrm>
          <a:prstGeom prst="rect">
            <a:avLst/>
          </a:prstGeom>
          <a:noFill/>
        </p:spPr>
        <p:txBody>
          <a:bodyPr>
            <a:spAutoFit/>
          </a:bodyPr>
          <a:lstStyle/>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Load </a:t>
            </a:r>
          </a:p>
          <a:p>
            <a:pPr marL="0" marR="0" lvl="0" indent="0" algn="r"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balancer</a:t>
            </a:r>
          </a:p>
        </p:txBody>
      </p:sp>
      <p:cxnSp>
        <p:nvCxnSpPr>
          <p:cNvPr id="104" name="Straight Connector 103"/>
          <p:cNvCxnSpPr/>
          <p:nvPr/>
        </p:nvCxnSpPr>
        <p:spPr>
          <a:xfrm flipH="1">
            <a:off x="835025" y="4676775"/>
            <a:ext cx="355600"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a:stCxn id="70" idx="2"/>
          </p:cNvCxnSpPr>
          <p:nvPr/>
        </p:nvCxnSpPr>
        <p:spPr>
          <a:xfrm flipH="1">
            <a:off x="1139825" y="4891088"/>
            <a:ext cx="201613" cy="485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a:off x="1457325" y="4691063"/>
            <a:ext cx="57150" cy="4905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endCxn id="775" idx="0"/>
          </p:cNvCxnSpPr>
          <p:nvPr/>
        </p:nvCxnSpPr>
        <p:spPr>
          <a:xfrm>
            <a:off x="1597025" y="4714875"/>
            <a:ext cx="274638"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6874" name="Group 505"/>
          <p:cNvGrpSpPr>
            <a:grpSpLocks/>
          </p:cNvGrpSpPr>
          <p:nvPr/>
        </p:nvGrpSpPr>
        <p:grpSpPr bwMode="auto">
          <a:xfrm>
            <a:off x="569913" y="5172075"/>
            <a:ext cx="331787" cy="1030288"/>
            <a:chOff x="6240352" y="2055335"/>
            <a:chExt cx="771307" cy="1017716"/>
          </a:xfrm>
        </p:grpSpPr>
        <p:grpSp>
          <p:nvGrpSpPr>
            <p:cNvPr id="207845" name="Group 506"/>
            <p:cNvGrpSpPr>
              <a:grpSpLocks/>
            </p:cNvGrpSpPr>
            <p:nvPr/>
          </p:nvGrpSpPr>
          <p:grpSpPr bwMode="auto">
            <a:xfrm>
              <a:off x="6240352" y="2235573"/>
              <a:ext cx="697981" cy="837478"/>
              <a:chOff x="6395998" y="3062424"/>
              <a:chExt cx="564403" cy="837478"/>
            </a:xfrm>
          </p:grpSpPr>
          <p:sp>
            <p:nvSpPr>
              <p:cNvPr id="534" name="Rectangle 533"/>
              <p:cNvSpPr/>
              <p:nvPr/>
            </p:nvSpPr>
            <p:spPr>
              <a:xfrm>
                <a:off x="6509397" y="3062521"/>
                <a:ext cx="447629" cy="74172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535" name="Straight Connector 534"/>
              <p:cNvCxnSpPr/>
              <p:nvPr/>
            </p:nvCxnSpPr>
            <p:spPr>
              <a:xfrm flipV="1">
                <a:off x="6846611" y="3062521"/>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36" name="Rectangle 535"/>
              <p:cNvSpPr/>
              <p:nvPr/>
            </p:nvSpPr>
            <p:spPr>
              <a:xfrm>
                <a:off x="6476570" y="3071930"/>
                <a:ext cx="131305" cy="116042"/>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537" name="Straight Connector 536"/>
              <p:cNvCxnSpPr/>
              <p:nvPr/>
            </p:nvCxnSpPr>
            <p:spPr>
              <a:xfrm flipV="1">
                <a:off x="6395998" y="3062521"/>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0" name="Rectangle 539"/>
              <p:cNvSpPr/>
              <p:nvPr/>
            </p:nvSpPr>
            <p:spPr>
              <a:xfrm>
                <a:off x="6816769" y="3703885"/>
                <a:ext cx="131305" cy="114474"/>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41" name="Rectangle 540"/>
              <p:cNvSpPr/>
              <p:nvPr/>
            </p:nvSpPr>
            <p:spPr>
              <a:xfrm>
                <a:off x="6404950" y="3158176"/>
                <a:ext cx="444646" cy="74172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543" name="Straight Connector 542"/>
              <p:cNvCxnSpPr/>
              <p:nvPr/>
            </p:nvCxnSpPr>
            <p:spPr>
              <a:xfrm flipV="1">
                <a:off x="6846611" y="3804246"/>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50881" name="Group 544"/>
              <p:cNvGrpSpPr>
                <a:grpSpLocks/>
              </p:cNvGrpSpPr>
              <p:nvPr/>
            </p:nvGrpSpPr>
            <p:grpSpPr bwMode="auto">
              <a:xfrm>
                <a:off x="6400318" y="3137421"/>
                <a:ext cx="559121" cy="92788"/>
                <a:chOff x="6582044" y="2846082"/>
                <a:chExt cx="559121" cy="92788"/>
              </a:xfrm>
            </p:grpSpPr>
            <p:cxnSp>
              <p:nvCxnSpPr>
                <p:cNvPr id="578" name="Straight Connector 577"/>
                <p:cNvCxnSpPr/>
                <p:nvPr/>
              </p:nvCxnSpPr>
              <p:spPr>
                <a:xfrm flipV="1">
                  <a:off x="7028337" y="2846452"/>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9" name="Straight Connector 578"/>
                <p:cNvCxnSpPr/>
                <p:nvPr/>
              </p:nvCxnSpPr>
              <p:spPr>
                <a:xfrm flipV="1">
                  <a:off x="6580707" y="2938972"/>
                  <a:ext cx="4535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0882" name="Group 547"/>
              <p:cNvGrpSpPr>
                <a:grpSpLocks/>
              </p:cNvGrpSpPr>
              <p:nvPr/>
            </p:nvGrpSpPr>
            <p:grpSpPr bwMode="auto">
              <a:xfrm>
                <a:off x="6399838" y="3203285"/>
                <a:ext cx="559121" cy="92788"/>
                <a:chOff x="6582044" y="2846082"/>
                <a:chExt cx="559121" cy="92788"/>
              </a:xfrm>
            </p:grpSpPr>
            <p:cxnSp>
              <p:nvCxnSpPr>
                <p:cNvPr id="576" name="Straight Connector 575"/>
                <p:cNvCxnSpPr/>
                <p:nvPr/>
              </p:nvCxnSpPr>
              <p:spPr>
                <a:xfrm flipV="1">
                  <a:off x="7028816" y="2846449"/>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7" name="Straight Connector 576"/>
                <p:cNvCxnSpPr/>
                <p:nvPr/>
              </p:nvCxnSpPr>
              <p:spPr>
                <a:xfrm flipV="1">
                  <a:off x="6581187" y="2938969"/>
                  <a:ext cx="4535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0883" name="Group 549"/>
              <p:cNvGrpSpPr>
                <a:grpSpLocks/>
              </p:cNvGrpSpPr>
              <p:nvPr/>
            </p:nvGrpSpPr>
            <p:grpSpPr bwMode="auto">
              <a:xfrm>
                <a:off x="6399358" y="3269149"/>
                <a:ext cx="559121" cy="92788"/>
                <a:chOff x="6582044" y="2846082"/>
                <a:chExt cx="559121" cy="92788"/>
              </a:xfrm>
            </p:grpSpPr>
            <p:cxnSp>
              <p:nvCxnSpPr>
                <p:cNvPr id="574" name="Straight Connector 573"/>
                <p:cNvCxnSpPr/>
                <p:nvPr/>
              </p:nvCxnSpPr>
              <p:spPr>
                <a:xfrm flipV="1">
                  <a:off x="7026314" y="2846446"/>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5" name="Straight Connector 574"/>
                <p:cNvCxnSpPr/>
                <p:nvPr/>
              </p:nvCxnSpPr>
              <p:spPr>
                <a:xfrm flipV="1">
                  <a:off x="6581668" y="2938966"/>
                  <a:ext cx="4506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0884" name="Group 550"/>
              <p:cNvGrpSpPr>
                <a:grpSpLocks/>
              </p:cNvGrpSpPr>
              <p:nvPr/>
            </p:nvGrpSpPr>
            <p:grpSpPr bwMode="auto">
              <a:xfrm>
                <a:off x="6398878" y="3335013"/>
                <a:ext cx="559121" cy="92788"/>
                <a:chOff x="6582044" y="2846082"/>
                <a:chExt cx="559121" cy="92788"/>
              </a:xfrm>
            </p:grpSpPr>
            <p:cxnSp>
              <p:nvCxnSpPr>
                <p:cNvPr id="572" name="Straight Connector 571"/>
                <p:cNvCxnSpPr/>
                <p:nvPr/>
              </p:nvCxnSpPr>
              <p:spPr>
                <a:xfrm flipV="1">
                  <a:off x="7026794" y="2846445"/>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3" name="Straight Connector 572"/>
                <p:cNvCxnSpPr/>
                <p:nvPr/>
              </p:nvCxnSpPr>
              <p:spPr>
                <a:xfrm flipV="1">
                  <a:off x="6582147" y="2938964"/>
                  <a:ext cx="4506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0885" name="Group 551"/>
              <p:cNvGrpSpPr>
                <a:grpSpLocks/>
              </p:cNvGrpSpPr>
              <p:nvPr/>
            </p:nvGrpSpPr>
            <p:grpSpPr bwMode="auto">
              <a:xfrm>
                <a:off x="6398398" y="3400877"/>
                <a:ext cx="559121" cy="92788"/>
                <a:chOff x="6582044" y="2846082"/>
                <a:chExt cx="559121" cy="92788"/>
              </a:xfrm>
            </p:grpSpPr>
            <p:cxnSp>
              <p:nvCxnSpPr>
                <p:cNvPr id="570" name="Straight Connector 569"/>
                <p:cNvCxnSpPr/>
                <p:nvPr/>
              </p:nvCxnSpPr>
              <p:spPr>
                <a:xfrm flipV="1">
                  <a:off x="7027273" y="2846442"/>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1" name="Straight Connector 570"/>
                <p:cNvCxnSpPr/>
                <p:nvPr/>
              </p:nvCxnSpPr>
              <p:spPr>
                <a:xfrm flipV="1">
                  <a:off x="6582627" y="2938961"/>
                  <a:ext cx="4506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0886" name="Group 552"/>
              <p:cNvGrpSpPr>
                <a:grpSpLocks/>
              </p:cNvGrpSpPr>
              <p:nvPr/>
            </p:nvGrpSpPr>
            <p:grpSpPr bwMode="auto">
              <a:xfrm>
                <a:off x="6397918" y="3466741"/>
                <a:ext cx="559121" cy="92788"/>
                <a:chOff x="6582044" y="2846082"/>
                <a:chExt cx="559121" cy="92788"/>
              </a:xfrm>
            </p:grpSpPr>
            <p:cxnSp>
              <p:nvCxnSpPr>
                <p:cNvPr id="568" name="Straight Connector 567"/>
                <p:cNvCxnSpPr/>
                <p:nvPr/>
              </p:nvCxnSpPr>
              <p:spPr>
                <a:xfrm flipV="1">
                  <a:off x="7027754" y="2846440"/>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9" name="Straight Connector 568"/>
                <p:cNvCxnSpPr/>
                <p:nvPr/>
              </p:nvCxnSpPr>
              <p:spPr>
                <a:xfrm flipV="1">
                  <a:off x="6583108" y="2938959"/>
                  <a:ext cx="4506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0887" name="Group 555"/>
              <p:cNvGrpSpPr>
                <a:grpSpLocks/>
              </p:cNvGrpSpPr>
              <p:nvPr/>
            </p:nvGrpSpPr>
            <p:grpSpPr bwMode="auto">
              <a:xfrm>
                <a:off x="6397438" y="3532605"/>
                <a:ext cx="559121" cy="92788"/>
                <a:chOff x="6582044" y="2846082"/>
                <a:chExt cx="559121" cy="92788"/>
              </a:xfrm>
            </p:grpSpPr>
            <p:cxnSp>
              <p:nvCxnSpPr>
                <p:cNvPr id="566" name="Straight Connector 565"/>
                <p:cNvCxnSpPr/>
                <p:nvPr/>
              </p:nvCxnSpPr>
              <p:spPr>
                <a:xfrm flipV="1">
                  <a:off x="7028234" y="2846437"/>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7" name="Straight Connector 566"/>
                <p:cNvCxnSpPr/>
                <p:nvPr/>
              </p:nvCxnSpPr>
              <p:spPr>
                <a:xfrm flipV="1">
                  <a:off x="6580604" y="2938956"/>
                  <a:ext cx="4535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0888" name="Group 556"/>
              <p:cNvGrpSpPr>
                <a:grpSpLocks/>
              </p:cNvGrpSpPr>
              <p:nvPr/>
            </p:nvGrpSpPr>
            <p:grpSpPr bwMode="auto">
              <a:xfrm>
                <a:off x="6396958" y="3598469"/>
                <a:ext cx="559121" cy="92788"/>
                <a:chOff x="6582044" y="2846082"/>
                <a:chExt cx="559121" cy="92788"/>
              </a:xfrm>
            </p:grpSpPr>
            <p:cxnSp>
              <p:nvCxnSpPr>
                <p:cNvPr id="564" name="Straight Connector 563"/>
                <p:cNvCxnSpPr/>
                <p:nvPr/>
              </p:nvCxnSpPr>
              <p:spPr>
                <a:xfrm flipV="1">
                  <a:off x="7028713" y="2846434"/>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5" name="Straight Connector 564"/>
                <p:cNvCxnSpPr/>
                <p:nvPr/>
              </p:nvCxnSpPr>
              <p:spPr>
                <a:xfrm flipV="1">
                  <a:off x="6581083" y="2938953"/>
                  <a:ext cx="4535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0889" name="Group 557"/>
              <p:cNvGrpSpPr>
                <a:grpSpLocks/>
              </p:cNvGrpSpPr>
              <p:nvPr/>
            </p:nvGrpSpPr>
            <p:grpSpPr bwMode="auto">
              <a:xfrm>
                <a:off x="6396478" y="3664333"/>
                <a:ext cx="559121" cy="92788"/>
                <a:chOff x="6582044" y="2846082"/>
                <a:chExt cx="559121" cy="92788"/>
              </a:xfrm>
            </p:grpSpPr>
            <p:cxnSp>
              <p:nvCxnSpPr>
                <p:cNvPr id="562" name="Straight Connector 561"/>
                <p:cNvCxnSpPr/>
                <p:nvPr/>
              </p:nvCxnSpPr>
              <p:spPr>
                <a:xfrm flipV="1">
                  <a:off x="7026209" y="2846432"/>
                  <a:ext cx="107431"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3" name="Straight Connector 562"/>
                <p:cNvCxnSpPr/>
                <p:nvPr/>
              </p:nvCxnSpPr>
              <p:spPr>
                <a:xfrm flipV="1">
                  <a:off x="6581565" y="2938951"/>
                  <a:ext cx="4506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50890" name="Group 558"/>
              <p:cNvGrpSpPr>
                <a:grpSpLocks/>
              </p:cNvGrpSpPr>
              <p:nvPr/>
            </p:nvGrpSpPr>
            <p:grpSpPr bwMode="auto">
              <a:xfrm>
                <a:off x="6395998" y="3730197"/>
                <a:ext cx="559121" cy="92788"/>
                <a:chOff x="6582044" y="2846082"/>
                <a:chExt cx="559121" cy="92788"/>
              </a:xfrm>
            </p:grpSpPr>
            <p:cxnSp>
              <p:nvCxnSpPr>
                <p:cNvPr id="560" name="Straight Connector 559"/>
                <p:cNvCxnSpPr/>
                <p:nvPr/>
              </p:nvCxnSpPr>
              <p:spPr>
                <a:xfrm flipV="1">
                  <a:off x="7026688" y="2846429"/>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1" name="Straight Connector 560"/>
                <p:cNvCxnSpPr/>
                <p:nvPr/>
              </p:nvCxnSpPr>
              <p:spPr>
                <a:xfrm flipV="1">
                  <a:off x="6582044" y="2938948"/>
                  <a:ext cx="4506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7846" name="Group 508"/>
            <p:cNvGrpSpPr>
              <a:grpSpLocks/>
            </p:cNvGrpSpPr>
            <p:nvPr/>
          </p:nvGrpSpPr>
          <p:grpSpPr bwMode="auto">
            <a:xfrm>
              <a:off x="6280049" y="2055335"/>
              <a:ext cx="731610" cy="920732"/>
              <a:chOff x="6280049" y="2055335"/>
              <a:chExt cx="731610" cy="920732"/>
            </a:xfrm>
          </p:grpSpPr>
          <p:grpSp>
            <p:nvGrpSpPr>
              <p:cNvPr id="207847" name="Group 509"/>
              <p:cNvGrpSpPr>
                <a:grpSpLocks/>
              </p:cNvGrpSpPr>
              <p:nvPr/>
            </p:nvGrpSpPr>
            <p:grpSpPr bwMode="auto">
              <a:xfrm>
                <a:off x="6280049" y="2055335"/>
                <a:ext cx="680752" cy="139401"/>
                <a:chOff x="5414286" y="2921098"/>
                <a:chExt cx="680752" cy="139401"/>
              </a:xfrm>
            </p:grpSpPr>
            <p:sp>
              <p:nvSpPr>
                <p:cNvPr id="526" name="Rectangle 188"/>
                <p:cNvSpPr>
                  <a:spLocks noChangeArrowheads="1"/>
                </p:cNvSpPr>
                <p:nvPr/>
              </p:nvSpPr>
              <p:spPr bwMode="auto">
                <a:xfrm>
                  <a:off x="5415183" y="2996368"/>
                  <a:ext cx="549881" cy="64294"/>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27" name="AutoShape 189"/>
                <p:cNvSpPr>
                  <a:spLocks noChangeArrowheads="1"/>
                </p:cNvSpPr>
                <p:nvPr/>
              </p:nvSpPr>
              <p:spPr bwMode="auto">
                <a:xfrm>
                  <a:off x="5415183" y="2921098"/>
                  <a:ext cx="675356" cy="78406"/>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0" name="Freeform 190"/>
                <p:cNvSpPr>
                  <a:spLocks/>
                </p:cNvSpPr>
                <p:nvPr/>
              </p:nvSpPr>
              <p:spPr bwMode="auto">
                <a:xfrm>
                  <a:off x="5968753" y="2922667"/>
                  <a:ext cx="125476" cy="13799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1" name="Freeform 191"/>
                <p:cNvSpPr>
                  <a:spLocks/>
                </p:cNvSpPr>
                <p:nvPr/>
              </p:nvSpPr>
              <p:spPr bwMode="auto">
                <a:xfrm>
                  <a:off x="5500065" y="2936779"/>
                  <a:ext cx="524046" cy="45476"/>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3" name="Freeform 192"/>
                <p:cNvSpPr>
                  <a:spLocks/>
                </p:cNvSpPr>
                <p:nvPr/>
              </p:nvSpPr>
              <p:spPr bwMode="auto">
                <a:xfrm>
                  <a:off x="5621849" y="2933643"/>
                  <a:ext cx="302618" cy="53316"/>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511" name="Straight Connector 510"/>
              <p:cNvCxnSpPr/>
              <p:nvPr/>
            </p:nvCxnSpPr>
            <p:spPr>
              <a:xfrm flipH="1">
                <a:off x="6996897" y="2124333"/>
                <a:ext cx="11073" cy="8452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3" name="Straight Connector 512"/>
              <p:cNvCxnSpPr/>
              <p:nvPr/>
            </p:nvCxnSpPr>
            <p:spPr>
              <a:xfrm>
                <a:off x="6875113" y="2304668"/>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4" name="Straight Connector 513"/>
              <p:cNvCxnSpPr/>
              <p:nvPr/>
            </p:nvCxnSpPr>
            <p:spPr>
              <a:xfrm>
                <a:off x="6871421" y="2368961"/>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5" name="Straight Connector 514"/>
              <p:cNvCxnSpPr/>
              <p:nvPr/>
            </p:nvCxnSpPr>
            <p:spPr>
              <a:xfrm>
                <a:off x="6871421" y="2444231"/>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6" name="Straight Connector 515"/>
              <p:cNvCxnSpPr/>
              <p:nvPr/>
            </p:nvCxnSpPr>
            <p:spPr>
              <a:xfrm>
                <a:off x="6867732" y="2508525"/>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7" name="Straight Connector 516"/>
              <p:cNvCxnSpPr/>
              <p:nvPr/>
            </p:nvCxnSpPr>
            <p:spPr>
              <a:xfrm>
                <a:off x="6864040" y="2569681"/>
                <a:ext cx="1402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8" name="Straight Connector 517"/>
              <p:cNvCxnSpPr/>
              <p:nvPr/>
            </p:nvCxnSpPr>
            <p:spPr>
              <a:xfrm>
                <a:off x="6864040" y="2638679"/>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9" name="Straight Connector 518"/>
              <p:cNvCxnSpPr/>
              <p:nvPr/>
            </p:nvCxnSpPr>
            <p:spPr>
              <a:xfrm>
                <a:off x="6860351" y="2706109"/>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0" name="Straight Connector 519"/>
              <p:cNvCxnSpPr/>
              <p:nvPr/>
            </p:nvCxnSpPr>
            <p:spPr>
              <a:xfrm>
                <a:off x="6867732" y="2775107"/>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1" name="Straight Connector 520"/>
              <p:cNvCxnSpPr/>
              <p:nvPr/>
            </p:nvCxnSpPr>
            <p:spPr>
              <a:xfrm>
                <a:off x="6871421" y="2842536"/>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2" name="Straight Connector 521"/>
              <p:cNvCxnSpPr/>
              <p:nvPr/>
            </p:nvCxnSpPr>
            <p:spPr>
              <a:xfrm>
                <a:off x="6871421" y="2911533"/>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3" name="Straight Connector 522"/>
              <p:cNvCxnSpPr/>
              <p:nvPr/>
            </p:nvCxnSpPr>
            <p:spPr>
              <a:xfrm>
                <a:off x="6875113" y="2975827"/>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4" name="Straight Connector 523"/>
              <p:cNvCxnSpPr/>
              <p:nvPr/>
            </p:nvCxnSpPr>
            <p:spPr>
              <a:xfrm flipH="1">
                <a:off x="6875113" y="2132174"/>
                <a:ext cx="136546"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6875" name="Group 638"/>
          <p:cNvGrpSpPr>
            <a:grpSpLocks/>
          </p:cNvGrpSpPr>
          <p:nvPr/>
        </p:nvGrpSpPr>
        <p:grpSpPr bwMode="auto">
          <a:xfrm>
            <a:off x="955675" y="5172075"/>
            <a:ext cx="331788" cy="1030288"/>
            <a:chOff x="6240352" y="2055335"/>
            <a:chExt cx="771307" cy="1017716"/>
          </a:xfrm>
        </p:grpSpPr>
        <p:grpSp>
          <p:nvGrpSpPr>
            <p:cNvPr id="207787" name="Group 639"/>
            <p:cNvGrpSpPr>
              <a:grpSpLocks/>
            </p:cNvGrpSpPr>
            <p:nvPr/>
          </p:nvGrpSpPr>
          <p:grpSpPr bwMode="auto">
            <a:xfrm>
              <a:off x="6240352" y="2235573"/>
              <a:ext cx="697981" cy="837478"/>
              <a:chOff x="6395998" y="3062424"/>
              <a:chExt cx="564403" cy="837478"/>
            </a:xfrm>
          </p:grpSpPr>
          <p:sp>
            <p:nvSpPr>
              <p:cNvPr id="661" name="Rectangle 660"/>
              <p:cNvSpPr/>
              <p:nvPr/>
            </p:nvSpPr>
            <p:spPr>
              <a:xfrm>
                <a:off x="6509397" y="3062521"/>
                <a:ext cx="447628" cy="74172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662" name="Straight Connector 661"/>
              <p:cNvCxnSpPr/>
              <p:nvPr/>
            </p:nvCxnSpPr>
            <p:spPr>
              <a:xfrm flipV="1">
                <a:off x="6846611" y="3062521"/>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63" name="Rectangle 662"/>
              <p:cNvSpPr/>
              <p:nvPr/>
            </p:nvSpPr>
            <p:spPr>
              <a:xfrm>
                <a:off x="6476572" y="3071930"/>
                <a:ext cx="131304" cy="116042"/>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664" name="Straight Connector 663"/>
              <p:cNvCxnSpPr/>
              <p:nvPr/>
            </p:nvCxnSpPr>
            <p:spPr>
              <a:xfrm flipV="1">
                <a:off x="6395998" y="3062521"/>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65" name="Rectangle 664"/>
              <p:cNvSpPr/>
              <p:nvPr/>
            </p:nvSpPr>
            <p:spPr>
              <a:xfrm>
                <a:off x="6816769" y="3703885"/>
                <a:ext cx="131304" cy="114474"/>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66" name="Rectangle 665"/>
              <p:cNvSpPr/>
              <p:nvPr/>
            </p:nvSpPr>
            <p:spPr>
              <a:xfrm>
                <a:off x="6404951" y="3158176"/>
                <a:ext cx="444643" cy="74172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667" name="Straight Connector 666"/>
              <p:cNvCxnSpPr/>
              <p:nvPr/>
            </p:nvCxnSpPr>
            <p:spPr>
              <a:xfrm flipV="1">
                <a:off x="6846611" y="3804246"/>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7815" name="Group 667"/>
              <p:cNvGrpSpPr>
                <a:grpSpLocks/>
              </p:cNvGrpSpPr>
              <p:nvPr/>
            </p:nvGrpSpPr>
            <p:grpSpPr bwMode="auto">
              <a:xfrm>
                <a:off x="6400318" y="3137421"/>
                <a:ext cx="559121" cy="92788"/>
                <a:chOff x="6582044" y="2846082"/>
                <a:chExt cx="559121" cy="92788"/>
              </a:xfrm>
            </p:grpSpPr>
            <p:cxnSp>
              <p:nvCxnSpPr>
                <p:cNvPr id="696" name="Straight Connector 695"/>
                <p:cNvCxnSpPr/>
                <p:nvPr/>
              </p:nvCxnSpPr>
              <p:spPr>
                <a:xfrm flipV="1">
                  <a:off x="7028337" y="2846452"/>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7" name="Straight Connector 696"/>
                <p:cNvCxnSpPr/>
                <p:nvPr/>
              </p:nvCxnSpPr>
              <p:spPr>
                <a:xfrm flipV="1">
                  <a:off x="6580709" y="2938972"/>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816" name="Group 668"/>
              <p:cNvGrpSpPr>
                <a:grpSpLocks/>
              </p:cNvGrpSpPr>
              <p:nvPr/>
            </p:nvGrpSpPr>
            <p:grpSpPr bwMode="auto">
              <a:xfrm>
                <a:off x="6399838" y="3203285"/>
                <a:ext cx="559121" cy="92788"/>
                <a:chOff x="6582044" y="2846082"/>
                <a:chExt cx="559121" cy="92788"/>
              </a:xfrm>
            </p:grpSpPr>
            <p:cxnSp>
              <p:nvCxnSpPr>
                <p:cNvPr id="694" name="Straight Connector 693"/>
                <p:cNvCxnSpPr/>
                <p:nvPr/>
              </p:nvCxnSpPr>
              <p:spPr>
                <a:xfrm flipV="1">
                  <a:off x="7028817" y="2846449"/>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5" name="Straight Connector 694"/>
                <p:cNvCxnSpPr/>
                <p:nvPr/>
              </p:nvCxnSpPr>
              <p:spPr>
                <a:xfrm flipV="1">
                  <a:off x="6581189" y="2938969"/>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817" name="Group 669"/>
              <p:cNvGrpSpPr>
                <a:grpSpLocks/>
              </p:cNvGrpSpPr>
              <p:nvPr/>
            </p:nvGrpSpPr>
            <p:grpSpPr bwMode="auto">
              <a:xfrm>
                <a:off x="6399358" y="3269149"/>
                <a:ext cx="559121" cy="92788"/>
                <a:chOff x="6582044" y="2846082"/>
                <a:chExt cx="559121" cy="92788"/>
              </a:xfrm>
            </p:grpSpPr>
            <p:cxnSp>
              <p:nvCxnSpPr>
                <p:cNvPr id="692" name="Straight Connector 691"/>
                <p:cNvCxnSpPr/>
                <p:nvPr/>
              </p:nvCxnSpPr>
              <p:spPr>
                <a:xfrm flipV="1">
                  <a:off x="7026313" y="2846446"/>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3" name="Straight Connector 692"/>
                <p:cNvCxnSpPr/>
                <p:nvPr/>
              </p:nvCxnSpPr>
              <p:spPr>
                <a:xfrm flipV="1">
                  <a:off x="6581670" y="2938966"/>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818" name="Group 670"/>
              <p:cNvGrpSpPr>
                <a:grpSpLocks/>
              </p:cNvGrpSpPr>
              <p:nvPr/>
            </p:nvGrpSpPr>
            <p:grpSpPr bwMode="auto">
              <a:xfrm>
                <a:off x="6398878" y="3335013"/>
                <a:ext cx="559121" cy="92788"/>
                <a:chOff x="6582044" y="2846082"/>
                <a:chExt cx="559121" cy="92788"/>
              </a:xfrm>
            </p:grpSpPr>
            <p:cxnSp>
              <p:nvCxnSpPr>
                <p:cNvPr id="690" name="Straight Connector 689"/>
                <p:cNvCxnSpPr/>
                <p:nvPr/>
              </p:nvCxnSpPr>
              <p:spPr>
                <a:xfrm flipV="1">
                  <a:off x="7026792" y="2846445"/>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1" name="Straight Connector 690"/>
                <p:cNvCxnSpPr/>
                <p:nvPr/>
              </p:nvCxnSpPr>
              <p:spPr>
                <a:xfrm flipV="1">
                  <a:off x="6582149" y="2938964"/>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819" name="Group 671"/>
              <p:cNvGrpSpPr>
                <a:grpSpLocks/>
              </p:cNvGrpSpPr>
              <p:nvPr/>
            </p:nvGrpSpPr>
            <p:grpSpPr bwMode="auto">
              <a:xfrm>
                <a:off x="6398398" y="3400877"/>
                <a:ext cx="559121" cy="92788"/>
                <a:chOff x="6582044" y="2846082"/>
                <a:chExt cx="559121" cy="92788"/>
              </a:xfrm>
            </p:grpSpPr>
            <p:cxnSp>
              <p:nvCxnSpPr>
                <p:cNvPr id="688" name="Straight Connector 687"/>
                <p:cNvCxnSpPr/>
                <p:nvPr/>
              </p:nvCxnSpPr>
              <p:spPr>
                <a:xfrm flipV="1">
                  <a:off x="7027272" y="2846442"/>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9" name="Straight Connector 688"/>
                <p:cNvCxnSpPr/>
                <p:nvPr/>
              </p:nvCxnSpPr>
              <p:spPr>
                <a:xfrm flipV="1">
                  <a:off x="6582629" y="2938961"/>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820" name="Group 672"/>
              <p:cNvGrpSpPr>
                <a:grpSpLocks/>
              </p:cNvGrpSpPr>
              <p:nvPr/>
            </p:nvGrpSpPr>
            <p:grpSpPr bwMode="auto">
              <a:xfrm>
                <a:off x="6397918" y="3466741"/>
                <a:ext cx="559121" cy="92788"/>
                <a:chOff x="6582044" y="2846082"/>
                <a:chExt cx="559121" cy="92788"/>
              </a:xfrm>
            </p:grpSpPr>
            <p:cxnSp>
              <p:nvCxnSpPr>
                <p:cNvPr id="686" name="Straight Connector 685"/>
                <p:cNvCxnSpPr/>
                <p:nvPr/>
              </p:nvCxnSpPr>
              <p:spPr>
                <a:xfrm flipV="1">
                  <a:off x="7027753" y="2846440"/>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7" name="Straight Connector 686"/>
                <p:cNvCxnSpPr/>
                <p:nvPr/>
              </p:nvCxnSpPr>
              <p:spPr>
                <a:xfrm flipV="1">
                  <a:off x="6583110" y="2938959"/>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821" name="Group 673"/>
              <p:cNvGrpSpPr>
                <a:grpSpLocks/>
              </p:cNvGrpSpPr>
              <p:nvPr/>
            </p:nvGrpSpPr>
            <p:grpSpPr bwMode="auto">
              <a:xfrm>
                <a:off x="6397438" y="3532605"/>
                <a:ext cx="559121" cy="92788"/>
                <a:chOff x="6582044" y="2846082"/>
                <a:chExt cx="559121" cy="92788"/>
              </a:xfrm>
            </p:grpSpPr>
            <p:cxnSp>
              <p:nvCxnSpPr>
                <p:cNvPr id="684" name="Straight Connector 683"/>
                <p:cNvCxnSpPr/>
                <p:nvPr/>
              </p:nvCxnSpPr>
              <p:spPr>
                <a:xfrm flipV="1">
                  <a:off x="7028232" y="2846437"/>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5" name="Straight Connector 684"/>
                <p:cNvCxnSpPr/>
                <p:nvPr/>
              </p:nvCxnSpPr>
              <p:spPr>
                <a:xfrm flipV="1">
                  <a:off x="6580604" y="2938956"/>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822" name="Group 674"/>
              <p:cNvGrpSpPr>
                <a:grpSpLocks/>
              </p:cNvGrpSpPr>
              <p:nvPr/>
            </p:nvGrpSpPr>
            <p:grpSpPr bwMode="auto">
              <a:xfrm>
                <a:off x="6396958" y="3598469"/>
                <a:ext cx="559121" cy="92788"/>
                <a:chOff x="6582044" y="2846082"/>
                <a:chExt cx="559121" cy="92788"/>
              </a:xfrm>
            </p:grpSpPr>
            <p:cxnSp>
              <p:nvCxnSpPr>
                <p:cNvPr id="682" name="Straight Connector 681"/>
                <p:cNvCxnSpPr/>
                <p:nvPr/>
              </p:nvCxnSpPr>
              <p:spPr>
                <a:xfrm flipV="1">
                  <a:off x="7028711" y="2846434"/>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3" name="Straight Connector 682"/>
                <p:cNvCxnSpPr/>
                <p:nvPr/>
              </p:nvCxnSpPr>
              <p:spPr>
                <a:xfrm flipV="1">
                  <a:off x="6581083" y="2938953"/>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823" name="Group 675"/>
              <p:cNvGrpSpPr>
                <a:grpSpLocks/>
              </p:cNvGrpSpPr>
              <p:nvPr/>
            </p:nvGrpSpPr>
            <p:grpSpPr bwMode="auto">
              <a:xfrm>
                <a:off x="6396478" y="3664333"/>
                <a:ext cx="559121" cy="92788"/>
                <a:chOff x="6582044" y="2846082"/>
                <a:chExt cx="559121" cy="92788"/>
              </a:xfrm>
            </p:grpSpPr>
            <p:cxnSp>
              <p:nvCxnSpPr>
                <p:cNvPr id="680" name="Straight Connector 679"/>
                <p:cNvCxnSpPr/>
                <p:nvPr/>
              </p:nvCxnSpPr>
              <p:spPr>
                <a:xfrm flipV="1">
                  <a:off x="7026209" y="2846432"/>
                  <a:ext cx="107431"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1" name="Straight Connector 680"/>
                <p:cNvCxnSpPr/>
                <p:nvPr/>
              </p:nvCxnSpPr>
              <p:spPr>
                <a:xfrm flipV="1">
                  <a:off x="6581565" y="2938951"/>
                  <a:ext cx="4506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824" name="Group 676"/>
              <p:cNvGrpSpPr>
                <a:grpSpLocks/>
              </p:cNvGrpSpPr>
              <p:nvPr/>
            </p:nvGrpSpPr>
            <p:grpSpPr bwMode="auto">
              <a:xfrm>
                <a:off x="6395998" y="3730197"/>
                <a:ext cx="559121" cy="92788"/>
                <a:chOff x="6582044" y="2846082"/>
                <a:chExt cx="559121" cy="92788"/>
              </a:xfrm>
            </p:grpSpPr>
            <p:cxnSp>
              <p:nvCxnSpPr>
                <p:cNvPr id="678" name="Straight Connector 677"/>
                <p:cNvCxnSpPr/>
                <p:nvPr/>
              </p:nvCxnSpPr>
              <p:spPr>
                <a:xfrm flipV="1">
                  <a:off x="7026689" y="2846429"/>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9" name="Straight Connector 678"/>
                <p:cNvCxnSpPr/>
                <p:nvPr/>
              </p:nvCxnSpPr>
              <p:spPr>
                <a:xfrm flipV="1">
                  <a:off x="6582044" y="2938948"/>
                  <a:ext cx="4506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7788" name="Group 640"/>
            <p:cNvGrpSpPr>
              <a:grpSpLocks/>
            </p:cNvGrpSpPr>
            <p:nvPr/>
          </p:nvGrpSpPr>
          <p:grpSpPr bwMode="auto">
            <a:xfrm>
              <a:off x="6280049" y="2055335"/>
              <a:ext cx="731610" cy="920732"/>
              <a:chOff x="6280049" y="2055335"/>
              <a:chExt cx="731610" cy="920732"/>
            </a:xfrm>
          </p:grpSpPr>
          <p:grpSp>
            <p:nvGrpSpPr>
              <p:cNvPr id="207789" name="Group 641"/>
              <p:cNvGrpSpPr>
                <a:grpSpLocks/>
              </p:cNvGrpSpPr>
              <p:nvPr/>
            </p:nvGrpSpPr>
            <p:grpSpPr bwMode="auto">
              <a:xfrm>
                <a:off x="6280049" y="2055335"/>
                <a:ext cx="680752" cy="139401"/>
                <a:chOff x="5414286" y="2921098"/>
                <a:chExt cx="680752" cy="139401"/>
              </a:xfrm>
            </p:grpSpPr>
            <p:sp>
              <p:nvSpPr>
                <p:cNvPr id="656" name="Rectangle 188"/>
                <p:cNvSpPr>
                  <a:spLocks noChangeArrowheads="1"/>
                </p:cNvSpPr>
                <p:nvPr/>
              </p:nvSpPr>
              <p:spPr bwMode="auto">
                <a:xfrm>
                  <a:off x="5415186" y="2996368"/>
                  <a:ext cx="549876" cy="64294"/>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57" name="AutoShape 189"/>
                <p:cNvSpPr>
                  <a:spLocks noChangeArrowheads="1"/>
                </p:cNvSpPr>
                <p:nvPr/>
              </p:nvSpPr>
              <p:spPr bwMode="auto">
                <a:xfrm>
                  <a:off x="5415186" y="2921098"/>
                  <a:ext cx="675352" cy="78406"/>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58" name="Freeform 190"/>
                <p:cNvSpPr>
                  <a:spLocks/>
                </p:cNvSpPr>
                <p:nvPr/>
              </p:nvSpPr>
              <p:spPr bwMode="auto">
                <a:xfrm>
                  <a:off x="5968754" y="2922667"/>
                  <a:ext cx="125475" cy="13799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59" name="Freeform 191"/>
                <p:cNvSpPr>
                  <a:spLocks/>
                </p:cNvSpPr>
                <p:nvPr/>
              </p:nvSpPr>
              <p:spPr bwMode="auto">
                <a:xfrm>
                  <a:off x="5500065" y="2936779"/>
                  <a:ext cx="524044" cy="45476"/>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60" name="Freeform 192"/>
                <p:cNvSpPr>
                  <a:spLocks/>
                </p:cNvSpPr>
                <p:nvPr/>
              </p:nvSpPr>
              <p:spPr bwMode="auto">
                <a:xfrm>
                  <a:off x="5621851" y="2933643"/>
                  <a:ext cx="302617" cy="53316"/>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643" name="Straight Connector 642"/>
              <p:cNvCxnSpPr/>
              <p:nvPr/>
            </p:nvCxnSpPr>
            <p:spPr>
              <a:xfrm flipH="1">
                <a:off x="6996897" y="2124333"/>
                <a:ext cx="11070" cy="8452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4" name="Straight Connector 643"/>
              <p:cNvCxnSpPr/>
              <p:nvPr/>
            </p:nvCxnSpPr>
            <p:spPr>
              <a:xfrm>
                <a:off x="6875111" y="2304668"/>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5" name="Straight Connector 644"/>
              <p:cNvCxnSpPr/>
              <p:nvPr/>
            </p:nvCxnSpPr>
            <p:spPr>
              <a:xfrm>
                <a:off x="6871422" y="2368961"/>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6" name="Straight Connector 645"/>
              <p:cNvCxnSpPr/>
              <p:nvPr/>
            </p:nvCxnSpPr>
            <p:spPr>
              <a:xfrm>
                <a:off x="6871422" y="2444231"/>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7" name="Straight Connector 646"/>
              <p:cNvCxnSpPr/>
              <p:nvPr/>
            </p:nvCxnSpPr>
            <p:spPr>
              <a:xfrm>
                <a:off x="6867730" y="2508525"/>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8" name="Straight Connector 647"/>
              <p:cNvCxnSpPr/>
              <p:nvPr/>
            </p:nvCxnSpPr>
            <p:spPr>
              <a:xfrm>
                <a:off x="6864041" y="2569681"/>
                <a:ext cx="1402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9" name="Straight Connector 648"/>
              <p:cNvCxnSpPr/>
              <p:nvPr/>
            </p:nvCxnSpPr>
            <p:spPr>
              <a:xfrm>
                <a:off x="6864041" y="2638679"/>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0" name="Straight Connector 649"/>
              <p:cNvCxnSpPr/>
              <p:nvPr/>
            </p:nvCxnSpPr>
            <p:spPr>
              <a:xfrm>
                <a:off x="6860349" y="2706109"/>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1" name="Straight Connector 650"/>
              <p:cNvCxnSpPr/>
              <p:nvPr/>
            </p:nvCxnSpPr>
            <p:spPr>
              <a:xfrm>
                <a:off x="6867730" y="2775107"/>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2" name="Straight Connector 651"/>
              <p:cNvCxnSpPr/>
              <p:nvPr/>
            </p:nvCxnSpPr>
            <p:spPr>
              <a:xfrm>
                <a:off x="6871422" y="2842536"/>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3" name="Straight Connector 652"/>
              <p:cNvCxnSpPr/>
              <p:nvPr/>
            </p:nvCxnSpPr>
            <p:spPr>
              <a:xfrm>
                <a:off x="6871422" y="2911533"/>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4" name="Straight Connector 653"/>
              <p:cNvCxnSpPr/>
              <p:nvPr/>
            </p:nvCxnSpPr>
            <p:spPr>
              <a:xfrm>
                <a:off x="6875111" y="2975827"/>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5" name="Straight Connector 654"/>
              <p:cNvCxnSpPr/>
              <p:nvPr/>
            </p:nvCxnSpPr>
            <p:spPr>
              <a:xfrm flipH="1">
                <a:off x="6875111" y="2132174"/>
                <a:ext cx="136548"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6876" name="Group 697"/>
          <p:cNvGrpSpPr>
            <a:grpSpLocks/>
          </p:cNvGrpSpPr>
          <p:nvPr/>
        </p:nvGrpSpPr>
        <p:grpSpPr bwMode="auto">
          <a:xfrm>
            <a:off x="1331913" y="5172075"/>
            <a:ext cx="331787" cy="1030288"/>
            <a:chOff x="6240352" y="2055335"/>
            <a:chExt cx="771307" cy="1017716"/>
          </a:xfrm>
        </p:grpSpPr>
        <p:grpSp>
          <p:nvGrpSpPr>
            <p:cNvPr id="207729" name="Group 698"/>
            <p:cNvGrpSpPr>
              <a:grpSpLocks/>
            </p:cNvGrpSpPr>
            <p:nvPr/>
          </p:nvGrpSpPr>
          <p:grpSpPr bwMode="auto">
            <a:xfrm>
              <a:off x="6240352" y="2235573"/>
              <a:ext cx="697981" cy="837478"/>
              <a:chOff x="6395998" y="3062424"/>
              <a:chExt cx="564403" cy="837478"/>
            </a:xfrm>
          </p:grpSpPr>
          <p:sp>
            <p:nvSpPr>
              <p:cNvPr id="720" name="Rectangle 719"/>
              <p:cNvSpPr/>
              <p:nvPr/>
            </p:nvSpPr>
            <p:spPr>
              <a:xfrm>
                <a:off x="6509397" y="3062521"/>
                <a:ext cx="447629" cy="74172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721" name="Straight Connector 720"/>
              <p:cNvCxnSpPr/>
              <p:nvPr/>
            </p:nvCxnSpPr>
            <p:spPr>
              <a:xfrm flipV="1">
                <a:off x="6846611" y="3062521"/>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22" name="Rectangle 721"/>
              <p:cNvSpPr/>
              <p:nvPr/>
            </p:nvSpPr>
            <p:spPr>
              <a:xfrm>
                <a:off x="6476570" y="3071930"/>
                <a:ext cx="131305" cy="116042"/>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723" name="Straight Connector 722"/>
              <p:cNvCxnSpPr/>
              <p:nvPr/>
            </p:nvCxnSpPr>
            <p:spPr>
              <a:xfrm flipV="1">
                <a:off x="6395998" y="3062521"/>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24" name="Rectangle 723"/>
              <p:cNvSpPr/>
              <p:nvPr/>
            </p:nvSpPr>
            <p:spPr>
              <a:xfrm>
                <a:off x="6816769" y="3703885"/>
                <a:ext cx="131305" cy="114474"/>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25" name="Rectangle 724"/>
              <p:cNvSpPr/>
              <p:nvPr/>
            </p:nvSpPr>
            <p:spPr>
              <a:xfrm>
                <a:off x="6404950" y="3158176"/>
                <a:ext cx="444646" cy="74172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726" name="Straight Connector 725"/>
              <p:cNvCxnSpPr/>
              <p:nvPr/>
            </p:nvCxnSpPr>
            <p:spPr>
              <a:xfrm flipV="1">
                <a:off x="6846611" y="3804246"/>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7757" name="Group 726"/>
              <p:cNvGrpSpPr>
                <a:grpSpLocks/>
              </p:cNvGrpSpPr>
              <p:nvPr/>
            </p:nvGrpSpPr>
            <p:grpSpPr bwMode="auto">
              <a:xfrm>
                <a:off x="6400318" y="3137421"/>
                <a:ext cx="559121" cy="92788"/>
                <a:chOff x="6582044" y="2846082"/>
                <a:chExt cx="559121" cy="92788"/>
              </a:xfrm>
            </p:grpSpPr>
            <p:cxnSp>
              <p:nvCxnSpPr>
                <p:cNvPr id="755" name="Straight Connector 754"/>
                <p:cNvCxnSpPr/>
                <p:nvPr/>
              </p:nvCxnSpPr>
              <p:spPr>
                <a:xfrm flipV="1">
                  <a:off x="7028337" y="2846452"/>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6" name="Straight Connector 755"/>
                <p:cNvCxnSpPr/>
                <p:nvPr/>
              </p:nvCxnSpPr>
              <p:spPr>
                <a:xfrm flipV="1">
                  <a:off x="6580707" y="2938972"/>
                  <a:ext cx="4535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758" name="Group 727"/>
              <p:cNvGrpSpPr>
                <a:grpSpLocks/>
              </p:cNvGrpSpPr>
              <p:nvPr/>
            </p:nvGrpSpPr>
            <p:grpSpPr bwMode="auto">
              <a:xfrm>
                <a:off x="6399838" y="3203285"/>
                <a:ext cx="559121" cy="92788"/>
                <a:chOff x="6582044" y="2846082"/>
                <a:chExt cx="559121" cy="92788"/>
              </a:xfrm>
            </p:grpSpPr>
            <p:cxnSp>
              <p:nvCxnSpPr>
                <p:cNvPr id="753" name="Straight Connector 752"/>
                <p:cNvCxnSpPr/>
                <p:nvPr/>
              </p:nvCxnSpPr>
              <p:spPr>
                <a:xfrm flipV="1">
                  <a:off x="7028816" y="2846449"/>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4" name="Straight Connector 753"/>
                <p:cNvCxnSpPr/>
                <p:nvPr/>
              </p:nvCxnSpPr>
              <p:spPr>
                <a:xfrm flipV="1">
                  <a:off x="6581187" y="2938969"/>
                  <a:ext cx="4535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759" name="Group 728"/>
              <p:cNvGrpSpPr>
                <a:grpSpLocks/>
              </p:cNvGrpSpPr>
              <p:nvPr/>
            </p:nvGrpSpPr>
            <p:grpSpPr bwMode="auto">
              <a:xfrm>
                <a:off x="6399358" y="3269149"/>
                <a:ext cx="559121" cy="92788"/>
                <a:chOff x="6582044" y="2846082"/>
                <a:chExt cx="559121" cy="92788"/>
              </a:xfrm>
            </p:grpSpPr>
            <p:cxnSp>
              <p:nvCxnSpPr>
                <p:cNvPr id="751" name="Straight Connector 750"/>
                <p:cNvCxnSpPr/>
                <p:nvPr/>
              </p:nvCxnSpPr>
              <p:spPr>
                <a:xfrm flipV="1">
                  <a:off x="7026314" y="2846446"/>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2" name="Straight Connector 751"/>
                <p:cNvCxnSpPr/>
                <p:nvPr/>
              </p:nvCxnSpPr>
              <p:spPr>
                <a:xfrm flipV="1">
                  <a:off x="6581668" y="2938966"/>
                  <a:ext cx="4506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760" name="Group 729"/>
              <p:cNvGrpSpPr>
                <a:grpSpLocks/>
              </p:cNvGrpSpPr>
              <p:nvPr/>
            </p:nvGrpSpPr>
            <p:grpSpPr bwMode="auto">
              <a:xfrm>
                <a:off x="6398878" y="3335013"/>
                <a:ext cx="559121" cy="92788"/>
                <a:chOff x="6582044" y="2846082"/>
                <a:chExt cx="559121" cy="92788"/>
              </a:xfrm>
            </p:grpSpPr>
            <p:cxnSp>
              <p:nvCxnSpPr>
                <p:cNvPr id="749" name="Straight Connector 748"/>
                <p:cNvCxnSpPr/>
                <p:nvPr/>
              </p:nvCxnSpPr>
              <p:spPr>
                <a:xfrm flipV="1">
                  <a:off x="7026794" y="2846445"/>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0" name="Straight Connector 749"/>
                <p:cNvCxnSpPr/>
                <p:nvPr/>
              </p:nvCxnSpPr>
              <p:spPr>
                <a:xfrm flipV="1">
                  <a:off x="6582147" y="2938964"/>
                  <a:ext cx="4506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761" name="Group 730"/>
              <p:cNvGrpSpPr>
                <a:grpSpLocks/>
              </p:cNvGrpSpPr>
              <p:nvPr/>
            </p:nvGrpSpPr>
            <p:grpSpPr bwMode="auto">
              <a:xfrm>
                <a:off x="6398398" y="3400877"/>
                <a:ext cx="559121" cy="92788"/>
                <a:chOff x="6582044" y="2846082"/>
                <a:chExt cx="559121" cy="92788"/>
              </a:xfrm>
            </p:grpSpPr>
            <p:cxnSp>
              <p:nvCxnSpPr>
                <p:cNvPr id="747" name="Straight Connector 746"/>
                <p:cNvCxnSpPr/>
                <p:nvPr/>
              </p:nvCxnSpPr>
              <p:spPr>
                <a:xfrm flipV="1">
                  <a:off x="7027273" y="2846442"/>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8" name="Straight Connector 747"/>
                <p:cNvCxnSpPr/>
                <p:nvPr/>
              </p:nvCxnSpPr>
              <p:spPr>
                <a:xfrm flipV="1">
                  <a:off x="6582627" y="2938961"/>
                  <a:ext cx="4506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762" name="Group 731"/>
              <p:cNvGrpSpPr>
                <a:grpSpLocks/>
              </p:cNvGrpSpPr>
              <p:nvPr/>
            </p:nvGrpSpPr>
            <p:grpSpPr bwMode="auto">
              <a:xfrm>
                <a:off x="6397918" y="3466741"/>
                <a:ext cx="559121" cy="92788"/>
                <a:chOff x="6582044" y="2846082"/>
                <a:chExt cx="559121" cy="92788"/>
              </a:xfrm>
            </p:grpSpPr>
            <p:cxnSp>
              <p:nvCxnSpPr>
                <p:cNvPr id="745" name="Straight Connector 744"/>
                <p:cNvCxnSpPr/>
                <p:nvPr/>
              </p:nvCxnSpPr>
              <p:spPr>
                <a:xfrm flipV="1">
                  <a:off x="7027754" y="2846440"/>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6" name="Straight Connector 745"/>
                <p:cNvCxnSpPr/>
                <p:nvPr/>
              </p:nvCxnSpPr>
              <p:spPr>
                <a:xfrm flipV="1">
                  <a:off x="6583108" y="2938959"/>
                  <a:ext cx="4506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763" name="Group 732"/>
              <p:cNvGrpSpPr>
                <a:grpSpLocks/>
              </p:cNvGrpSpPr>
              <p:nvPr/>
            </p:nvGrpSpPr>
            <p:grpSpPr bwMode="auto">
              <a:xfrm>
                <a:off x="6397438" y="3532605"/>
                <a:ext cx="559121" cy="92788"/>
                <a:chOff x="6582044" y="2846082"/>
                <a:chExt cx="559121" cy="92788"/>
              </a:xfrm>
            </p:grpSpPr>
            <p:cxnSp>
              <p:nvCxnSpPr>
                <p:cNvPr id="743" name="Straight Connector 742"/>
                <p:cNvCxnSpPr/>
                <p:nvPr/>
              </p:nvCxnSpPr>
              <p:spPr>
                <a:xfrm flipV="1">
                  <a:off x="7028234" y="2846437"/>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4" name="Straight Connector 743"/>
                <p:cNvCxnSpPr/>
                <p:nvPr/>
              </p:nvCxnSpPr>
              <p:spPr>
                <a:xfrm flipV="1">
                  <a:off x="6580604" y="2938956"/>
                  <a:ext cx="4535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764" name="Group 733"/>
              <p:cNvGrpSpPr>
                <a:grpSpLocks/>
              </p:cNvGrpSpPr>
              <p:nvPr/>
            </p:nvGrpSpPr>
            <p:grpSpPr bwMode="auto">
              <a:xfrm>
                <a:off x="6396958" y="3598469"/>
                <a:ext cx="559121" cy="92788"/>
                <a:chOff x="6582044" y="2846082"/>
                <a:chExt cx="559121" cy="92788"/>
              </a:xfrm>
            </p:grpSpPr>
            <p:cxnSp>
              <p:nvCxnSpPr>
                <p:cNvPr id="741" name="Straight Connector 740"/>
                <p:cNvCxnSpPr/>
                <p:nvPr/>
              </p:nvCxnSpPr>
              <p:spPr>
                <a:xfrm flipV="1">
                  <a:off x="7028713" y="2846434"/>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2" name="Straight Connector 741"/>
                <p:cNvCxnSpPr/>
                <p:nvPr/>
              </p:nvCxnSpPr>
              <p:spPr>
                <a:xfrm flipV="1">
                  <a:off x="6581083" y="2938953"/>
                  <a:ext cx="4535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765" name="Group 734"/>
              <p:cNvGrpSpPr>
                <a:grpSpLocks/>
              </p:cNvGrpSpPr>
              <p:nvPr/>
            </p:nvGrpSpPr>
            <p:grpSpPr bwMode="auto">
              <a:xfrm>
                <a:off x="6396478" y="3664333"/>
                <a:ext cx="559121" cy="92788"/>
                <a:chOff x="6582044" y="2846082"/>
                <a:chExt cx="559121" cy="92788"/>
              </a:xfrm>
            </p:grpSpPr>
            <p:cxnSp>
              <p:nvCxnSpPr>
                <p:cNvPr id="739" name="Straight Connector 738"/>
                <p:cNvCxnSpPr/>
                <p:nvPr/>
              </p:nvCxnSpPr>
              <p:spPr>
                <a:xfrm flipV="1">
                  <a:off x="7026209" y="2846432"/>
                  <a:ext cx="107431"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0" name="Straight Connector 739"/>
                <p:cNvCxnSpPr/>
                <p:nvPr/>
              </p:nvCxnSpPr>
              <p:spPr>
                <a:xfrm flipV="1">
                  <a:off x="6581565" y="2938951"/>
                  <a:ext cx="4506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766" name="Group 735"/>
              <p:cNvGrpSpPr>
                <a:grpSpLocks/>
              </p:cNvGrpSpPr>
              <p:nvPr/>
            </p:nvGrpSpPr>
            <p:grpSpPr bwMode="auto">
              <a:xfrm>
                <a:off x="6395998" y="3730197"/>
                <a:ext cx="559121" cy="92788"/>
                <a:chOff x="6582044" y="2846082"/>
                <a:chExt cx="559121" cy="92788"/>
              </a:xfrm>
            </p:grpSpPr>
            <p:cxnSp>
              <p:nvCxnSpPr>
                <p:cNvPr id="737" name="Straight Connector 736"/>
                <p:cNvCxnSpPr/>
                <p:nvPr/>
              </p:nvCxnSpPr>
              <p:spPr>
                <a:xfrm flipV="1">
                  <a:off x="7026688" y="2846429"/>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8" name="Straight Connector 737"/>
                <p:cNvCxnSpPr/>
                <p:nvPr/>
              </p:nvCxnSpPr>
              <p:spPr>
                <a:xfrm flipV="1">
                  <a:off x="6582044" y="2938948"/>
                  <a:ext cx="4506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7730" name="Group 699"/>
            <p:cNvGrpSpPr>
              <a:grpSpLocks/>
            </p:cNvGrpSpPr>
            <p:nvPr/>
          </p:nvGrpSpPr>
          <p:grpSpPr bwMode="auto">
            <a:xfrm>
              <a:off x="6280049" y="2055335"/>
              <a:ext cx="731610" cy="920732"/>
              <a:chOff x="6280049" y="2055335"/>
              <a:chExt cx="731610" cy="920732"/>
            </a:xfrm>
          </p:grpSpPr>
          <p:grpSp>
            <p:nvGrpSpPr>
              <p:cNvPr id="207731" name="Group 700"/>
              <p:cNvGrpSpPr>
                <a:grpSpLocks/>
              </p:cNvGrpSpPr>
              <p:nvPr/>
            </p:nvGrpSpPr>
            <p:grpSpPr bwMode="auto">
              <a:xfrm>
                <a:off x="6280049" y="2055335"/>
                <a:ext cx="680752" cy="139401"/>
                <a:chOff x="5414286" y="2921098"/>
                <a:chExt cx="680752" cy="139401"/>
              </a:xfrm>
            </p:grpSpPr>
            <p:sp>
              <p:nvSpPr>
                <p:cNvPr id="715" name="Rectangle 188"/>
                <p:cNvSpPr>
                  <a:spLocks noChangeArrowheads="1"/>
                </p:cNvSpPr>
                <p:nvPr/>
              </p:nvSpPr>
              <p:spPr bwMode="auto">
                <a:xfrm>
                  <a:off x="5415183" y="2996368"/>
                  <a:ext cx="549881" cy="64294"/>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16" name="AutoShape 189"/>
                <p:cNvSpPr>
                  <a:spLocks noChangeArrowheads="1"/>
                </p:cNvSpPr>
                <p:nvPr/>
              </p:nvSpPr>
              <p:spPr bwMode="auto">
                <a:xfrm>
                  <a:off x="5415183" y="2921098"/>
                  <a:ext cx="675356" cy="78406"/>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17" name="Freeform 190"/>
                <p:cNvSpPr>
                  <a:spLocks/>
                </p:cNvSpPr>
                <p:nvPr/>
              </p:nvSpPr>
              <p:spPr bwMode="auto">
                <a:xfrm>
                  <a:off x="5968753" y="2922667"/>
                  <a:ext cx="125476" cy="13799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18" name="Freeform 191"/>
                <p:cNvSpPr>
                  <a:spLocks/>
                </p:cNvSpPr>
                <p:nvPr/>
              </p:nvSpPr>
              <p:spPr bwMode="auto">
                <a:xfrm>
                  <a:off x="5500065" y="2936779"/>
                  <a:ext cx="524046" cy="45476"/>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19" name="Freeform 192"/>
                <p:cNvSpPr>
                  <a:spLocks/>
                </p:cNvSpPr>
                <p:nvPr/>
              </p:nvSpPr>
              <p:spPr bwMode="auto">
                <a:xfrm>
                  <a:off x="5621849" y="2933643"/>
                  <a:ext cx="302618" cy="53316"/>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702" name="Straight Connector 701"/>
              <p:cNvCxnSpPr/>
              <p:nvPr/>
            </p:nvCxnSpPr>
            <p:spPr>
              <a:xfrm flipH="1">
                <a:off x="6996897" y="2124333"/>
                <a:ext cx="11073" cy="8452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3" name="Straight Connector 702"/>
              <p:cNvCxnSpPr/>
              <p:nvPr/>
            </p:nvCxnSpPr>
            <p:spPr>
              <a:xfrm>
                <a:off x="6875113" y="2304668"/>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4" name="Straight Connector 703"/>
              <p:cNvCxnSpPr/>
              <p:nvPr/>
            </p:nvCxnSpPr>
            <p:spPr>
              <a:xfrm>
                <a:off x="6871421" y="2368961"/>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5" name="Straight Connector 704"/>
              <p:cNvCxnSpPr/>
              <p:nvPr/>
            </p:nvCxnSpPr>
            <p:spPr>
              <a:xfrm>
                <a:off x="6871421" y="2444231"/>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6" name="Straight Connector 705"/>
              <p:cNvCxnSpPr/>
              <p:nvPr/>
            </p:nvCxnSpPr>
            <p:spPr>
              <a:xfrm>
                <a:off x="6867732" y="2508525"/>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7" name="Straight Connector 706"/>
              <p:cNvCxnSpPr/>
              <p:nvPr/>
            </p:nvCxnSpPr>
            <p:spPr>
              <a:xfrm>
                <a:off x="6864040" y="2569681"/>
                <a:ext cx="1402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8" name="Straight Connector 707"/>
              <p:cNvCxnSpPr/>
              <p:nvPr/>
            </p:nvCxnSpPr>
            <p:spPr>
              <a:xfrm>
                <a:off x="6864040" y="2638679"/>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9" name="Straight Connector 708"/>
              <p:cNvCxnSpPr/>
              <p:nvPr/>
            </p:nvCxnSpPr>
            <p:spPr>
              <a:xfrm>
                <a:off x="6860351" y="2706109"/>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0" name="Straight Connector 709"/>
              <p:cNvCxnSpPr/>
              <p:nvPr/>
            </p:nvCxnSpPr>
            <p:spPr>
              <a:xfrm>
                <a:off x="6867732" y="2775107"/>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1" name="Straight Connector 710"/>
              <p:cNvCxnSpPr/>
              <p:nvPr/>
            </p:nvCxnSpPr>
            <p:spPr>
              <a:xfrm>
                <a:off x="6871421" y="2842536"/>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2" name="Straight Connector 711"/>
              <p:cNvCxnSpPr/>
              <p:nvPr/>
            </p:nvCxnSpPr>
            <p:spPr>
              <a:xfrm>
                <a:off x="6871421" y="2911533"/>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3" name="Straight Connector 712"/>
              <p:cNvCxnSpPr/>
              <p:nvPr/>
            </p:nvCxnSpPr>
            <p:spPr>
              <a:xfrm>
                <a:off x="6875113" y="2975827"/>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4" name="Straight Connector 713"/>
              <p:cNvCxnSpPr/>
              <p:nvPr/>
            </p:nvCxnSpPr>
            <p:spPr>
              <a:xfrm flipH="1">
                <a:off x="6875113" y="2132174"/>
                <a:ext cx="136546"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6877" name="Group 756"/>
          <p:cNvGrpSpPr>
            <a:grpSpLocks/>
          </p:cNvGrpSpPr>
          <p:nvPr/>
        </p:nvGrpSpPr>
        <p:grpSpPr bwMode="auto">
          <a:xfrm>
            <a:off x="1708150" y="5172075"/>
            <a:ext cx="331788" cy="1030288"/>
            <a:chOff x="6240352" y="2055335"/>
            <a:chExt cx="771307" cy="1017716"/>
          </a:xfrm>
        </p:grpSpPr>
        <p:grpSp>
          <p:nvGrpSpPr>
            <p:cNvPr id="207671" name="Group 757"/>
            <p:cNvGrpSpPr>
              <a:grpSpLocks/>
            </p:cNvGrpSpPr>
            <p:nvPr/>
          </p:nvGrpSpPr>
          <p:grpSpPr bwMode="auto">
            <a:xfrm>
              <a:off x="6240352" y="2235573"/>
              <a:ext cx="697981" cy="837478"/>
              <a:chOff x="6395998" y="3062424"/>
              <a:chExt cx="564403" cy="837478"/>
            </a:xfrm>
          </p:grpSpPr>
          <p:sp>
            <p:nvSpPr>
              <p:cNvPr id="779" name="Rectangle 778"/>
              <p:cNvSpPr/>
              <p:nvPr/>
            </p:nvSpPr>
            <p:spPr>
              <a:xfrm>
                <a:off x="6509397" y="3062521"/>
                <a:ext cx="447628" cy="74172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780" name="Straight Connector 779"/>
              <p:cNvCxnSpPr/>
              <p:nvPr/>
            </p:nvCxnSpPr>
            <p:spPr>
              <a:xfrm flipV="1">
                <a:off x="6846611" y="3062521"/>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81" name="Rectangle 780"/>
              <p:cNvSpPr/>
              <p:nvPr/>
            </p:nvSpPr>
            <p:spPr>
              <a:xfrm>
                <a:off x="6476572" y="3071930"/>
                <a:ext cx="131304" cy="116042"/>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782" name="Straight Connector 781"/>
              <p:cNvCxnSpPr/>
              <p:nvPr/>
            </p:nvCxnSpPr>
            <p:spPr>
              <a:xfrm flipV="1">
                <a:off x="6395998" y="3062521"/>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83" name="Rectangle 782"/>
              <p:cNvSpPr/>
              <p:nvPr/>
            </p:nvSpPr>
            <p:spPr>
              <a:xfrm>
                <a:off x="6816769" y="3703885"/>
                <a:ext cx="131304" cy="114474"/>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84" name="Rectangle 783"/>
              <p:cNvSpPr/>
              <p:nvPr/>
            </p:nvSpPr>
            <p:spPr>
              <a:xfrm>
                <a:off x="6404951" y="3158176"/>
                <a:ext cx="444643" cy="74172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785" name="Straight Connector 784"/>
              <p:cNvCxnSpPr/>
              <p:nvPr/>
            </p:nvCxnSpPr>
            <p:spPr>
              <a:xfrm flipV="1">
                <a:off x="6846611" y="3804246"/>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7699" name="Group 785"/>
              <p:cNvGrpSpPr>
                <a:grpSpLocks/>
              </p:cNvGrpSpPr>
              <p:nvPr/>
            </p:nvGrpSpPr>
            <p:grpSpPr bwMode="auto">
              <a:xfrm>
                <a:off x="6400318" y="3137421"/>
                <a:ext cx="559121" cy="92788"/>
                <a:chOff x="6582044" y="2846082"/>
                <a:chExt cx="559121" cy="92788"/>
              </a:xfrm>
            </p:grpSpPr>
            <p:cxnSp>
              <p:nvCxnSpPr>
                <p:cNvPr id="814" name="Straight Connector 813"/>
                <p:cNvCxnSpPr/>
                <p:nvPr/>
              </p:nvCxnSpPr>
              <p:spPr>
                <a:xfrm flipV="1">
                  <a:off x="7028337" y="2846452"/>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5" name="Straight Connector 814"/>
                <p:cNvCxnSpPr/>
                <p:nvPr/>
              </p:nvCxnSpPr>
              <p:spPr>
                <a:xfrm flipV="1">
                  <a:off x="6580709" y="2938972"/>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700" name="Group 786"/>
              <p:cNvGrpSpPr>
                <a:grpSpLocks/>
              </p:cNvGrpSpPr>
              <p:nvPr/>
            </p:nvGrpSpPr>
            <p:grpSpPr bwMode="auto">
              <a:xfrm>
                <a:off x="6399838" y="3203285"/>
                <a:ext cx="559121" cy="92788"/>
                <a:chOff x="6582044" y="2846082"/>
                <a:chExt cx="559121" cy="92788"/>
              </a:xfrm>
            </p:grpSpPr>
            <p:cxnSp>
              <p:nvCxnSpPr>
                <p:cNvPr id="812" name="Straight Connector 811"/>
                <p:cNvCxnSpPr/>
                <p:nvPr/>
              </p:nvCxnSpPr>
              <p:spPr>
                <a:xfrm flipV="1">
                  <a:off x="7028817" y="2846449"/>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3" name="Straight Connector 812"/>
                <p:cNvCxnSpPr/>
                <p:nvPr/>
              </p:nvCxnSpPr>
              <p:spPr>
                <a:xfrm flipV="1">
                  <a:off x="6581189" y="2938969"/>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701" name="Group 787"/>
              <p:cNvGrpSpPr>
                <a:grpSpLocks/>
              </p:cNvGrpSpPr>
              <p:nvPr/>
            </p:nvGrpSpPr>
            <p:grpSpPr bwMode="auto">
              <a:xfrm>
                <a:off x="6399358" y="3269149"/>
                <a:ext cx="559121" cy="92788"/>
                <a:chOff x="6582044" y="2846082"/>
                <a:chExt cx="559121" cy="92788"/>
              </a:xfrm>
            </p:grpSpPr>
            <p:cxnSp>
              <p:nvCxnSpPr>
                <p:cNvPr id="810" name="Straight Connector 809"/>
                <p:cNvCxnSpPr/>
                <p:nvPr/>
              </p:nvCxnSpPr>
              <p:spPr>
                <a:xfrm flipV="1">
                  <a:off x="7026313" y="2846446"/>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1" name="Straight Connector 810"/>
                <p:cNvCxnSpPr/>
                <p:nvPr/>
              </p:nvCxnSpPr>
              <p:spPr>
                <a:xfrm flipV="1">
                  <a:off x="6581670" y="2938966"/>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702" name="Group 788"/>
              <p:cNvGrpSpPr>
                <a:grpSpLocks/>
              </p:cNvGrpSpPr>
              <p:nvPr/>
            </p:nvGrpSpPr>
            <p:grpSpPr bwMode="auto">
              <a:xfrm>
                <a:off x="6398878" y="3335013"/>
                <a:ext cx="559121" cy="92788"/>
                <a:chOff x="6582044" y="2846082"/>
                <a:chExt cx="559121" cy="92788"/>
              </a:xfrm>
            </p:grpSpPr>
            <p:cxnSp>
              <p:nvCxnSpPr>
                <p:cNvPr id="808" name="Straight Connector 807"/>
                <p:cNvCxnSpPr/>
                <p:nvPr/>
              </p:nvCxnSpPr>
              <p:spPr>
                <a:xfrm flipV="1">
                  <a:off x="7026792" y="2846445"/>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9" name="Straight Connector 808"/>
                <p:cNvCxnSpPr/>
                <p:nvPr/>
              </p:nvCxnSpPr>
              <p:spPr>
                <a:xfrm flipV="1">
                  <a:off x="6582149" y="2938964"/>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703" name="Group 789"/>
              <p:cNvGrpSpPr>
                <a:grpSpLocks/>
              </p:cNvGrpSpPr>
              <p:nvPr/>
            </p:nvGrpSpPr>
            <p:grpSpPr bwMode="auto">
              <a:xfrm>
                <a:off x="6398398" y="3400877"/>
                <a:ext cx="559121" cy="92788"/>
                <a:chOff x="6582044" y="2846082"/>
                <a:chExt cx="559121" cy="92788"/>
              </a:xfrm>
            </p:grpSpPr>
            <p:cxnSp>
              <p:nvCxnSpPr>
                <p:cNvPr id="806" name="Straight Connector 805"/>
                <p:cNvCxnSpPr/>
                <p:nvPr/>
              </p:nvCxnSpPr>
              <p:spPr>
                <a:xfrm flipV="1">
                  <a:off x="7027272" y="2846442"/>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7" name="Straight Connector 806"/>
                <p:cNvCxnSpPr/>
                <p:nvPr/>
              </p:nvCxnSpPr>
              <p:spPr>
                <a:xfrm flipV="1">
                  <a:off x="6582629" y="2938961"/>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704" name="Group 790"/>
              <p:cNvGrpSpPr>
                <a:grpSpLocks/>
              </p:cNvGrpSpPr>
              <p:nvPr/>
            </p:nvGrpSpPr>
            <p:grpSpPr bwMode="auto">
              <a:xfrm>
                <a:off x="6397918" y="3466741"/>
                <a:ext cx="559121" cy="92788"/>
                <a:chOff x="6582044" y="2846082"/>
                <a:chExt cx="559121" cy="92788"/>
              </a:xfrm>
            </p:grpSpPr>
            <p:cxnSp>
              <p:nvCxnSpPr>
                <p:cNvPr id="804" name="Straight Connector 803"/>
                <p:cNvCxnSpPr/>
                <p:nvPr/>
              </p:nvCxnSpPr>
              <p:spPr>
                <a:xfrm flipV="1">
                  <a:off x="7027753" y="2846440"/>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5" name="Straight Connector 804"/>
                <p:cNvCxnSpPr/>
                <p:nvPr/>
              </p:nvCxnSpPr>
              <p:spPr>
                <a:xfrm flipV="1">
                  <a:off x="6583110" y="2938959"/>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705" name="Group 791"/>
              <p:cNvGrpSpPr>
                <a:grpSpLocks/>
              </p:cNvGrpSpPr>
              <p:nvPr/>
            </p:nvGrpSpPr>
            <p:grpSpPr bwMode="auto">
              <a:xfrm>
                <a:off x="6397438" y="3532605"/>
                <a:ext cx="559121" cy="92788"/>
                <a:chOff x="6582044" y="2846082"/>
                <a:chExt cx="559121" cy="92788"/>
              </a:xfrm>
            </p:grpSpPr>
            <p:cxnSp>
              <p:nvCxnSpPr>
                <p:cNvPr id="802" name="Straight Connector 801"/>
                <p:cNvCxnSpPr/>
                <p:nvPr/>
              </p:nvCxnSpPr>
              <p:spPr>
                <a:xfrm flipV="1">
                  <a:off x="7028232" y="2846437"/>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3" name="Straight Connector 802"/>
                <p:cNvCxnSpPr/>
                <p:nvPr/>
              </p:nvCxnSpPr>
              <p:spPr>
                <a:xfrm flipV="1">
                  <a:off x="6580604" y="2938956"/>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706" name="Group 792"/>
              <p:cNvGrpSpPr>
                <a:grpSpLocks/>
              </p:cNvGrpSpPr>
              <p:nvPr/>
            </p:nvGrpSpPr>
            <p:grpSpPr bwMode="auto">
              <a:xfrm>
                <a:off x="6396958" y="3598469"/>
                <a:ext cx="559121" cy="92788"/>
                <a:chOff x="6582044" y="2846082"/>
                <a:chExt cx="559121" cy="92788"/>
              </a:xfrm>
            </p:grpSpPr>
            <p:cxnSp>
              <p:nvCxnSpPr>
                <p:cNvPr id="800" name="Straight Connector 799"/>
                <p:cNvCxnSpPr/>
                <p:nvPr/>
              </p:nvCxnSpPr>
              <p:spPr>
                <a:xfrm flipV="1">
                  <a:off x="7028711" y="2846434"/>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1" name="Straight Connector 800"/>
                <p:cNvCxnSpPr/>
                <p:nvPr/>
              </p:nvCxnSpPr>
              <p:spPr>
                <a:xfrm flipV="1">
                  <a:off x="6581083" y="2938953"/>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707" name="Group 793"/>
              <p:cNvGrpSpPr>
                <a:grpSpLocks/>
              </p:cNvGrpSpPr>
              <p:nvPr/>
            </p:nvGrpSpPr>
            <p:grpSpPr bwMode="auto">
              <a:xfrm>
                <a:off x="6396478" y="3664333"/>
                <a:ext cx="559121" cy="92788"/>
                <a:chOff x="6582044" y="2846082"/>
                <a:chExt cx="559121" cy="92788"/>
              </a:xfrm>
            </p:grpSpPr>
            <p:cxnSp>
              <p:nvCxnSpPr>
                <p:cNvPr id="798" name="Straight Connector 797"/>
                <p:cNvCxnSpPr/>
                <p:nvPr/>
              </p:nvCxnSpPr>
              <p:spPr>
                <a:xfrm flipV="1">
                  <a:off x="7026209" y="2846432"/>
                  <a:ext cx="107431"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9" name="Straight Connector 798"/>
                <p:cNvCxnSpPr/>
                <p:nvPr/>
              </p:nvCxnSpPr>
              <p:spPr>
                <a:xfrm flipV="1">
                  <a:off x="6581565" y="2938951"/>
                  <a:ext cx="4506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708" name="Group 794"/>
              <p:cNvGrpSpPr>
                <a:grpSpLocks/>
              </p:cNvGrpSpPr>
              <p:nvPr/>
            </p:nvGrpSpPr>
            <p:grpSpPr bwMode="auto">
              <a:xfrm>
                <a:off x="6395998" y="3730197"/>
                <a:ext cx="559121" cy="92788"/>
                <a:chOff x="6582044" y="2846082"/>
                <a:chExt cx="559121" cy="92788"/>
              </a:xfrm>
            </p:grpSpPr>
            <p:cxnSp>
              <p:nvCxnSpPr>
                <p:cNvPr id="796" name="Straight Connector 795"/>
                <p:cNvCxnSpPr/>
                <p:nvPr/>
              </p:nvCxnSpPr>
              <p:spPr>
                <a:xfrm flipV="1">
                  <a:off x="7026689" y="2846429"/>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7" name="Straight Connector 796"/>
                <p:cNvCxnSpPr/>
                <p:nvPr/>
              </p:nvCxnSpPr>
              <p:spPr>
                <a:xfrm flipV="1">
                  <a:off x="6582044" y="2938948"/>
                  <a:ext cx="4506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7672" name="Group 758"/>
            <p:cNvGrpSpPr>
              <a:grpSpLocks/>
            </p:cNvGrpSpPr>
            <p:nvPr/>
          </p:nvGrpSpPr>
          <p:grpSpPr bwMode="auto">
            <a:xfrm>
              <a:off x="6280049" y="2055335"/>
              <a:ext cx="731610" cy="920732"/>
              <a:chOff x="6280049" y="2055335"/>
              <a:chExt cx="731610" cy="920732"/>
            </a:xfrm>
          </p:grpSpPr>
          <p:grpSp>
            <p:nvGrpSpPr>
              <p:cNvPr id="207673" name="Group 759"/>
              <p:cNvGrpSpPr>
                <a:grpSpLocks/>
              </p:cNvGrpSpPr>
              <p:nvPr/>
            </p:nvGrpSpPr>
            <p:grpSpPr bwMode="auto">
              <a:xfrm>
                <a:off x="6280049" y="2055335"/>
                <a:ext cx="680752" cy="139401"/>
                <a:chOff x="5414286" y="2921098"/>
                <a:chExt cx="680752" cy="139401"/>
              </a:xfrm>
            </p:grpSpPr>
            <p:sp>
              <p:nvSpPr>
                <p:cNvPr id="774" name="Rectangle 188"/>
                <p:cNvSpPr>
                  <a:spLocks noChangeArrowheads="1"/>
                </p:cNvSpPr>
                <p:nvPr/>
              </p:nvSpPr>
              <p:spPr bwMode="auto">
                <a:xfrm>
                  <a:off x="5415186" y="2996368"/>
                  <a:ext cx="549876" cy="64294"/>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75" name="AutoShape 189"/>
                <p:cNvSpPr>
                  <a:spLocks noChangeArrowheads="1"/>
                </p:cNvSpPr>
                <p:nvPr/>
              </p:nvSpPr>
              <p:spPr bwMode="auto">
                <a:xfrm>
                  <a:off x="5415186" y="2921098"/>
                  <a:ext cx="675352" cy="78406"/>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76" name="Freeform 190"/>
                <p:cNvSpPr>
                  <a:spLocks/>
                </p:cNvSpPr>
                <p:nvPr/>
              </p:nvSpPr>
              <p:spPr bwMode="auto">
                <a:xfrm>
                  <a:off x="5968754" y="2922667"/>
                  <a:ext cx="125475" cy="13799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77" name="Freeform 191"/>
                <p:cNvSpPr>
                  <a:spLocks/>
                </p:cNvSpPr>
                <p:nvPr/>
              </p:nvSpPr>
              <p:spPr bwMode="auto">
                <a:xfrm>
                  <a:off x="5500065" y="2936779"/>
                  <a:ext cx="524044" cy="45476"/>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78" name="Freeform 192"/>
                <p:cNvSpPr>
                  <a:spLocks/>
                </p:cNvSpPr>
                <p:nvPr/>
              </p:nvSpPr>
              <p:spPr bwMode="auto">
                <a:xfrm>
                  <a:off x="5621851" y="2933643"/>
                  <a:ext cx="302617" cy="53316"/>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761" name="Straight Connector 760"/>
              <p:cNvCxnSpPr/>
              <p:nvPr/>
            </p:nvCxnSpPr>
            <p:spPr>
              <a:xfrm flipH="1">
                <a:off x="6996897" y="2124333"/>
                <a:ext cx="11070" cy="8452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2" name="Straight Connector 761"/>
              <p:cNvCxnSpPr/>
              <p:nvPr/>
            </p:nvCxnSpPr>
            <p:spPr>
              <a:xfrm>
                <a:off x="6875111" y="2304668"/>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3" name="Straight Connector 762"/>
              <p:cNvCxnSpPr/>
              <p:nvPr/>
            </p:nvCxnSpPr>
            <p:spPr>
              <a:xfrm>
                <a:off x="6871422" y="2368961"/>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4" name="Straight Connector 763"/>
              <p:cNvCxnSpPr/>
              <p:nvPr/>
            </p:nvCxnSpPr>
            <p:spPr>
              <a:xfrm>
                <a:off x="6871422" y="2444231"/>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5" name="Straight Connector 764"/>
              <p:cNvCxnSpPr/>
              <p:nvPr/>
            </p:nvCxnSpPr>
            <p:spPr>
              <a:xfrm>
                <a:off x="6867730" y="2508525"/>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6" name="Straight Connector 765"/>
              <p:cNvCxnSpPr/>
              <p:nvPr/>
            </p:nvCxnSpPr>
            <p:spPr>
              <a:xfrm>
                <a:off x="6864041" y="2569681"/>
                <a:ext cx="1402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7" name="Straight Connector 766"/>
              <p:cNvCxnSpPr/>
              <p:nvPr/>
            </p:nvCxnSpPr>
            <p:spPr>
              <a:xfrm>
                <a:off x="6864041" y="2638679"/>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8" name="Straight Connector 767"/>
              <p:cNvCxnSpPr/>
              <p:nvPr/>
            </p:nvCxnSpPr>
            <p:spPr>
              <a:xfrm>
                <a:off x="6860349" y="2706109"/>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9" name="Straight Connector 768"/>
              <p:cNvCxnSpPr/>
              <p:nvPr/>
            </p:nvCxnSpPr>
            <p:spPr>
              <a:xfrm>
                <a:off x="6867730" y="2775107"/>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0" name="Straight Connector 769"/>
              <p:cNvCxnSpPr/>
              <p:nvPr/>
            </p:nvCxnSpPr>
            <p:spPr>
              <a:xfrm>
                <a:off x="6871422" y="2842536"/>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1" name="Straight Connector 770"/>
              <p:cNvCxnSpPr/>
              <p:nvPr/>
            </p:nvCxnSpPr>
            <p:spPr>
              <a:xfrm>
                <a:off x="6871422" y="2911533"/>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2" name="Straight Connector 771"/>
              <p:cNvCxnSpPr/>
              <p:nvPr/>
            </p:nvCxnSpPr>
            <p:spPr>
              <a:xfrm>
                <a:off x="6875111" y="2975827"/>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3" name="Straight Connector 772"/>
              <p:cNvCxnSpPr/>
              <p:nvPr/>
            </p:nvCxnSpPr>
            <p:spPr>
              <a:xfrm flipH="1">
                <a:off x="6875111" y="2132174"/>
                <a:ext cx="136548"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818" name="Straight Connector 817"/>
          <p:cNvCxnSpPr/>
          <p:nvPr/>
        </p:nvCxnSpPr>
        <p:spPr>
          <a:xfrm flipH="1">
            <a:off x="2398713" y="4676775"/>
            <a:ext cx="357187" cy="4968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9" name="Straight Connector 818"/>
          <p:cNvCxnSpPr>
            <a:stCxn id="1058" idx="2"/>
          </p:cNvCxnSpPr>
          <p:nvPr/>
        </p:nvCxnSpPr>
        <p:spPr>
          <a:xfrm flipH="1">
            <a:off x="2703513" y="4892675"/>
            <a:ext cx="203200" cy="485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0" name="Straight Connector 819"/>
          <p:cNvCxnSpPr/>
          <p:nvPr/>
        </p:nvCxnSpPr>
        <p:spPr>
          <a:xfrm>
            <a:off x="3021013" y="4692650"/>
            <a:ext cx="57150" cy="49053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1" name="Straight Connector 820"/>
          <p:cNvCxnSpPr>
            <a:endCxn id="843" idx="0"/>
          </p:cNvCxnSpPr>
          <p:nvPr/>
        </p:nvCxnSpPr>
        <p:spPr>
          <a:xfrm>
            <a:off x="3160713" y="4716463"/>
            <a:ext cx="274637"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6882" name="Group 821"/>
          <p:cNvGrpSpPr>
            <a:grpSpLocks/>
          </p:cNvGrpSpPr>
          <p:nvPr/>
        </p:nvGrpSpPr>
        <p:grpSpPr bwMode="auto">
          <a:xfrm>
            <a:off x="2133600" y="5173663"/>
            <a:ext cx="331788" cy="1030287"/>
            <a:chOff x="6240352" y="2055335"/>
            <a:chExt cx="771307" cy="1017716"/>
          </a:xfrm>
        </p:grpSpPr>
        <p:grpSp>
          <p:nvGrpSpPr>
            <p:cNvPr id="207613" name="Group 999"/>
            <p:cNvGrpSpPr>
              <a:grpSpLocks/>
            </p:cNvGrpSpPr>
            <p:nvPr/>
          </p:nvGrpSpPr>
          <p:grpSpPr bwMode="auto">
            <a:xfrm>
              <a:off x="6240352" y="2235573"/>
              <a:ext cx="697981" cy="837478"/>
              <a:chOff x="6395998" y="3062424"/>
              <a:chExt cx="564403" cy="837478"/>
            </a:xfrm>
          </p:grpSpPr>
          <p:sp>
            <p:nvSpPr>
              <p:cNvPr id="1021" name="Rectangle 1020"/>
              <p:cNvSpPr/>
              <p:nvPr/>
            </p:nvSpPr>
            <p:spPr>
              <a:xfrm>
                <a:off x="6509397" y="3062521"/>
                <a:ext cx="447628" cy="74172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22" name="Straight Connector 1021"/>
              <p:cNvCxnSpPr/>
              <p:nvPr/>
            </p:nvCxnSpPr>
            <p:spPr>
              <a:xfrm flipV="1">
                <a:off x="6846611" y="3062521"/>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23" name="Rectangle 1022"/>
              <p:cNvSpPr/>
              <p:nvPr/>
            </p:nvSpPr>
            <p:spPr>
              <a:xfrm>
                <a:off x="6476572" y="3071930"/>
                <a:ext cx="131304" cy="116042"/>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24" name="Straight Connector 1023"/>
              <p:cNvCxnSpPr/>
              <p:nvPr/>
            </p:nvCxnSpPr>
            <p:spPr>
              <a:xfrm flipV="1">
                <a:off x="6395998" y="3062521"/>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25" name="Rectangle 1024"/>
              <p:cNvSpPr/>
              <p:nvPr/>
            </p:nvSpPr>
            <p:spPr>
              <a:xfrm>
                <a:off x="6816769" y="3703886"/>
                <a:ext cx="131304" cy="11447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26" name="Rectangle 1025"/>
              <p:cNvSpPr/>
              <p:nvPr/>
            </p:nvSpPr>
            <p:spPr>
              <a:xfrm>
                <a:off x="6404951" y="3158177"/>
                <a:ext cx="444643" cy="741725"/>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27" name="Straight Connector 1026"/>
              <p:cNvCxnSpPr/>
              <p:nvPr/>
            </p:nvCxnSpPr>
            <p:spPr>
              <a:xfrm flipV="1">
                <a:off x="6846611" y="3804247"/>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7641" name="Group 1027"/>
              <p:cNvGrpSpPr>
                <a:grpSpLocks/>
              </p:cNvGrpSpPr>
              <p:nvPr/>
            </p:nvGrpSpPr>
            <p:grpSpPr bwMode="auto">
              <a:xfrm>
                <a:off x="6400318" y="3137421"/>
                <a:ext cx="559121" cy="92788"/>
                <a:chOff x="6582044" y="2846082"/>
                <a:chExt cx="559121" cy="92788"/>
              </a:xfrm>
            </p:grpSpPr>
            <p:cxnSp>
              <p:nvCxnSpPr>
                <p:cNvPr id="1056" name="Straight Connector 1055"/>
                <p:cNvCxnSpPr/>
                <p:nvPr/>
              </p:nvCxnSpPr>
              <p:spPr>
                <a:xfrm flipV="1">
                  <a:off x="7028337" y="2846452"/>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7" name="Straight Connector 1056"/>
                <p:cNvCxnSpPr/>
                <p:nvPr/>
              </p:nvCxnSpPr>
              <p:spPr>
                <a:xfrm flipV="1">
                  <a:off x="6580709" y="2938973"/>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642" name="Group 1028"/>
              <p:cNvGrpSpPr>
                <a:grpSpLocks/>
              </p:cNvGrpSpPr>
              <p:nvPr/>
            </p:nvGrpSpPr>
            <p:grpSpPr bwMode="auto">
              <a:xfrm>
                <a:off x="6399838" y="3203285"/>
                <a:ext cx="559121" cy="92788"/>
                <a:chOff x="6582044" y="2846082"/>
                <a:chExt cx="559121" cy="92788"/>
              </a:xfrm>
            </p:grpSpPr>
            <p:cxnSp>
              <p:nvCxnSpPr>
                <p:cNvPr id="1054" name="Straight Connector 1053"/>
                <p:cNvCxnSpPr/>
                <p:nvPr/>
              </p:nvCxnSpPr>
              <p:spPr>
                <a:xfrm flipV="1">
                  <a:off x="7028817" y="2846449"/>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5" name="Straight Connector 1054"/>
                <p:cNvCxnSpPr/>
                <p:nvPr/>
              </p:nvCxnSpPr>
              <p:spPr>
                <a:xfrm flipV="1">
                  <a:off x="6581189" y="2938970"/>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643" name="Group 1029"/>
              <p:cNvGrpSpPr>
                <a:grpSpLocks/>
              </p:cNvGrpSpPr>
              <p:nvPr/>
            </p:nvGrpSpPr>
            <p:grpSpPr bwMode="auto">
              <a:xfrm>
                <a:off x="6399358" y="3269149"/>
                <a:ext cx="559121" cy="92788"/>
                <a:chOff x="6582044" y="2846082"/>
                <a:chExt cx="559121" cy="92788"/>
              </a:xfrm>
            </p:grpSpPr>
            <p:cxnSp>
              <p:nvCxnSpPr>
                <p:cNvPr id="1052" name="Straight Connector 1051"/>
                <p:cNvCxnSpPr/>
                <p:nvPr/>
              </p:nvCxnSpPr>
              <p:spPr>
                <a:xfrm flipV="1">
                  <a:off x="7026313" y="2846446"/>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3" name="Straight Connector 1052"/>
                <p:cNvCxnSpPr/>
                <p:nvPr/>
              </p:nvCxnSpPr>
              <p:spPr>
                <a:xfrm flipV="1">
                  <a:off x="6581670" y="2938967"/>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644" name="Group 1030"/>
              <p:cNvGrpSpPr>
                <a:grpSpLocks/>
              </p:cNvGrpSpPr>
              <p:nvPr/>
            </p:nvGrpSpPr>
            <p:grpSpPr bwMode="auto">
              <a:xfrm>
                <a:off x="6398878" y="3335013"/>
                <a:ext cx="559121" cy="92788"/>
                <a:chOff x="6582044" y="2846082"/>
                <a:chExt cx="559121" cy="92788"/>
              </a:xfrm>
            </p:grpSpPr>
            <p:cxnSp>
              <p:nvCxnSpPr>
                <p:cNvPr id="1050" name="Straight Connector 1049"/>
                <p:cNvCxnSpPr/>
                <p:nvPr/>
              </p:nvCxnSpPr>
              <p:spPr>
                <a:xfrm flipV="1">
                  <a:off x="7026792" y="2846445"/>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1" name="Straight Connector 1050"/>
                <p:cNvCxnSpPr/>
                <p:nvPr/>
              </p:nvCxnSpPr>
              <p:spPr>
                <a:xfrm flipV="1">
                  <a:off x="6582149" y="2938965"/>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645" name="Group 1031"/>
              <p:cNvGrpSpPr>
                <a:grpSpLocks/>
              </p:cNvGrpSpPr>
              <p:nvPr/>
            </p:nvGrpSpPr>
            <p:grpSpPr bwMode="auto">
              <a:xfrm>
                <a:off x="6398398" y="3400877"/>
                <a:ext cx="559121" cy="92788"/>
                <a:chOff x="6582044" y="2846082"/>
                <a:chExt cx="559121" cy="92788"/>
              </a:xfrm>
            </p:grpSpPr>
            <p:cxnSp>
              <p:nvCxnSpPr>
                <p:cNvPr id="1048" name="Straight Connector 1047"/>
                <p:cNvCxnSpPr/>
                <p:nvPr/>
              </p:nvCxnSpPr>
              <p:spPr>
                <a:xfrm flipV="1">
                  <a:off x="7027272" y="2846442"/>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9" name="Straight Connector 1048"/>
                <p:cNvCxnSpPr/>
                <p:nvPr/>
              </p:nvCxnSpPr>
              <p:spPr>
                <a:xfrm flipV="1">
                  <a:off x="6582629" y="2938962"/>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646" name="Group 1032"/>
              <p:cNvGrpSpPr>
                <a:grpSpLocks/>
              </p:cNvGrpSpPr>
              <p:nvPr/>
            </p:nvGrpSpPr>
            <p:grpSpPr bwMode="auto">
              <a:xfrm>
                <a:off x="6397918" y="3466741"/>
                <a:ext cx="559121" cy="92788"/>
                <a:chOff x="6582044" y="2846082"/>
                <a:chExt cx="559121" cy="92788"/>
              </a:xfrm>
            </p:grpSpPr>
            <p:cxnSp>
              <p:nvCxnSpPr>
                <p:cNvPr id="1046" name="Straight Connector 1045"/>
                <p:cNvCxnSpPr/>
                <p:nvPr/>
              </p:nvCxnSpPr>
              <p:spPr>
                <a:xfrm flipV="1">
                  <a:off x="7027753" y="2846440"/>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7" name="Straight Connector 1046"/>
                <p:cNvCxnSpPr/>
                <p:nvPr/>
              </p:nvCxnSpPr>
              <p:spPr>
                <a:xfrm flipV="1">
                  <a:off x="6583110" y="2938960"/>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647" name="Group 1033"/>
              <p:cNvGrpSpPr>
                <a:grpSpLocks/>
              </p:cNvGrpSpPr>
              <p:nvPr/>
            </p:nvGrpSpPr>
            <p:grpSpPr bwMode="auto">
              <a:xfrm>
                <a:off x="6397438" y="3532605"/>
                <a:ext cx="559121" cy="92788"/>
                <a:chOff x="6582044" y="2846082"/>
                <a:chExt cx="559121" cy="92788"/>
              </a:xfrm>
            </p:grpSpPr>
            <p:cxnSp>
              <p:nvCxnSpPr>
                <p:cNvPr id="1044" name="Straight Connector 1043"/>
                <p:cNvCxnSpPr/>
                <p:nvPr/>
              </p:nvCxnSpPr>
              <p:spPr>
                <a:xfrm flipV="1">
                  <a:off x="7028232" y="2846437"/>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5" name="Straight Connector 1044"/>
                <p:cNvCxnSpPr/>
                <p:nvPr/>
              </p:nvCxnSpPr>
              <p:spPr>
                <a:xfrm flipV="1">
                  <a:off x="6580604" y="2938957"/>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648" name="Group 1034"/>
              <p:cNvGrpSpPr>
                <a:grpSpLocks/>
              </p:cNvGrpSpPr>
              <p:nvPr/>
            </p:nvGrpSpPr>
            <p:grpSpPr bwMode="auto">
              <a:xfrm>
                <a:off x="6396958" y="3598469"/>
                <a:ext cx="559121" cy="92788"/>
                <a:chOff x="6582044" y="2846082"/>
                <a:chExt cx="559121" cy="92788"/>
              </a:xfrm>
            </p:grpSpPr>
            <p:cxnSp>
              <p:nvCxnSpPr>
                <p:cNvPr id="1042" name="Straight Connector 1041"/>
                <p:cNvCxnSpPr/>
                <p:nvPr/>
              </p:nvCxnSpPr>
              <p:spPr>
                <a:xfrm flipV="1">
                  <a:off x="7028711" y="2846434"/>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3" name="Straight Connector 1042"/>
                <p:cNvCxnSpPr/>
                <p:nvPr/>
              </p:nvCxnSpPr>
              <p:spPr>
                <a:xfrm flipV="1">
                  <a:off x="6581083" y="2938954"/>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649" name="Group 1035"/>
              <p:cNvGrpSpPr>
                <a:grpSpLocks/>
              </p:cNvGrpSpPr>
              <p:nvPr/>
            </p:nvGrpSpPr>
            <p:grpSpPr bwMode="auto">
              <a:xfrm>
                <a:off x="6396478" y="3664333"/>
                <a:ext cx="559121" cy="92788"/>
                <a:chOff x="6582044" y="2846082"/>
                <a:chExt cx="559121" cy="92788"/>
              </a:xfrm>
            </p:grpSpPr>
            <p:cxnSp>
              <p:nvCxnSpPr>
                <p:cNvPr id="1040" name="Straight Connector 1039"/>
                <p:cNvCxnSpPr/>
                <p:nvPr/>
              </p:nvCxnSpPr>
              <p:spPr>
                <a:xfrm flipV="1">
                  <a:off x="7026209" y="2846432"/>
                  <a:ext cx="107431"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1" name="Straight Connector 1040"/>
                <p:cNvCxnSpPr/>
                <p:nvPr/>
              </p:nvCxnSpPr>
              <p:spPr>
                <a:xfrm flipV="1">
                  <a:off x="6581565" y="2938952"/>
                  <a:ext cx="4506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650" name="Group 1036"/>
              <p:cNvGrpSpPr>
                <a:grpSpLocks/>
              </p:cNvGrpSpPr>
              <p:nvPr/>
            </p:nvGrpSpPr>
            <p:grpSpPr bwMode="auto">
              <a:xfrm>
                <a:off x="6395998" y="3730197"/>
                <a:ext cx="559121" cy="92788"/>
                <a:chOff x="6582044" y="2846082"/>
                <a:chExt cx="559121" cy="92788"/>
              </a:xfrm>
            </p:grpSpPr>
            <p:cxnSp>
              <p:nvCxnSpPr>
                <p:cNvPr id="1038" name="Straight Connector 1037"/>
                <p:cNvCxnSpPr/>
                <p:nvPr/>
              </p:nvCxnSpPr>
              <p:spPr>
                <a:xfrm flipV="1">
                  <a:off x="7026689" y="2846429"/>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9" name="Straight Connector 1038"/>
                <p:cNvCxnSpPr/>
                <p:nvPr/>
              </p:nvCxnSpPr>
              <p:spPr>
                <a:xfrm flipV="1">
                  <a:off x="6582044" y="2938949"/>
                  <a:ext cx="4506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7614" name="Group 1000"/>
            <p:cNvGrpSpPr>
              <a:grpSpLocks/>
            </p:cNvGrpSpPr>
            <p:nvPr/>
          </p:nvGrpSpPr>
          <p:grpSpPr bwMode="auto">
            <a:xfrm>
              <a:off x="6280049" y="2055335"/>
              <a:ext cx="731610" cy="920732"/>
              <a:chOff x="6280049" y="2055335"/>
              <a:chExt cx="731610" cy="920732"/>
            </a:xfrm>
          </p:grpSpPr>
          <p:grpSp>
            <p:nvGrpSpPr>
              <p:cNvPr id="207615" name="Group 1001"/>
              <p:cNvGrpSpPr>
                <a:grpSpLocks/>
              </p:cNvGrpSpPr>
              <p:nvPr/>
            </p:nvGrpSpPr>
            <p:grpSpPr bwMode="auto">
              <a:xfrm>
                <a:off x="6280049" y="2055335"/>
                <a:ext cx="680752" cy="139401"/>
                <a:chOff x="5414286" y="2921098"/>
                <a:chExt cx="680752" cy="139401"/>
              </a:xfrm>
            </p:grpSpPr>
            <p:sp>
              <p:nvSpPr>
                <p:cNvPr id="1016" name="Rectangle 188"/>
                <p:cNvSpPr>
                  <a:spLocks noChangeArrowheads="1"/>
                </p:cNvSpPr>
                <p:nvPr/>
              </p:nvSpPr>
              <p:spPr bwMode="auto">
                <a:xfrm>
                  <a:off x="5415186" y="2996368"/>
                  <a:ext cx="549876" cy="64293"/>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17" name="AutoShape 189"/>
                <p:cNvSpPr>
                  <a:spLocks noChangeArrowheads="1"/>
                </p:cNvSpPr>
                <p:nvPr/>
              </p:nvSpPr>
              <p:spPr bwMode="auto">
                <a:xfrm>
                  <a:off x="5415186" y="2921098"/>
                  <a:ext cx="675352" cy="78406"/>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18" name="Freeform 190"/>
                <p:cNvSpPr>
                  <a:spLocks/>
                </p:cNvSpPr>
                <p:nvPr/>
              </p:nvSpPr>
              <p:spPr bwMode="auto">
                <a:xfrm>
                  <a:off x="5968754" y="2922666"/>
                  <a:ext cx="125475" cy="13799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19" name="Freeform 191"/>
                <p:cNvSpPr>
                  <a:spLocks/>
                </p:cNvSpPr>
                <p:nvPr/>
              </p:nvSpPr>
              <p:spPr bwMode="auto">
                <a:xfrm>
                  <a:off x="5500065" y="2936779"/>
                  <a:ext cx="524044" cy="45475"/>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20" name="Freeform 192"/>
                <p:cNvSpPr>
                  <a:spLocks/>
                </p:cNvSpPr>
                <p:nvPr/>
              </p:nvSpPr>
              <p:spPr bwMode="auto">
                <a:xfrm>
                  <a:off x="5621851" y="2933643"/>
                  <a:ext cx="302617" cy="53316"/>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003" name="Straight Connector 1002"/>
              <p:cNvCxnSpPr/>
              <p:nvPr/>
            </p:nvCxnSpPr>
            <p:spPr>
              <a:xfrm flipH="1">
                <a:off x="6996897" y="2124333"/>
                <a:ext cx="11070" cy="8452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4" name="Straight Connector 1003"/>
              <p:cNvCxnSpPr/>
              <p:nvPr/>
            </p:nvCxnSpPr>
            <p:spPr>
              <a:xfrm>
                <a:off x="6875111" y="2304667"/>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5" name="Straight Connector 1004"/>
              <p:cNvCxnSpPr/>
              <p:nvPr/>
            </p:nvCxnSpPr>
            <p:spPr>
              <a:xfrm>
                <a:off x="6871422" y="2368961"/>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6" name="Straight Connector 1005"/>
              <p:cNvCxnSpPr/>
              <p:nvPr/>
            </p:nvCxnSpPr>
            <p:spPr>
              <a:xfrm>
                <a:off x="6871422" y="2444231"/>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7" name="Straight Connector 1006"/>
              <p:cNvCxnSpPr/>
              <p:nvPr/>
            </p:nvCxnSpPr>
            <p:spPr>
              <a:xfrm>
                <a:off x="6867730" y="2508524"/>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8" name="Straight Connector 1007"/>
              <p:cNvCxnSpPr/>
              <p:nvPr/>
            </p:nvCxnSpPr>
            <p:spPr>
              <a:xfrm>
                <a:off x="6864041" y="2569682"/>
                <a:ext cx="1402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9" name="Straight Connector 1008"/>
              <p:cNvCxnSpPr/>
              <p:nvPr/>
            </p:nvCxnSpPr>
            <p:spPr>
              <a:xfrm>
                <a:off x="6864041" y="2638679"/>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0" name="Straight Connector 1009"/>
              <p:cNvCxnSpPr/>
              <p:nvPr/>
            </p:nvCxnSpPr>
            <p:spPr>
              <a:xfrm>
                <a:off x="6860349" y="2706109"/>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1" name="Straight Connector 1010"/>
              <p:cNvCxnSpPr/>
              <p:nvPr/>
            </p:nvCxnSpPr>
            <p:spPr>
              <a:xfrm>
                <a:off x="6867730" y="2775106"/>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2" name="Straight Connector 1011"/>
              <p:cNvCxnSpPr/>
              <p:nvPr/>
            </p:nvCxnSpPr>
            <p:spPr>
              <a:xfrm>
                <a:off x="6871422" y="2842536"/>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3" name="Straight Connector 1012"/>
              <p:cNvCxnSpPr/>
              <p:nvPr/>
            </p:nvCxnSpPr>
            <p:spPr>
              <a:xfrm>
                <a:off x="6871422" y="2911534"/>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4" name="Straight Connector 1013"/>
              <p:cNvCxnSpPr/>
              <p:nvPr/>
            </p:nvCxnSpPr>
            <p:spPr>
              <a:xfrm>
                <a:off x="6875111" y="2975827"/>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5" name="Straight Connector 1014"/>
              <p:cNvCxnSpPr/>
              <p:nvPr/>
            </p:nvCxnSpPr>
            <p:spPr>
              <a:xfrm flipH="1">
                <a:off x="6875111" y="2132173"/>
                <a:ext cx="136548"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6883" name="Group 822"/>
          <p:cNvGrpSpPr>
            <a:grpSpLocks/>
          </p:cNvGrpSpPr>
          <p:nvPr/>
        </p:nvGrpSpPr>
        <p:grpSpPr bwMode="auto">
          <a:xfrm>
            <a:off x="2519363" y="5173663"/>
            <a:ext cx="331787" cy="1030287"/>
            <a:chOff x="6240352" y="2055335"/>
            <a:chExt cx="771307" cy="1017716"/>
          </a:xfrm>
        </p:grpSpPr>
        <p:grpSp>
          <p:nvGrpSpPr>
            <p:cNvPr id="207555" name="Group 941"/>
            <p:cNvGrpSpPr>
              <a:grpSpLocks/>
            </p:cNvGrpSpPr>
            <p:nvPr/>
          </p:nvGrpSpPr>
          <p:grpSpPr bwMode="auto">
            <a:xfrm>
              <a:off x="6240352" y="2235573"/>
              <a:ext cx="697981" cy="837478"/>
              <a:chOff x="6395998" y="3062424"/>
              <a:chExt cx="564403" cy="837478"/>
            </a:xfrm>
          </p:grpSpPr>
          <p:sp>
            <p:nvSpPr>
              <p:cNvPr id="963" name="Rectangle 962"/>
              <p:cNvSpPr/>
              <p:nvPr/>
            </p:nvSpPr>
            <p:spPr>
              <a:xfrm>
                <a:off x="6509397" y="3062521"/>
                <a:ext cx="447629" cy="74172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964" name="Straight Connector 963"/>
              <p:cNvCxnSpPr/>
              <p:nvPr/>
            </p:nvCxnSpPr>
            <p:spPr>
              <a:xfrm flipV="1">
                <a:off x="6846611" y="3062521"/>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65" name="Rectangle 964"/>
              <p:cNvSpPr/>
              <p:nvPr/>
            </p:nvSpPr>
            <p:spPr>
              <a:xfrm>
                <a:off x="6476570" y="3071930"/>
                <a:ext cx="131305" cy="116042"/>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966" name="Straight Connector 965"/>
              <p:cNvCxnSpPr/>
              <p:nvPr/>
            </p:nvCxnSpPr>
            <p:spPr>
              <a:xfrm flipV="1">
                <a:off x="6395998" y="3062521"/>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67" name="Rectangle 966"/>
              <p:cNvSpPr/>
              <p:nvPr/>
            </p:nvSpPr>
            <p:spPr>
              <a:xfrm>
                <a:off x="6816769" y="3703886"/>
                <a:ext cx="131305" cy="11447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68" name="Rectangle 967"/>
              <p:cNvSpPr/>
              <p:nvPr/>
            </p:nvSpPr>
            <p:spPr>
              <a:xfrm>
                <a:off x="6404950" y="3158177"/>
                <a:ext cx="444646" cy="741725"/>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969" name="Straight Connector 968"/>
              <p:cNvCxnSpPr/>
              <p:nvPr/>
            </p:nvCxnSpPr>
            <p:spPr>
              <a:xfrm flipV="1">
                <a:off x="6846611" y="3804247"/>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7583" name="Group 969"/>
              <p:cNvGrpSpPr>
                <a:grpSpLocks/>
              </p:cNvGrpSpPr>
              <p:nvPr/>
            </p:nvGrpSpPr>
            <p:grpSpPr bwMode="auto">
              <a:xfrm>
                <a:off x="6400318" y="3137421"/>
                <a:ext cx="559121" cy="92788"/>
                <a:chOff x="6582044" y="2846082"/>
                <a:chExt cx="559121" cy="92788"/>
              </a:xfrm>
            </p:grpSpPr>
            <p:cxnSp>
              <p:nvCxnSpPr>
                <p:cNvPr id="998" name="Straight Connector 997"/>
                <p:cNvCxnSpPr/>
                <p:nvPr/>
              </p:nvCxnSpPr>
              <p:spPr>
                <a:xfrm flipV="1">
                  <a:off x="7028337" y="2846452"/>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9" name="Straight Connector 998"/>
                <p:cNvCxnSpPr/>
                <p:nvPr/>
              </p:nvCxnSpPr>
              <p:spPr>
                <a:xfrm flipV="1">
                  <a:off x="6580707" y="2938973"/>
                  <a:ext cx="4535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584" name="Group 970"/>
              <p:cNvGrpSpPr>
                <a:grpSpLocks/>
              </p:cNvGrpSpPr>
              <p:nvPr/>
            </p:nvGrpSpPr>
            <p:grpSpPr bwMode="auto">
              <a:xfrm>
                <a:off x="6399838" y="3203285"/>
                <a:ext cx="559121" cy="92788"/>
                <a:chOff x="6582044" y="2846082"/>
                <a:chExt cx="559121" cy="92788"/>
              </a:xfrm>
            </p:grpSpPr>
            <p:cxnSp>
              <p:nvCxnSpPr>
                <p:cNvPr id="996" name="Straight Connector 995"/>
                <p:cNvCxnSpPr/>
                <p:nvPr/>
              </p:nvCxnSpPr>
              <p:spPr>
                <a:xfrm flipV="1">
                  <a:off x="7028816" y="2846449"/>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7" name="Straight Connector 996"/>
                <p:cNvCxnSpPr/>
                <p:nvPr/>
              </p:nvCxnSpPr>
              <p:spPr>
                <a:xfrm flipV="1">
                  <a:off x="6581187" y="2938970"/>
                  <a:ext cx="4535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585" name="Group 971"/>
              <p:cNvGrpSpPr>
                <a:grpSpLocks/>
              </p:cNvGrpSpPr>
              <p:nvPr/>
            </p:nvGrpSpPr>
            <p:grpSpPr bwMode="auto">
              <a:xfrm>
                <a:off x="6399358" y="3269149"/>
                <a:ext cx="559121" cy="92788"/>
                <a:chOff x="6582044" y="2846082"/>
                <a:chExt cx="559121" cy="92788"/>
              </a:xfrm>
            </p:grpSpPr>
            <p:cxnSp>
              <p:nvCxnSpPr>
                <p:cNvPr id="994" name="Straight Connector 993"/>
                <p:cNvCxnSpPr/>
                <p:nvPr/>
              </p:nvCxnSpPr>
              <p:spPr>
                <a:xfrm flipV="1">
                  <a:off x="7026314" y="2846446"/>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5" name="Straight Connector 994"/>
                <p:cNvCxnSpPr/>
                <p:nvPr/>
              </p:nvCxnSpPr>
              <p:spPr>
                <a:xfrm flipV="1">
                  <a:off x="6581668" y="2938967"/>
                  <a:ext cx="4506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586" name="Group 972"/>
              <p:cNvGrpSpPr>
                <a:grpSpLocks/>
              </p:cNvGrpSpPr>
              <p:nvPr/>
            </p:nvGrpSpPr>
            <p:grpSpPr bwMode="auto">
              <a:xfrm>
                <a:off x="6398878" y="3335013"/>
                <a:ext cx="559121" cy="92788"/>
                <a:chOff x="6582044" y="2846082"/>
                <a:chExt cx="559121" cy="92788"/>
              </a:xfrm>
            </p:grpSpPr>
            <p:cxnSp>
              <p:nvCxnSpPr>
                <p:cNvPr id="992" name="Straight Connector 991"/>
                <p:cNvCxnSpPr/>
                <p:nvPr/>
              </p:nvCxnSpPr>
              <p:spPr>
                <a:xfrm flipV="1">
                  <a:off x="7026794" y="2846445"/>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3" name="Straight Connector 992"/>
                <p:cNvCxnSpPr/>
                <p:nvPr/>
              </p:nvCxnSpPr>
              <p:spPr>
                <a:xfrm flipV="1">
                  <a:off x="6582147" y="2938965"/>
                  <a:ext cx="4506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587" name="Group 973"/>
              <p:cNvGrpSpPr>
                <a:grpSpLocks/>
              </p:cNvGrpSpPr>
              <p:nvPr/>
            </p:nvGrpSpPr>
            <p:grpSpPr bwMode="auto">
              <a:xfrm>
                <a:off x="6398398" y="3400877"/>
                <a:ext cx="559121" cy="92788"/>
                <a:chOff x="6582044" y="2846082"/>
                <a:chExt cx="559121" cy="92788"/>
              </a:xfrm>
            </p:grpSpPr>
            <p:cxnSp>
              <p:nvCxnSpPr>
                <p:cNvPr id="990" name="Straight Connector 989"/>
                <p:cNvCxnSpPr/>
                <p:nvPr/>
              </p:nvCxnSpPr>
              <p:spPr>
                <a:xfrm flipV="1">
                  <a:off x="7027273" y="2846442"/>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1" name="Straight Connector 990"/>
                <p:cNvCxnSpPr/>
                <p:nvPr/>
              </p:nvCxnSpPr>
              <p:spPr>
                <a:xfrm flipV="1">
                  <a:off x="6582627" y="2938962"/>
                  <a:ext cx="4506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588" name="Group 974"/>
              <p:cNvGrpSpPr>
                <a:grpSpLocks/>
              </p:cNvGrpSpPr>
              <p:nvPr/>
            </p:nvGrpSpPr>
            <p:grpSpPr bwMode="auto">
              <a:xfrm>
                <a:off x="6397918" y="3466741"/>
                <a:ext cx="559121" cy="92788"/>
                <a:chOff x="6582044" y="2846082"/>
                <a:chExt cx="559121" cy="92788"/>
              </a:xfrm>
            </p:grpSpPr>
            <p:cxnSp>
              <p:nvCxnSpPr>
                <p:cNvPr id="988" name="Straight Connector 987"/>
                <p:cNvCxnSpPr/>
                <p:nvPr/>
              </p:nvCxnSpPr>
              <p:spPr>
                <a:xfrm flipV="1">
                  <a:off x="7027754" y="2846440"/>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9" name="Straight Connector 988"/>
                <p:cNvCxnSpPr/>
                <p:nvPr/>
              </p:nvCxnSpPr>
              <p:spPr>
                <a:xfrm flipV="1">
                  <a:off x="6583108" y="2938960"/>
                  <a:ext cx="4506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589" name="Group 975"/>
              <p:cNvGrpSpPr>
                <a:grpSpLocks/>
              </p:cNvGrpSpPr>
              <p:nvPr/>
            </p:nvGrpSpPr>
            <p:grpSpPr bwMode="auto">
              <a:xfrm>
                <a:off x="6397438" y="3532605"/>
                <a:ext cx="559121" cy="92788"/>
                <a:chOff x="6582044" y="2846082"/>
                <a:chExt cx="559121" cy="92788"/>
              </a:xfrm>
            </p:grpSpPr>
            <p:cxnSp>
              <p:nvCxnSpPr>
                <p:cNvPr id="986" name="Straight Connector 985"/>
                <p:cNvCxnSpPr/>
                <p:nvPr/>
              </p:nvCxnSpPr>
              <p:spPr>
                <a:xfrm flipV="1">
                  <a:off x="7028234" y="2846437"/>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7" name="Straight Connector 986"/>
                <p:cNvCxnSpPr/>
                <p:nvPr/>
              </p:nvCxnSpPr>
              <p:spPr>
                <a:xfrm flipV="1">
                  <a:off x="6580604" y="2938957"/>
                  <a:ext cx="4535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590" name="Group 976"/>
              <p:cNvGrpSpPr>
                <a:grpSpLocks/>
              </p:cNvGrpSpPr>
              <p:nvPr/>
            </p:nvGrpSpPr>
            <p:grpSpPr bwMode="auto">
              <a:xfrm>
                <a:off x="6396958" y="3598469"/>
                <a:ext cx="559121" cy="92788"/>
                <a:chOff x="6582044" y="2846082"/>
                <a:chExt cx="559121" cy="92788"/>
              </a:xfrm>
            </p:grpSpPr>
            <p:cxnSp>
              <p:nvCxnSpPr>
                <p:cNvPr id="984" name="Straight Connector 983"/>
                <p:cNvCxnSpPr/>
                <p:nvPr/>
              </p:nvCxnSpPr>
              <p:spPr>
                <a:xfrm flipV="1">
                  <a:off x="7028713" y="2846434"/>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5" name="Straight Connector 984"/>
                <p:cNvCxnSpPr/>
                <p:nvPr/>
              </p:nvCxnSpPr>
              <p:spPr>
                <a:xfrm flipV="1">
                  <a:off x="6581083" y="2938954"/>
                  <a:ext cx="4535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591" name="Group 977"/>
              <p:cNvGrpSpPr>
                <a:grpSpLocks/>
              </p:cNvGrpSpPr>
              <p:nvPr/>
            </p:nvGrpSpPr>
            <p:grpSpPr bwMode="auto">
              <a:xfrm>
                <a:off x="6396478" y="3664333"/>
                <a:ext cx="559121" cy="92788"/>
                <a:chOff x="6582044" y="2846082"/>
                <a:chExt cx="559121" cy="92788"/>
              </a:xfrm>
            </p:grpSpPr>
            <p:cxnSp>
              <p:nvCxnSpPr>
                <p:cNvPr id="982" name="Straight Connector 981"/>
                <p:cNvCxnSpPr/>
                <p:nvPr/>
              </p:nvCxnSpPr>
              <p:spPr>
                <a:xfrm flipV="1">
                  <a:off x="7026209" y="2846432"/>
                  <a:ext cx="107431"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3" name="Straight Connector 982"/>
                <p:cNvCxnSpPr/>
                <p:nvPr/>
              </p:nvCxnSpPr>
              <p:spPr>
                <a:xfrm flipV="1">
                  <a:off x="6581565" y="2938952"/>
                  <a:ext cx="4506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592" name="Group 978"/>
              <p:cNvGrpSpPr>
                <a:grpSpLocks/>
              </p:cNvGrpSpPr>
              <p:nvPr/>
            </p:nvGrpSpPr>
            <p:grpSpPr bwMode="auto">
              <a:xfrm>
                <a:off x="6395998" y="3730197"/>
                <a:ext cx="559121" cy="92788"/>
                <a:chOff x="6582044" y="2846082"/>
                <a:chExt cx="559121" cy="92788"/>
              </a:xfrm>
            </p:grpSpPr>
            <p:cxnSp>
              <p:nvCxnSpPr>
                <p:cNvPr id="980" name="Straight Connector 979"/>
                <p:cNvCxnSpPr/>
                <p:nvPr/>
              </p:nvCxnSpPr>
              <p:spPr>
                <a:xfrm flipV="1">
                  <a:off x="7026688" y="2846429"/>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1" name="Straight Connector 980"/>
                <p:cNvCxnSpPr/>
                <p:nvPr/>
              </p:nvCxnSpPr>
              <p:spPr>
                <a:xfrm flipV="1">
                  <a:off x="6582044" y="2938949"/>
                  <a:ext cx="4506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7556" name="Group 942"/>
            <p:cNvGrpSpPr>
              <a:grpSpLocks/>
            </p:cNvGrpSpPr>
            <p:nvPr/>
          </p:nvGrpSpPr>
          <p:grpSpPr bwMode="auto">
            <a:xfrm>
              <a:off x="6280049" y="2055335"/>
              <a:ext cx="731610" cy="920732"/>
              <a:chOff x="6280049" y="2055335"/>
              <a:chExt cx="731610" cy="920732"/>
            </a:xfrm>
          </p:grpSpPr>
          <p:grpSp>
            <p:nvGrpSpPr>
              <p:cNvPr id="207557" name="Group 943"/>
              <p:cNvGrpSpPr>
                <a:grpSpLocks/>
              </p:cNvGrpSpPr>
              <p:nvPr/>
            </p:nvGrpSpPr>
            <p:grpSpPr bwMode="auto">
              <a:xfrm>
                <a:off x="6280049" y="2055335"/>
                <a:ext cx="680752" cy="139401"/>
                <a:chOff x="5414286" y="2921098"/>
                <a:chExt cx="680752" cy="139401"/>
              </a:xfrm>
            </p:grpSpPr>
            <p:sp>
              <p:nvSpPr>
                <p:cNvPr id="958" name="Rectangle 188"/>
                <p:cNvSpPr>
                  <a:spLocks noChangeArrowheads="1"/>
                </p:cNvSpPr>
                <p:nvPr/>
              </p:nvSpPr>
              <p:spPr bwMode="auto">
                <a:xfrm>
                  <a:off x="5415183" y="2996368"/>
                  <a:ext cx="549881" cy="64293"/>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59" name="AutoShape 189"/>
                <p:cNvSpPr>
                  <a:spLocks noChangeArrowheads="1"/>
                </p:cNvSpPr>
                <p:nvPr/>
              </p:nvSpPr>
              <p:spPr bwMode="auto">
                <a:xfrm>
                  <a:off x="5415183" y="2921098"/>
                  <a:ext cx="675356" cy="78406"/>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60" name="Freeform 190"/>
                <p:cNvSpPr>
                  <a:spLocks/>
                </p:cNvSpPr>
                <p:nvPr/>
              </p:nvSpPr>
              <p:spPr bwMode="auto">
                <a:xfrm>
                  <a:off x="5968753" y="2922666"/>
                  <a:ext cx="125476" cy="13799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61" name="Freeform 191"/>
                <p:cNvSpPr>
                  <a:spLocks/>
                </p:cNvSpPr>
                <p:nvPr/>
              </p:nvSpPr>
              <p:spPr bwMode="auto">
                <a:xfrm>
                  <a:off x="5500065" y="2936779"/>
                  <a:ext cx="524046" cy="45475"/>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62" name="Freeform 192"/>
                <p:cNvSpPr>
                  <a:spLocks/>
                </p:cNvSpPr>
                <p:nvPr/>
              </p:nvSpPr>
              <p:spPr bwMode="auto">
                <a:xfrm>
                  <a:off x="5621849" y="2933643"/>
                  <a:ext cx="302618" cy="53316"/>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945" name="Straight Connector 944"/>
              <p:cNvCxnSpPr/>
              <p:nvPr/>
            </p:nvCxnSpPr>
            <p:spPr>
              <a:xfrm flipH="1">
                <a:off x="6996897" y="2124333"/>
                <a:ext cx="11073" cy="8452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6" name="Straight Connector 945"/>
              <p:cNvCxnSpPr/>
              <p:nvPr/>
            </p:nvCxnSpPr>
            <p:spPr>
              <a:xfrm>
                <a:off x="6875113" y="2304667"/>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7" name="Straight Connector 946"/>
              <p:cNvCxnSpPr/>
              <p:nvPr/>
            </p:nvCxnSpPr>
            <p:spPr>
              <a:xfrm>
                <a:off x="6871421" y="2368961"/>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8" name="Straight Connector 947"/>
              <p:cNvCxnSpPr/>
              <p:nvPr/>
            </p:nvCxnSpPr>
            <p:spPr>
              <a:xfrm>
                <a:off x="6871421" y="2444231"/>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9" name="Straight Connector 948"/>
              <p:cNvCxnSpPr/>
              <p:nvPr/>
            </p:nvCxnSpPr>
            <p:spPr>
              <a:xfrm>
                <a:off x="6867732" y="2508524"/>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0" name="Straight Connector 949"/>
              <p:cNvCxnSpPr/>
              <p:nvPr/>
            </p:nvCxnSpPr>
            <p:spPr>
              <a:xfrm>
                <a:off x="6864040" y="2569682"/>
                <a:ext cx="1402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1" name="Straight Connector 950"/>
              <p:cNvCxnSpPr/>
              <p:nvPr/>
            </p:nvCxnSpPr>
            <p:spPr>
              <a:xfrm>
                <a:off x="6864040" y="2638679"/>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2" name="Straight Connector 951"/>
              <p:cNvCxnSpPr/>
              <p:nvPr/>
            </p:nvCxnSpPr>
            <p:spPr>
              <a:xfrm>
                <a:off x="6860351" y="2706109"/>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3" name="Straight Connector 952"/>
              <p:cNvCxnSpPr/>
              <p:nvPr/>
            </p:nvCxnSpPr>
            <p:spPr>
              <a:xfrm>
                <a:off x="6867732" y="2775106"/>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4" name="Straight Connector 953"/>
              <p:cNvCxnSpPr/>
              <p:nvPr/>
            </p:nvCxnSpPr>
            <p:spPr>
              <a:xfrm>
                <a:off x="6871421" y="2842536"/>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5" name="Straight Connector 954"/>
              <p:cNvCxnSpPr/>
              <p:nvPr/>
            </p:nvCxnSpPr>
            <p:spPr>
              <a:xfrm>
                <a:off x="6871421" y="2911534"/>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6" name="Straight Connector 955"/>
              <p:cNvCxnSpPr/>
              <p:nvPr/>
            </p:nvCxnSpPr>
            <p:spPr>
              <a:xfrm>
                <a:off x="6875113" y="2975827"/>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7" name="Straight Connector 956"/>
              <p:cNvCxnSpPr/>
              <p:nvPr/>
            </p:nvCxnSpPr>
            <p:spPr>
              <a:xfrm flipH="1">
                <a:off x="6875113" y="2132173"/>
                <a:ext cx="136546"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6884" name="Group 823"/>
          <p:cNvGrpSpPr>
            <a:grpSpLocks/>
          </p:cNvGrpSpPr>
          <p:nvPr/>
        </p:nvGrpSpPr>
        <p:grpSpPr bwMode="auto">
          <a:xfrm>
            <a:off x="2895600" y="5173663"/>
            <a:ext cx="331788" cy="1030287"/>
            <a:chOff x="6240352" y="2055335"/>
            <a:chExt cx="771307" cy="1017716"/>
          </a:xfrm>
        </p:grpSpPr>
        <p:grpSp>
          <p:nvGrpSpPr>
            <p:cNvPr id="207497" name="Group 883"/>
            <p:cNvGrpSpPr>
              <a:grpSpLocks/>
            </p:cNvGrpSpPr>
            <p:nvPr/>
          </p:nvGrpSpPr>
          <p:grpSpPr bwMode="auto">
            <a:xfrm>
              <a:off x="6240352" y="2235573"/>
              <a:ext cx="697981" cy="837478"/>
              <a:chOff x="6395998" y="3062424"/>
              <a:chExt cx="564403" cy="837478"/>
            </a:xfrm>
          </p:grpSpPr>
          <p:sp>
            <p:nvSpPr>
              <p:cNvPr id="905" name="Rectangle 904"/>
              <p:cNvSpPr/>
              <p:nvPr/>
            </p:nvSpPr>
            <p:spPr>
              <a:xfrm>
                <a:off x="6509397" y="3062521"/>
                <a:ext cx="447628" cy="74172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906" name="Straight Connector 905"/>
              <p:cNvCxnSpPr/>
              <p:nvPr/>
            </p:nvCxnSpPr>
            <p:spPr>
              <a:xfrm flipV="1">
                <a:off x="6846611" y="3062521"/>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07" name="Rectangle 906"/>
              <p:cNvSpPr/>
              <p:nvPr/>
            </p:nvSpPr>
            <p:spPr>
              <a:xfrm>
                <a:off x="6476572" y="3071930"/>
                <a:ext cx="131304" cy="116042"/>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908" name="Straight Connector 907"/>
              <p:cNvCxnSpPr/>
              <p:nvPr/>
            </p:nvCxnSpPr>
            <p:spPr>
              <a:xfrm flipV="1">
                <a:off x="6395998" y="3062521"/>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09" name="Rectangle 908"/>
              <p:cNvSpPr/>
              <p:nvPr/>
            </p:nvSpPr>
            <p:spPr>
              <a:xfrm>
                <a:off x="6816769" y="3703886"/>
                <a:ext cx="131304" cy="11447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10" name="Rectangle 909"/>
              <p:cNvSpPr/>
              <p:nvPr/>
            </p:nvSpPr>
            <p:spPr>
              <a:xfrm>
                <a:off x="6404951" y="3158177"/>
                <a:ext cx="444643" cy="741725"/>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911" name="Straight Connector 910"/>
              <p:cNvCxnSpPr/>
              <p:nvPr/>
            </p:nvCxnSpPr>
            <p:spPr>
              <a:xfrm flipV="1">
                <a:off x="6846611" y="3804247"/>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7525" name="Group 911"/>
              <p:cNvGrpSpPr>
                <a:grpSpLocks/>
              </p:cNvGrpSpPr>
              <p:nvPr/>
            </p:nvGrpSpPr>
            <p:grpSpPr bwMode="auto">
              <a:xfrm>
                <a:off x="6400318" y="3137421"/>
                <a:ext cx="559121" cy="92788"/>
                <a:chOff x="6582044" y="2846082"/>
                <a:chExt cx="559121" cy="92788"/>
              </a:xfrm>
            </p:grpSpPr>
            <p:cxnSp>
              <p:nvCxnSpPr>
                <p:cNvPr id="940" name="Straight Connector 939"/>
                <p:cNvCxnSpPr/>
                <p:nvPr/>
              </p:nvCxnSpPr>
              <p:spPr>
                <a:xfrm flipV="1">
                  <a:off x="7028337" y="2846452"/>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1" name="Straight Connector 940"/>
                <p:cNvCxnSpPr/>
                <p:nvPr/>
              </p:nvCxnSpPr>
              <p:spPr>
                <a:xfrm flipV="1">
                  <a:off x="6580709" y="2938973"/>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526" name="Group 912"/>
              <p:cNvGrpSpPr>
                <a:grpSpLocks/>
              </p:cNvGrpSpPr>
              <p:nvPr/>
            </p:nvGrpSpPr>
            <p:grpSpPr bwMode="auto">
              <a:xfrm>
                <a:off x="6399838" y="3203285"/>
                <a:ext cx="559121" cy="92788"/>
                <a:chOff x="6582044" y="2846082"/>
                <a:chExt cx="559121" cy="92788"/>
              </a:xfrm>
            </p:grpSpPr>
            <p:cxnSp>
              <p:nvCxnSpPr>
                <p:cNvPr id="938" name="Straight Connector 937"/>
                <p:cNvCxnSpPr/>
                <p:nvPr/>
              </p:nvCxnSpPr>
              <p:spPr>
                <a:xfrm flipV="1">
                  <a:off x="7028817" y="2846449"/>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9" name="Straight Connector 938"/>
                <p:cNvCxnSpPr/>
                <p:nvPr/>
              </p:nvCxnSpPr>
              <p:spPr>
                <a:xfrm flipV="1">
                  <a:off x="6581189" y="2938970"/>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527" name="Group 913"/>
              <p:cNvGrpSpPr>
                <a:grpSpLocks/>
              </p:cNvGrpSpPr>
              <p:nvPr/>
            </p:nvGrpSpPr>
            <p:grpSpPr bwMode="auto">
              <a:xfrm>
                <a:off x="6399358" y="3269149"/>
                <a:ext cx="559121" cy="92788"/>
                <a:chOff x="6582044" y="2846082"/>
                <a:chExt cx="559121" cy="92788"/>
              </a:xfrm>
            </p:grpSpPr>
            <p:cxnSp>
              <p:nvCxnSpPr>
                <p:cNvPr id="936" name="Straight Connector 935"/>
                <p:cNvCxnSpPr/>
                <p:nvPr/>
              </p:nvCxnSpPr>
              <p:spPr>
                <a:xfrm flipV="1">
                  <a:off x="7026313" y="2846446"/>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7" name="Straight Connector 936"/>
                <p:cNvCxnSpPr/>
                <p:nvPr/>
              </p:nvCxnSpPr>
              <p:spPr>
                <a:xfrm flipV="1">
                  <a:off x="6581670" y="2938967"/>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528" name="Group 914"/>
              <p:cNvGrpSpPr>
                <a:grpSpLocks/>
              </p:cNvGrpSpPr>
              <p:nvPr/>
            </p:nvGrpSpPr>
            <p:grpSpPr bwMode="auto">
              <a:xfrm>
                <a:off x="6398878" y="3335013"/>
                <a:ext cx="559121" cy="92788"/>
                <a:chOff x="6582044" y="2846082"/>
                <a:chExt cx="559121" cy="92788"/>
              </a:xfrm>
            </p:grpSpPr>
            <p:cxnSp>
              <p:nvCxnSpPr>
                <p:cNvPr id="934" name="Straight Connector 933"/>
                <p:cNvCxnSpPr/>
                <p:nvPr/>
              </p:nvCxnSpPr>
              <p:spPr>
                <a:xfrm flipV="1">
                  <a:off x="7026792" y="2846445"/>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5" name="Straight Connector 934"/>
                <p:cNvCxnSpPr/>
                <p:nvPr/>
              </p:nvCxnSpPr>
              <p:spPr>
                <a:xfrm flipV="1">
                  <a:off x="6582149" y="2938965"/>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529" name="Group 915"/>
              <p:cNvGrpSpPr>
                <a:grpSpLocks/>
              </p:cNvGrpSpPr>
              <p:nvPr/>
            </p:nvGrpSpPr>
            <p:grpSpPr bwMode="auto">
              <a:xfrm>
                <a:off x="6398398" y="3400877"/>
                <a:ext cx="559121" cy="92788"/>
                <a:chOff x="6582044" y="2846082"/>
                <a:chExt cx="559121" cy="92788"/>
              </a:xfrm>
            </p:grpSpPr>
            <p:cxnSp>
              <p:nvCxnSpPr>
                <p:cNvPr id="932" name="Straight Connector 931"/>
                <p:cNvCxnSpPr/>
                <p:nvPr/>
              </p:nvCxnSpPr>
              <p:spPr>
                <a:xfrm flipV="1">
                  <a:off x="7027272" y="2846442"/>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3" name="Straight Connector 932"/>
                <p:cNvCxnSpPr/>
                <p:nvPr/>
              </p:nvCxnSpPr>
              <p:spPr>
                <a:xfrm flipV="1">
                  <a:off x="6582629" y="2938962"/>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530" name="Group 916"/>
              <p:cNvGrpSpPr>
                <a:grpSpLocks/>
              </p:cNvGrpSpPr>
              <p:nvPr/>
            </p:nvGrpSpPr>
            <p:grpSpPr bwMode="auto">
              <a:xfrm>
                <a:off x="6397918" y="3466741"/>
                <a:ext cx="559121" cy="92788"/>
                <a:chOff x="6582044" y="2846082"/>
                <a:chExt cx="559121" cy="92788"/>
              </a:xfrm>
            </p:grpSpPr>
            <p:cxnSp>
              <p:nvCxnSpPr>
                <p:cNvPr id="930" name="Straight Connector 929"/>
                <p:cNvCxnSpPr/>
                <p:nvPr/>
              </p:nvCxnSpPr>
              <p:spPr>
                <a:xfrm flipV="1">
                  <a:off x="7027753" y="2846440"/>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1" name="Straight Connector 930"/>
                <p:cNvCxnSpPr/>
                <p:nvPr/>
              </p:nvCxnSpPr>
              <p:spPr>
                <a:xfrm flipV="1">
                  <a:off x="6583110" y="2938960"/>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531" name="Group 917"/>
              <p:cNvGrpSpPr>
                <a:grpSpLocks/>
              </p:cNvGrpSpPr>
              <p:nvPr/>
            </p:nvGrpSpPr>
            <p:grpSpPr bwMode="auto">
              <a:xfrm>
                <a:off x="6397438" y="3532605"/>
                <a:ext cx="559121" cy="92788"/>
                <a:chOff x="6582044" y="2846082"/>
                <a:chExt cx="559121" cy="92788"/>
              </a:xfrm>
            </p:grpSpPr>
            <p:cxnSp>
              <p:nvCxnSpPr>
                <p:cNvPr id="928" name="Straight Connector 927"/>
                <p:cNvCxnSpPr/>
                <p:nvPr/>
              </p:nvCxnSpPr>
              <p:spPr>
                <a:xfrm flipV="1">
                  <a:off x="7028232" y="2846437"/>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9" name="Straight Connector 928"/>
                <p:cNvCxnSpPr/>
                <p:nvPr/>
              </p:nvCxnSpPr>
              <p:spPr>
                <a:xfrm flipV="1">
                  <a:off x="6580604" y="2938957"/>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532" name="Group 918"/>
              <p:cNvGrpSpPr>
                <a:grpSpLocks/>
              </p:cNvGrpSpPr>
              <p:nvPr/>
            </p:nvGrpSpPr>
            <p:grpSpPr bwMode="auto">
              <a:xfrm>
                <a:off x="6396958" y="3598469"/>
                <a:ext cx="559121" cy="92788"/>
                <a:chOff x="6582044" y="2846082"/>
                <a:chExt cx="559121" cy="92788"/>
              </a:xfrm>
            </p:grpSpPr>
            <p:cxnSp>
              <p:nvCxnSpPr>
                <p:cNvPr id="926" name="Straight Connector 925"/>
                <p:cNvCxnSpPr/>
                <p:nvPr/>
              </p:nvCxnSpPr>
              <p:spPr>
                <a:xfrm flipV="1">
                  <a:off x="7028711" y="2846434"/>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7" name="Straight Connector 926"/>
                <p:cNvCxnSpPr/>
                <p:nvPr/>
              </p:nvCxnSpPr>
              <p:spPr>
                <a:xfrm flipV="1">
                  <a:off x="6581083" y="2938954"/>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533" name="Group 919"/>
              <p:cNvGrpSpPr>
                <a:grpSpLocks/>
              </p:cNvGrpSpPr>
              <p:nvPr/>
            </p:nvGrpSpPr>
            <p:grpSpPr bwMode="auto">
              <a:xfrm>
                <a:off x="6396478" y="3664333"/>
                <a:ext cx="559121" cy="92788"/>
                <a:chOff x="6582044" y="2846082"/>
                <a:chExt cx="559121" cy="92788"/>
              </a:xfrm>
            </p:grpSpPr>
            <p:cxnSp>
              <p:nvCxnSpPr>
                <p:cNvPr id="924" name="Straight Connector 923"/>
                <p:cNvCxnSpPr/>
                <p:nvPr/>
              </p:nvCxnSpPr>
              <p:spPr>
                <a:xfrm flipV="1">
                  <a:off x="7026209" y="2846432"/>
                  <a:ext cx="107431"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5" name="Straight Connector 924"/>
                <p:cNvCxnSpPr/>
                <p:nvPr/>
              </p:nvCxnSpPr>
              <p:spPr>
                <a:xfrm flipV="1">
                  <a:off x="6581565" y="2938952"/>
                  <a:ext cx="4506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534" name="Group 920"/>
              <p:cNvGrpSpPr>
                <a:grpSpLocks/>
              </p:cNvGrpSpPr>
              <p:nvPr/>
            </p:nvGrpSpPr>
            <p:grpSpPr bwMode="auto">
              <a:xfrm>
                <a:off x="6395998" y="3730197"/>
                <a:ext cx="559121" cy="92788"/>
                <a:chOff x="6582044" y="2846082"/>
                <a:chExt cx="559121" cy="92788"/>
              </a:xfrm>
            </p:grpSpPr>
            <p:cxnSp>
              <p:nvCxnSpPr>
                <p:cNvPr id="922" name="Straight Connector 921"/>
                <p:cNvCxnSpPr/>
                <p:nvPr/>
              </p:nvCxnSpPr>
              <p:spPr>
                <a:xfrm flipV="1">
                  <a:off x="7026689" y="2846429"/>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3" name="Straight Connector 922"/>
                <p:cNvCxnSpPr/>
                <p:nvPr/>
              </p:nvCxnSpPr>
              <p:spPr>
                <a:xfrm flipV="1">
                  <a:off x="6582044" y="2938949"/>
                  <a:ext cx="4506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7498" name="Group 884"/>
            <p:cNvGrpSpPr>
              <a:grpSpLocks/>
            </p:cNvGrpSpPr>
            <p:nvPr/>
          </p:nvGrpSpPr>
          <p:grpSpPr bwMode="auto">
            <a:xfrm>
              <a:off x="6280049" y="2055335"/>
              <a:ext cx="731610" cy="920732"/>
              <a:chOff x="6280049" y="2055335"/>
              <a:chExt cx="731610" cy="920732"/>
            </a:xfrm>
          </p:grpSpPr>
          <p:grpSp>
            <p:nvGrpSpPr>
              <p:cNvPr id="207499" name="Group 885"/>
              <p:cNvGrpSpPr>
                <a:grpSpLocks/>
              </p:cNvGrpSpPr>
              <p:nvPr/>
            </p:nvGrpSpPr>
            <p:grpSpPr bwMode="auto">
              <a:xfrm>
                <a:off x="6280049" y="2055335"/>
                <a:ext cx="680752" cy="139401"/>
                <a:chOff x="5414286" y="2921098"/>
                <a:chExt cx="680752" cy="139401"/>
              </a:xfrm>
            </p:grpSpPr>
            <p:sp>
              <p:nvSpPr>
                <p:cNvPr id="900" name="Rectangle 188"/>
                <p:cNvSpPr>
                  <a:spLocks noChangeArrowheads="1"/>
                </p:cNvSpPr>
                <p:nvPr/>
              </p:nvSpPr>
              <p:spPr bwMode="auto">
                <a:xfrm>
                  <a:off x="5415186" y="2996368"/>
                  <a:ext cx="549876" cy="64293"/>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01" name="AutoShape 189"/>
                <p:cNvSpPr>
                  <a:spLocks noChangeArrowheads="1"/>
                </p:cNvSpPr>
                <p:nvPr/>
              </p:nvSpPr>
              <p:spPr bwMode="auto">
                <a:xfrm>
                  <a:off x="5415186" y="2921098"/>
                  <a:ext cx="675352" cy="78406"/>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02" name="Freeform 190"/>
                <p:cNvSpPr>
                  <a:spLocks/>
                </p:cNvSpPr>
                <p:nvPr/>
              </p:nvSpPr>
              <p:spPr bwMode="auto">
                <a:xfrm>
                  <a:off x="5968754" y="2922666"/>
                  <a:ext cx="125475" cy="13799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03" name="Freeform 191"/>
                <p:cNvSpPr>
                  <a:spLocks/>
                </p:cNvSpPr>
                <p:nvPr/>
              </p:nvSpPr>
              <p:spPr bwMode="auto">
                <a:xfrm>
                  <a:off x="5500065" y="2936779"/>
                  <a:ext cx="524044" cy="45475"/>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04" name="Freeform 192"/>
                <p:cNvSpPr>
                  <a:spLocks/>
                </p:cNvSpPr>
                <p:nvPr/>
              </p:nvSpPr>
              <p:spPr bwMode="auto">
                <a:xfrm>
                  <a:off x="5621851" y="2933643"/>
                  <a:ext cx="302617" cy="53316"/>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887" name="Straight Connector 886"/>
              <p:cNvCxnSpPr/>
              <p:nvPr/>
            </p:nvCxnSpPr>
            <p:spPr>
              <a:xfrm flipH="1">
                <a:off x="6996897" y="2124333"/>
                <a:ext cx="11070" cy="8452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8" name="Straight Connector 887"/>
              <p:cNvCxnSpPr/>
              <p:nvPr/>
            </p:nvCxnSpPr>
            <p:spPr>
              <a:xfrm>
                <a:off x="6875111" y="2304667"/>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9" name="Straight Connector 888"/>
              <p:cNvCxnSpPr/>
              <p:nvPr/>
            </p:nvCxnSpPr>
            <p:spPr>
              <a:xfrm>
                <a:off x="6871422" y="2368961"/>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0" name="Straight Connector 889"/>
              <p:cNvCxnSpPr/>
              <p:nvPr/>
            </p:nvCxnSpPr>
            <p:spPr>
              <a:xfrm>
                <a:off x="6871422" y="2444231"/>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1" name="Straight Connector 890"/>
              <p:cNvCxnSpPr/>
              <p:nvPr/>
            </p:nvCxnSpPr>
            <p:spPr>
              <a:xfrm>
                <a:off x="6867730" y="2508524"/>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2" name="Straight Connector 891"/>
              <p:cNvCxnSpPr/>
              <p:nvPr/>
            </p:nvCxnSpPr>
            <p:spPr>
              <a:xfrm>
                <a:off x="6864041" y="2569682"/>
                <a:ext cx="1402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3" name="Straight Connector 892"/>
              <p:cNvCxnSpPr/>
              <p:nvPr/>
            </p:nvCxnSpPr>
            <p:spPr>
              <a:xfrm>
                <a:off x="6864041" y="2638679"/>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4" name="Straight Connector 893"/>
              <p:cNvCxnSpPr/>
              <p:nvPr/>
            </p:nvCxnSpPr>
            <p:spPr>
              <a:xfrm>
                <a:off x="6860349" y="2706109"/>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5" name="Straight Connector 894"/>
              <p:cNvCxnSpPr/>
              <p:nvPr/>
            </p:nvCxnSpPr>
            <p:spPr>
              <a:xfrm>
                <a:off x="6867730" y="2775106"/>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6" name="Straight Connector 895"/>
              <p:cNvCxnSpPr/>
              <p:nvPr/>
            </p:nvCxnSpPr>
            <p:spPr>
              <a:xfrm>
                <a:off x="6871422" y="2842536"/>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7" name="Straight Connector 896"/>
              <p:cNvCxnSpPr/>
              <p:nvPr/>
            </p:nvCxnSpPr>
            <p:spPr>
              <a:xfrm>
                <a:off x="6871422" y="2911534"/>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8" name="Straight Connector 897"/>
              <p:cNvCxnSpPr/>
              <p:nvPr/>
            </p:nvCxnSpPr>
            <p:spPr>
              <a:xfrm>
                <a:off x="6875111" y="2975827"/>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9" name="Straight Connector 898"/>
              <p:cNvCxnSpPr/>
              <p:nvPr/>
            </p:nvCxnSpPr>
            <p:spPr>
              <a:xfrm flipH="1">
                <a:off x="6875111" y="2132173"/>
                <a:ext cx="136548"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6885" name="Group 824"/>
          <p:cNvGrpSpPr>
            <a:grpSpLocks/>
          </p:cNvGrpSpPr>
          <p:nvPr/>
        </p:nvGrpSpPr>
        <p:grpSpPr bwMode="auto">
          <a:xfrm>
            <a:off x="3271838" y="5173663"/>
            <a:ext cx="331787" cy="1030287"/>
            <a:chOff x="6240352" y="2055335"/>
            <a:chExt cx="771307" cy="1017716"/>
          </a:xfrm>
        </p:grpSpPr>
        <p:grpSp>
          <p:nvGrpSpPr>
            <p:cNvPr id="207439" name="Group 825"/>
            <p:cNvGrpSpPr>
              <a:grpSpLocks/>
            </p:cNvGrpSpPr>
            <p:nvPr/>
          </p:nvGrpSpPr>
          <p:grpSpPr bwMode="auto">
            <a:xfrm>
              <a:off x="6240352" y="2235573"/>
              <a:ext cx="697981" cy="837478"/>
              <a:chOff x="6395998" y="3062424"/>
              <a:chExt cx="564403" cy="837478"/>
            </a:xfrm>
          </p:grpSpPr>
          <p:sp>
            <p:nvSpPr>
              <p:cNvPr id="847" name="Rectangle 846"/>
              <p:cNvSpPr/>
              <p:nvPr/>
            </p:nvSpPr>
            <p:spPr>
              <a:xfrm>
                <a:off x="6509397" y="3062521"/>
                <a:ext cx="447629" cy="74172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848" name="Straight Connector 847"/>
              <p:cNvCxnSpPr/>
              <p:nvPr/>
            </p:nvCxnSpPr>
            <p:spPr>
              <a:xfrm flipV="1">
                <a:off x="6846611" y="3062521"/>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49" name="Rectangle 848"/>
              <p:cNvSpPr/>
              <p:nvPr/>
            </p:nvSpPr>
            <p:spPr>
              <a:xfrm>
                <a:off x="6476570" y="3071930"/>
                <a:ext cx="131305" cy="116042"/>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850" name="Straight Connector 849"/>
              <p:cNvCxnSpPr/>
              <p:nvPr/>
            </p:nvCxnSpPr>
            <p:spPr>
              <a:xfrm flipV="1">
                <a:off x="6395998" y="3062521"/>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1" name="Rectangle 850"/>
              <p:cNvSpPr/>
              <p:nvPr/>
            </p:nvSpPr>
            <p:spPr>
              <a:xfrm>
                <a:off x="6816769" y="3703886"/>
                <a:ext cx="131305" cy="11447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52" name="Rectangle 851"/>
              <p:cNvSpPr/>
              <p:nvPr/>
            </p:nvSpPr>
            <p:spPr>
              <a:xfrm>
                <a:off x="6404950" y="3158177"/>
                <a:ext cx="444646" cy="741725"/>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853" name="Straight Connector 852"/>
              <p:cNvCxnSpPr/>
              <p:nvPr/>
            </p:nvCxnSpPr>
            <p:spPr>
              <a:xfrm flipV="1">
                <a:off x="6846611" y="3804247"/>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7467" name="Group 853"/>
              <p:cNvGrpSpPr>
                <a:grpSpLocks/>
              </p:cNvGrpSpPr>
              <p:nvPr/>
            </p:nvGrpSpPr>
            <p:grpSpPr bwMode="auto">
              <a:xfrm>
                <a:off x="6400318" y="3137421"/>
                <a:ext cx="559121" cy="92788"/>
                <a:chOff x="6582044" y="2846082"/>
                <a:chExt cx="559121" cy="92788"/>
              </a:xfrm>
            </p:grpSpPr>
            <p:cxnSp>
              <p:nvCxnSpPr>
                <p:cNvPr id="882" name="Straight Connector 881"/>
                <p:cNvCxnSpPr/>
                <p:nvPr/>
              </p:nvCxnSpPr>
              <p:spPr>
                <a:xfrm flipV="1">
                  <a:off x="7028337" y="2846452"/>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3" name="Straight Connector 882"/>
                <p:cNvCxnSpPr/>
                <p:nvPr/>
              </p:nvCxnSpPr>
              <p:spPr>
                <a:xfrm flipV="1">
                  <a:off x="6580707" y="2938973"/>
                  <a:ext cx="4535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468" name="Group 854"/>
              <p:cNvGrpSpPr>
                <a:grpSpLocks/>
              </p:cNvGrpSpPr>
              <p:nvPr/>
            </p:nvGrpSpPr>
            <p:grpSpPr bwMode="auto">
              <a:xfrm>
                <a:off x="6399838" y="3203285"/>
                <a:ext cx="559121" cy="92788"/>
                <a:chOff x="6582044" y="2846082"/>
                <a:chExt cx="559121" cy="92788"/>
              </a:xfrm>
            </p:grpSpPr>
            <p:cxnSp>
              <p:nvCxnSpPr>
                <p:cNvPr id="880" name="Straight Connector 879"/>
                <p:cNvCxnSpPr/>
                <p:nvPr/>
              </p:nvCxnSpPr>
              <p:spPr>
                <a:xfrm flipV="1">
                  <a:off x="7028816" y="2846449"/>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1" name="Straight Connector 880"/>
                <p:cNvCxnSpPr/>
                <p:nvPr/>
              </p:nvCxnSpPr>
              <p:spPr>
                <a:xfrm flipV="1">
                  <a:off x="6581187" y="2938970"/>
                  <a:ext cx="4535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469" name="Group 855"/>
              <p:cNvGrpSpPr>
                <a:grpSpLocks/>
              </p:cNvGrpSpPr>
              <p:nvPr/>
            </p:nvGrpSpPr>
            <p:grpSpPr bwMode="auto">
              <a:xfrm>
                <a:off x="6399358" y="3269149"/>
                <a:ext cx="559121" cy="92788"/>
                <a:chOff x="6582044" y="2846082"/>
                <a:chExt cx="559121" cy="92788"/>
              </a:xfrm>
            </p:grpSpPr>
            <p:cxnSp>
              <p:nvCxnSpPr>
                <p:cNvPr id="878" name="Straight Connector 877"/>
                <p:cNvCxnSpPr/>
                <p:nvPr/>
              </p:nvCxnSpPr>
              <p:spPr>
                <a:xfrm flipV="1">
                  <a:off x="7026314" y="2846446"/>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9" name="Straight Connector 878"/>
                <p:cNvCxnSpPr/>
                <p:nvPr/>
              </p:nvCxnSpPr>
              <p:spPr>
                <a:xfrm flipV="1">
                  <a:off x="6581668" y="2938967"/>
                  <a:ext cx="4506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470" name="Group 856"/>
              <p:cNvGrpSpPr>
                <a:grpSpLocks/>
              </p:cNvGrpSpPr>
              <p:nvPr/>
            </p:nvGrpSpPr>
            <p:grpSpPr bwMode="auto">
              <a:xfrm>
                <a:off x="6398878" y="3335013"/>
                <a:ext cx="559121" cy="92788"/>
                <a:chOff x="6582044" y="2846082"/>
                <a:chExt cx="559121" cy="92788"/>
              </a:xfrm>
            </p:grpSpPr>
            <p:cxnSp>
              <p:nvCxnSpPr>
                <p:cNvPr id="876" name="Straight Connector 875"/>
                <p:cNvCxnSpPr/>
                <p:nvPr/>
              </p:nvCxnSpPr>
              <p:spPr>
                <a:xfrm flipV="1">
                  <a:off x="7026794" y="2846445"/>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7" name="Straight Connector 876"/>
                <p:cNvCxnSpPr/>
                <p:nvPr/>
              </p:nvCxnSpPr>
              <p:spPr>
                <a:xfrm flipV="1">
                  <a:off x="6582147" y="2938965"/>
                  <a:ext cx="4506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471" name="Group 857"/>
              <p:cNvGrpSpPr>
                <a:grpSpLocks/>
              </p:cNvGrpSpPr>
              <p:nvPr/>
            </p:nvGrpSpPr>
            <p:grpSpPr bwMode="auto">
              <a:xfrm>
                <a:off x="6398398" y="3400877"/>
                <a:ext cx="559121" cy="92788"/>
                <a:chOff x="6582044" y="2846082"/>
                <a:chExt cx="559121" cy="92788"/>
              </a:xfrm>
            </p:grpSpPr>
            <p:cxnSp>
              <p:nvCxnSpPr>
                <p:cNvPr id="874" name="Straight Connector 873"/>
                <p:cNvCxnSpPr/>
                <p:nvPr/>
              </p:nvCxnSpPr>
              <p:spPr>
                <a:xfrm flipV="1">
                  <a:off x="7027273" y="2846442"/>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5" name="Straight Connector 874"/>
                <p:cNvCxnSpPr/>
                <p:nvPr/>
              </p:nvCxnSpPr>
              <p:spPr>
                <a:xfrm flipV="1">
                  <a:off x="6582627" y="2938962"/>
                  <a:ext cx="4506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472" name="Group 858"/>
              <p:cNvGrpSpPr>
                <a:grpSpLocks/>
              </p:cNvGrpSpPr>
              <p:nvPr/>
            </p:nvGrpSpPr>
            <p:grpSpPr bwMode="auto">
              <a:xfrm>
                <a:off x="6397918" y="3466741"/>
                <a:ext cx="559121" cy="92788"/>
                <a:chOff x="6582044" y="2846082"/>
                <a:chExt cx="559121" cy="92788"/>
              </a:xfrm>
            </p:grpSpPr>
            <p:cxnSp>
              <p:nvCxnSpPr>
                <p:cNvPr id="872" name="Straight Connector 871"/>
                <p:cNvCxnSpPr/>
                <p:nvPr/>
              </p:nvCxnSpPr>
              <p:spPr>
                <a:xfrm flipV="1">
                  <a:off x="7027754" y="2846440"/>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3" name="Straight Connector 872"/>
                <p:cNvCxnSpPr/>
                <p:nvPr/>
              </p:nvCxnSpPr>
              <p:spPr>
                <a:xfrm flipV="1">
                  <a:off x="6583108" y="2938960"/>
                  <a:ext cx="4506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473" name="Group 859"/>
              <p:cNvGrpSpPr>
                <a:grpSpLocks/>
              </p:cNvGrpSpPr>
              <p:nvPr/>
            </p:nvGrpSpPr>
            <p:grpSpPr bwMode="auto">
              <a:xfrm>
                <a:off x="6397438" y="3532605"/>
                <a:ext cx="559121" cy="92788"/>
                <a:chOff x="6582044" y="2846082"/>
                <a:chExt cx="559121" cy="92788"/>
              </a:xfrm>
            </p:grpSpPr>
            <p:cxnSp>
              <p:nvCxnSpPr>
                <p:cNvPr id="870" name="Straight Connector 869"/>
                <p:cNvCxnSpPr/>
                <p:nvPr/>
              </p:nvCxnSpPr>
              <p:spPr>
                <a:xfrm flipV="1">
                  <a:off x="7028234" y="2846437"/>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1" name="Straight Connector 870"/>
                <p:cNvCxnSpPr/>
                <p:nvPr/>
              </p:nvCxnSpPr>
              <p:spPr>
                <a:xfrm flipV="1">
                  <a:off x="6580604" y="2938957"/>
                  <a:ext cx="4535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474" name="Group 860"/>
              <p:cNvGrpSpPr>
                <a:grpSpLocks/>
              </p:cNvGrpSpPr>
              <p:nvPr/>
            </p:nvGrpSpPr>
            <p:grpSpPr bwMode="auto">
              <a:xfrm>
                <a:off x="6396958" y="3598469"/>
                <a:ext cx="559121" cy="92788"/>
                <a:chOff x="6582044" y="2846082"/>
                <a:chExt cx="559121" cy="92788"/>
              </a:xfrm>
            </p:grpSpPr>
            <p:cxnSp>
              <p:nvCxnSpPr>
                <p:cNvPr id="868" name="Straight Connector 867"/>
                <p:cNvCxnSpPr/>
                <p:nvPr/>
              </p:nvCxnSpPr>
              <p:spPr>
                <a:xfrm flipV="1">
                  <a:off x="7028713" y="2846434"/>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9" name="Straight Connector 868"/>
                <p:cNvCxnSpPr/>
                <p:nvPr/>
              </p:nvCxnSpPr>
              <p:spPr>
                <a:xfrm flipV="1">
                  <a:off x="6581083" y="2938954"/>
                  <a:ext cx="4535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475" name="Group 861"/>
              <p:cNvGrpSpPr>
                <a:grpSpLocks/>
              </p:cNvGrpSpPr>
              <p:nvPr/>
            </p:nvGrpSpPr>
            <p:grpSpPr bwMode="auto">
              <a:xfrm>
                <a:off x="6396478" y="3664333"/>
                <a:ext cx="559121" cy="92788"/>
                <a:chOff x="6582044" y="2846082"/>
                <a:chExt cx="559121" cy="92788"/>
              </a:xfrm>
            </p:grpSpPr>
            <p:cxnSp>
              <p:nvCxnSpPr>
                <p:cNvPr id="866" name="Straight Connector 865"/>
                <p:cNvCxnSpPr/>
                <p:nvPr/>
              </p:nvCxnSpPr>
              <p:spPr>
                <a:xfrm flipV="1">
                  <a:off x="7026209" y="2846432"/>
                  <a:ext cx="107431"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7" name="Straight Connector 866"/>
                <p:cNvCxnSpPr/>
                <p:nvPr/>
              </p:nvCxnSpPr>
              <p:spPr>
                <a:xfrm flipV="1">
                  <a:off x="6581565" y="2938952"/>
                  <a:ext cx="4506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476" name="Group 862"/>
              <p:cNvGrpSpPr>
                <a:grpSpLocks/>
              </p:cNvGrpSpPr>
              <p:nvPr/>
            </p:nvGrpSpPr>
            <p:grpSpPr bwMode="auto">
              <a:xfrm>
                <a:off x="6395998" y="3730197"/>
                <a:ext cx="559121" cy="92788"/>
                <a:chOff x="6582044" y="2846082"/>
                <a:chExt cx="559121" cy="92788"/>
              </a:xfrm>
            </p:grpSpPr>
            <p:cxnSp>
              <p:nvCxnSpPr>
                <p:cNvPr id="864" name="Straight Connector 863"/>
                <p:cNvCxnSpPr/>
                <p:nvPr/>
              </p:nvCxnSpPr>
              <p:spPr>
                <a:xfrm flipV="1">
                  <a:off x="7026688" y="2846429"/>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5" name="Straight Connector 864"/>
                <p:cNvCxnSpPr/>
                <p:nvPr/>
              </p:nvCxnSpPr>
              <p:spPr>
                <a:xfrm flipV="1">
                  <a:off x="6582044" y="2938949"/>
                  <a:ext cx="4506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7440" name="Group 826"/>
            <p:cNvGrpSpPr>
              <a:grpSpLocks/>
            </p:cNvGrpSpPr>
            <p:nvPr/>
          </p:nvGrpSpPr>
          <p:grpSpPr bwMode="auto">
            <a:xfrm>
              <a:off x="6280049" y="2055335"/>
              <a:ext cx="731610" cy="920732"/>
              <a:chOff x="6280049" y="2055335"/>
              <a:chExt cx="731610" cy="920732"/>
            </a:xfrm>
          </p:grpSpPr>
          <p:grpSp>
            <p:nvGrpSpPr>
              <p:cNvPr id="207441" name="Group 827"/>
              <p:cNvGrpSpPr>
                <a:grpSpLocks/>
              </p:cNvGrpSpPr>
              <p:nvPr/>
            </p:nvGrpSpPr>
            <p:grpSpPr bwMode="auto">
              <a:xfrm>
                <a:off x="6280049" y="2055335"/>
                <a:ext cx="680752" cy="139401"/>
                <a:chOff x="5414286" y="2921098"/>
                <a:chExt cx="680752" cy="139401"/>
              </a:xfrm>
            </p:grpSpPr>
            <p:sp>
              <p:nvSpPr>
                <p:cNvPr id="842" name="Rectangle 188"/>
                <p:cNvSpPr>
                  <a:spLocks noChangeArrowheads="1"/>
                </p:cNvSpPr>
                <p:nvPr/>
              </p:nvSpPr>
              <p:spPr bwMode="auto">
                <a:xfrm>
                  <a:off x="5415183" y="2996368"/>
                  <a:ext cx="549881" cy="64293"/>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43" name="AutoShape 189"/>
                <p:cNvSpPr>
                  <a:spLocks noChangeArrowheads="1"/>
                </p:cNvSpPr>
                <p:nvPr/>
              </p:nvSpPr>
              <p:spPr bwMode="auto">
                <a:xfrm>
                  <a:off x="5415183" y="2921098"/>
                  <a:ext cx="675356" cy="78406"/>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44" name="Freeform 190"/>
                <p:cNvSpPr>
                  <a:spLocks/>
                </p:cNvSpPr>
                <p:nvPr/>
              </p:nvSpPr>
              <p:spPr bwMode="auto">
                <a:xfrm>
                  <a:off x="5968753" y="2922666"/>
                  <a:ext cx="125476" cy="13799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45" name="Freeform 191"/>
                <p:cNvSpPr>
                  <a:spLocks/>
                </p:cNvSpPr>
                <p:nvPr/>
              </p:nvSpPr>
              <p:spPr bwMode="auto">
                <a:xfrm>
                  <a:off x="5500065" y="2936779"/>
                  <a:ext cx="524046" cy="45475"/>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46" name="Freeform 192"/>
                <p:cNvSpPr>
                  <a:spLocks/>
                </p:cNvSpPr>
                <p:nvPr/>
              </p:nvSpPr>
              <p:spPr bwMode="auto">
                <a:xfrm>
                  <a:off x="5621849" y="2933643"/>
                  <a:ext cx="302618" cy="53316"/>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829" name="Straight Connector 828"/>
              <p:cNvCxnSpPr/>
              <p:nvPr/>
            </p:nvCxnSpPr>
            <p:spPr>
              <a:xfrm flipH="1">
                <a:off x="6996897" y="2124333"/>
                <a:ext cx="11073" cy="8452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0" name="Straight Connector 829"/>
              <p:cNvCxnSpPr/>
              <p:nvPr/>
            </p:nvCxnSpPr>
            <p:spPr>
              <a:xfrm>
                <a:off x="6875113" y="2304667"/>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1" name="Straight Connector 830"/>
              <p:cNvCxnSpPr/>
              <p:nvPr/>
            </p:nvCxnSpPr>
            <p:spPr>
              <a:xfrm>
                <a:off x="6871421" y="2368961"/>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2" name="Straight Connector 831"/>
              <p:cNvCxnSpPr/>
              <p:nvPr/>
            </p:nvCxnSpPr>
            <p:spPr>
              <a:xfrm>
                <a:off x="6871421" y="2444231"/>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3" name="Straight Connector 832"/>
              <p:cNvCxnSpPr/>
              <p:nvPr/>
            </p:nvCxnSpPr>
            <p:spPr>
              <a:xfrm>
                <a:off x="6867732" y="2508524"/>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4" name="Straight Connector 833"/>
              <p:cNvCxnSpPr/>
              <p:nvPr/>
            </p:nvCxnSpPr>
            <p:spPr>
              <a:xfrm>
                <a:off x="6864040" y="2569682"/>
                <a:ext cx="1402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5" name="Straight Connector 834"/>
              <p:cNvCxnSpPr/>
              <p:nvPr/>
            </p:nvCxnSpPr>
            <p:spPr>
              <a:xfrm>
                <a:off x="6864040" y="2638679"/>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6" name="Straight Connector 835"/>
              <p:cNvCxnSpPr/>
              <p:nvPr/>
            </p:nvCxnSpPr>
            <p:spPr>
              <a:xfrm>
                <a:off x="6860351" y="2706109"/>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7" name="Straight Connector 836"/>
              <p:cNvCxnSpPr/>
              <p:nvPr/>
            </p:nvCxnSpPr>
            <p:spPr>
              <a:xfrm>
                <a:off x="6867732" y="2775106"/>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8" name="Straight Connector 837"/>
              <p:cNvCxnSpPr/>
              <p:nvPr/>
            </p:nvCxnSpPr>
            <p:spPr>
              <a:xfrm>
                <a:off x="6871421" y="2842536"/>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9" name="Straight Connector 838"/>
              <p:cNvCxnSpPr/>
              <p:nvPr/>
            </p:nvCxnSpPr>
            <p:spPr>
              <a:xfrm>
                <a:off x="6871421" y="2911534"/>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0" name="Straight Connector 839"/>
              <p:cNvCxnSpPr/>
              <p:nvPr/>
            </p:nvCxnSpPr>
            <p:spPr>
              <a:xfrm>
                <a:off x="6875113" y="2975827"/>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1" name="Straight Connector 840"/>
              <p:cNvCxnSpPr/>
              <p:nvPr/>
            </p:nvCxnSpPr>
            <p:spPr>
              <a:xfrm flipH="1">
                <a:off x="6875113" y="2132173"/>
                <a:ext cx="136546"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1065" name="Straight Connector 1064"/>
          <p:cNvCxnSpPr/>
          <p:nvPr/>
        </p:nvCxnSpPr>
        <p:spPr>
          <a:xfrm flipH="1">
            <a:off x="3989388" y="4705350"/>
            <a:ext cx="357187"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6" name="Straight Connector 1065"/>
          <p:cNvCxnSpPr>
            <a:stCxn id="1305" idx="2"/>
          </p:cNvCxnSpPr>
          <p:nvPr/>
        </p:nvCxnSpPr>
        <p:spPr>
          <a:xfrm flipH="1">
            <a:off x="4294188" y="4919663"/>
            <a:ext cx="203200" cy="485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7" name="Straight Connector 1066"/>
          <p:cNvCxnSpPr/>
          <p:nvPr/>
        </p:nvCxnSpPr>
        <p:spPr>
          <a:xfrm>
            <a:off x="4611688" y="4719638"/>
            <a:ext cx="58737" cy="49053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8" name="Straight Connector 1067"/>
          <p:cNvCxnSpPr>
            <a:endCxn id="1090" idx="0"/>
          </p:cNvCxnSpPr>
          <p:nvPr/>
        </p:nvCxnSpPr>
        <p:spPr>
          <a:xfrm>
            <a:off x="4751388" y="4743450"/>
            <a:ext cx="274637"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6890" name="Group 1068"/>
          <p:cNvGrpSpPr>
            <a:grpSpLocks/>
          </p:cNvGrpSpPr>
          <p:nvPr/>
        </p:nvGrpSpPr>
        <p:grpSpPr bwMode="auto">
          <a:xfrm>
            <a:off x="3724275" y="5200650"/>
            <a:ext cx="331788" cy="1030288"/>
            <a:chOff x="6240352" y="2055335"/>
            <a:chExt cx="771307" cy="1017716"/>
          </a:xfrm>
        </p:grpSpPr>
        <p:grpSp>
          <p:nvGrpSpPr>
            <p:cNvPr id="207381" name="Group 1246"/>
            <p:cNvGrpSpPr>
              <a:grpSpLocks/>
            </p:cNvGrpSpPr>
            <p:nvPr/>
          </p:nvGrpSpPr>
          <p:grpSpPr bwMode="auto">
            <a:xfrm>
              <a:off x="6240352" y="2235573"/>
              <a:ext cx="697981" cy="837478"/>
              <a:chOff x="6395998" y="3062424"/>
              <a:chExt cx="564403" cy="837478"/>
            </a:xfrm>
          </p:grpSpPr>
          <p:sp>
            <p:nvSpPr>
              <p:cNvPr id="1268" name="Rectangle 1267"/>
              <p:cNvSpPr/>
              <p:nvPr/>
            </p:nvSpPr>
            <p:spPr>
              <a:xfrm>
                <a:off x="6509397" y="3062521"/>
                <a:ext cx="447628" cy="74172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269" name="Straight Connector 1268"/>
              <p:cNvCxnSpPr/>
              <p:nvPr/>
            </p:nvCxnSpPr>
            <p:spPr>
              <a:xfrm flipV="1">
                <a:off x="6846611" y="3062521"/>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70" name="Rectangle 1269"/>
              <p:cNvSpPr/>
              <p:nvPr/>
            </p:nvSpPr>
            <p:spPr>
              <a:xfrm>
                <a:off x="6476572" y="3071930"/>
                <a:ext cx="131304" cy="116042"/>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271" name="Straight Connector 1270"/>
              <p:cNvCxnSpPr/>
              <p:nvPr/>
            </p:nvCxnSpPr>
            <p:spPr>
              <a:xfrm flipV="1">
                <a:off x="6395998" y="3062521"/>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72" name="Rectangle 1271"/>
              <p:cNvSpPr/>
              <p:nvPr/>
            </p:nvSpPr>
            <p:spPr>
              <a:xfrm>
                <a:off x="6816769" y="3703885"/>
                <a:ext cx="131304" cy="114474"/>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73" name="Rectangle 1272"/>
              <p:cNvSpPr/>
              <p:nvPr/>
            </p:nvSpPr>
            <p:spPr>
              <a:xfrm>
                <a:off x="6404951" y="3158176"/>
                <a:ext cx="444643" cy="74172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274" name="Straight Connector 1273"/>
              <p:cNvCxnSpPr/>
              <p:nvPr/>
            </p:nvCxnSpPr>
            <p:spPr>
              <a:xfrm flipV="1">
                <a:off x="6846611" y="3804246"/>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7409" name="Group 1274"/>
              <p:cNvGrpSpPr>
                <a:grpSpLocks/>
              </p:cNvGrpSpPr>
              <p:nvPr/>
            </p:nvGrpSpPr>
            <p:grpSpPr bwMode="auto">
              <a:xfrm>
                <a:off x="6400318" y="3137421"/>
                <a:ext cx="559121" cy="92788"/>
                <a:chOff x="6582044" y="2846082"/>
                <a:chExt cx="559121" cy="92788"/>
              </a:xfrm>
            </p:grpSpPr>
            <p:cxnSp>
              <p:nvCxnSpPr>
                <p:cNvPr id="1303" name="Straight Connector 1302"/>
                <p:cNvCxnSpPr/>
                <p:nvPr/>
              </p:nvCxnSpPr>
              <p:spPr>
                <a:xfrm flipV="1">
                  <a:off x="7028337" y="2846452"/>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4" name="Straight Connector 1303"/>
                <p:cNvCxnSpPr/>
                <p:nvPr/>
              </p:nvCxnSpPr>
              <p:spPr>
                <a:xfrm flipV="1">
                  <a:off x="6580709" y="2938972"/>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410" name="Group 1275"/>
              <p:cNvGrpSpPr>
                <a:grpSpLocks/>
              </p:cNvGrpSpPr>
              <p:nvPr/>
            </p:nvGrpSpPr>
            <p:grpSpPr bwMode="auto">
              <a:xfrm>
                <a:off x="6399838" y="3203285"/>
                <a:ext cx="559121" cy="92788"/>
                <a:chOff x="6582044" y="2846082"/>
                <a:chExt cx="559121" cy="92788"/>
              </a:xfrm>
            </p:grpSpPr>
            <p:cxnSp>
              <p:nvCxnSpPr>
                <p:cNvPr id="1301" name="Straight Connector 1300"/>
                <p:cNvCxnSpPr/>
                <p:nvPr/>
              </p:nvCxnSpPr>
              <p:spPr>
                <a:xfrm flipV="1">
                  <a:off x="7028817" y="2846449"/>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2" name="Straight Connector 1301"/>
                <p:cNvCxnSpPr/>
                <p:nvPr/>
              </p:nvCxnSpPr>
              <p:spPr>
                <a:xfrm flipV="1">
                  <a:off x="6581189" y="2938969"/>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411" name="Group 1276"/>
              <p:cNvGrpSpPr>
                <a:grpSpLocks/>
              </p:cNvGrpSpPr>
              <p:nvPr/>
            </p:nvGrpSpPr>
            <p:grpSpPr bwMode="auto">
              <a:xfrm>
                <a:off x="6399358" y="3269149"/>
                <a:ext cx="559121" cy="92788"/>
                <a:chOff x="6582044" y="2846082"/>
                <a:chExt cx="559121" cy="92788"/>
              </a:xfrm>
            </p:grpSpPr>
            <p:cxnSp>
              <p:nvCxnSpPr>
                <p:cNvPr id="1299" name="Straight Connector 1298"/>
                <p:cNvCxnSpPr/>
                <p:nvPr/>
              </p:nvCxnSpPr>
              <p:spPr>
                <a:xfrm flipV="1">
                  <a:off x="7026313" y="2846446"/>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0" name="Straight Connector 1299"/>
                <p:cNvCxnSpPr/>
                <p:nvPr/>
              </p:nvCxnSpPr>
              <p:spPr>
                <a:xfrm flipV="1">
                  <a:off x="6581670" y="2938966"/>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412" name="Group 1277"/>
              <p:cNvGrpSpPr>
                <a:grpSpLocks/>
              </p:cNvGrpSpPr>
              <p:nvPr/>
            </p:nvGrpSpPr>
            <p:grpSpPr bwMode="auto">
              <a:xfrm>
                <a:off x="6398878" y="3335013"/>
                <a:ext cx="559121" cy="92788"/>
                <a:chOff x="6582044" y="2846082"/>
                <a:chExt cx="559121" cy="92788"/>
              </a:xfrm>
            </p:grpSpPr>
            <p:cxnSp>
              <p:nvCxnSpPr>
                <p:cNvPr id="1297" name="Straight Connector 1296"/>
                <p:cNvCxnSpPr/>
                <p:nvPr/>
              </p:nvCxnSpPr>
              <p:spPr>
                <a:xfrm flipV="1">
                  <a:off x="7026792" y="2846445"/>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8" name="Straight Connector 1297"/>
                <p:cNvCxnSpPr/>
                <p:nvPr/>
              </p:nvCxnSpPr>
              <p:spPr>
                <a:xfrm flipV="1">
                  <a:off x="6582149" y="2938964"/>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413" name="Group 1278"/>
              <p:cNvGrpSpPr>
                <a:grpSpLocks/>
              </p:cNvGrpSpPr>
              <p:nvPr/>
            </p:nvGrpSpPr>
            <p:grpSpPr bwMode="auto">
              <a:xfrm>
                <a:off x="6398398" y="3400877"/>
                <a:ext cx="559121" cy="92788"/>
                <a:chOff x="6582044" y="2846082"/>
                <a:chExt cx="559121" cy="92788"/>
              </a:xfrm>
            </p:grpSpPr>
            <p:cxnSp>
              <p:nvCxnSpPr>
                <p:cNvPr id="1295" name="Straight Connector 1294"/>
                <p:cNvCxnSpPr/>
                <p:nvPr/>
              </p:nvCxnSpPr>
              <p:spPr>
                <a:xfrm flipV="1">
                  <a:off x="7027272" y="2846442"/>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6" name="Straight Connector 1295"/>
                <p:cNvCxnSpPr/>
                <p:nvPr/>
              </p:nvCxnSpPr>
              <p:spPr>
                <a:xfrm flipV="1">
                  <a:off x="6582629" y="2938961"/>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414" name="Group 1279"/>
              <p:cNvGrpSpPr>
                <a:grpSpLocks/>
              </p:cNvGrpSpPr>
              <p:nvPr/>
            </p:nvGrpSpPr>
            <p:grpSpPr bwMode="auto">
              <a:xfrm>
                <a:off x="6397918" y="3466741"/>
                <a:ext cx="559121" cy="92788"/>
                <a:chOff x="6582044" y="2846082"/>
                <a:chExt cx="559121" cy="92788"/>
              </a:xfrm>
            </p:grpSpPr>
            <p:cxnSp>
              <p:nvCxnSpPr>
                <p:cNvPr id="1293" name="Straight Connector 1292"/>
                <p:cNvCxnSpPr/>
                <p:nvPr/>
              </p:nvCxnSpPr>
              <p:spPr>
                <a:xfrm flipV="1">
                  <a:off x="7027753" y="2846440"/>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4" name="Straight Connector 1293"/>
                <p:cNvCxnSpPr/>
                <p:nvPr/>
              </p:nvCxnSpPr>
              <p:spPr>
                <a:xfrm flipV="1">
                  <a:off x="6583110" y="2938959"/>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415" name="Group 1280"/>
              <p:cNvGrpSpPr>
                <a:grpSpLocks/>
              </p:cNvGrpSpPr>
              <p:nvPr/>
            </p:nvGrpSpPr>
            <p:grpSpPr bwMode="auto">
              <a:xfrm>
                <a:off x="6397438" y="3532605"/>
                <a:ext cx="559121" cy="92788"/>
                <a:chOff x="6582044" y="2846082"/>
                <a:chExt cx="559121" cy="92788"/>
              </a:xfrm>
            </p:grpSpPr>
            <p:cxnSp>
              <p:nvCxnSpPr>
                <p:cNvPr id="1291" name="Straight Connector 1290"/>
                <p:cNvCxnSpPr/>
                <p:nvPr/>
              </p:nvCxnSpPr>
              <p:spPr>
                <a:xfrm flipV="1">
                  <a:off x="7028232" y="2846437"/>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2" name="Straight Connector 1291"/>
                <p:cNvCxnSpPr/>
                <p:nvPr/>
              </p:nvCxnSpPr>
              <p:spPr>
                <a:xfrm flipV="1">
                  <a:off x="6580604" y="2938956"/>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416" name="Group 1281"/>
              <p:cNvGrpSpPr>
                <a:grpSpLocks/>
              </p:cNvGrpSpPr>
              <p:nvPr/>
            </p:nvGrpSpPr>
            <p:grpSpPr bwMode="auto">
              <a:xfrm>
                <a:off x="6396958" y="3598469"/>
                <a:ext cx="559121" cy="92788"/>
                <a:chOff x="6582044" y="2846082"/>
                <a:chExt cx="559121" cy="92788"/>
              </a:xfrm>
            </p:grpSpPr>
            <p:cxnSp>
              <p:nvCxnSpPr>
                <p:cNvPr id="1289" name="Straight Connector 1288"/>
                <p:cNvCxnSpPr/>
                <p:nvPr/>
              </p:nvCxnSpPr>
              <p:spPr>
                <a:xfrm flipV="1">
                  <a:off x="7028711" y="2846434"/>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0" name="Straight Connector 1289"/>
                <p:cNvCxnSpPr/>
                <p:nvPr/>
              </p:nvCxnSpPr>
              <p:spPr>
                <a:xfrm flipV="1">
                  <a:off x="6581083" y="2938953"/>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417" name="Group 1282"/>
              <p:cNvGrpSpPr>
                <a:grpSpLocks/>
              </p:cNvGrpSpPr>
              <p:nvPr/>
            </p:nvGrpSpPr>
            <p:grpSpPr bwMode="auto">
              <a:xfrm>
                <a:off x="6396478" y="3664333"/>
                <a:ext cx="559121" cy="92788"/>
                <a:chOff x="6582044" y="2846082"/>
                <a:chExt cx="559121" cy="92788"/>
              </a:xfrm>
            </p:grpSpPr>
            <p:cxnSp>
              <p:nvCxnSpPr>
                <p:cNvPr id="1287" name="Straight Connector 1286"/>
                <p:cNvCxnSpPr/>
                <p:nvPr/>
              </p:nvCxnSpPr>
              <p:spPr>
                <a:xfrm flipV="1">
                  <a:off x="7026209" y="2846432"/>
                  <a:ext cx="107431"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8" name="Straight Connector 1287"/>
                <p:cNvCxnSpPr/>
                <p:nvPr/>
              </p:nvCxnSpPr>
              <p:spPr>
                <a:xfrm flipV="1">
                  <a:off x="6581565" y="2938951"/>
                  <a:ext cx="4506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418" name="Group 1283"/>
              <p:cNvGrpSpPr>
                <a:grpSpLocks/>
              </p:cNvGrpSpPr>
              <p:nvPr/>
            </p:nvGrpSpPr>
            <p:grpSpPr bwMode="auto">
              <a:xfrm>
                <a:off x="6395998" y="3730197"/>
                <a:ext cx="559121" cy="92788"/>
                <a:chOff x="6582044" y="2846082"/>
                <a:chExt cx="559121" cy="92788"/>
              </a:xfrm>
            </p:grpSpPr>
            <p:cxnSp>
              <p:nvCxnSpPr>
                <p:cNvPr id="1285" name="Straight Connector 1284"/>
                <p:cNvCxnSpPr/>
                <p:nvPr/>
              </p:nvCxnSpPr>
              <p:spPr>
                <a:xfrm flipV="1">
                  <a:off x="7026689" y="2846429"/>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6" name="Straight Connector 1285"/>
                <p:cNvCxnSpPr/>
                <p:nvPr/>
              </p:nvCxnSpPr>
              <p:spPr>
                <a:xfrm flipV="1">
                  <a:off x="6582044" y="2938948"/>
                  <a:ext cx="4506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7382" name="Group 1247"/>
            <p:cNvGrpSpPr>
              <a:grpSpLocks/>
            </p:cNvGrpSpPr>
            <p:nvPr/>
          </p:nvGrpSpPr>
          <p:grpSpPr bwMode="auto">
            <a:xfrm>
              <a:off x="6280049" y="2055335"/>
              <a:ext cx="731610" cy="920732"/>
              <a:chOff x="6280049" y="2055335"/>
              <a:chExt cx="731610" cy="920732"/>
            </a:xfrm>
          </p:grpSpPr>
          <p:grpSp>
            <p:nvGrpSpPr>
              <p:cNvPr id="207383" name="Group 1248"/>
              <p:cNvGrpSpPr>
                <a:grpSpLocks/>
              </p:cNvGrpSpPr>
              <p:nvPr/>
            </p:nvGrpSpPr>
            <p:grpSpPr bwMode="auto">
              <a:xfrm>
                <a:off x="6280049" y="2055335"/>
                <a:ext cx="680752" cy="139401"/>
                <a:chOff x="5414286" y="2921098"/>
                <a:chExt cx="680752" cy="139401"/>
              </a:xfrm>
            </p:grpSpPr>
            <p:sp>
              <p:nvSpPr>
                <p:cNvPr id="1263" name="Rectangle 188"/>
                <p:cNvSpPr>
                  <a:spLocks noChangeArrowheads="1"/>
                </p:cNvSpPr>
                <p:nvPr/>
              </p:nvSpPr>
              <p:spPr bwMode="auto">
                <a:xfrm>
                  <a:off x="5415186" y="2996368"/>
                  <a:ext cx="549876" cy="64294"/>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64" name="AutoShape 189"/>
                <p:cNvSpPr>
                  <a:spLocks noChangeArrowheads="1"/>
                </p:cNvSpPr>
                <p:nvPr/>
              </p:nvSpPr>
              <p:spPr bwMode="auto">
                <a:xfrm>
                  <a:off x="5415186" y="2921098"/>
                  <a:ext cx="675352" cy="78406"/>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65" name="Freeform 190"/>
                <p:cNvSpPr>
                  <a:spLocks/>
                </p:cNvSpPr>
                <p:nvPr/>
              </p:nvSpPr>
              <p:spPr bwMode="auto">
                <a:xfrm>
                  <a:off x="5968754" y="2922667"/>
                  <a:ext cx="125475" cy="13799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66" name="Freeform 191"/>
                <p:cNvSpPr>
                  <a:spLocks/>
                </p:cNvSpPr>
                <p:nvPr/>
              </p:nvSpPr>
              <p:spPr bwMode="auto">
                <a:xfrm>
                  <a:off x="5500065" y="2936779"/>
                  <a:ext cx="524044" cy="45476"/>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67" name="Freeform 192"/>
                <p:cNvSpPr>
                  <a:spLocks/>
                </p:cNvSpPr>
                <p:nvPr/>
              </p:nvSpPr>
              <p:spPr bwMode="auto">
                <a:xfrm>
                  <a:off x="5621851" y="2933643"/>
                  <a:ext cx="302617" cy="53316"/>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250" name="Straight Connector 1249"/>
              <p:cNvCxnSpPr/>
              <p:nvPr/>
            </p:nvCxnSpPr>
            <p:spPr>
              <a:xfrm flipH="1">
                <a:off x="6996897" y="2124333"/>
                <a:ext cx="11070" cy="8452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1" name="Straight Connector 1250"/>
              <p:cNvCxnSpPr/>
              <p:nvPr/>
            </p:nvCxnSpPr>
            <p:spPr>
              <a:xfrm>
                <a:off x="6875111" y="2304668"/>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2" name="Straight Connector 1251"/>
              <p:cNvCxnSpPr/>
              <p:nvPr/>
            </p:nvCxnSpPr>
            <p:spPr>
              <a:xfrm>
                <a:off x="6871422" y="2368961"/>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3" name="Straight Connector 1252"/>
              <p:cNvCxnSpPr/>
              <p:nvPr/>
            </p:nvCxnSpPr>
            <p:spPr>
              <a:xfrm>
                <a:off x="6871422" y="2444231"/>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4" name="Straight Connector 1253"/>
              <p:cNvCxnSpPr/>
              <p:nvPr/>
            </p:nvCxnSpPr>
            <p:spPr>
              <a:xfrm>
                <a:off x="6867730" y="2508525"/>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5" name="Straight Connector 1254"/>
              <p:cNvCxnSpPr/>
              <p:nvPr/>
            </p:nvCxnSpPr>
            <p:spPr>
              <a:xfrm>
                <a:off x="6864041" y="2569681"/>
                <a:ext cx="1402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6" name="Straight Connector 1255"/>
              <p:cNvCxnSpPr/>
              <p:nvPr/>
            </p:nvCxnSpPr>
            <p:spPr>
              <a:xfrm>
                <a:off x="6864041" y="2638679"/>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7" name="Straight Connector 1256"/>
              <p:cNvCxnSpPr/>
              <p:nvPr/>
            </p:nvCxnSpPr>
            <p:spPr>
              <a:xfrm>
                <a:off x="6860349" y="2706109"/>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8" name="Straight Connector 1257"/>
              <p:cNvCxnSpPr/>
              <p:nvPr/>
            </p:nvCxnSpPr>
            <p:spPr>
              <a:xfrm>
                <a:off x="6867730" y="2775107"/>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9" name="Straight Connector 1258"/>
              <p:cNvCxnSpPr/>
              <p:nvPr/>
            </p:nvCxnSpPr>
            <p:spPr>
              <a:xfrm>
                <a:off x="6871422" y="2842536"/>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0" name="Straight Connector 1259"/>
              <p:cNvCxnSpPr/>
              <p:nvPr/>
            </p:nvCxnSpPr>
            <p:spPr>
              <a:xfrm>
                <a:off x="6871422" y="2911533"/>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1" name="Straight Connector 1260"/>
              <p:cNvCxnSpPr/>
              <p:nvPr/>
            </p:nvCxnSpPr>
            <p:spPr>
              <a:xfrm>
                <a:off x="6875111" y="2975827"/>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2" name="Straight Connector 1261"/>
              <p:cNvCxnSpPr/>
              <p:nvPr/>
            </p:nvCxnSpPr>
            <p:spPr>
              <a:xfrm flipH="1">
                <a:off x="6875111" y="2132174"/>
                <a:ext cx="136548"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6891" name="Group 1069"/>
          <p:cNvGrpSpPr>
            <a:grpSpLocks/>
          </p:cNvGrpSpPr>
          <p:nvPr/>
        </p:nvGrpSpPr>
        <p:grpSpPr bwMode="auto">
          <a:xfrm>
            <a:off x="4110038" y="5200650"/>
            <a:ext cx="331787" cy="1030288"/>
            <a:chOff x="6240352" y="2055335"/>
            <a:chExt cx="771307" cy="1017716"/>
          </a:xfrm>
        </p:grpSpPr>
        <p:grpSp>
          <p:nvGrpSpPr>
            <p:cNvPr id="207323" name="Group 1188"/>
            <p:cNvGrpSpPr>
              <a:grpSpLocks/>
            </p:cNvGrpSpPr>
            <p:nvPr/>
          </p:nvGrpSpPr>
          <p:grpSpPr bwMode="auto">
            <a:xfrm>
              <a:off x="6240352" y="2235573"/>
              <a:ext cx="697981" cy="837478"/>
              <a:chOff x="6395998" y="3062424"/>
              <a:chExt cx="564403" cy="837478"/>
            </a:xfrm>
          </p:grpSpPr>
          <p:sp>
            <p:nvSpPr>
              <p:cNvPr id="1210" name="Rectangle 1209"/>
              <p:cNvSpPr/>
              <p:nvPr/>
            </p:nvSpPr>
            <p:spPr>
              <a:xfrm>
                <a:off x="6509397" y="3062521"/>
                <a:ext cx="447629" cy="74172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211" name="Straight Connector 1210"/>
              <p:cNvCxnSpPr/>
              <p:nvPr/>
            </p:nvCxnSpPr>
            <p:spPr>
              <a:xfrm flipV="1">
                <a:off x="6846611" y="3062521"/>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12" name="Rectangle 1211"/>
              <p:cNvSpPr/>
              <p:nvPr/>
            </p:nvSpPr>
            <p:spPr>
              <a:xfrm>
                <a:off x="6476570" y="3071930"/>
                <a:ext cx="131305" cy="116042"/>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213" name="Straight Connector 1212"/>
              <p:cNvCxnSpPr/>
              <p:nvPr/>
            </p:nvCxnSpPr>
            <p:spPr>
              <a:xfrm flipV="1">
                <a:off x="6395998" y="3062521"/>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14" name="Rectangle 1213"/>
              <p:cNvSpPr/>
              <p:nvPr/>
            </p:nvSpPr>
            <p:spPr>
              <a:xfrm>
                <a:off x="6816769" y="3703885"/>
                <a:ext cx="131305" cy="114474"/>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15" name="Rectangle 1214"/>
              <p:cNvSpPr/>
              <p:nvPr/>
            </p:nvSpPr>
            <p:spPr>
              <a:xfrm>
                <a:off x="6404950" y="3158176"/>
                <a:ext cx="444646" cy="74172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216" name="Straight Connector 1215"/>
              <p:cNvCxnSpPr/>
              <p:nvPr/>
            </p:nvCxnSpPr>
            <p:spPr>
              <a:xfrm flipV="1">
                <a:off x="6846611" y="3804246"/>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7351" name="Group 1216"/>
              <p:cNvGrpSpPr>
                <a:grpSpLocks/>
              </p:cNvGrpSpPr>
              <p:nvPr/>
            </p:nvGrpSpPr>
            <p:grpSpPr bwMode="auto">
              <a:xfrm>
                <a:off x="6400318" y="3137421"/>
                <a:ext cx="559121" cy="92788"/>
                <a:chOff x="6582044" y="2846082"/>
                <a:chExt cx="559121" cy="92788"/>
              </a:xfrm>
            </p:grpSpPr>
            <p:cxnSp>
              <p:nvCxnSpPr>
                <p:cNvPr id="1245" name="Straight Connector 1244"/>
                <p:cNvCxnSpPr/>
                <p:nvPr/>
              </p:nvCxnSpPr>
              <p:spPr>
                <a:xfrm flipV="1">
                  <a:off x="7028337" y="2846452"/>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6" name="Straight Connector 1245"/>
                <p:cNvCxnSpPr/>
                <p:nvPr/>
              </p:nvCxnSpPr>
              <p:spPr>
                <a:xfrm flipV="1">
                  <a:off x="6580707" y="2938972"/>
                  <a:ext cx="4535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352" name="Group 1217"/>
              <p:cNvGrpSpPr>
                <a:grpSpLocks/>
              </p:cNvGrpSpPr>
              <p:nvPr/>
            </p:nvGrpSpPr>
            <p:grpSpPr bwMode="auto">
              <a:xfrm>
                <a:off x="6399838" y="3203285"/>
                <a:ext cx="559121" cy="92788"/>
                <a:chOff x="6582044" y="2846082"/>
                <a:chExt cx="559121" cy="92788"/>
              </a:xfrm>
            </p:grpSpPr>
            <p:cxnSp>
              <p:nvCxnSpPr>
                <p:cNvPr id="1243" name="Straight Connector 1242"/>
                <p:cNvCxnSpPr/>
                <p:nvPr/>
              </p:nvCxnSpPr>
              <p:spPr>
                <a:xfrm flipV="1">
                  <a:off x="7028816" y="2846449"/>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4" name="Straight Connector 1243"/>
                <p:cNvCxnSpPr/>
                <p:nvPr/>
              </p:nvCxnSpPr>
              <p:spPr>
                <a:xfrm flipV="1">
                  <a:off x="6581187" y="2938969"/>
                  <a:ext cx="4535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353" name="Group 1218"/>
              <p:cNvGrpSpPr>
                <a:grpSpLocks/>
              </p:cNvGrpSpPr>
              <p:nvPr/>
            </p:nvGrpSpPr>
            <p:grpSpPr bwMode="auto">
              <a:xfrm>
                <a:off x="6399358" y="3269149"/>
                <a:ext cx="559121" cy="92788"/>
                <a:chOff x="6582044" y="2846082"/>
                <a:chExt cx="559121" cy="92788"/>
              </a:xfrm>
            </p:grpSpPr>
            <p:cxnSp>
              <p:nvCxnSpPr>
                <p:cNvPr id="1241" name="Straight Connector 1240"/>
                <p:cNvCxnSpPr/>
                <p:nvPr/>
              </p:nvCxnSpPr>
              <p:spPr>
                <a:xfrm flipV="1">
                  <a:off x="7026314" y="2846446"/>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2" name="Straight Connector 1241"/>
                <p:cNvCxnSpPr/>
                <p:nvPr/>
              </p:nvCxnSpPr>
              <p:spPr>
                <a:xfrm flipV="1">
                  <a:off x="6581668" y="2938966"/>
                  <a:ext cx="4506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354" name="Group 1219"/>
              <p:cNvGrpSpPr>
                <a:grpSpLocks/>
              </p:cNvGrpSpPr>
              <p:nvPr/>
            </p:nvGrpSpPr>
            <p:grpSpPr bwMode="auto">
              <a:xfrm>
                <a:off x="6398878" y="3335013"/>
                <a:ext cx="559121" cy="92788"/>
                <a:chOff x="6582044" y="2846082"/>
                <a:chExt cx="559121" cy="92788"/>
              </a:xfrm>
            </p:grpSpPr>
            <p:cxnSp>
              <p:nvCxnSpPr>
                <p:cNvPr id="1239" name="Straight Connector 1238"/>
                <p:cNvCxnSpPr/>
                <p:nvPr/>
              </p:nvCxnSpPr>
              <p:spPr>
                <a:xfrm flipV="1">
                  <a:off x="7026794" y="2846445"/>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0" name="Straight Connector 1239"/>
                <p:cNvCxnSpPr/>
                <p:nvPr/>
              </p:nvCxnSpPr>
              <p:spPr>
                <a:xfrm flipV="1">
                  <a:off x="6582147" y="2938964"/>
                  <a:ext cx="4506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355" name="Group 1220"/>
              <p:cNvGrpSpPr>
                <a:grpSpLocks/>
              </p:cNvGrpSpPr>
              <p:nvPr/>
            </p:nvGrpSpPr>
            <p:grpSpPr bwMode="auto">
              <a:xfrm>
                <a:off x="6398398" y="3400877"/>
                <a:ext cx="559121" cy="92788"/>
                <a:chOff x="6582044" y="2846082"/>
                <a:chExt cx="559121" cy="92788"/>
              </a:xfrm>
            </p:grpSpPr>
            <p:cxnSp>
              <p:nvCxnSpPr>
                <p:cNvPr id="1237" name="Straight Connector 1236"/>
                <p:cNvCxnSpPr/>
                <p:nvPr/>
              </p:nvCxnSpPr>
              <p:spPr>
                <a:xfrm flipV="1">
                  <a:off x="7027273" y="2846442"/>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8" name="Straight Connector 1237"/>
                <p:cNvCxnSpPr/>
                <p:nvPr/>
              </p:nvCxnSpPr>
              <p:spPr>
                <a:xfrm flipV="1">
                  <a:off x="6582627" y="2938961"/>
                  <a:ext cx="4506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356" name="Group 1221"/>
              <p:cNvGrpSpPr>
                <a:grpSpLocks/>
              </p:cNvGrpSpPr>
              <p:nvPr/>
            </p:nvGrpSpPr>
            <p:grpSpPr bwMode="auto">
              <a:xfrm>
                <a:off x="6397918" y="3466741"/>
                <a:ext cx="559121" cy="92788"/>
                <a:chOff x="6582044" y="2846082"/>
                <a:chExt cx="559121" cy="92788"/>
              </a:xfrm>
            </p:grpSpPr>
            <p:cxnSp>
              <p:nvCxnSpPr>
                <p:cNvPr id="1235" name="Straight Connector 1234"/>
                <p:cNvCxnSpPr/>
                <p:nvPr/>
              </p:nvCxnSpPr>
              <p:spPr>
                <a:xfrm flipV="1">
                  <a:off x="7027754" y="2846440"/>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6" name="Straight Connector 1235"/>
                <p:cNvCxnSpPr/>
                <p:nvPr/>
              </p:nvCxnSpPr>
              <p:spPr>
                <a:xfrm flipV="1">
                  <a:off x="6583108" y="2938959"/>
                  <a:ext cx="4506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357" name="Group 1222"/>
              <p:cNvGrpSpPr>
                <a:grpSpLocks/>
              </p:cNvGrpSpPr>
              <p:nvPr/>
            </p:nvGrpSpPr>
            <p:grpSpPr bwMode="auto">
              <a:xfrm>
                <a:off x="6397438" y="3532605"/>
                <a:ext cx="559121" cy="92788"/>
                <a:chOff x="6582044" y="2846082"/>
                <a:chExt cx="559121" cy="92788"/>
              </a:xfrm>
            </p:grpSpPr>
            <p:cxnSp>
              <p:nvCxnSpPr>
                <p:cNvPr id="1233" name="Straight Connector 1232"/>
                <p:cNvCxnSpPr/>
                <p:nvPr/>
              </p:nvCxnSpPr>
              <p:spPr>
                <a:xfrm flipV="1">
                  <a:off x="7028234" y="2846437"/>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4" name="Straight Connector 1233"/>
                <p:cNvCxnSpPr/>
                <p:nvPr/>
              </p:nvCxnSpPr>
              <p:spPr>
                <a:xfrm flipV="1">
                  <a:off x="6580604" y="2938956"/>
                  <a:ext cx="4535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358" name="Group 1223"/>
              <p:cNvGrpSpPr>
                <a:grpSpLocks/>
              </p:cNvGrpSpPr>
              <p:nvPr/>
            </p:nvGrpSpPr>
            <p:grpSpPr bwMode="auto">
              <a:xfrm>
                <a:off x="6396958" y="3598469"/>
                <a:ext cx="559121" cy="92788"/>
                <a:chOff x="6582044" y="2846082"/>
                <a:chExt cx="559121" cy="92788"/>
              </a:xfrm>
            </p:grpSpPr>
            <p:cxnSp>
              <p:nvCxnSpPr>
                <p:cNvPr id="1231" name="Straight Connector 1230"/>
                <p:cNvCxnSpPr/>
                <p:nvPr/>
              </p:nvCxnSpPr>
              <p:spPr>
                <a:xfrm flipV="1">
                  <a:off x="7028713" y="2846434"/>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2" name="Straight Connector 1231"/>
                <p:cNvCxnSpPr/>
                <p:nvPr/>
              </p:nvCxnSpPr>
              <p:spPr>
                <a:xfrm flipV="1">
                  <a:off x="6581083" y="2938953"/>
                  <a:ext cx="4535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359" name="Group 1224"/>
              <p:cNvGrpSpPr>
                <a:grpSpLocks/>
              </p:cNvGrpSpPr>
              <p:nvPr/>
            </p:nvGrpSpPr>
            <p:grpSpPr bwMode="auto">
              <a:xfrm>
                <a:off x="6396478" y="3664333"/>
                <a:ext cx="559121" cy="92788"/>
                <a:chOff x="6582044" y="2846082"/>
                <a:chExt cx="559121" cy="92788"/>
              </a:xfrm>
            </p:grpSpPr>
            <p:cxnSp>
              <p:nvCxnSpPr>
                <p:cNvPr id="1229" name="Straight Connector 1228"/>
                <p:cNvCxnSpPr/>
                <p:nvPr/>
              </p:nvCxnSpPr>
              <p:spPr>
                <a:xfrm flipV="1">
                  <a:off x="7026209" y="2846432"/>
                  <a:ext cx="107431"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0" name="Straight Connector 1229"/>
                <p:cNvCxnSpPr/>
                <p:nvPr/>
              </p:nvCxnSpPr>
              <p:spPr>
                <a:xfrm flipV="1">
                  <a:off x="6581565" y="2938951"/>
                  <a:ext cx="4506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360" name="Group 1225"/>
              <p:cNvGrpSpPr>
                <a:grpSpLocks/>
              </p:cNvGrpSpPr>
              <p:nvPr/>
            </p:nvGrpSpPr>
            <p:grpSpPr bwMode="auto">
              <a:xfrm>
                <a:off x="6395998" y="3730197"/>
                <a:ext cx="559121" cy="92788"/>
                <a:chOff x="6582044" y="2846082"/>
                <a:chExt cx="559121" cy="92788"/>
              </a:xfrm>
            </p:grpSpPr>
            <p:cxnSp>
              <p:nvCxnSpPr>
                <p:cNvPr id="1227" name="Straight Connector 1226"/>
                <p:cNvCxnSpPr/>
                <p:nvPr/>
              </p:nvCxnSpPr>
              <p:spPr>
                <a:xfrm flipV="1">
                  <a:off x="7026688" y="2846429"/>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8" name="Straight Connector 1227"/>
                <p:cNvCxnSpPr/>
                <p:nvPr/>
              </p:nvCxnSpPr>
              <p:spPr>
                <a:xfrm flipV="1">
                  <a:off x="6582044" y="2938948"/>
                  <a:ext cx="4506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7324" name="Group 1189"/>
            <p:cNvGrpSpPr>
              <a:grpSpLocks/>
            </p:cNvGrpSpPr>
            <p:nvPr/>
          </p:nvGrpSpPr>
          <p:grpSpPr bwMode="auto">
            <a:xfrm>
              <a:off x="6280049" y="2055335"/>
              <a:ext cx="731610" cy="920732"/>
              <a:chOff x="6280049" y="2055335"/>
              <a:chExt cx="731610" cy="920732"/>
            </a:xfrm>
          </p:grpSpPr>
          <p:grpSp>
            <p:nvGrpSpPr>
              <p:cNvPr id="207325" name="Group 1190"/>
              <p:cNvGrpSpPr>
                <a:grpSpLocks/>
              </p:cNvGrpSpPr>
              <p:nvPr/>
            </p:nvGrpSpPr>
            <p:grpSpPr bwMode="auto">
              <a:xfrm>
                <a:off x="6280049" y="2055335"/>
                <a:ext cx="680752" cy="139401"/>
                <a:chOff x="5414286" y="2921098"/>
                <a:chExt cx="680752" cy="139401"/>
              </a:xfrm>
            </p:grpSpPr>
            <p:sp>
              <p:nvSpPr>
                <p:cNvPr id="1205" name="Rectangle 188"/>
                <p:cNvSpPr>
                  <a:spLocks noChangeArrowheads="1"/>
                </p:cNvSpPr>
                <p:nvPr/>
              </p:nvSpPr>
              <p:spPr bwMode="auto">
                <a:xfrm>
                  <a:off x="5415183" y="2996368"/>
                  <a:ext cx="549881" cy="64294"/>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06" name="AutoShape 189"/>
                <p:cNvSpPr>
                  <a:spLocks noChangeArrowheads="1"/>
                </p:cNvSpPr>
                <p:nvPr/>
              </p:nvSpPr>
              <p:spPr bwMode="auto">
                <a:xfrm>
                  <a:off x="5415183" y="2921098"/>
                  <a:ext cx="675356" cy="78406"/>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07" name="Freeform 190"/>
                <p:cNvSpPr>
                  <a:spLocks/>
                </p:cNvSpPr>
                <p:nvPr/>
              </p:nvSpPr>
              <p:spPr bwMode="auto">
                <a:xfrm>
                  <a:off x="5968753" y="2922667"/>
                  <a:ext cx="125476" cy="13799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08" name="Freeform 191"/>
                <p:cNvSpPr>
                  <a:spLocks/>
                </p:cNvSpPr>
                <p:nvPr/>
              </p:nvSpPr>
              <p:spPr bwMode="auto">
                <a:xfrm>
                  <a:off x="5500065" y="2936779"/>
                  <a:ext cx="524046" cy="45476"/>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09" name="Freeform 192"/>
                <p:cNvSpPr>
                  <a:spLocks/>
                </p:cNvSpPr>
                <p:nvPr/>
              </p:nvSpPr>
              <p:spPr bwMode="auto">
                <a:xfrm>
                  <a:off x="5621849" y="2933643"/>
                  <a:ext cx="302618" cy="53316"/>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192" name="Straight Connector 1191"/>
              <p:cNvCxnSpPr/>
              <p:nvPr/>
            </p:nvCxnSpPr>
            <p:spPr>
              <a:xfrm flipH="1">
                <a:off x="6996897" y="2124333"/>
                <a:ext cx="11073" cy="8452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3" name="Straight Connector 1192"/>
              <p:cNvCxnSpPr/>
              <p:nvPr/>
            </p:nvCxnSpPr>
            <p:spPr>
              <a:xfrm>
                <a:off x="6875113" y="2304668"/>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4" name="Straight Connector 1193"/>
              <p:cNvCxnSpPr/>
              <p:nvPr/>
            </p:nvCxnSpPr>
            <p:spPr>
              <a:xfrm>
                <a:off x="6871421" y="2368961"/>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5" name="Straight Connector 1194"/>
              <p:cNvCxnSpPr/>
              <p:nvPr/>
            </p:nvCxnSpPr>
            <p:spPr>
              <a:xfrm>
                <a:off x="6871421" y="2444231"/>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6" name="Straight Connector 1195"/>
              <p:cNvCxnSpPr/>
              <p:nvPr/>
            </p:nvCxnSpPr>
            <p:spPr>
              <a:xfrm>
                <a:off x="6867732" y="2508525"/>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7" name="Straight Connector 1196"/>
              <p:cNvCxnSpPr/>
              <p:nvPr/>
            </p:nvCxnSpPr>
            <p:spPr>
              <a:xfrm>
                <a:off x="6864040" y="2569681"/>
                <a:ext cx="1402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8" name="Straight Connector 1197"/>
              <p:cNvCxnSpPr/>
              <p:nvPr/>
            </p:nvCxnSpPr>
            <p:spPr>
              <a:xfrm>
                <a:off x="6864040" y="2638679"/>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9" name="Straight Connector 1198"/>
              <p:cNvCxnSpPr/>
              <p:nvPr/>
            </p:nvCxnSpPr>
            <p:spPr>
              <a:xfrm>
                <a:off x="6860351" y="2706109"/>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0" name="Straight Connector 1199"/>
              <p:cNvCxnSpPr/>
              <p:nvPr/>
            </p:nvCxnSpPr>
            <p:spPr>
              <a:xfrm>
                <a:off x="6867732" y="2775107"/>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1" name="Straight Connector 1200"/>
              <p:cNvCxnSpPr/>
              <p:nvPr/>
            </p:nvCxnSpPr>
            <p:spPr>
              <a:xfrm>
                <a:off x="6871421" y="2842536"/>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2" name="Straight Connector 1201"/>
              <p:cNvCxnSpPr/>
              <p:nvPr/>
            </p:nvCxnSpPr>
            <p:spPr>
              <a:xfrm>
                <a:off x="6871421" y="2911533"/>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3" name="Straight Connector 1202"/>
              <p:cNvCxnSpPr/>
              <p:nvPr/>
            </p:nvCxnSpPr>
            <p:spPr>
              <a:xfrm>
                <a:off x="6875113" y="2975827"/>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4" name="Straight Connector 1203"/>
              <p:cNvCxnSpPr/>
              <p:nvPr/>
            </p:nvCxnSpPr>
            <p:spPr>
              <a:xfrm flipH="1">
                <a:off x="6875113" y="2132174"/>
                <a:ext cx="136546"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6892" name="Group 1070"/>
          <p:cNvGrpSpPr>
            <a:grpSpLocks/>
          </p:cNvGrpSpPr>
          <p:nvPr/>
        </p:nvGrpSpPr>
        <p:grpSpPr bwMode="auto">
          <a:xfrm>
            <a:off x="4486275" y="5200650"/>
            <a:ext cx="331788" cy="1030288"/>
            <a:chOff x="6240352" y="2055335"/>
            <a:chExt cx="771307" cy="1017716"/>
          </a:xfrm>
        </p:grpSpPr>
        <p:grpSp>
          <p:nvGrpSpPr>
            <p:cNvPr id="207265" name="Group 1130"/>
            <p:cNvGrpSpPr>
              <a:grpSpLocks/>
            </p:cNvGrpSpPr>
            <p:nvPr/>
          </p:nvGrpSpPr>
          <p:grpSpPr bwMode="auto">
            <a:xfrm>
              <a:off x="6240352" y="2235573"/>
              <a:ext cx="697981" cy="837478"/>
              <a:chOff x="6395998" y="3062424"/>
              <a:chExt cx="564403" cy="837478"/>
            </a:xfrm>
          </p:grpSpPr>
          <p:sp>
            <p:nvSpPr>
              <p:cNvPr id="1152" name="Rectangle 1151"/>
              <p:cNvSpPr/>
              <p:nvPr/>
            </p:nvSpPr>
            <p:spPr>
              <a:xfrm>
                <a:off x="6509397" y="3062521"/>
                <a:ext cx="447628" cy="74172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153" name="Straight Connector 1152"/>
              <p:cNvCxnSpPr/>
              <p:nvPr/>
            </p:nvCxnSpPr>
            <p:spPr>
              <a:xfrm flipV="1">
                <a:off x="6846611" y="3062521"/>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54" name="Rectangle 1153"/>
              <p:cNvSpPr/>
              <p:nvPr/>
            </p:nvSpPr>
            <p:spPr>
              <a:xfrm>
                <a:off x="6476572" y="3071930"/>
                <a:ext cx="131304" cy="116042"/>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155" name="Straight Connector 1154"/>
              <p:cNvCxnSpPr/>
              <p:nvPr/>
            </p:nvCxnSpPr>
            <p:spPr>
              <a:xfrm flipV="1">
                <a:off x="6395998" y="3062521"/>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56" name="Rectangle 1155"/>
              <p:cNvSpPr/>
              <p:nvPr/>
            </p:nvSpPr>
            <p:spPr>
              <a:xfrm>
                <a:off x="6816769" y="3703885"/>
                <a:ext cx="131304" cy="114474"/>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57" name="Rectangle 1156"/>
              <p:cNvSpPr/>
              <p:nvPr/>
            </p:nvSpPr>
            <p:spPr>
              <a:xfrm>
                <a:off x="6404951" y="3158176"/>
                <a:ext cx="444643" cy="74172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158" name="Straight Connector 1157"/>
              <p:cNvCxnSpPr/>
              <p:nvPr/>
            </p:nvCxnSpPr>
            <p:spPr>
              <a:xfrm flipV="1">
                <a:off x="6846611" y="3804246"/>
                <a:ext cx="113399"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7293" name="Group 1158"/>
              <p:cNvGrpSpPr>
                <a:grpSpLocks/>
              </p:cNvGrpSpPr>
              <p:nvPr/>
            </p:nvGrpSpPr>
            <p:grpSpPr bwMode="auto">
              <a:xfrm>
                <a:off x="6400318" y="3137421"/>
                <a:ext cx="559121" cy="92788"/>
                <a:chOff x="6582044" y="2846082"/>
                <a:chExt cx="559121" cy="92788"/>
              </a:xfrm>
            </p:grpSpPr>
            <p:cxnSp>
              <p:nvCxnSpPr>
                <p:cNvPr id="1187" name="Straight Connector 1186"/>
                <p:cNvCxnSpPr/>
                <p:nvPr/>
              </p:nvCxnSpPr>
              <p:spPr>
                <a:xfrm flipV="1">
                  <a:off x="7028337" y="2846452"/>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8" name="Straight Connector 1187"/>
                <p:cNvCxnSpPr/>
                <p:nvPr/>
              </p:nvCxnSpPr>
              <p:spPr>
                <a:xfrm flipV="1">
                  <a:off x="6580709" y="2938972"/>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294" name="Group 1159"/>
              <p:cNvGrpSpPr>
                <a:grpSpLocks/>
              </p:cNvGrpSpPr>
              <p:nvPr/>
            </p:nvGrpSpPr>
            <p:grpSpPr bwMode="auto">
              <a:xfrm>
                <a:off x="6399838" y="3203285"/>
                <a:ext cx="559121" cy="92788"/>
                <a:chOff x="6582044" y="2846082"/>
                <a:chExt cx="559121" cy="92788"/>
              </a:xfrm>
            </p:grpSpPr>
            <p:cxnSp>
              <p:nvCxnSpPr>
                <p:cNvPr id="1185" name="Straight Connector 1184"/>
                <p:cNvCxnSpPr/>
                <p:nvPr/>
              </p:nvCxnSpPr>
              <p:spPr>
                <a:xfrm flipV="1">
                  <a:off x="7028817" y="2846449"/>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6" name="Straight Connector 1185"/>
                <p:cNvCxnSpPr/>
                <p:nvPr/>
              </p:nvCxnSpPr>
              <p:spPr>
                <a:xfrm flipV="1">
                  <a:off x="6581189" y="2938969"/>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295" name="Group 1160"/>
              <p:cNvGrpSpPr>
                <a:grpSpLocks/>
              </p:cNvGrpSpPr>
              <p:nvPr/>
            </p:nvGrpSpPr>
            <p:grpSpPr bwMode="auto">
              <a:xfrm>
                <a:off x="6399358" y="3269149"/>
                <a:ext cx="559121" cy="92788"/>
                <a:chOff x="6582044" y="2846082"/>
                <a:chExt cx="559121" cy="92788"/>
              </a:xfrm>
            </p:grpSpPr>
            <p:cxnSp>
              <p:nvCxnSpPr>
                <p:cNvPr id="1183" name="Straight Connector 1182"/>
                <p:cNvCxnSpPr/>
                <p:nvPr/>
              </p:nvCxnSpPr>
              <p:spPr>
                <a:xfrm flipV="1">
                  <a:off x="7026313" y="2846446"/>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4" name="Straight Connector 1183"/>
                <p:cNvCxnSpPr/>
                <p:nvPr/>
              </p:nvCxnSpPr>
              <p:spPr>
                <a:xfrm flipV="1">
                  <a:off x="6581670" y="2938966"/>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296" name="Group 1161"/>
              <p:cNvGrpSpPr>
                <a:grpSpLocks/>
              </p:cNvGrpSpPr>
              <p:nvPr/>
            </p:nvGrpSpPr>
            <p:grpSpPr bwMode="auto">
              <a:xfrm>
                <a:off x="6398878" y="3335013"/>
                <a:ext cx="559121" cy="92788"/>
                <a:chOff x="6582044" y="2846082"/>
                <a:chExt cx="559121" cy="92788"/>
              </a:xfrm>
            </p:grpSpPr>
            <p:cxnSp>
              <p:nvCxnSpPr>
                <p:cNvPr id="1181" name="Straight Connector 1180"/>
                <p:cNvCxnSpPr/>
                <p:nvPr/>
              </p:nvCxnSpPr>
              <p:spPr>
                <a:xfrm flipV="1">
                  <a:off x="7026792" y="2846445"/>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2" name="Straight Connector 1181"/>
                <p:cNvCxnSpPr/>
                <p:nvPr/>
              </p:nvCxnSpPr>
              <p:spPr>
                <a:xfrm flipV="1">
                  <a:off x="6582149" y="2938964"/>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297" name="Group 1162"/>
              <p:cNvGrpSpPr>
                <a:grpSpLocks/>
              </p:cNvGrpSpPr>
              <p:nvPr/>
            </p:nvGrpSpPr>
            <p:grpSpPr bwMode="auto">
              <a:xfrm>
                <a:off x="6398398" y="3400877"/>
                <a:ext cx="559121" cy="92788"/>
                <a:chOff x="6582044" y="2846082"/>
                <a:chExt cx="559121" cy="92788"/>
              </a:xfrm>
            </p:grpSpPr>
            <p:cxnSp>
              <p:nvCxnSpPr>
                <p:cNvPr id="1179" name="Straight Connector 1178"/>
                <p:cNvCxnSpPr/>
                <p:nvPr/>
              </p:nvCxnSpPr>
              <p:spPr>
                <a:xfrm flipV="1">
                  <a:off x="7027272" y="2846442"/>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0" name="Straight Connector 1179"/>
                <p:cNvCxnSpPr/>
                <p:nvPr/>
              </p:nvCxnSpPr>
              <p:spPr>
                <a:xfrm flipV="1">
                  <a:off x="6582629" y="2938961"/>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298" name="Group 1163"/>
              <p:cNvGrpSpPr>
                <a:grpSpLocks/>
              </p:cNvGrpSpPr>
              <p:nvPr/>
            </p:nvGrpSpPr>
            <p:grpSpPr bwMode="auto">
              <a:xfrm>
                <a:off x="6397918" y="3466741"/>
                <a:ext cx="559121" cy="92788"/>
                <a:chOff x="6582044" y="2846082"/>
                <a:chExt cx="559121" cy="92788"/>
              </a:xfrm>
            </p:grpSpPr>
            <p:cxnSp>
              <p:nvCxnSpPr>
                <p:cNvPr id="1177" name="Straight Connector 1176"/>
                <p:cNvCxnSpPr/>
                <p:nvPr/>
              </p:nvCxnSpPr>
              <p:spPr>
                <a:xfrm flipV="1">
                  <a:off x="7027753" y="2846440"/>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8" name="Straight Connector 1177"/>
                <p:cNvCxnSpPr/>
                <p:nvPr/>
              </p:nvCxnSpPr>
              <p:spPr>
                <a:xfrm flipV="1">
                  <a:off x="6583110" y="2938959"/>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299" name="Group 1164"/>
              <p:cNvGrpSpPr>
                <a:grpSpLocks/>
              </p:cNvGrpSpPr>
              <p:nvPr/>
            </p:nvGrpSpPr>
            <p:grpSpPr bwMode="auto">
              <a:xfrm>
                <a:off x="6397438" y="3532605"/>
                <a:ext cx="559121" cy="92788"/>
                <a:chOff x="6582044" y="2846082"/>
                <a:chExt cx="559121" cy="92788"/>
              </a:xfrm>
            </p:grpSpPr>
            <p:cxnSp>
              <p:nvCxnSpPr>
                <p:cNvPr id="1175" name="Straight Connector 1174"/>
                <p:cNvCxnSpPr/>
                <p:nvPr/>
              </p:nvCxnSpPr>
              <p:spPr>
                <a:xfrm flipV="1">
                  <a:off x="7028232" y="2846437"/>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6" name="Straight Connector 1175"/>
                <p:cNvCxnSpPr/>
                <p:nvPr/>
              </p:nvCxnSpPr>
              <p:spPr>
                <a:xfrm flipV="1">
                  <a:off x="6580604" y="2938956"/>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300" name="Group 1165"/>
              <p:cNvGrpSpPr>
                <a:grpSpLocks/>
              </p:cNvGrpSpPr>
              <p:nvPr/>
            </p:nvGrpSpPr>
            <p:grpSpPr bwMode="auto">
              <a:xfrm>
                <a:off x="6396958" y="3598469"/>
                <a:ext cx="559121" cy="92788"/>
                <a:chOff x="6582044" y="2846082"/>
                <a:chExt cx="559121" cy="92788"/>
              </a:xfrm>
            </p:grpSpPr>
            <p:cxnSp>
              <p:nvCxnSpPr>
                <p:cNvPr id="1173" name="Straight Connector 1172"/>
                <p:cNvCxnSpPr/>
                <p:nvPr/>
              </p:nvCxnSpPr>
              <p:spPr>
                <a:xfrm flipV="1">
                  <a:off x="7028711" y="2846434"/>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4" name="Straight Connector 1173"/>
                <p:cNvCxnSpPr/>
                <p:nvPr/>
              </p:nvCxnSpPr>
              <p:spPr>
                <a:xfrm flipV="1">
                  <a:off x="6581083" y="2938953"/>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301" name="Group 1166"/>
              <p:cNvGrpSpPr>
                <a:grpSpLocks/>
              </p:cNvGrpSpPr>
              <p:nvPr/>
            </p:nvGrpSpPr>
            <p:grpSpPr bwMode="auto">
              <a:xfrm>
                <a:off x="6396478" y="3664333"/>
                <a:ext cx="559121" cy="92788"/>
                <a:chOff x="6582044" y="2846082"/>
                <a:chExt cx="559121" cy="92788"/>
              </a:xfrm>
            </p:grpSpPr>
            <p:cxnSp>
              <p:nvCxnSpPr>
                <p:cNvPr id="1171" name="Straight Connector 1170"/>
                <p:cNvCxnSpPr/>
                <p:nvPr/>
              </p:nvCxnSpPr>
              <p:spPr>
                <a:xfrm flipV="1">
                  <a:off x="7026209" y="2846432"/>
                  <a:ext cx="107431"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2" name="Straight Connector 1171"/>
                <p:cNvCxnSpPr/>
                <p:nvPr/>
              </p:nvCxnSpPr>
              <p:spPr>
                <a:xfrm flipV="1">
                  <a:off x="6581565" y="2938951"/>
                  <a:ext cx="4506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302" name="Group 1167"/>
              <p:cNvGrpSpPr>
                <a:grpSpLocks/>
              </p:cNvGrpSpPr>
              <p:nvPr/>
            </p:nvGrpSpPr>
            <p:grpSpPr bwMode="auto">
              <a:xfrm>
                <a:off x="6395998" y="3730197"/>
                <a:ext cx="559121" cy="92788"/>
                <a:chOff x="6582044" y="2846082"/>
                <a:chExt cx="559121" cy="92788"/>
              </a:xfrm>
            </p:grpSpPr>
            <p:cxnSp>
              <p:nvCxnSpPr>
                <p:cNvPr id="1169" name="Straight Connector 1168"/>
                <p:cNvCxnSpPr/>
                <p:nvPr/>
              </p:nvCxnSpPr>
              <p:spPr>
                <a:xfrm flipV="1">
                  <a:off x="7026689" y="2846429"/>
                  <a:ext cx="113399"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0" name="Straight Connector 1169"/>
                <p:cNvCxnSpPr/>
                <p:nvPr/>
              </p:nvCxnSpPr>
              <p:spPr>
                <a:xfrm flipV="1">
                  <a:off x="6582044" y="2938948"/>
                  <a:ext cx="4506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7266" name="Group 1131"/>
            <p:cNvGrpSpPr>
              <a:grpSpLocks/>
            </p:cNvGrpSpPr>
            <p:nvPr/>
          </p:nvGrpSpPr>
          <p:grpSpPr bwMode="auto">
            <a:xfrm>
              <a:off x="6280049" y="2055335"/>
              <a:ext cx="731610" cy="920732"/>
              <a:chOff x="6280049" y="2055335"/>
              <a:chExt cx="731610" cy="920732"/>
            </a:xfrm>
          </p:grpSpPr>
          <p:grpSp>
            <p:nvGrpSpPr>
              <p:cNvPr id="207267" name="Group 1132"/>
              <p:cNvGrpSpPr>
                <a:grpSpLocks/>
              </p:cNvGrpSpPr>
              <p:nvPr/>
            </p:nvGrpSpPr>
            <p:grpSpPr bwMode="auto">
              <a:xfrm>
                <a:off x="6280049" y="2055335"/>
                <a:ext cx="680752" cy="139401"/>
                <a:chOff x="5414286" y="2921098"/>
                <a:chExt cx="680752" cy="139401"/>
              </a:xfrm>
            </p:grpSpPr>
            <p:sp>
              <p:nvSpPr>
                <p:cNvPr id="1147" name="Rectangle 188"/>
                <p:cNvSpPr>
                  <a:spLocks noChangeArrowheads="1"/>
                </p:cNvSpPr>
                <p:nvPr/>
              </p:nvSpPr>
              <p:spPr bwMode="auto">
                <a:xfrm>
                  <a:off x="5415186" y="2996368"/>
                  <a:ext cx="549876" cy="64294"/>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48" name="AutoShape 189"/>
                <p:cNvSpPr>
                  <a:spLocks noChangeArrowheads="1"/>
                </p:cNvSpPr>
                <p:nvPr/>
              </p:nvSpPr>
              <p:spPr bwMode="auto">
                <a:xfrm>
                  <a:off x="5415186" y="2921098"/>
                  <a:ext cx="675352" cy="78406"/>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49" name="Freeform 190"/>
                <p:cNvSpPr>
                  <a:spLocks/>
                </p:cNvSpPr>
                <p:nvPr/>
              </p:nvSpPr>
              <p:spPr bwMode="auto">
                <a:xfrm>
                  <a:off x="5968754" y="2922667"/>
                  <a:ext cx="125475" cy="13799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50" name="Freeform 191"/>
                <p:cNvSpPr>
                  <a:spLocks/>
                </p:cNvSpPr>
                <p:nvPr/>
              </p:nvSpPr>
              <p:spPr bwMode="auto">
                <a:xfrm>
                  <a:off x="5500065" y="2936779"/>
                  <a:ext cx="524044" cy="45476"/>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51" name="Freeform 192"/>
                <p:cNvSpPr>
                  <a:spLocks/>
                </p:cNvSpPr>
                <p:nvPr/>
              </p:nvSpPr>
              <p:spPr bwMode="auto">
                <a:xfrm>
                  <a:off x="5621851" y="2933643"/>
                  <a:ext cx="302617" cy="53316"/>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134" name="Straight Connector 1133"/>
              <p:cNvCxnSpPr/>
              <p:nvPr/>
            </p:nvCxnSpPr>
            <p:spPr>
              <a:xfrm flipH="1">
                <a:off x="6996897" y="2124333"/>
                <a:ext cx="11070" cy="8452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5" name="Straight Connector 1134"/>
              <p:cNvCxnSpPr/>
              <p:nvPr/>
            </p:nvCxnSpPr>
            <p:spPr>
              <a:xfrm>
                <a:off x="6875111" y="2304668"/>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6" name="Straight Connector 1135"/>
              <p:cNvCxnSpPr/>
              <p:nvPr/>
            </p:nvCxnSpPr>
            <p:spPr>
              <a:xfrm>
                <a:off x="6871422" y="2368961"/>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7" name="Straight Connector 1136"/>
              <p:cNvCxnSpPr/>
              <p:nvPr/>
            </p:nvCxnSpPr>
            <p:spPr>
              <a:xfrm>
                <a:off x="6871422" y="2444231"/>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8" name="Straight Connector 1137"/>
              <p:cNvCxnSpPr/>
              <p:nvPr/>
            </p:nvCxnSpPr>
            <p:spPr>
              <a:xfrm>
                <a:off x="6867730" y="2508525"/>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9" name="Straight Connector 1138"/>
              <p:cNvCxnSpPr/>
              <p:nvPr/>
            </p:nvCxnSpPr>
            <p:spPr>
              <a:xfrm>
                <a:off x="6864041" y="2569681"/>
                <a:ext cx="1402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0" name="Straight Connector 1139"/>
              <p:cNvCxnSpPr/>
              <p:nvPr/>
            </p:nvCxnSpPr>
            <p:spPr>
              <a:xfrm>
                <a:off x="6864041" y="2638679"/>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1" name="Straight Connector 1140"/>
              <p:cNvCxnSpPr/>
              <p:nvPr/>
            </p:nvCxnSpPr>
            <p:spPr>
              <a:xfrm>
                <a:off x="6860349" y="2706109"/>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2" name="Straight Connector 1141"/>
              <p:cNvCxnSpPr/>
              <p:nvPr/>
            </p:nvCxnSpPr>
            <p:spPr>
              <a:xfrm>
                <a:off x="6867730" y="2775107"/>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3" name="Straight Connector 1142"/>
              <p:cNvCxnSpPr/>
              <p:nvPr/>
            </p:nvCxnSpPr>
            <p:spPr>
              <a:xfrm>
                <a:off x="6871422" y="2842536"/>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4" name="Straight Connector 1143"/>
              <p:cNvCxnSpPr/>
              <p:nvPr/>
            </p:nvCxnSpPr>
            <p:spPr>
              <a:xfrm>
                <a:off x="6871422" y="2911533"/>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5" name="Straight Connector 1144"/>
              <p:cNvCxnSpPr/>
              <p:nvPr/>
            </p:nvCxnSpPr>
            <p:spPr>
              <a:xfrm>
                <a:off x="6875111" y="2975827"/>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6" name="Straight Connector 1145"/>
              <p:cNvCxnSpPr/>
              <p:nvPr/>
            </p:nvCxnSpPr>
            <p:spPr>
              <a:xfrm flipH="1">
                <a:off x="6875111" y="2132174"/>
                <a:ext cx="136548"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6893" name="Group 1071"/>
          <p:cNvGrpSpPr>
            <a:grpSpLocks/>
          </p:cNvGrpSpPr>
          <p:nvPr/>
        </p:nvGrpSpPr>
        <p:grpSpPr bwMode="auto">
          <a:xfrm>
            <a:off x="4864100" y="5200650"/>
            <a:ext cx="330200" cy="1030288"/>
            <a:chOff x="6240352" y="2055335"/>
            <a:chExt cx="771307" cy="1017716"/>
          </a:xfrm>
        </p:grpSpPr>
        <p:grpSp>
          <p:nvGrpSpPr>
            <p:cNvPr id="207207" name="Group 1072"/>
            <p:cNvGrpSpPr>
              <a:grpSpLocks/>
            </p:cNvGrpSpPr>
            <p:nvPr/>
          </p:nvGrpSpPr>
          <p:grpSpPr bwMode="auto">
            <a:xfrm>
              <a:off x="6240352" y="2235573"/>
              <a:ext cx="697981" cy="837478"/>
              <a:chOff x="6395998" y="3062424"/>
              <a:chExt cx="564403" cy="837478"/>
            </a:xfrm>
          </p:grpSpPr>
          <p:sp>
            <p:nvSpPr>
              <p:cNvPr id="1094" name="Rectangle 1093"/>
              <p:cNvSpPr/>
              <p:nvPr/>
            </p:nvSpPr>
            <p:spPr>
              <a:xfrm>
                <a:off x="6509942" y="3062521"/>
                <a:ext cx="446783" cy="74172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95" name="Straight Connector 1094"/>
              <p:cNvCxnSpPr/>
              <p:nvPr/>
            </p:nvCxnSpPr>
            <p:spPr>
              <a:xfrm flipV="1">
                <a:off x="6845779" y="3062521"/>
                <a:ext cx="113944"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96" name="Rectangle 1095"/>
              <p:cNvSpPr/>
              <p:nvPr/>
            </p:nvSpPr>
            <p:spPr>
              <a:xfrm>
                <a:off x="6476959" y="3071930"/>
                <a:ext cx="131936" cy="116042"/>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97" name="Straight Connector 1096"/>
              <p:cNvCxnSpPr/>
              <p:nvPr/>
            </p:nvCxnSpPr>
            <p:spPr>
              <a:xfrm flipV="1">
                <a:off x="6395998" y="3062521"/>
                <a:ext cx="113944"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98" name="Rectangle 1097"/>
              <p:cNvSpPr/>
              <p:nvPr/>
            </p:nvSpPr>
            <p:spPr>
              <a:xfrm>
                <a:off x="6815793" y="3703885"/>
                <a:ext cx="131936" cy="114474"/>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99" name="Rectangle 1098"/>
              <p:cNvSpPr/>
              <p:nvPr/>
            </p:nvSpPr>
            <p:spPr>
              <a:xfrm>
                <a:off x="6404995" y="3158176"/>
                <a:ext cx="443783" cy="74172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100" name="Straight Connector 1099"/>
              <p:cNvCxnSpPr/>
              <p:nvPr/>
            </p:nvCxnSpPr>
            <p:spPr>
              <a:xfrm flipV="1">
                <a:off x="6848778" y="3804246"/>
                <a:ext cx="110945" cy="925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7235" name="Group 1100"/>
              <p:cNvGrpSpPr>
                <a:grpSpLocks/>
              </p:cNvGrpSpPr>
              <p:nvPr/>
            </p:nvGrpSpPr>
            <p:grpSpPr bwMode="auto">
              <a:xfrm>
                <a:off x="6400318" y="3137421"/>
                <a:ext cx="559121" cy="92788"/>
                <a:chOff x="6582044" y="2846082"/>
                <a:chExt cx="559121" cy="92788"/>
              </a:xfrm>
            </p:grpSpPr>
            <p:cxnSp>
              <p:nvCxnSpPr>
                <p:cNvPr id="1129" name="Straight Connector 1128"/>
                <p:cNvCxnSpPr/>
                <p:nvPr/>
              </p:nvCxnSpPr>
              <p:spPr>
                <a:xfrm flipV="1">
                  <a:off x="7027504" y="2846452"/>
                  <a:ext cx="113944"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0" name="Straight Connector 1129"/>
                <p:cNvCxnSpPr/>
                <p:nvPr/>
              </p:nvCxnSpPr>
              <p:spPr>
                <a:xfrm flipV="1">
                  <a:off x="6580724" y="2938972"/>
                  <a:ext cx="4527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236" name="Group 1101"/>
              <p:cNvGrpSpPr>
                <a:grpSpLocks/>
              </p:cNvGrpSpPr>
              <p:nvPr/>
            </p:nvGrpSpPr>
            <p:grpSpPr bwMode="auto">
              <a:xfrm>
                <a:off x="6399838" y="3203285"/>
                <a:ext cx="559121" cy="92788"/>
                <a:chOff x="6582044" y="2846082"/>
                <a:chExt cx="559121" cy="92788"/>
              </a:xfrm>
            </p:grpSpPr>
            <p:cxnSp>
              <p:nvCxnSpPr>
                <p:cNvPr id="1127" name="Straight Connector 1126"/>
                <p:cNvCxnSpPr/>
                <p:nvPr/>
              </p:nvCxnSpPr>
              <p:spPr>
                <a:xfrm flipV="1">
                  <a:off x="7027984" y="2846449"/>
                  <a:ext cx="113944"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8" name="Straight Connector 1127"/>
                <p:cNvCxnSpPr/>
                <p:nvPr/>
              </p:nvCxnSpPr>
              <p:spPr>
                <a:xfrm flipV="1">
                  <a:off x="6581203" y="2938969"/>
                  <a:ext cx="4527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237" name="Group 1102"/>
              <p:cNvGrpSpPr>
                <a:grpSpLocks/>
              </p:cNvGrpSpPr>
              <p:nvPr/>
            </p:nvGrpSpPr>
            <p:grpSpPr bwMode="auto">
              <a:xfrm>
                <a:off x="6399358" y="3269149"/>
                <a:ext cx="559121" cy="92788"/>
                <a:chOff x="6582044" y="2846082"/>
                <a:chExt cx="559121" cy="92788"/>
              </a:xfrm>
            </p:grpSpPr>
            <p:cxnSp>
              <p:nvCxnSpPr>
                <p:cNvPr id="1125" name="Straight Connector 1124"/>
                <p:cNvCxnSpPr/>
                <p:nvPr/>
              </p:nvCxnSpPr>
              <p:spPr>
                <a:xfrm flipV="1">
                  <a:off x="7028464" y="2846446"/>
                  <a:ext cx="104950"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6" name="Straight Connector 1125"/>
                <p:cNvCxnSpPr/>
                <p:nvPr/>
              </p:nvCxnSpPr>
              <p:spPr>
                <a:xfrm flipV="1">
                  <a:off x="6581683" y="2938966"/>
                  <a:ext cx="4527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238" name="Group 1103"/>
              <p:cNvGrpSpPr>
                <a:grpSpLocks/>
              </p:cNvGrpSpPr>
              <p:nvPr/>
            </p:nvGrpSpPr>
            <p:grpSpPr bwMode="auto">
              <a:xfrm>
                <a:off x="6398878" y="3335013"/>
                <a:ext cx="559121" cy="92788"/>
                <a:chOff x="6582044" y="2846082"/>
                <a:chExt cx="559121" cy="92788"/>
              </a:xfrm>
            </p:grpSpPr>
            <p:cxnSp>
              <p:nvCxnSpPr>
                <p:cNvPr id="1123" name="Straight Connector 1122"/>
                <p:cNvCxnSpPr/>
                <p:nvPr/>
              </p:nvCxnSpPr>
              <p:spPr>
                <a:xfrm flipV="1">
                  <a:off x="7028943" y="2846445"/>
                  <a:ext cx="110947"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4" name="Straight Connector 1123"/>
                <p:cNvCxnSpPr/>
                <p:nvPr/>
              </p:nvCxnSpPr>
              <p:spPr>
                <a:xfrm flipV="1">
                  <a:off x="6582163" y="2938964"/>
                  <a:ext cx="4527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239" name="Group 1104"/>
              <p:cNvGrpSpPr>
                <a:grpSpLocks/>
              </p:cNvGrpSpPr>
              <p:nvPr/>
            </p:nvGrpSpPr>
            <p:grpSpPr bwMode="auto">
              <a:xfrm>
                <a:off x="6398398" y="3400877"/>
                <a:ext cx="559121" cy="92788"/>
                <a:chOff x="6582044" y="2846082"/>
                <a:chExt cx="559121" cy="92788"/>
              </a:xfrm>
            </p:grpSpPr>
            <p:cxnSp>
              <p:nvCxnSpPr>
                <p:cNvPr id="1121" name="Straight Connector 1120"/>
                <p:cNvCxnSpPr/>
                <p:nvPr/>
              </p:nvCxnSpPr>
              <p:spPr>
                <a:xfrm flipV="1">
                  <a:off x="7029423" y="2846442"/>
                  <a:ext cx="110947"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2" name="Straight Connector 1121"/>
                <p:cNvCxnSpPr/>
                <p:nvPr/>
              </p:nvCxnSpPr>
              <p:spPr>
                <a:xfrm flipV="1">
                  <a:off x="6582643" y="2938961"/>
                  <a:ext cx="4527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240" name="Group 1105"/>
              <p:cNvGrpSpPr>
                <a:grpSpLocks/>
              </p:cNvGrpSpPr>
              <p:nvPr/>
            </p:nvGrpSpPr>
            <p:grpSpPr bwMode="auto">
              <a:xfrm>
                <a:off x="6397918" y="3466741"/>
                <a:ext cx="559121" cy="92788"/>
                <a:chOff x="6582044" y="2846082"/>
                <a:chExt cx="559121" cy="92788"/>
              </a:xfrm>
            </p:grpSpPr>
            <p:cxnSp>
              <p:nvCxnSpPr>
                <p:cNvPr id="1119" name="Straight Connector 1118"/>
                <p:cNvCxnSpPr/>
                <p:nvPr/>
              </p:nvCxnSpPr>
              <p:spPr>
                <a:xfrm flipV="1">
                  <a:off x="7029905" y="2846440"/>
                  <a:ext cx="110947"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0" name="Straight Connector 1119"/>
                <p:cNvCxnSpPr/>
                <p:nvPr/>
              </p:nvCxnSpPr>
              <p:spPr>
                <a:xfrm flipV="1">
                  <a:off x="6583124" y="2938959"/>
                  <a:ext cx="4527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241" name="Group 1106"/>
              <p:cNvGrpSpPr>
                <a:grpSpLocks/>
              </p:cNvGrpSpPr>
              <p:nvPr/>
            </p:nvGrpSpPr>
            <p:grpSpPr bwMode="auto">
              <a:xfrm>
                <a:off x="6397438" y="3532605"/>
                <a:ext cx="559121" cy="92788"/>
                <a:chOff x="6582044" y="2846082"/>
                <a:chExt cx="559121" cy="92788"/>
              </a:xfrm>
            </p:grpSpPr>
            <p:cxnSp>
              <p:nvCxnSpPr>
                <p:cNvPr id="1117" name="Straight Connector 1116"/>
                <p:cNvCxnSpPr/>
                <p:nvPr/>
              </p:nvCxnSpPr>
              <p:spPr>
                <a:xfrm flipV="1">
                  <a:off x="7027387" y="2846437"/>
                  <a:ext cx="113944"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8" name="Straight Connector 1117"/>
                <p:cNvCxnSpPr/>
                <p:nvPr/>
              </p:nvCxnSpPr>
              <p:spPr>
                <a:xfrm flipV="1">
                  <a:off x="6580605" y="2938956"/>
                  <a:ext cx="4527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242" name="Group 1107"/>
              <p:cNvGrpSpPr>
                <a:grpSpLocks/>
              </p:cNvGrpSpPr>
              <p:nvPr/>
            </p:nvGrpSpPr>
            <p:grpSpPr bwMode="auto">
              <a:xfrm>
                <a:off x="6396958" y="3598469"/>
                <a:ext cx="559121" cy="92788"/>
                <a:chOff x="6582044" y="2846082"/>
                <a:chExt cx="559121" cy="92788"/>
              </a:xfrm>
            </p:grpSpPr>
            <p:cxnSp>
              <p:nvCxnSpPr>
                <p:cNvPr id="1115" name="Straight Connector 1114"/>
                <p:cNvCxnSpPr/>
                <p:nvPr/>
              </p:nvCxnSpPr>
              <p:spPr>
                <a:xfrm flipV="1">
                  <a:off x="7027867" y="2846434"/>
                  <a:ext cx="113944"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6" name="Straight Connector 1115"/>
                <p:cNvCxnSpPr/>
                <p:nvPr/>
              </p:nvCxnSpPr>
              <p:spPr>
                <a:xfrm flipV="1">
                  <a:off x="6581084" y="2938953"/>
                  <a:ext cx="4527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243" name="Group 1108"/>
              <p:cNvGrpSpPr>
                <a:grpSpLocks/>
              </p:cNvGrpSpPr>
              <p:nvPr/>
            </p:nvGrpSpPr>
            <p:grpSpPr bwMode="auto">
              <a:xfrm>
                <a:off x="6396478" y="3664333"/>
                <a:ext cx="559121" cy="92788"/>
                <a:chOff x="6582044" y="2846082"/>
                <a:chExt cx="559121" cy="92788"/>
              </a:xfrm>
            </p:grpSpPr>
            <p:cxnSp>
              <p:nvCxnSpPr>
                <p:cNvPr id="1113" name="Straight Connector 1112"/>
                <p:cNvCxnSpPr/>
                <p:nvPr/>
              </p:nvCxnSpPr>
              <p:spPr>
                <a:xfrm flipV="1">
                  <a:off x="7022349" y="2846432"/>
                  <a:ext cx="110945"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4" name="Straight Connector 1113"/>
                <p:cNvCxnSpPr/>
                <p:nvPr/>
              </p:nvCxnSpPr>
              <p:spPr>
                <a:xfrm flipV="1">
                  <a:off x="6581564" y="2938951"/>
                  <a:ext cx="44678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244" name="Group 1109"/>
              <p:cNvGrpSpPr>
                <a:grpSpLocks/>
              </p:cNvGrpSpPr>
              <p:nvPr/>
            </p:nvGrpSpPr>
            <p:grpSpPr bwMode="auto">
              <a:xfrm>
                <a:off x="6395998" y="3730197"/>
                <a:ext cx="559121" cy="92788"/>
                <a:chOff x="6582044" y="2846082"/>
                <a:chExt cx="559121" cy="92788"/>
              </a:xfrm>
            </p:grpSpPr>
            <p:cxnSp>
              <p:nvCxnSpPr>
                <p:cNvPr id="1111" name="Straight Connector 1110"/>
                <p:cNvCxnSpPr/>
                <p:nvPr/>
              </p:nvCxnSpPr>
              <p:spPr>
                <a:xfrm flipV="1">
                  <a:off x="7028826" y="2846429"/>
                  <a:ext cx="110945" cy="92519"/>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2" name="Straight Connector 1111"/>
                <p:cNvCxnSpPr/>
                <p:nvPr/>
              </p:nvCxnSpPr>
              <p:spPr>
                <a:xfrm flipV="1">
                  <a:off x="6582044" y="2938948"/>
                  <a:ext cx="4527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7208" name="Group 1073"/>
            <p:cNvGrpSpPr>
              <a:grpSpLocks/>
            </p:cNvGrpSpPr>
            <p:nvPr/>
          </p:nvGrpSpPr>
          <p:grpSpPr bwMode="auto">
            <a:xfrm>
              <a:off x="6280049" y="2055335"/>
              <a:ext cx="731610" cy="920732"/>
              <a:chOff x="6280049" y="2055335"/>
              <a:chExt cx="731610" cy="920732"/>
            </a:xfrm>
          </p:grpSpPr>
          <p:grpSp>
            <p:nvGrpSpPr>
              <p:cNvPr id="207209" name="Group 1074"/>
              <p:cNvGrpSpPr>
                <a:grpSpLocks/>
              </p:cNvGrpSpPr>
              <p:nvPr/>
            </p:nvGrpSpPr>
            <p:grpSpPr bwMode="auto">
              <a:xfrm>
                <a:off x="6280049" y="2055335"/>
                <a:ext cx="680752" cy="139401"/>
                <a:chOff x="5414286" y="2921098"/>
                <a:chExt cx="680752" cy="139401"/>
              </a:xfrm>
            </p:grpSpPr>
            <p:sp>
              <p:nvSpPr>
                <p:cNvPr id="1089" name="Rectangle 188"/>
                <p:cNvSpPr>
                  <a:spLocks noChangeArrowheads="1"/>
                </p:cNvSpPr>
                <p:nvPr/>
              </p:nvSpPr>
              <p:spPr bwMode="auto">
                <a:xfrm>
                  <a:off x="5415382" y="2996368"/>
                  <a:ext cx="548815" cy="64294"/>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90" name="AutoShape 189"/>
                <p:cNvSpPr>
                  <a:spLocks noChangeArrowheads="1"/>
                </p:cNvSpPr>
                <p:nvPr/>
              </p:nvSpPr>
              <p:spPr bwMode="auto">
                <a:xfrm>
                  <a:off x="5415382" y="2921098"/>
                  <a:ext cx="674894" cy="78406"/>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91" name="Freeform 190"/>
                <p:cNvSpPr>
                  <a:spLocks/>
                </p:cNvSpPr>
                <p:nvPr/>
              </p:nvSpPr>
              <p:spPr bwMode="auto">
                <a:xfrm>
                  <a:off x="5971613" y="2922667"/>
                  <a:ext cx="122370" cy="13799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92" name="Freeform 191"/>
                <p:cNvSpPr>
                  <a:spLocks/>
                </p:cNvSpPr>
                <p:nvPr/>
              </p:nvSpPr>
              <p:spPr bwMode="auto">
                <a:xfrm>
                  <a:off x="5500669" y="2936779"/>
                  <a:ext cx="522858" cy="45476"/>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93" name="Freeform 192"/>
                <p:cNvSpPr>
                  <a:spLocks/>
                </p:cNvSpPr>
                <p:nvPr/>
              </p:nvSpPr>
              <p:spPr bwMode="auto">
                <a:xfrm>
                  <a:off x="5623041" y="2933643"/>
                  <a:ext cx="300364" cy="53316"/>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076" name="Straight Connector 1075"/>
              <p:cNvCxnSpPr/>
              <p:nvPr/>
            </p:nvCxnSpPr>
            <p:spPr>
              <a:xfrm flipH="1">
                <a:off x="6996826" y="2124333"/>
                <a:ext cx="11126" cy="845222"/>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7" name="Straight Connector 1076"/>
              <p:cNvCxnSpPr/>
              <p:nvPr/>
            </p:nvCxnSpPr>
            <p:spPr>
              <a:xfrm>
                <a:off x="6874457" y="2304668"/>
                <a:ext cx="13720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8" name="Straight Connector 1077"/>
              <p:cNvCxnSpPr/>
              <p:nvPr/>
            </p:nvCxnSpPr>
            <p:spPr>
              <a:xfrm>
                <a:off x="6870747" y="2368961"/>
                <a:ext cx="1372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9" name="Straight Connector 1078"/>
              <p:cNvCxnSpPr/>
              <p:nvPr/>
            </p:nvCxnSpPr>
            <p:spPr>
              <a:xfrm>
                <a:off x="6870747" y="2444231"/>
                <a:ext cx="1372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0" name="Straight Connector 1079"/>
              <p:cNvCxnSpPr/>
              <p:nvPr/>
            </p:nvCxnSpPr>
            <p:spPr>
              <a:xfrm>
                <a:off x="6867040" y="2508525"/>
                <a:ext cx="13720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1" name="Straight Connector 1080"/>
              <p:cNvCxnSpPr/>
              <p:nvPr/>
            </p:nvCxnSpPr>
            <p:spPr>
              <a:xfrm>
                <a:off x="6867040" y="2569681"/>
                <a:ext cx="13720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2" name="Straight Connector 1081"/>
              <p:cNvCxnSpPr/>
              <p:nvPr/>
            </p:nvCxnSpPr>
            <p:spPr>
              <a:xfrm>
                <a:off x="6863331" y="2638679"/>
                <a:ext cx="1372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3" name="Straight Connector 1082"/>
              <p:cNvCxnSpPr/>
              <p:nvPr/>
            </p:nvCxnSpPr>
            <p:spPr>
              <a:xfrm>
                <a:off x="6859624" y="2706109"/>
                <a:ext cx="13720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4" name="Straight Connector 1083"/>
              <p:cNvCxnSpPr/>
              <p:nvPr/>
            </p:nvCxnSpPr>
            <p:spPr>
              <a:xfrm>
                <a:off x="6867040" y="2775107"/>
                <a:ext cx="13720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5" name="Straight Connector 1084"/>
              <p:cNvCxnSpPr/>
              <p:nvPr/>
            </p:nvCxnSpPr>
            <p:spPr>
              <a:xfrm>
                <a:off x="6870747" y="2842536"/>
                <a:ext cx="1372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6" name="Straight Connector 1085"/>
              <p:cNvCxnSpPr/>
              <p:nvPr/>
            </p:nvCxnSpPr>
            <p:spPr>
              <a:xfrm>
                <a:off x="6870747" y="2911533"/>
                <a:ext cx="1372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7" name="Straight Connector 1086"/>
              <p:cNvCxnSpPr/>
              <p:nvPr/>
            </p:nvCxnSpPr>
            <p:spPr>
              <a:xfrm>
                <a:off x="6874457" y="2975827"/>
                <a:ext cx="13720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8" name="Straight Connector 1087"/>
              <p:cNvCxnSpPr/>
              <p:nvPr/>
            </p:nvCxnSpPr>
            <p:spPr>
              <a:xfrm flipH="1">
                <a:off x="6878164" y="2132174"/>
                <a:ext cx="133495"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cxnSp>
        <p:nvCxnSpPr>
          <p:cNvPr id="1312" name="Straight Connector 1311"/>
          <p:cNvCxnSpPr/>
          <p:nvPr/>
        </p:nvCxnSpPr>
        <p:spPr>
          <a:xfrm flipH="1">
            <a:off x="5554663" y="4711700"/>
            <a:ext cx="355600" cy="4953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3" name="Straight Connector 1312"/>
          <p:cNvCxnSpPr>
            <a:stCxn id="1552" idx="2"/>
          </p:cNvCxnSpPr>
          <p:nvPr/>
        </p:nvCxnSpPr>
        <p:spPr>
          <a:xfrm flipH="1">
            <a:off x="5859463" y="4927600"/>
            <a:ext cx="201612" cy="48577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4" name="Straight Connector 1313"/>
          <p:cNvCxnSpPr/>
          <p:nvPr/>
        </p:nvCxnSpPr>
        <p:spPr>
          <a:xfrm>
            <a:off x="6176963" y="4725988"/>
            <a:ext cx="57150" cy="492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5" name="Straight Connector 1314"/>
          <p:cNvCxnSpPr>
            <a:endCxn id="1337" idx="0"/>
          </p:cNvCxnSpPr>
          <p:nvPr/>
        </p:nvCxnSpPr>
        <p:spPr>
          <a:xfrm>
            <a:off x="6316663" y="4749800"/>
            <a:ext cx="273050" cy="4572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6898" name="Group 1315"/>
          <p:cNvGrpSpPr>
            <a:grpSpLocks/>
          </p:cNvGrpSpPr>
          <p:nvPr/>
        </p:nvGrpSpPr>
        <p:grpSpPr bwMode="auto">
          <a:xfrm>
            <a:off x="5289550" y="5207000"/>
            <a:ext cx="331788" cy="1031875"/>
            <a:chOff x="6240352" y="2055335"/>
            <a:chExt cx="771307" cy="1017716"/>
          </a:xfrm>
        </p:grpSpPr>
        <p:grpSp>
          <p:nvGrpSpPr>
            <p:cNvPr id="207149" name="Group 1493"/>
            <p:cNvGrpSpPr>
              <a:grpSpLocks/>
            </p:cNvGrpSpPr>
            <p:nvPr/>
          </p:nvGrpSpPr>
          <p:grpSpPr bwMode="auto">
            <a:xfrm>
              <a:off x="6240352" y="2235573"/>
              <a:ext cx="697981" cy="837478"/>
              <a:chOff x="6395998" y="3062424"/>
              <a:chExt cx="564403" cy="837478"/>
            </a:xfrm>
          </p:grpSpPr>
          <p:sp>
            <p:nvSpPr>
              <p:cNvPr id="1515" name="Rectangle 1514"/>
              <p:cNvSpPr/>
              <p:nvPr/>
            </p:nvSpPr>
            <p:spPr>
              <a:xfrm>
                <a:off x="6509397" y="3062244"/>
                <a:ext cx="447628" cy="74215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516" name="Straight Connector 1515"/>
              <p:cNvCxnSpPr/>
              <p:nvPr/>
            </p:nvCxnSpPr>
            <p:spPr>
              <a:xfrm flipV="1">
                <a:off x="6846611" y="3062244"/>
                <a:ext cx="113399" cy="923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17" name="Rectangle 1516"/>
              <p:cNvSpPr/>
              <p:nvPr/>
            </p:nvSpPr>
            <p:spPr>
              <a:xfrm>
                <a:off x="6476572" y="3071638"/>
                <a:ext cx="131304" cy="11586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518" name="Straight Connector 1517"/>
              <p:cNvCxnSpPr/>
              <p:nvPr/>
            </p:nvCxnSpPr>
            <p:spPr>
              <a:xfrm flipV="1">
                <a:off x="6395998" y="3062244"/>
                <a:ext cx="113399" cy="923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19" name="Rectangle 1518"/>
              <p:cNvSpPr/>
              <p:nvPr/>
            </p:nvSpPr>
            <p:spPr>
              <a:xfrm>
                <a:off x="6816769" y="3702622"/>
                <a:ext cx="131304" cy="11586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20" name="Rectangle 1519"/>
              <p:cNvSpPr/>
              <p:nvPr/>
            </p:nvSpPr>
            <p:spPr>
              <a:xfrm>
                <a:off x="6404951" y="3157752"/>
                <a:ext cx="444643" cy="74215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521" name="Straight Connector 1520"/>
              <p:cNvCxnSpPr/>
              <p:nvPr/>
            </p:nvCxnSpPr>
            <p:spPr>
              <a:xfrm flipV="1">
                <a:off x="6846611" y="3804394"/>
                <a:ext cx="113399" cy="923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7177" name="Group 1521"/>
              <p:cNvGrpSpPr>
                <a:grpSpLocks/>
              </p:cNvGrpSpPr>
              <p:nvPr/>
            </p:nvGrpSpPr>
            <p:grpSpPr bwMode="auto">
              <a:xfrm>
                <a:off x="6400318" y="3137421"/>
                <a:ext cx="559121" cy="92788"/>
                <a:chOff x="6582044" y="2846082"/>
                <a:chExt cx="559121" cy="92788"/>
              </a:xfrm>
            </p:grpSpPr>
            <p:cxnSp>
              <p:nvCxnSpPr>
                <p:cNvPr id="1550" name="Straight Connector 1549"/>
                <p:cNvCxnSpPr/>
                <p:nvPr/>
              </p:nvCxnSpPr>
              <p:spPr>
                <a:xfrm flipV="1">
                  <a:off x="7028337" y="2846059"/>
                  <a:ext cx="113399" cy="923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1" name="Straight Connector 1550"/>
                <p:cNvCxnSpPr/>
                <p:nvPr/>
              </p:nvCxnSpPr>
              <p:spPr>
                <a:xfrm flipV="1">
                  <a:off x="6580709" y="2938436"/>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178" name="Group 1522"/>
              <p:cNvGrpSpPr>
                <a:grpSpLocks/>
              </p:cNvGrpSpPr>
              <p:nvPr/>
            </p:nvGrpSpPr>
            <p:grpSpPr bwMode="auto">
              <a:xfrm>
                <a:off x="6399838" y="3203285"/>
                <a:ext cx="559121" cy="92788"/>
                <a:chOff x="6582044" y="2846082"/>
                <a:chExt cx="559121" cy="92788"/>
              </a:xfrm>
            </p:grpSpPr>
            <p:cxnSp>
              <p:nvCxnSpPr>
                <p:cNvPr id="1548" name="Straight Connector 1547"/>
                <p:cNvCxnSpPr/>
                <p:nvPr/>
              </p:nvCxnSpPr>
              <p:spPr>
                <a:xfrm flipV="1">
                  <a:off x="7028817" y="2845955"/>
                  <a:ext cx="113399" cy="923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9" name="Straight Connector 1548"/>
                <p:cNvCxnSpPr/>
                <p:nvPr/>
              </p:nvCxnSpPr>
              <p:spPr>
                <a:xfrm flipV="1">
                  <a:off x="6581189" y="2938331"/>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179" name="Group 1523"/>
              <p:cNvGrpSpPr>
                <a:grpSpLocks/>
              </p:cNvGrpSpPr>
              <p:nvPr/>
            </p:nvGrpSpPr>
            <p:grpSpPr bwMode="auto">
              <a:xfrm>
                <a:off x="6399358" y="3269149"/>
                <a:ext cx="559121" cy="92788"/>
                <a:chOff x="6582044" y="2846082"/>
                <a:chExt cx="559121" cy="92788"/>
              </a:xfrm>
            </p:grpSpPr>
            <p:cxnSp>
              <p:nvCxnSpPr>
                <p:cNvPr id="1546" name="Straight Connector 1545"/>
                <p:cNvCxnSpPr/>
                <p:nvPr/>
              </p:nvCxnSpPr>
              <p:spPr>
                <a:xfrm flipV="1">
                  <a:off x="7026313" y="2845851"/>
                  <a:ext cx="113399" cy="923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7" name="Straight Connector 1546"/>
                <p:cNvCxnSpPr/>
                <p:nvPr/>
              </p:nvCxnSpPr>
              <p:spPr>
                <a:xfrm flipV="1">
                  <a:off x="6581670" y="2938228"/>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180" name="Group 1524"/>
              <p:cNvGrpSpPr>
                <a:grpSpLocks/>
              </p:cNvGrpSpPr>
              <p:nvPr/>
            </p:nvGrpSpPr>
            <p:grpSpPr bwMode="auto">
              <a:xfrm>
                <a:off x="6398878" y="3335013"/>
                <a:ext cx="559121" cy="92788"/>
                <a:chOff x="6582044" y="2846082"/>
                <a:chExt cx="559121" cy="92788"/>
              </a:xfrm>
            </p:grpSpPr>
            <p:cxnSp>
              <p:nvCxnSpPr>
                <p:cNvPr id="1544" name="Straight Connector 1543"/>
                <p:cNvCxnSpPr/>
                <p:nvPr/>
              </p:nvCxnSpPr>
              <p:spPr>
                <a:xfrm flipV="1">
                  <a:off x="7026792" y="2845748"/>
                  <a:ext cx="113399" cy="923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5" name="Straight Connector 1544"/>
                <p:cNvCxnSpPr/>
                <p:nvPr/>
              </p:nvCxnSpPr>
              <p:spPr>
                <a:xfrm flipV="1">
                  <a:off x="6582149" y="2938124"/>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181" name="Group 1525"/>
              <p:cNvGrpSpPr>
                <a:grpSpLocks/>
              </p:cNvGrpSpPr>
              <p:nvPr/>
            </p:nvGrpSpPr>
            <p:grpSpPr bwMode="auto">
              <a:xfrm>
                <a:off x="6398398" y="3400877"/>
                <a:ext cx="559121" cy="92788"/>
                <a:chOff x="6582044" y="2846082"/>
                <a:chExt cx="559121" cy="92788"/>
              </a:xfrm>
            </p:grpSpPr>
            <p:cxnSp>
              <p:nvCxnSpPr>
                <p:cNvPr id="1542" name="Straight Connector 1541"/>
                <p:cNvCxnSpPr/>
                <p:nvPr/>
              </p:nvCxnSpPr>
              <p:spPr>
                <a:xfrm flipV="1">
                  <a:off x="7027272" y="2845643"/>
                  <a:ext cx="113399" cy="892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3" name="Straight Connector 1542"/>
                <p:cNvCxnSpPr/>
                <p:nvPr/>
              </p:nvCxnSpPr>
              <p:spPr>
                <a:xfrm flipV="1">
                  <a:off x="6582629" y="2934888"/>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182" name="Group 1526"/>
              <p:cNvGrpSpPr>
                <a:grpSpLocks/>
              </p:cNvGrpSpPr>
              <p:nvPr/>
            </p:nvGrpSpPr>
            <p:grpSpPr bwMode="auto">
              <a:xfrm>
                <a:off x="6397918" y="3466741"/>
                <a:ext cx="559121" cy="92788"/>
                <a:chOff x="6582044" y="2846082"/>
                <a:chExt cx="559121" cy="92788"/>
              </a:xfrm>
            </p:grpSpPr>
            <p:cxnSp>
              <p:nvCxnSpPr>
                <p:cNvPr id="1540" name="Straight Connector 1539"/>
                <p:cNvCxnSpPr/>
                <p:nvPr/>
              </p:nvCxnSpPr>
              <p:spPr>
                <a:xfrm flipV="1">
                  <a:off x="7027753" y="2845540"/>
                  <a:ext cx="113399" cy="939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1" name="Straight Connector 1540"/>
                <p:cNvCxnSpPr/>
                <p:nvPr/>
              </p:nvCxnSpPr>
              <p:spPr>
                <a:xfrm flipV="1">
                  <a:off x="6583110" y="2939482"/>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183" name="Group 1527"/>
              <p:cNvGrpSpPr>
                <a:grpSpLocks/>
              </p:cNvGrpSpPr>
              <p:nvPr/>
            </p:nvGrpSpPr>
            <p:grpSpPr bwMode="auto">
              <a:xfrm>
                <a:off x="6397438" y="3532605"/>
                <a:ext cx="559121" cy="92788"/>
                <a:chOff x="6582044" y="2846082"/>
                <a:chExt cx="559121" cy="92788"/>
              </a:xfrm>
            </p:grpSpPr>
            <p:cxnSp>
              <p:nvCxnSpPr>
                <p:cNvPr id="1538" name="Straight Connector 1537"/>
                <p:cNvCxnSpPr/>
                <p:nvPr/>
              </p:nvCxnSpPr>
              <p:spPr>
                <a:xfrm flipV="1">
                  <a:off x="7028232" y="2845436"/>
                  <a:ext cx="113399" cy="939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9" name="Straight Connector 1538"/>
                <p:cNvCxnSpPr/>
                <p:nvPr/>
              </p:nvCxnSpPr>
              <p:spPr>
                <a:xfrm flipV="1">
                  <a:off x="6580604" y="2939379"/>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184" name="Group 1528"/>
              <p:cNvGrpSpPr>
                <a:grpSpLocks/>
              </p:cNvGrpSpPr>
              <p:nvPr/>
            </p:nvGrpSpPr>
            <p:grpSpPr bwMode="auto">
              <a:xfrm>
                <a:off x="6396958" y="3598469"/>
                <a:ext cx="559121" cy="92788"/>
                <a:chOff x="6582044" y="2846082"/>
                <a:chExt cx="559121" cy="92788"/>
              </a:xfrm>
            </p:grpSpPr>
            <p:cxnSp>
              <p:nvCxnSpPr>
                <p:cNvPr id="1536" name="Straight Connector 1535"/>
                <p:cNvCxnSpPr/>
                <p:nvPr/>
              </p:nvCxnSpPr>
              <p:spPr>
                <a:xfrm flipV="1">
                  <a:off x="7028711" y="2845332"/>
                  <a:ext cx="113399" cy="939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7" name="Straight Connector 1536"/>
                <p:cNvCxnSpPr/>
                <p:nvPr/>
              </p:nvCxnSpPr>
              <p:spPr>
                <a:xfrm flipV="1">
                  <a:off x="6581083" y="2939275"/>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185" name="Group 1529"/>
              <p:cNvGrpSpPr>
                <a:grpSpLocks/>
              </p:cNvGrpSpPr>
              <p:nvPr/>
            </p:nvGrpSpPr>
            <p:grpSpPr bwMode="auto">
              <a:xfrm>
                <a:off x="6396478" y="3664333"/>
                <a:ext cx="559121" cy="92788"/>
                <a:chOff x="6582044" y="2846082"/>
                <a:chExt cx="559121" cy="92788"/>
              </a:xfrm>
            </p:grpSpPr>
            <p:cxnSp>
              <p:nvCxnSpPr>
                <p:cNvPr id="1534" name="Straight Connector 1533"/>
                <p:cNvCxnSpPr/>
                <p:nvPr/>
              </p:nvCxnSpPr>
              <p:spPr>
                <a:xfrm flipV="1">
                  <a:off x="7026209" y="2846793"/>
                  <a:ext cx="107431" cy="923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5" name="Straight Connector 1534"/>
                <p:cNvCxnSpPr/>
                <p:nvPr/>
              </p:nvCxnSpPr>
              <p:spPr>
                <a:xfrm flipV="1">
                  <a:off x="6581565" y="2939171"/>
                  <a:ext cx="4506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186" name="Group 1530"/>
              <p:cNvGrpSpPr>
                <a:grpSpLocks/>
              </p:cNvGrpSpPr>
              <p:nvPr/>
            </p:nvGrpSpPr>
            <p:grpSpPr bwMode="auto">
              <a:xfrm>
                <a:off x="6395998" y="3730197"/>
                <a:ext cx="559121" cy="92788"/>
                <a:chOff x="6582044" y="2846082"/>
                <a:chExt cx="559121" cy="92788"/>
              </a:xfrm>
            </p:grpSpPr>
            <p:cxnSp>
              <p:nvCxnSpPr>
                <p:cNvPr id="1532" name="Straight Connector 1531"/>
                <p:cNvCxnSpPr/>
                <p:nvPr/>
              </p:nvCxnSpPr>
              <p:spPr>
                <a:xfrm flipV="1">
                  <a:off x="7026689" y="2846690"/>
                  <a:ext cx="113399" cy="923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3" name="Straight Connector 1532"/>
                <p:cNvCxnSpPr/>
                <p:nvPr/>
              </p:nvCxnSpPr>
              <p:spPr>
                <a:xfrm flipV="1">
                  <a:off x="6582044" y="2939067"/>
                  <a:ext cx="4506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7150" name="Group 1494"/>
            <p:cNvGrpSpPr>
              <a:grpSpLocks/>
            </p:cNvGrpSpPr>
            <p:nvPr/>
          </p:nvGrpSpPr>
          <p:grpSpPr bwMode="auto">
            <a:xfrm>
              <a:off x="6280049" y="2055335"/>
              <a:ext cx="731610" cy="920732"/>
              <a:chOff x="6280049" y="2055335"/>
              <a:chExt cx="731610" cy="920732"/>
            </a:xfrm>
          </p:grpSpPr>
          <p:grpSp>
            <p:nvGrpSpPr>
              <p:cNvPr id="207151" name="Group 1495"/>
              <p:cNvGrpSpPr>
                <a:grpSpLocks/>
              </p:cNvGrpSpPr>
              <p:nvPr/>
            </p:nvGrpSpPr>
            <p:grpSpPr bwMode="auto">
              <a:xfrm>
                <a:off x="6280049" y="2055335"/>
                <a:ext cx="680752" cy="139401"/>
                <a:chOff x="5414286" y="2921098"/>
                <a:chExt cx="680752" cy="139401"/>
              </a:xfrm>
            </p:grpSpPr>
            <p:sp>
              <p:nvSpPr>
                <p:cNvPr id="1510" name="Rectangle 188"/>
                <p:cNvSpPr>
                  <a:spLocks noChangeArrowheads="1"/>
                </p:cNvSpPr>
                <p:nvPr/>
              </p:nvSpPr>
              <p:spPr bwMode="auto">
                <a:xfrm>
                  <a:off x="5415186" y="2996253"/>
                  <a:ext cx="549876" cy="64195"/>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11" name="AutoShape 189"/>
                <p:cNvSpPr>
                  <a:spLocks noChangeArrowheads="1"/>
                </p:cNvSpPr>
                <p:nvPr/>
              </p:nvSpPr>
              <p:spPr bwMode="auto">
                <a:xfrm>
                  <a:off x="5415186" y="2921098"/>
                  <a:ext cx="675352" cy="78286"/>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12" name="Freeform 190"/>
                <p:cNvSpPr>
                  <a:spLocks/>
                </p:cNvSpPr>
                <p:nvPr/>
              </p:nvSpPr>
              <p:spPr bwMode="auto">
                <a:xfrm>
                  <a:off x="5968754" y="2922664"/>
                  <a:ext cx="125475" cy="137783"/>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13" name="Freeform 191"/>
                <p:cNvSpPr>
                  <a:spLocks/>
                </p:cNvSpPr>
                <p:nvPr/>
              </p:nvSpPr>
              <p:spPr bwMode="auto">
                <a:xfrm>
                  <a:off x="5500065" y="2936755"/>
                  <a:ext cx="524044" cy="45406"/>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14" name="Freeform 192"/>
                <p:cNvSpPr>
                  <a:spLocks/>
                </p:cNvSpPr>
                <p:nvPr/>
              </p:nvSpPr>
              <p:spPr bwMode="auto">
                <a:xfrm>
                  <a:off x="5621851" y="2933624"/>
                  <a:ext cx="302617" cy="53235"/>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497" name="Straight Connector 1496"/>
              <p:cNvCxnSpPr/>
              <p:nvPr/>
            </p:nvCxnSpPr>
            <p:spPr>
              <a:xfrm flipH="1">
                <a:off x="6996897" y="2125793"/>
                <a:ext cx="11070" cy="84392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8" name="Straight Connector 1497"/>
              <p:cNvCxnSpPr/>
              <p:nvPr/>
            </p:nvCxnSpPr>
            <p:spPr>
              <a:xfrm>
                <a:off x="6875111" y="2304284"/>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9" name="Straight Connector 1498"/>
              <p:cNvCxnSpPr/>
              <p:nvPr/>
            </p:nvCxnSpPr>
            <p:spPr>
              <a:xfrm>
                <a:off x="6871422" y="2368478"/>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0" name="Straight Connector 1499"/>
              <p:cNvCxnSpPr/>
              <p:nvPr/>
            </p:nvCxnSpPr>
            <p:spPr>
              <a:xfrm>
                <a:off x="6871422" y="2445199"/>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1" name="Straight Connector 1500"/>
              <p:cNvCxnSpPr/>
              <p:nvPr/>
            </p:nvCxnSpPr>
            <p:spPr>
              <a:xfrm>
                <a:off x="6867730" y="2509393"/>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2" name="Straight Connector 1501"/>
              <p:cNvCxnSpPr/>
              <p:nvPr/>
            </p:nvCxnSpPr>
            <p:spPr>
              <a:xfrm>
                <a:off x="6864041" y="2570456"/>
                <a:ext cx="1402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3" name="Straight Connector 1502"/>
              <p:cNvCxnSpPr/>
              <p:nvPr/>
            </p:nvCxnSpPr>
            <p:spPr>
              <a:xfrm>
                <a:off x="6864041" y="2637782"/>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4" name="Straight Connector 1503"/>
              <p:cNvCxnSpPr/>
              <p:nvPr/>
            </p:nvCxnSpPr>
            <p:spPr>
              <a:xfrm>
                <a:off x="6860349" y="2706673"/>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5" name="Straight Connector 1504"/>
              <p:cNvCxnSpPr/>
              <p:nvPr/>
            </p:nvCxnSpPr>
            <p:spPr>
              <a:xfrm>
                <a:off x="6867730" y="2775565"/>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6" name="Straight Connector 1505"/>
              <p:cNvCxnSpPr/>
              <p:nvPr/>
            </p:nvCxnSpPr>
            <p:spPr>
              <a:xfrm>
                <a:off x="6871422" y="2842891"/>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7" name="Straight Connector 1506"/>
              <p:cNvCxnSpPr/>
              <p:nvPr/>
            </p:nvCxnSpPr>
            <p:spPr>
              <a:xfrm>
                <a:off x="6871422" y="2911782"/>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8" name="Straight Connector 1507"/>
              <p:cNvCxnSpPr/>
              <p:nvPr/>
            </p:nvCxnSpPr>
            <p:spPr>
              <a:xfrm>
                <a:off x="6875111" y="2975976"/>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9" name="Straight Connector 1508"/>
              <p:cNvCxnSpPr/>
              <p:nvPr/>
            </p:nvCxnSpPr>
            <p:spPr>
              <a:xfrm flipH="1">
                <a:off x="6875111" y="2132056"/>
                <a:ext cx="136548"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6899" name="Group 1316"/>
          <p:cNvGrpSpPr>
            <a:grpSpLocks/>
          </p:cNvGrpSpPr>
          <p:nvPr/>
        </p:nvGrpSpPr>
        <p:grpSpPr bwMode="auto">
          <a:xfrm>
            <a:off x="5675313" y="5207000"/>
            <a:ext cx="330200" cy="1031875"/>
            <a:chOff x="6240352" y="2055335"/>
            <a:chExt cx="771307" cy="1017716"/>
          </a:xfrm>
        </p:grpSpPr>
        <p:grpSp>
          <p:nvGrpSpPr>
            <p:cNvPr id="207091" name="Group 1435"/>
            <p:cNvGrpSpPr>
              <a:grpSpLocks/>
            </p:cNvGrpSpPr>
            <p:nvPr/>
          </p:nvGrpSpPr>
          <p:grpSpPr bwMode="auto">
            <a:xfrm>
              <a:off x="6240352" y="2235573"/>
              <a:ext cx="697981" cy="837478"/>
              <a:chOff x="6395998" y="3062424"/>
              <a:chExt cx="564403" cy="837478"/>
            </a:xfrm>
          </p:grpSpPr>
          <p:sp>
            <p:nvSpPr>
              <p:cNvPr id="1457" name="Rectangle 1456"/>
              <p:cNvSpPr/>
              <p:nvPr/>
            </p:nvSpPr>
            <p:spPr>
              <a:xfrm>
                <a:off x="6509942" y="3062244"/>
                <a:ext cx="446781" cy="74215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458" name="Straight Connector 1457"/>
              <p:cNvCxnSpPr/>
              <p:nvPr/>
            </p:nvCxnSpPr>
            <p:spPr>
              <a:xfrm flipV="1">
                <a:off x="6845779" y="3062244"/>
                <a:ext cx="113944" cy="923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59" name="Rectangle 1458"/>
              <p:cNvSpPr/>
              <p:nvPr/>
            </p:nvSpPr>
            <p:spPr>
              <a:xfrm>
                <a:off x="6476958" y="3071638"/>
                <a:ext cx="131936" cy="11586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460" name="Straight Connector 1459"/>
              <p:cNvCxnSpPr/>
              <p:nvPr/>
            </p:nvCxnSpPr>
            <p:spPr>
              <a:xfrm flipV="1">
                <a:off x="6395998" y="3062244"/>
                <a:ext cx="113944" cy="923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61" name="Rectangle 1460"/>
              <p:cNvSpPr/>
              <p:nvPr/>
            </p:nvSpPr>
            <p:spPr>
              <a:xfrm>
                <a:off x="6815793" y="3702622"/>
                <a:ext cx="131936" cy="11586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62" name="Rectangle 1461"/>
              <p:cNvSpPr/>
              <p:nvPr/>
            </p:nvSpPr>
            <p:spPr>
              <a:xfrm>
                <a:off x="6404993" y="3157752"/>
                <a:ext cx="443783" cy="74215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463" name="Straight Connector 1462"/>
              <p:cNvCxnSpPr/>
              <p:nvPr/>
            </p:nvCxnSpPr>
            <p:spPr>
              <a:xfrm flipV="1">
                <a:off x="6848776" y="3804394"/>
                <a:ext cx="110947" cy="923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7119" name="Group 1463"/>
              <p:cNvGrpSpPr>
                <a:grpSpLocks/>
              </p:cNvGrpSpPr>
              <p:nvPr/>
            </p:nvGrpSpPr>
            <p:grpSpPr bwMode="auto">
              <a:xfrm>
                <a:off x="6400318" y="3137421"/>
                <a:ext cx="559121" cy="92788"/>
                <a:chOff x="6582044" y="2846082"/>
                <a:chExt cx="559121" cy="92788"/>
              </a:xfrm>
            </p:grpSpPr>
            <p:cxnSp>
              <p:nvCxnSpPr>
                <p:cNvPr id="1492" name="Straight Connector 1491"/>
                <p:cNvCxnSpPr/>
                <p:nvPr/>
              </p:nvCxnSpPr>
              <p:spPr>
                <a:xfrm flipV="1">
                  <a:off x="7027504" y="2846059"/>
                  <a:ext cx="113944" cy="923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3" name="Straight Connector 1492"/>
                <p:cNvCxnSpPr/>
                <p:nvPr/>
              </p:nvCxnSpPr>
              <p:spPr>
                <a:xfrm flipV="1">
                  <a:off x="6580722" y="2938436"/>
                  <a:ext cx="4527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120" name="Group 1464"/>
              <p:cNvGrpSpPr>
                <a:grpSpLocks/>
              </p:cNvGrpSpPr>
              <p:nvPr/>
            </p:nvGrpSpPr>
            <p:grpSpPr bwMode="auto">
              <a:xfrm>
                <a:off x="6399838" y="3203285"/>
                <a:ext cx="559121" cy="92788"/>
                <a:chOff x="6582044" y="2846082"/>
                <a:chExt cx="559121" cy="92788"/>
              </a:xfrm>
            </p:grpSpPr>
            <p:cxnSp>
              <p:nvCxnSpPr>
                <p:cNvPr id="1490" name="Straight Connector 1489"/>
                <p:cNvCxnSpPr/>
                <p:nvPr/>
              </p:nvCxnSpPr>
              <p:spPr>
                <a:xfrm flipV="1">
                  <a:off x="7027984" y="2845955"/>
                  <a:ext cx="113944" cy="923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1" name="Straight Connector 1490"/>
                <p:cNvCxnSpPr/>
                <p:nvPr/>
              </p:nvCxnSpPr>
              <p:spPr>
                <a:xfrm flipV="1">
                  <a:off x="6581202" y="2938331"/>
                  <a:ext cx="4527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121" name="Group 1465"/>
              <p:cNvGrpSpPr>
                <a:grpSpLocks/>
              </p:cNvGrpSpPr>
              <p:nvPr/>
            </p:nvGrpSpPr>
            <p:grpSpPr bwMode="auto">
              <a:xfrm>
                <a:off x="6399358" y="3269149"/>
                <a:ext cx="559121" cy="92788"/>
                <a:chOff x="6582044" y="2846082"/>
                <a:chExt cx="559121" cy="92788"/>
              </a:xfrm>
            </p:grpSpPr>
            <p:cxnSp>
              <p:nvCxnSpPr>
                <p:cNvPr id="1488" name="Straight Connector 1487"/>
                <p:cNvCxnSpPr/>
                <p:nvPr/>
              </p:nvCxnSpPr>
              <p:spPr>
                <a:xfrm flipV="1">
                  <a:off x="7028464" y="2845851"/>
                  <a:ext cx="104948" cy="923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9" name="Straight Connector 1488"/>
                <p:cNvCxnSpPr/>
                <p:nvPr/>
              </p:nvCxnSpPr>
              <p:spPr>
                <a:xfrm flipV="1">
                  <a:off x="6581681" y="2938228"/>
                  <a:ext cx="4527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122" name="Group 1466"/>
              <p:cNvGrpSpPr>
                <a:grpSpLocks/>
              </p:cNvGrpSpPr>
              <p:nvPr/>
            </p:nvGrpSpPr>
            <p:grpSpPr bwMode="auto">
              <a:xfrm>
                <a:off x="6398878" y="3335013"/>
                <a:ext cx="559121" cy="92788"/>
                <a:chOff x="6582044" y="2846082"/>
                <a:chExt cx="559121" cy="92788"/>
              </a:xfrm>
            </p:grpSpPr>
            <p:cxnSp>
              <p:nvCxnSpPr>
                <p:cNvPr id="1486" name="Straight Connector 1485"/>
                <p:cNvCxnSpPr/>
                <p:nvPr/>
              </p:nvCxnSpPr>
              <p:spPr>
                <a:xfrm flipV="1">
                  <a:off x="7028943" y="2845748"/>
                  <a:ext cx="110945" cy="923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7" name="Straight Connector 1486"/>
                <p:cNvCxnSpPr/>
                <p:nvPr/>
              </p:nvCxnSpPr>
              <p:spPr>
                <a:xfrm flipV="1">
                  <a:off x="6582161" y="2938124"/>
                  <a:ext cx="4527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123" name="Group 1467"/>
              <p:cNvGrpSpPr>
                <a:grpSpLocks/>
              </p:cNvGrpSpPr>
              <p:nvPr/>
            </p:nvGrpSpPr>
            <p:grpSpPr bwMode="auto">
              <a:xfrm>
                <a:off x="6398398" y="3400877"/>
                <a:ext cx="559121" cy="92788"/>
                <a:chOff x="6582044" y="2846082"/>
                <a:chExt cx="559121" cy="92788"/>
              </a:xfrm>
            </p:grpSpPr>
            <p:cxnSp>
              <p:nvCxnSpPr>
                <p:cNvPr id="1484" name="Straight Connector 1483"/>
                <p:cNvCxnSpPr/>
                <p:nvPr/>
              </p:nvCxnSpPr>
              <p:spPr>
                <a:xfrm flipV="1">
                  <a:off x="7029423" y="2845643"/>
                  <a:ext cx="110945" cy="892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5" name="Straight Connector 1484"/>
                <p:cNvCxnSpPr/>
                <p:nvPr/>
              </p:nvCxnSpPr>
              <p:spPr>
                <a:xfrm flipV="1">
                  <a:off x="6582641" y="2934888"/>
                  <a:ext cx="4527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124" name="Group 1468"/>
              <p:cNvGrpSpPr>
                <a:grpSpLocks/>
              </p:cNvGrpSpPr>
              <p:nvPr/>
            </p:nvGrpSpPr>
            <p:grpSpPr bwMode="auto">
              <a:xfrm>
                <a:off x="6397918" y="3466741"/>
                <a:ext cx="559121" cy="92788"/>
                <a:chOff x="6582044" y="2846082"/>
                <a:chExt cx="559121" cy="92788"/>
              </a:xfrm>
            </p:grpSpPr>
            <p:cxnSp>
              <p:nvCxnSpPr>
                <p:cNvPr id="1482" name="Straight Connector 1481"/>
                <p:cNvCxnSpPr/>
                <p:nvPr/>
              </p:nvCxnSpPr>
              <p:spPr>
                <a:xfrm flipV="1">
                  <a:off x="7029905" y="2845540"/>
                  <a:ext cx="110945" cy="939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3" name="Straight Connector 1482"/>
                <p:cNvCxnSpPr/>
                <p:nvPr/>
              </p:nvCxnSpPr>
              <p:spPr>
                <a:xfrm flipV="1">
                  <a:off x="6583123" y="2939482"/>
                  <a:ext cx="45277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125" name="Group 1469"/>
              <p:cNvGrpSpPr>
                <a:grpSpLocks/>
              </p:cNvGrpSpPr>
              <p:nvPr/>
            </p:nvGrpSpPr>
            <p:grpSpPr bwMode="auto">
              <a:xfrm>
                <a:off x="6397438" y="3532605"/>
                <a:ext cx="559121" cy="92788"/>
                <a:chOff x="6582044" y="2846082"/>
                <a:chExt cx="559121" cy="92788"/>
              </a:xfrm>
            </p:grpSpPr>
            <p:cxnSp>
              <p:nvCxnSpPr>
                <p:cNvPr id="1480" name="Straight Connector 1479"/>
                <p:cNvCxnSpPr/>
                <p:nvPr/>
              </p:nvCxnSpPr>
              <p:spPr>
                <a:xfrm flipV="1">
                  <a:off x="7027385" y="2845436"/>
                  <a:ext cx="113944" cy="939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1" name="Straight Connector 1480"/>
                <p:cNvCxnSpPr/>
                <p:nvPr/>
              </p:nvCxnSpPr>
              <p:spPr>
                <a:xfrm flipV="1">
                  <a:off x="6580605" y="2939379"/>
                  <a:ext cx="4527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126" name="Group 1470"/>
              <p:cNvGrpSpPr>
                <a:grpSpLocks/>
              </p:cNvGrpSpPr>
              <p:nvPr/>
            </p:nvGrpSpPr>
            <p:grpSpPr bwMode="auto">
              <a:xfrm>
                <a:off x="6396958" y="3598469"/>
                <a:ext cx="559121" cy="92788"/>
                <a:chOff x="6582044" y="2846082"/>
                <a:chExt cx="559121" cy="92788"/>
              </a:xfrm>
            </p:grpSpPr>
            <p:cxnSp>
              <p:nvCxnSpPr>
                <p:cNvPr id="1478" name="Straight Connector 1477"/>
                <p:cNvCxnSpPr/>
                <p:nvPr/>
              </p:nvCxnSpPr>
              <p:spPr>
                <a:xfrm flipV="1">
                  <a:off x="7027865" y="2845332"/>
                  <a:ext cx="113944" cy="939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9" name="Straight Connector 1478"/>
                <p:cNvCxnSpPr/>
                <p:nvPr/>
              </p:nvCxnSpPr>
              <p:spPr>
                <a:xfrm flipV="1">
                  <a:off x="6581084" y="2939275"/>
                  <a:ext cx="4527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127" name="Group 1471"/>
              <p:cNvGrpSpPr>
                <a:grpSpLocks/>
              </p:cNvGrpSpPr>
              <p:nvPr/>
            </p:nvGrpSpPr>
            <p:grpSpPr bwMode="auto">
              <a:xfrm>
                <a:off x="6396478" y="3664333"/>
                <a:ext cx="559121" cy="92788"/>
                <a:chOff x="6582044" y="2846082"/>
                <a:chExt cx="559121" cy="92788"/>
              </a:xfrm>
            </p:grpSpPr>
            <p:cxnSp>
              <p:nvCxnSpPr>
                <p:cNvPr id="1476" name="Straight Connector 1475"/>
                <p:cNvCxnSpPr/>
                <p:nvPr/>
              </p:nvCxnSpPr>
              <p:spPr>
                <a:xfrm flipV="1">
                  <a:off x="7022348" y="2846793"/>
                  <a:ext cx="110947" cy="923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7" name="Straight Connector 1476"/>
                <p:cNvCxnSpPr/>
                <p:nvPr/>
              </p:nvCxnSpPr>
              <p:spPr>
                <a:xfrm flipV="1">
                  <a:off x="6581564" y="2939171"/>
                  <a:ext cx="4467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128" name="Group 1472"/>
              <p:cNvGrpSpPr>
                <a:grpSpLocks/>
              </p:cNvGrpSpPr>
              <p:nvPr/>
            </p:nvGrpSpPr>
            <p:grpSpPr bwMode="auto">
              <a:xfrm>
                <a:off x="6395998" y="3730197"/>
                <a:ext cx="559121" cy="92788"/>
                <a:chOff x="6582044" y="2846082"/>
                <a:chExt cx="559121" cy="92788"/>
              </a:xfrm>
            </p:grpSpPr>
            <p:cxnSp>
              <p:nvCxnSpPr>
                <p:cNvPr id="1474" name="Straight Connector 1473"/>
                <p:cNvCxnSpPr/>
                <p:nvPr/>
              </p:nvCxnSpPr>
              <p:spPr>
                <a:xfrm flipV="1">
                  <a:off x="7028824" y="2846690"/>
                  <a:ext cx="110947" cy="923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5" name="Straight Connector 1474"/>
                <p:cNvCxnSpPr/>
                <p:nvPr/>
              </p:nvCxnSpPr>
              <p:spPr>
                <a:xfrm flipV="1">
                  <a:off x="6582044" y="2939067"/>
                  <a:ext cx="45277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7092" name="Group 1436"/>
            <p:cNvGrpSpPr>
              <a:grpSpLocks/>
            </p:cNvGrpSpPr>
            <p:nvPr/>
          </p:nvGrpSpPr>
          <p:grpSpPr bwMode="auto">
            <a:xfrm>
              <a:off x="6280049" y="2055335"/>
              <a:ext cx="731610" cy="920732"/>
              <a:chOff x="6280049" y="2055335"/>
              <a:chExt cx="731610" cy="920732"/>
            </a:xfrm>
          </p:grpSpPr>
          <p:grpSp>
            <p:nvGrpSpPr>
              <p:cNvPr id="207093" name="Group 1437"/>
              <p:cNvGrpSpPr>
                <a:grpSpLocks/>
              </p:cNvGrpSpPr>
              <p:nvPr/>
            </p:nvGrpSpPr>
            <p:grpSpPr bwMode="auto">
              <a:xfrm>
                <a:off x="6280049" y="2055335"/>
                <a:ext cx="680752" cy="139401"/>
                <a:chOff x="5414286" y="2921098"/>
                <a:chExt cx="680752" cy="139401"/>
              </a:xfrm>
            </p:grpSpPr>
            <p:sp>
              <p:nvSpPr>
                <p:cNvPr id="1452" name="Rectangle 188"/>
                <p:cNvSpPr>
                  <a:spLocks noChangeArrowheads="1"/>
                </p:cNvSpPr>
                <p:nvPr/>
              </p:nvSpPr>
              <p:spPr bwMode="auto">
                <a:xfrm>
                  <a:off x="5415379" y="2996253"/>
                  <a:ext cx="548815" cy="64195"/>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53" name="AutoShape 189"/>
                <p:cNvSpPr>
                  <a:spLocks noChangeArrowheads="1"/>
                </p:cNvSpPr>
                <p:nvPr/>
              </p:nvSpPr>
              <p:spPr bwMode="auto">
                <a:xfrm>
                  <a:off x="5415379" y="2921098"/>
                  <a:ext cx="674894" cy="78286"/>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54" name="Freeform 190"/>
                <p:cNvSpPr>
                  <a:spLocks/>
                </p:cNvSpPr>
                <p:nvPr/>
              </p:nvSpPr>
              <p:spPr bwMode="auto">
                <a:xfrm>
                  <a:off x="5971610" y="2922664"/>
                  <a:ext cx="122372" cy="137783"/>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55" name="Freeform 191"/>
                <p:cNvSpPr>
                  <a:spLocks/>
                </p:cNvSpPr>
                <p:nvPr/>
              </p:nvSpPr>
              <p:spPr bwMode="auto">
                <a:xfrm>
                  <a:off x="5500669" y="2936755"/>
                  <a:ext cx="522856" cy="45406"/>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56" name="Freeform 192"/>
                <p:cNvSpPr>
                  <a:spLocks/>
                </p:cNvSpPr>
                <p:nvPr/>
              </p:nvSpPr>
              <p:spPr bwMode="auto">
                <a:xfrm>
                  <a:off x="5623039" y="2933624"/>
                  <a:ext cx="300366" cy="53235"/>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439" name="Straight Connector 1438"/>
              <p:cNvCxnSpPr/>
              <p:nvPr/>
            </p:nvCxnSpPr>
            <p:spPr>
              <a:xfrm flipH="1">
                <a:off x="6996826" y="2125793"/>
                <a:ext cx="11123" cy="84392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0" name="Straight Connector 1439"/>
              <p:cNvCxnSpPr/>
              <p:nvPr/>
            </p:nvCxnSpPr>
            <p:spPr>
              <a:xfrm>
                <a:off x="6874454" y="2304284"/>
                <a:ext cx="1372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1" name="Straight Connector 1440"/>
              <p:cNvCxnSpPr/>
              <p:nvPr/>
            </p:nvCxnSpPr>
            <p:spPr>
              <a:xfrm>
                <a:off x="6870747" y="2368478"/>
                <a:ext cx="13720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2" name="Straight Connector 1441"/>
              <p:cNvCxnSpPr/>
              <p:nvPr/>
            </p:nvCxnSpPr>
            <p:spPr>
              <a:xfrm>
                <a:off x="6870747" y="2445199"/>
                <a:ext cx="13720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3" name="Straight Connector 1442"/>
              <p:cNvCxnSpPr/>
              <p:nvPr/>
            </p:nvCxnSpPr>
            <p:spPr>
              <a:xfrm>
                <a:off x="6867038" y="2509393"/>
                <a:ext cx="1372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4" name="Straight Connector 1443"/>
              <p:cNvCxnSpPr/>
              <p:nvPr/>
            </p:nvCxnSpPr>
            <p:spPr>
              <a:xfrm>
                <a:off x="6867038" y="2570456"/>
                <a:ext cx="1372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5" name="Straight Connector 1444"/>
              <p:cNvCxnSpPr/>
              <p:nvPr/>
            </p:nvCxnSpPr>
            <p:spPr>
              <a:xfrm>
                <a:off x="6863331" y="2637782"/>
                <a:ext cx="13720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6" name="Straight Connector 1445"/>
              <p:cNvCxnSpPr/>
              <p:nvPr/>
            </p:nvCxnSpPr>
            <p:spPr>
              <a:xfrm>
                <a:off x="6859622" y="2706673"/>
                <a:ext cx="1372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7" name="Straight Connector 1446"/>
              <p:cNvCxnSpPr/>
              <p:nvPr/>
            </p:nvCxnSpPr>
            <p:spPr>
              <a:xfrm>
                <a:off x="6867038" y="2775565"/>
                <a:ext cx="1372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8" name="Straight Connector 1447"/>
              <p:cNvCxnSpPr/>
              <p:nvPr/>
            </p:nvCxnSpPr>
            <p:spPr>
              <a:xfrm>
                <a:off x="6870747" y="2842891"/>
                <a:ext cx="13720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9" name="Straight Connector 1448"/>
              <p:cNvCxnSpPr/>
              <p:nvPr/>
            </p:nvCxnSpPr>
            <p:spPr>
              <a:xfrm>
                <a:off x="6870747" y="2911782"/>
                <a:ext cx="13720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0" name="Straight Connector 1449"/>
              <p:cNvCxnSpPr/>
              <p:nvPr/>
            </p:nvCxnSpPr>
            <p:spPr>
              <a:xfrm>
                <a:off x="6874454" y="2975976"/>
                <a:ext cx="13720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1" name="Straight Connector 1450"/>
              <p:cNvCxnSpPr/>
              <p:nvPr/>
            </p:nvCxnSpPr>
            <p:spPr>
              <a:xfrm flipH="1">
                <a:off x="6878164" y="2132056"/>
                <a:ext cx="133495"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6900" name="Group 1317"/>
          <p:cNvGrpSpPr>
            <a:grpSpLocks/>
          </p:cNvGrpSpPr>
          <p:nvPr/>
        </p:nvGrpSpPr>
        <p:grpSpPr bwMode="auto">
          <a:xfrm>
            <a:off x="6051550" y="5207000"/>
            <a:ext cx="331788" cy="1031875"/>
            <a:chOff x="6240352" y="2055335"/>
            <a:chExt cx="771307" cy="1017716"/>
          </a:xfrm>
        </p:grpSpPr>
        <p:grpSp>
          <p:nvGrpSpPr>
            <p:cNvPr id="207033" name="Group 1377"/>
            <p:cNvGrpSpPr>
              <a:grpSpLocks/>
            </p:cNvGrpSpPr>
            <p:nvPr/>
          </p:nvGrpSpPr>
          <p:grpSpPr bwMode="auto">
            <a:xfrm>
              <a:off x="6240352" y="2235573"/>
              <a:ext cx="697981" cy="837478"/>
              <a:chOff x="6395998" y="3062424"/>
              <a:chExt cx="564403" cy="837478"/>
            </a:xfrm>
          </p:grpSpPr>
          <p:sp>
            <p:nvSpPr>
              <p:cNvPr id="1399" name="Rectangle 1398"/>
              <p:cNvSpPr/>
              <p:nvPr/>
            </p:nvSpPr>
            <p:spPr>
              <a:xfrm>
                <a:off x="6509397" y="3062244"/>
                <a:ext cx="447628" cy="74215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400" name="Straight Connector 1399"/>
              <p:cNvCxnSpPr/>
              <p:nvPr/>
            </p:nvCxnSpPr>
            <p:spPr>
              <a:xfrm flipV="1">
                <a:off x="6846611" y="3062244"/>
                <a:ext cx="113399" cy="923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01" name="Rectangle 1400"/>
              <p:cNvSpPr/>
              <p:nvPr/>
            </p:nvSpPr>
            <p:spPr>
              <a:xfrm>
                <a:off x="6476572" y="3071638"/>
                <a:ext cx="131304" cy="11586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402" name="Straight Connector 1401"/>
              <p:cNvCxnSpPr/>
              <p:nvPr/>
            </p:nvCxnSpPr>
            <p:spPr>
              <a:xfrm flipV="1">
                <a:off x="6395998" y="3062244"/>
                <a:ext cx="113399" cy="923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03" name="Rectangle 1402"/>
              <p:cNvSpPr/>
              <p:nvPr/>
            </p:nvSpPr>
            <p:spPr>
              <a:xfrm>
                <a:off x="6816769" y="3702622"/>
                <a:ext cx="131304" cy="11586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04" name="Rectangle 1403"/>
              <p:cNvSpPr/>
              <p:nvPr/>
            </p:nvSpPr>
            <p:spPr>
              <a:xfrm>
                <a:off x="6404951" y="3157752"/>
                <a:ext cx="444643" cy="74215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405" name="Straight Connector 1404"/>
              <p:cNvCxnSpPr/>
              <p:nvPr/>
            </p:nvCxnSpPr>
            <p:spPr>
              <a:xfrm flipV="1">
                <a:off x="6846611" y="3804394"/>
                <a:ext cx="113399" cy="923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7061" name="Group 1405"/>
              <p:cNvGrpSpPr>
                <a:grpSpLocks/>
              </p:cNvGrpSpPr>
              <p:nvPr/>
            </p:nvGrpSpPr>
            <p:grpSpPr bwMode="auto">
              <a:xfrm>
                <a:off x="6400318" y="3137421"/>
                <a:ext cx="559121" cy="92788"/>
                <a:chOff x="6582044" y="2846082"/>
                <a:chExt cx="559121" cy="92788"/>
              </a:xfrm>
            </p:grpSpPr>
            <p:cxnSp>
              <p:nvCxnSpPr>
                <p:cNvPr id="1434" name="Straight Connector 1433"/>
                <p:cNvCxnSpPr/>
                <p:nvPr/>
              </p:nvCxnSpPr>
              <p:spPr>
                <a:xfrm flipV="1">
                  <a:off x="7028337" y="2846059"/>
                  <a:ext cx="113399" cy="923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5" name="Straight Connector 1434"/>
                <p:cNvCxnSpPr/>
                <p:nvPr/>
              </p:nvCxnSpPr>
              <p:spPr>
                <a:xfrm flipV="1">
                  <a:off x="6580709" y="2938436"/>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062" name="Group 1406"/>
              <p:cNvGrpSpPr>
                <a:grpSpLocks/>
              </p:cNvGrpSpPr>
              <p:nvPr/>
            </p:nvGrpSpPr>
            <p:grpSpPr bwMode="auto">
              <a:xfrm>
                <a:off x="6399838" y="3203285"/>
                <a:ext cx="559121" cy="92788"/>
                <a:chOff x="6582044" y="2846082"/>
                <a:chExt cx="559121" cy="92788"/>
              </a:xfrm>
            </p:grpSpPr>
            <p:cxnSp>
              <p:nvCxnSpPr>
                <p:cNvPr id="1432" name="Straight Connector 1431"/>
                <p:cNvCxnSpPr/>
                <p:nvPr/>
              </p:nvCxnSpPr>
              <p:spPr>
                <a:xfrm flipV="1">
                  <a:off x="7028817" y="2845955"/>
                  <a:ext cx="113399" cy="923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3" name="Straight Connector 1432"/>
                <p:cNvCxnSpPr/>
                <p:nvPr/>
              </p:nvCxnSpPr>
              <p:spPr>
                <a:xfrm flipV="1">
                  <a:off x="6581189" y="2938331"/>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063" name="Group 1407"/>
              <p:cNvGrpSpPr>
                <a:grpSpLocks/>
              </p:cNvGrpSpPr>
              <p:nvPr/>
            </p:nvGrpSpPr>
            <p:grpSpPr bwMode="auto">
              <a:xfrm>
                <a:off x="6399358" y="3269149"/>
                <a:ext cx="559121" cy="92788"/>
                <a:chOff x="6582044" y="2846082"/>
                <a:chExt cx="559121" cy="92788"/>
              </a:xfrm>
            </p:grpSpPr>
            <p:cxnSp>
              <p:nvCxnSpPr>
                <p:cNvPr id="1430" name="Straight Connector 1429"/>
                <p:cNvCxnSpPr/>
                <p:nvPr/>
              </p:nvCxnSpPr>
              <p:spPr>
                <a:xfrm flipV="1">
                  <a:off x="7026313" y="2845851"/>
                  <a:ext cx="113399" cy="923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1" name="Straight Connector 1430"/>
                <p:cNvCxnSpPr/>
                <p:nvPr/>
              </p:nvCxnSpPr>
              <p:spPr>
                <a:xfrm flipV="1">
                  <a:off x="6581670" y="2938228"/>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064" name="Group 1408"/>
              <p:cNvGrpSpPr>
                <a:grpSpLocks/>
              </p:cNvGrpSpPr>
              <p:nvPr/>
            </p:nvGrpSpPr>
            <p:grpSpPr bwMode="auto">
              <a:xfrm>
                <a:off x="6398878" y="3335013"/>
                <a:ext cx="559121" cy="92788"/>
                <a:chOff x="6582044" y="2846082"/>
                <a:chExt cx="559121" cy="92788"/>
              </a:xfrm>
            </p:grpSpPr>
            <p:cxnSp>
              <p:nvCxnSpPr>
                <p:cNvPr id="1428" name="Straight Connector 1427"/>
                <p:cNvCxnSpPr/>
                <p:nvPr/>
              </p:nvCxnSpPr>
              <p:spPr>
                <a:xfrm flipV="1">
                  <a:off x="7026792" y="2845748"/>
                  <a:ext cx="113399" cy="923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9" name="Straight Connector 1428"/>
                <p:cNvCxnSpPr/>
                <p:nvPr/>
              </p:nvCxnSpPr>
              <p:spPr>
                <a:xfrm flipV="1">
                  <a:off x="6582149" y="2938124"/>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065" name="Group 1409"/>
              <p:cNvGrpSpPr>
                <a:grpSpLocks/>
              </p:cNvGrpSpPr>
              <p:nvPr/>
            </p:nvGrpSpPr>
            <p:grpSpPr bwMode="auto">
              <a:xfrm>
                <a:off x="6398398" y="3400877"/>
                <a:ext cx="559121" cy="92788"/>
                <a:chOff x="6582044" y="2846082"/>
                <a:chExt cx="559121" cy="92788"/>
              </a:xfrm>
            </p:grpSpPr>
            <p:cxnSp>
              <p:nvCxnSpPr>
                <p:cNvPr id="1426" name="Straight Connector 1425"/>
                <p:cNvCxnSpPr/>
                <p:nvPr/>
              </p:nvCxnSpPr>
              <p:spPr>
                <a:xfrm flipV="1">
                  <a:off x="7027272" y="2845643"/>
                  <a:ext cx="113399" cy="892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7" name="Straight Connector 1426"/>
                <p:cNvCxnSpPr/>
                <p:nvPr/>
              </p:nvCxnSpPr>
              <p:spPr>
                <a:xfrm flipV="1">
                  <a:off x="6582629" y="2934888"/>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066" name="Group 1410"/>
              <p:cNvGrpSpPr>
                <a:grpSpLocks/>
              </p:cNvGrpSpPr>
              <p:nvPr/>
            </p:nvGrpSpPr>
            <p:grpSpPr bwMode="auto">
              <a:xfrm>
                <a:off x="6397918" y="3466741"/>
                <a:ext cx="559121" cy="92788"/>
                <a:chOff x="6582044" y="2846082"/>
                <a:chExt cx="559121" cy="92788"/>
              </a:xfrm>
            </p:grpSpPr>
            <p:cxnSp>
              <p:nvCxnSpPr>
                <p:cNvPr id="1424" name="Straight Connector 1423"/>
                <p:cNvCxnSpPr/>
                <p:nvPr/>
              </p:nvCxnSpPr>
              <p:spPr>
                <a:xfrm flipV="1">
                  <a:off x="7027753" y="2845540"/>
                  <a:ext cx="113399" cy="939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5" name="Straight Connector 1424"/>
                <p:cNvCxnSpPr/>
                <p:nvPr/>
              </p:nvCxnSpPr>
              <p:spPr>
                <a:xfrm flipV="1">
                  <a:off x="6583110" y="2939482"/>
                  <a:ext cx="45061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067" name="Group 1411"/>
              <p:cNvGrpSpPr>
                <a:grpSpLocks/>
              </p:cNvGrpSpPr>
              <p:nvPr/>
            </p:nvGrpSpPr>
            <p:grpSpPr bwMode="auto">
              <a:xfrm>
                <a:off x="6397438" y="3532605"/>
                <a:ext cx="559121" cy="92788"/>
                <a:chOff x="6582044" y="2846082"/>
                <a:chExt cx="559121" cy="92788"/>
              </a:xfrm>
            </p:grpSpPr>
            <p:cxnSp>
              <p:nvCxnSpPr>
                <p:cNvPr id="1422" name="Straight Connector 1421"/>
                <p:cNvCxnSpPr/>
                <p:nvPr/>
              </p:nvCxnSpPr>
              <p:spPr>
                <a:xfrm flipV="1">
                  <a:off x="7028232" y="2845436"/>
                  <a:ext cx="113399" cy="939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3" name="Straight Connector 1422"/>
                <p:cNvCxnSpPr/>
                <p:nvPr/>
              </p:nvCxnSpPr>
              <p:spPr>
                <a:xfrm flipV="1">
                  <a:off x="6580604" y="2939379"/>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068" name="Group 1412"/>
              <p:cNvGrpSpPr>
                <a:grpSpLocks/>
              </p:cNvGrpSpPr>
              <p:nvPr/>
            </p:nvGrpSpPr>
            <p:grpSpPr bwMode="auto">
              <a:xfrm>
                <a:off x="6396958" y="3598469"/>
                <a:ext cx="559121" cy="92788"/>
                <a:chOff x="6582044" y="2846082"/>
                <a:chExt cx="559121" cy="92788"/>
              </a:xfrm>
            </p:grpSpPr>
            <p:cxnSp>
              <p:nvCxnSpPr>
                <p:cNvPr id="1420" name="Straight Connector 1419"/>
                <p:cNvCxnSpPr/>
                <p:nvPr/>
              </p:nvCxnSpPr>
              <p:spPr>
                <a:xfrm flipV="1">
                  <a:off x="7028711" y="2845332"/>
                  <a:ext cx="113399" cy="939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1" name="Straight Connector 1420"/>
                <p:cNvCxnSpPr/>
                <p:nvPr/>
              </p:nvCxnSpPr>
              <p:spPr>
                <a:xfrm flipV="1">
                  <a:off x="6581083" y="2939275"/>
                  <a:ext cx="45359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069" name="Group 1413"/>
              <p:cNvGrpSpPr>
                <a:grpSpLocks/>
              </p:cNvGrpSpPr>
              <p:nvPr/>
            </p:nvGrpSpPr>
            <p:grpSpPr bwMode="auto">
              <a:xfrm>
                <a:off x="6396478" y="3664333"/>
                <a:ext cx="559121" cy="92788"/>
                <a:chOff x="6582044" y="2846082"/>
                <a:chExt cx="559121" cy="92788"/>
              </a:xfrm>
            </p:grpSpPr>
            <p:cxnSp>
              <p:nvCxnSpPr>
                <p:cNvPr id="1418" name="Straight Connector 1417"/>
                <p:cNvCxnSpPr/>
                <p:nvPr/>
              </p:nvCxnSpPr>
              <p:spPr>
                <a:xfrm flipV="1">
                  <a:off x="7026209" y="2846793"/>
                  <a:ext cx="107431" cy="923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9" name="Straight Connector 1418"/>
                <p:cNvCxnSpPr/>
                <p:nvPr/>
              </p:nvCxnSpPr>
              <p:spPr>
                <a:xfrm flipV="1">
                  <a:off x="6581565" y="2939171"/>
                  <a:ext cx="4506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070" name="Group 1414"/>
              <p:cNvGrpSpPr>
                <a:grpSpLocks/>
              </p:cNvGrpSpPr>
              <p:nvPr/>
            </p:nvGrpSpPr>
            <p:grpSpPr bwMode="auto">
              <a:xfrm>
                <a:off x="6395998" y="3730197"/>
                <a:ext cx="559121" cy="92788"/>
                <a:chOff x="6582044" y="2846082"/>
                <a:chExt cx="559121" cy="92788"/>
              </a:xfrm>
            </p:grpSpPr>
            <p:cxnSp>
              <p:nvCxnSpPr>
                <p:cNvPr id="1416" name="Straight Connector 1415"/>
                <p:cNvCxnSpPr/>
                <p:nvPr/>
              </p:nvCxnSpPr>
              <p:spPr>
                <a:xfrm flipV="1">
                  <a:off x="7026689" y="2846690"/>
                  <a:ext cx="113399" cy="923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7" name="Straight Connector 1416"/>
                <p:cNvCxnSpPr/>
                <p:nvPr/>
              </p:nvCxnSpPr>
              <p:spPr>
                <a:xfrm flipV="1">
                  <a:off x="6582044" y="2939067"/>
                  <a:ext cx="4506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7034" name="Group 1378"/>
            <p:cNvGrpSpPr>
              <a:grpSpLocks/>
            </p:cNvGrpSpPr>
            <p:nvPr/>
          </p:nvGrpSpPr>
          <p:grpSpPr bwMode="auto">
            <a:xfrm>
              <a:off x="6280049" y="2055335"/>
              <a:ext cx="731610" cy="920732"/>
              <a:chOff x="6280049" y="2055335"/>
              <a:chExt cx="731610" cy="920732"/>
            </a:xfrm>
          </p:grpSpPr>
          <p:grpSp>
            <p:nvGrpSpPr>
              <p:cNvPr id="207035" name="Group 1379"/>
              <p:cNvGrpSpPr>
                <a:grpSpLocks/>
              </p:cNvGrpSpPr>
              <p:nvPr/>
            </p:nvGrpSpPr>
            <p:grpSpPr bwMode="auto">
              <a:xfrm>
                <a:off x="6280049" y="2055335"/>
                <a:ext cx="680752" cy="139401"/>
                <a:chOff x="5414286" y="2921098"/>
                <a:chExt cx="680752" cy="139401"/>
              </a:xfrm>
            </p:grpSpPr>
            <p:sp>
              <p:nvSpPr>
                <p:cNvPr id="1394" name="Rectangle 188"/>
                <p:cNvSpPr>
                  <a:spLocks noChangeArrowheads="1"/>
                </p:cNvSpPr>
                <p:nvPr/>
              </p:nvSpPr>
              <p:spPr bwMode="auto">
                <a:xfrm>
                  <a:off x="5415186" y="2996253"/>
                  <a:ext cx="549876" cy="64195"/>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95" name="AutoShape 189"/>
                <p:cNvSpPr>
                  <a:spLocks noChangeArrowheads="1"/>
                </p:cNvSpPr>
                <p:nvPr/>
              </p:nvSpPr>
              <p:spPr bwMode="auto">
                <a:xfrm>
                  <a:off x="5415186" y="2921098"/>
                  <a:ext cx="675352" cy="78286"/>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96" name="Freeform 190"/>
                <p:cNvSpPr>
                  <a:spLocks/>
                </p:cNvSpPr>
                <p:nvPr/>
              </p:nvSpPr>
              <p:spPr bwMode="auto">
                <a:xfrm>
                  <a:off x="5968754" y="2922664"/>
                  <a:ext cx="125475" cy="137783"/>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97" name="Freeform 191"/>
                <p:cNvSpPr>
                  <a:spLocks/>
                </p:cNvSpPr>
                <p:nvPr/>
              </p:nvSpPr>
              <p:spPr bwMode="auto">
                <a:xfrm>
                  <a:off x="5500065" y="2936755"/>
                  <a:ext cx="524044" cy="45406"/>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98" name="Freeform 192"/>
                <p:cNvSpPr>
                  <a:spLocks/>
                </p:cNvSpPr>
                <p:nvPr/>
              </p:nvSpPr>
              <p:spPr bwMode="auto">
                <a:xfrm>
                  <a:off x="5621851" y="2933624"/>
                  <a:ext cx="302617" cy="53235"/>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381" name="Straight Connector 1380"/>
              <p:cNvCxnSpPr/>
              <p:nvPr/>
            </p:nvCxnSpPr>
            <p:spPr>
              <a:xfrm flipH="1">
                <a:off x="6996897" y="2125793"/>
                <a:ext cx="11070" cy="84392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2" name="Straight Connector 1381"/>
              <p:cNvCxnSpPr/>
              <p:nvPr/>
            </p:nvCxnSpPr>
            <p:spPr>
              <a:xfrm>
                <a:off x="6875111" y="2304284"/>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3" name="Straight Connector 1382"/>
              <p:cNvCxnSpPr/>
              <p:nvPr/>
            </p:nvCxnSpPr>
            <p:spPr>
              <a:xfrm>
                <a:off x="6871422" y="2368478"/>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4" name="Straight Connector 1383"/>
              <p:cNvCxnSpPr/>
              <p:nvPr/>
            </p:nvCxnSpPr>
            <p:spPr>
              <a:xfrm>
                <a:off x="6871422" y="2445199"/>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5" name="Straight Connector 1384"/>
              <p:cNvCxnSpPr/>
              <p:nvPr/>
            </p:nvCxnSpPr>
            <p:spPr>
              <a:xfrm>
                <a:off x="6867730" y="2509393"/>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6" name="Straight Connector 1385"/>
              <p:cNvCxnSpPr/>
              <p:nvPr/>
            </p:nvCxnSpPr>
            <p:spPr>
              <a:xfrm>
                <a:off x="6864041" y="2570456"/>
                <a:ext cx="1402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7" name="Straight Connector 1386"/>
              <p:cNvCxnSpPr/>
              <p:nvPr/>
            </p:nvCxnSpPr>
            <p:spPr>
              <a:xfrm>
                <a:off x="6864041" y="2637782"/>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8" name="Straight Connector 1387"/>
              <p:cNvCxnSpPr/>
              <p:nvPr/>
            </p:nvCxnSpPr>
            <p:spPr>
              <a:xfrm>
                <a:off x="6860349" y="2706673"/>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9" name="Straight Connector 1388"/>
              <p:cNvCxnSpPr/>
              <p:nvPr/>
            </p:nvCxnSpPr>
            <p:spPr>
              <a:xfrm>
                <a:off x="6867730" y="2775565"/>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0" name="Straight Connector 1389"/>
              <p:cNvCxnSpPr/>
              <p:nvPr/>
            </p:nvCxnSpPr>
            <p:spPr>
              <a:xfrm>
                <a:off x="6871422" y="2842891"/>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1" name="Straight Connector 1390"/>
              <p:cNvCxnSpPr/>
              <p:nvPr/>
            </p:nvCxnSpPr>
            <p:spPr>
              <a:xfrm>
                <a:off x="6871422" y="2911782"/>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2" name="Straight Connector 1391"/>
              <p:cNvCxnSpPr/>
              <p:nvPr/>
            </p:nvCxnSpPr>
            <p:spPr>
              <a:xfrm>
                <a:off x="6875111" y="2975976"/>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3" name="Straight Connector 1392"/>
              <p:cNvCxnSpPr/>
              <p:nvPr/>
            </p:nvCxnSpPr>
            <p:spPr>
              <a:xfrm flipH="1">
                <a:off x="6875111" y="2132056"/>
                <a:ext cx="136548"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6901" name="Group 1318"/>
          <p:cNvGrpSpPr>
            <a:grpSpLocks/>
          </p:cNvGrpSpPr>
          <p:nvPr/>
        </p:nvGrpSpPr>
        <p:grpSpPr bwMode="auto">
          <a:xfrm>
            <a:off x="6427788" y="5207000"/>
            <a:ext cx="331787" cy="1031875"/>
            <a:chOff x="6240352" y="2055335"/>
            <a:chExt cx="771307" cy="1017716"/>
          </a:xfrm>
        </p:grpSpPr>
        <p:grpSp>
          <p:nvGrpSpPr>
            <p:cNvPr id="206975" name="Group 1319"/>
            <p:cNvGrpSpPr>
              <a:grpSpLocks/>
            </p:cNvGrpSpPr>
            <p:nvPr/>
          </p:nvGrpSpPr>
          <p:grpSpPr bwMode="auto">
            <a:xfrm>
              <a:off x="6240352" y="2235573"/>
              <a:ext cx="697981" cy="837478"/>
              <a:chOff x="6395998" y="3062424"/>
              <a:chExt cx="564403" cy="837478"/>
            </a:xfrm>
          </p:grpSpPr>
          <p:sp>
            <p:nvSpPr>
              <p:cNvPr id="1341" name="Rectangle 1340"/>
              <p:cNvSpPr/>
              <p:nvPr/>
            </p:nvSpPr>
            <p:spPr>
              <a:xfrm>
                <a:off x="6509397" y="3062244"/>
                <a:ext cx="447629" cy="742150"/>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342" name="Straight Connector 1341"/>
              <p:cNvCxnSpPr/>
              <p:nvPr/>
            </p:nvCxnSpPr>
            <p:spPr>
              <a:xfrm flipV="1">
                <a:off x="6846611" y="3062244"/>
                <a:ext cx="113399" cy="923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43" name="Rectangle 1342"/>
              <p:cNvSpPr/>
              <p:nvPr/>
            </p:nvSpPr>
            <p:spPr>
              <a:xfrm>
                <a:off x="6476570" y="3071638"/>
                <a:ext cx="131305" cy="11586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344" name="Straight Connector 1343"/>
              <p:cNvCxnSpPr/>
              <p:nvPr/>
            </p:nvCxnSpPr>
            <p:spPr>
              <a:xfrm flipV="1">
                <a:off x="6395998" y="3062244"/>
                <a:ext cx="113399" cy="923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45" name="Rectangle 1344"/>
              <p:cNvSpPr/>
              <p:nvPr/>
            </p:nvSpPr>
            <p:spPr>
              <a:xfrm>
                <a:off x="6816769" y="3702622"/>
                <a:ext cx="131305" cy="11586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46" name="Rectangle 1345"/>
              <p:cNvSpPr/>
              <p:nvPr/>
            </p:nvSpPr>
            <p:spPr>
              <a:xfrm>
                <a:off x="6404950" y="3157752"/>
                <a:ext cx="444646" cy="74215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347" name="Straight Connector 1346"/>
              <p:cNvCxnSpPr/>
              <p:nvPr/>
            </p:nvCxnSpPr>
            <p:spPr>
              <a:xfrm flipV="1">
                <a:off x="6846611" y="3804394"/>
                <a:ext cx="113399" cy="923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7003" name="Group 1347"/>
              <p:cNvGrpSpPr>
                <a:grpSpLocks/>
              </p:cNvGrpSpPr>
              <p:nvPr/>
            </p:nvGrpSpPr>
            <p:grpSpPr bwMode="auto">
              <a:xfrm>
                <a:off x="6400318" y="3137421"/>
                <a:ext cx="559121" cy="92788"/>
                <a:chOff x="6582044" y="2846082"/>
                <a:chExt cx="559121" cy="92788"/>
              </a:xfrm>
            </p:grpSpPr>
            <p:cxnSp>
              <p:nvCxnSpPr>
                <p:cNvPr id="1376" name="Straight Connector 1375"/>
                <p:cNvCxnSpPr/>
                <p:nvPr/>
              </p:nvCxnSpPr>
              <p:spPr>
                <a:xfrm flipV="1">
                  <a:off x="7028337" y="2846059"/>
                  <a:ext cx="113399" cy="923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7" name="Straight Connector 1376"/>
                <p:cNvCxnSpPr/>
                <p:nvPr/>
              </p:nvCxnSpPr>
              <p:spPr>
                <a:xfrm flipV="1">
                  <a:off x="6580707" y="2938436"/>
                  <a:ext cx="4535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004" name="Group 1348"/>
              <p:cNvGrpSpPr>
                <a:grpSpLocks/>
              </p:cNvGrpSpPr>
              <p:nvPr/>
            </p:nvGrpSpPr>
            <p:grpSpPr bwMode="auto">
              <a:xfrm>
                <a:off x="6399838" y="3203285"/>
                <a:ext cx="559121" cy="92788"/>
                <a:chOff x="6582044" y="2846082"/>
                <a:chExt cx="559121" cy="92788"/>
              </a:xfrm>
            </p:grpSpPr>
            <p:cxnSp>
              <p:nvCxnSpPr>
                <p:cNvPr id="1374" name="Straight Connector 1373"/>
                <p:cNvCxnSpPr/>
                <p:nvPr/>
              </p:nvCxnSpPr>
              <p:spPr>
                <a:xfrm flipV="1">
                  <a:off x="7028816" y="2845955"/>
                  <a:ext cx="113399" cy="923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5" name="Straight Connector 1374"/>
                <p:cNvCxnSpPr/>
                <p:nvPr/>
              </p:nvCxnSpPr>
              <p:spPr>
                <a:xfrm flipV="1">
                  <a:off x="6581187" y="2938331"/>
                  <a:ext cx="4535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005" name="Group 1349"/>
              <p:cNvGrpSpPr>
                <a:grpSpLocks/>
              </p:cNvGrpSpPr>
              <p:nvPr/>
            </p:nvGrpSpPr>
            <p:grpSpPr bwMode="auto">
              <a:xfrm>
                <a:off x="6399358" y="3269149"/>
                <a:ext cx="559121" cy="92788"/>
                <a:chOff x="6582044" y="2846082"/>
                <a:chExt cx="559121" cy="92788"/>
              </a:xfrm>
            </p:grpSpPr>
            <p:cxnSp>
              <p:nvCxnSpPr>
                <p:cNvPr id="1372" name="Straight Connector 1371"/>
                <p:cNvCxnSpPr/>
                <p:nvPr/>
              </p:nvCxnSpPr>
              <p:spPr>
                <a:xfrm flipV="1">
                  <a:off x="7026314" y="2845851"/>
                  <a:ext cx="113399" cy="923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3" name="Straight Connector 1372"/>
                <p:cNvCxnSpPr/>
                <p:nvPr/>
              </p:nvCxnSpPr>
              <p:spPr>
                <a:xfrm flipV="1">
                  <a:off x="6581668" y="2938228"/>
                  <a:ext cx="4506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006" name="Group 1350"/>
              <p:cNvGrpSpPr>
                <a:grpSpLocks/>
              </p:cNvGrpSpPr>
              <p:nvPr/>
            </p:nvGrpSpPr>
            <p:grpSpPr bwMode="auto">
              <a:xfrm>
                <a:off x="6398878" y="3335013"/>
                <a:ext cx="559121" cy="92788"/>
                <a:chOff x="6582044" y="2846082"/>
                <a:chExt cx="559121" cy="92788"/>
              </a:xfrm>
            </p:grpSpPr>
            <p:cxnSp>
              <p:nvCxnSpPr>
                <p:cNvPr id="1370" name="Straight Connector 1369"/>
                <p:cNvCxnSpPr/>
                <p:nvPr/>
              </p:nvCxnSpPr>
              <p:spPr>
                <a:xfrm flipV="1">
                  <a:off x="7026794" y="2845748"/>
                  <a:ext cx="113399" cy="9237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1" name="Straight Connector 1370"/>
                <p:cNvCxnSpPr/>
                <p:nvPr/>
              </p:nvCxnSpPr>
              <p:spPr>
                <a:xfrm flipV="1">
                  <a:off x="6582147" y="2938124"/>
                  <a:ext cx="4506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007" name="Group 1351"/>
              <p:cNvGrpSpPr>
                <a:grpSpLocks/>
              </p:cNvGrpSpPr>
              <p:nvPr/>
            </p:nvGrpSpPr>
            <p:grpSpPr bwMode="auto">
              <a:xfrm>
                <a:off x="6398398" y="3400877"/>
                <a:ext cx="559121" cy="92788"/>
                <a:chOff x="6582044" y="2846082"/>
                <a:chExt cx="559121" cy="92788"/>
              </a:xfrm>
            </p:grpSpPr>
            <p:cxnSp>
              <p:nvCxnSpPr>
                <p:cNvPr id="1368" name="Straight Connector 1367"/>
                <p:cNvCxnSpPr/>
                <p:nvPr/>
              </p:nvCxnSpPr>
              <p:spPr>
                <a:xfrm flipV="1">
                  <a:off x="7027273" y="2845643"/>
                  <a:ext cx="113399" cy="8924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9" name="Straight Connector 1368"/>
                <p:cNvCxnSpPr/>
                <p:nvPr/>
              </p:nvCxnSpPr>
              <p:spPr>
                <a:xfrm flipV="1">
                  <a:off x="6582627" y="2934888"/>
                  <a:ext cx="4506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008" name="Group 1352"/>
              <p:cNvGrpSpPr>
                <a:grpSpLocks/>
              </p:cNvGrpSpPr>
              <p:nvPr/>
            </p:nvGrpSpPr>
            <p:grpSpPr bwMode="auto">
              <a:xfrm>
                <a:off x="6397918" y="3466741"/>
                <a:ext cx="559121" cy="92788"/>
                <a:chOff x="6582044" y="2846082"/>
                <a:chExt cx="559121" cy="92788"/>
              </a:xfrm>
            </p:grpSpPr>
            <p:cxnSp>
              <p:nvCxnSpPr>
                <p:cNvPr id="1366" name="Straight Connector 1365"/>
                <p:cNvCxnSpPr/>
                <p:nvPr/>
              </p:nvCxnSpPr>
              <p:spPr>
                <a:xfrm flipV="1">
                  <a:off x="7027754" y="2845540"/>
                  <a:ext cx="113399" cy="939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7" name="Straight Connector 1366"/>
                <p:cNvCxnSpPr/>
                <p:nvPr/>
              </p:nvCxnSpPr>
              <p:spPr>
                <a:xfrm flipV="1">
                  <a:off x="6583108" y="2939482"/>
                  <a:ext cx="45061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009" name="Group 1353"/>
              <p:cNvGrpSpPr>
                <a:grpSpLocks/>
              </p:cNvGrpSpPr>
              <p:nvPr/>
            </p:nvGrpSpPr>
            <p:grpSpPr bwMode="auto">
              <a:xfrm>
                <a:off x="6397438" y="3532605"/>
                <a:ext cx="559121" cy="92788"/>
                <a:chOff x="6582044" y="2846082"/>
                <a:chExt cx="559121" cy="92788"/>
              </a:xfrm>
            </p:grpSpPr>
            <p:cxnSp>
              <p:nvCxnSpPr>
                <p:cNvPr id="1364" name="Straight Connector 1363"/>
                <p:cNvCxnSpPr/>
                <p:nvPr/>
              </p:nvCxnSpPr>
              <p:spPr>
                <a:xfrm flipV="1">
                  <a:off x="7028234" y="2845436"/>
                  <a:ext cx="113399" cy="939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5" name="Straight Connector 1364"/>
                <p:cNvCxnSpPr/>
                <p:nvPr/>
              </p:nvCxnSpPr>
              <p:spPr>
                <a:xfrm flipV="1">
                  <a:off x="6580604" y="2939379"/>
                  <a:ext cx="4535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010" name="Group 1354"/>
              <p:cNvGrpSpPr>
                <a:grpSpLocks/>
              </p:cNvGrpSpPr>
              <p:nvPr/>
            </p:nvGrpSpPr>
            <p:grpSpPr bwMode="auto">
              <a:xfrm>
                <a:off x="6396958" y="3598469"/>
                <a:ext cx="559121" cy="92788"/>
                <a:chOff x="6582044" y="2846082"/>
                <a:chExt cx="559121" cy="92788"/>
              </a:xfrm>
            </p:grpSpPr>
            <p:cxnSp>
              <p:nvCxnSpPr>
                <p:cNvPr id="1362" name="Straight Connector 1361"/>
                <p:cNvCxnSpPr/>
                <p:nvPr/>
              </p:nvCxnSpPr>
              <p:spPr>
                <a:xfrm flipV="1">
                  <a:off x="7028713" y="2845332"/>
                  <a:ext cx="113399" cy="93943"/>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3" name="Straight Connector 1362"/>
                <p:cNvCxnSpPr/>
                <p:nvPr/>
              </p:nvCxnSpPr>
              <p:spPr>
                <a:xfrm flipV="1">
                  <a:off x="6581083" y="2939275"/>
                  <a:ext cx="4535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011" name="Group 1355"/>
              <p:cNvGrpSpPr>
                <a:grpSpLocks/>
              </p:cNvGrpSpPr>
              <p:nvPr/>
            </p:nvGrpSpPr>
            <p:grpSpPr bwMode="auto">
              <a:xfrm>
                <a:off x="6396478" y="3664333"/>
                <a:ext cx="559121" cy="92788"/>
                <a:chOff x="6582044" y="2846082"/>
                <a:chExt cx="559121" cy="92788"/>
              </a:xfrm>
            </p:grpSpPr>
            <p:cxnSp>
              <p:nvCxnSpPr>
                <p:cNvPr id="1360" name="Straight Connector 1359"/>
                <p:cNvCxnSpPr/>
                <p:nvPr/>
              </p:nvCxnSpPr>
              <p:spPr>
                <a:xfrm flipV="1">
                  <a:off x="7026209" y="2846793"/>
                  <a:ext cx="107431" cy="923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1" name="Straight Connector 1360"/>
                <p:cNvCxnSpPr/>
                <p:nvPr/>
              </p:nvCxnSpPr>
              <p:spPr>
                <a:xfrm flipV="1">
                  <a:off x="6581565" y="2939171"/>
                  <a:ext cx="4506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012" name="Group 1356"/>
              <p:cNvGrpSpPr>
                <a:grpSpLocks/>
              </p:cNvGrpSpPr>
              <p:nvPr/>
            </p:nvGrpSpPr>
            <p:grpSpPr bwMode="auto">
              <a:xfrm>
                <a:off x="6395998" y="3730197"/>
                <a:ext cx="559121" cy="92788"/>
                <a:chOff x="6582044" y="2846082"/>
                <a:chExt cx="559121" cy="92788"/>
              </a:xfrm>
            </p:grpSpPr>
            <p:cxnSp>
              <p:nvCxnSpPr>
                <p:cNvPr id="1358" name="Straight Connector 1357"/>
                <p:cNvCxnSpPr/>
                <p:nvPr/>
              </p:nvCxnSpPr>
              <p:spPr>
                <a:xfrm flipV="1">
                  <a:off x="7026688" y="2846690"/>
                  <a:ext cx="113399" cy="9237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9" name="Straight Connector 1358"/>
                <p:cNvCxnSpPr/>
                <p:nvPr/>
              </p:nvCxnSpPr>
              <p:spPr>
                <a:xfrm flipV="1">
                  <a:off x="6582044" y="2939067"/>
                  <a:ext cx="45061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6976" name="Group 1320"/>
            <p:cNvGrpSpPr>
              <a:grpSpLocks/>
            </p:cNvGrpSpPr>
            <p:nvPr/>
          </p:nvGrpSpPr>
          <p:grpSpPr bwMode="auto">
            <a:xfrm>
              <a:off x="6280049" y="2055335"/>
              <a:ext cx="731610" cy="920732"/>
              <a:chOff x="6280049" y="2055335"/>
              <a:chExt cx="731610" cy="920732"/>
            </a:xfrm>
          </p:grpSpPr>
          <p:grpSp>
            <p:nvGrpSpPr>
              <p:cNvPr id="206977" name="Group 1321"/>
              <p:cNvGrpSpPr>
                <a:grpSpLocks/>
              </p:cNvGrpSpPr>
              <p:nvPr/>
            </p:nvGrpSpPr>
            <p:grpSpPr bwMode="auto">
              <a:xfrm>
                <a:off x="6280049" y="2055335"/>
                <a:ext cx="680752" cy="139401"/>
                <a:chOff x="5414286" y="2921098"/>
                <a:chExt cx="680752" cy="139401"/>
              </a:xfrm>
            </p:grpSpPr>
            <p:sp>
              <p:nvSpPr>
                <p:cNvPr id="1336" name="Rectangle 188"/>
                <p:cNvSpPr>
                  <a:spLocks noChangeArrowheads="1"/>
                </p:cNvSpPr>
                <p:nvPr/>
              </p:nvSpPr>
              <p:spPr bwMode="auto">
                <a:xfrm>
                  <a:off x="5415183" y="2996253"/>
                  <a:ext cx="549881" cy="64195"/>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37" name="AutoShape 189"/>
                <p:cNvSpPr>
                  <a:spLocks noChangeArrowheads="1"/>
                </p:cNvSpPr>
                <p:nvPr/>
              </p:nvSpPr>
              <p:spPr bwMode="auto">
                <a:xfrm>
                  <a:off x="5415183" y="2921098"/>
                  <a:ext cx="675356" cy="78286"/>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38" name="Freeform 190"/>
                <p:cNvSpPr>
                  <a:spLocks/>
                </p:cNvSpPr>
                <p:nvPr/>
              </p:nvSpPr>
              <p:spPr bwMode="auto">
                <a:xfrm>
                  <a:off x="5968753" y="2922664"/>
                  <a:ext cx="125476" cy="137783"/>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39" name="Freeform 191"/>
                <p:cNvSpPr>
                  <a:spLocks/>
                </p:cNvSpPr>
                <p:nvPr/>
              </p:nvSpPr>
              <p:spPr bwMode="auto">
                <a:xfrm>
                  <a:off x="5500065" y="2936755"/>
                  <a:ext cx="524046" cy="45406"/>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40" name="Freeform 192"/>
                <p:cNvSpPr>
                  <a:spLocks/>
                </p:cNvSpPr>
                <p:nvPr/>
              </p:nvSpPr>
              <p:spPr bwMode="auto">
                <a:xfrm>
                  <a:off x="5621849" y="2933624"/>
                  <a:ext cx="302618" cy="53235"/>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323" name="Straight Connector 1322"/>
              <p:cNvCxnSpPr/>
              <p:nvPr/>
            </p:nvCxnSpPr>
            <p:spPr>
              <a:xfrm flipH="1">
                <a:off x="6996897" y="2125793"/>
                <a:ext cx="11073" cy="84392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4" name="Straight Connector 1323"/>
              <p:cNvCxnSpPr/>
              <p:nvPr/>
            </p:nvCxnSpPr>
            <p:spPr>
              <a:xfrm>
                <a:off x="6875113" y="2304284"/>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5" name="Straight Connector 1324"/>
              <p:cNvCxnSpPr/>
              <p:nvPr/>
            </p:nvCxnSpPr>
            <p:spPr>
              <a:xfrm>
                <a:off x="6871421" y="2368478"/>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6" name="Straight Connector 1325"/>
              <p:cNvCxnSpPr/>
              <p:nvPr/>
            </p:nvCxnSpPr>
            <p:spPr>
              <a:xfrm>
                <a:off x="6871421" y="2445199"/>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7" name="Straight Connector 1326"/>
              <p:cNvCxnSpPr/>
              <p:nvPr/>
            </p:nvCxnSpPr>
            <p:spPr>
              <a:xfrm>
                <a:off x="6867732" y="2509393"/>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8" name="Straight Connector 1327"/>
              <p:cNvCxnSpPr/>
              <p:nvPr/>
            </p:nvCxnSpPr>
            <p:spPr>
              <a:xfrm>
                <a:off x="6864040" y="2570456"/>
                <a:ext cx="14023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9" name="Straight Connector 1328"/>
              <p:cNvCxnSpPr/>
              <p:nvPr/>
            </p:nvCxnSpPr>
            <p:spPr>
              <a:xfrm>
                <a:off x="6864040" y="2637782"/>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0" name="Straight Connector 1329"/>
              <p:cNvCxnSpPr/>
              <p:nvPr/>
            </p:nvCxnSpPr>
            <p:spPr>
              <a:xfrm>
                <a:off x="6860351" y="2706673"/>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1" name="Straight Connector 1330"/>
              <p:cNvCxnSpPr/>
              <p:nvPr/>
            </p:nvCxnSpPr>
            <p:spPr>
              <a:xfrm>
                <a:off x="6867732" y="2775565"/>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2" name="Straight Connector 1331"/>
              <p:cNvCxnSpPr/>
              <p:nvPr/>
            </p:nvCxnSpPr>
            <p:spPr>
              <a:xfrm>
                <a:off x="6871421" y="2842891"/>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3" name="Straight Connector 1332"/>
              <p:cNvCxnSpPr/>
              <p:nvPr/>
            </p:nvCxnSpPr>
            <p:spPr>
              <a:xfrm>
                <a:off x="6871421" y="2911782"/>
                <a:ext cx="13654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4" name="Straight Connector 1333"/>
              <p:cNvCxnSpPr/>
              <p:nvPr/>
            </p:nvCxnSpPr>
            <p:spPr>
              <a:xfrm>
                <a:off x="6875113" y="2975976"/>
                <a:ext cx="13654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5" name="Straight Connector 1334"/>
              <p:cNvCxnSpPr/>
              <p:nvPr/>
            </p:nvCxnSpPr>
            <p:spPr>
              <a:xfrm flipH="1">
                <a:off x="6875113" y="2132056"/>
                <a:ext cx="136546"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sp>
        <p:nvSpPr>
          <p:cNvPr id="1557" name="TextBox 1556"/>
          <p:cNvSpPr txBox="1"/>
          <p:nvPr/>
        </p:nvSpPr>
        <p:spPr>
          <a:xfrm flipH="1">
            <a:off x="2959100" y="4105275"/>
            <a:ext cx="542925" cy="368300"/>
          </a:xfrm>
          <a:prstGeom prst="rect">
            <a:avLst/>
          </a:prstGeom>
          <a:noFill/>
        </p:spPr>
        <p:txBody>
          <a:bodyP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B</a:t>
            </a:r>
          </a:p>
        </p:txBody>
      </p:sp>
      <p:sp>
        <p:nvSpPr>
          <p:cNvPr id="1559" name="TextBox 1558"/>
          <p:cNvSpPr txBox="1"/>
          <p:nvPr/>
        </p:nvSpPr>
        <p:spPr>
          <a:xfrm>
            <a:off x="534988" y="6156325"/>
            <a:ext cx="288925" cy="338138"/>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1</a:t>
            </a:r>
          </a:p>
        </p:txBody>
      </p:sp>
      <p:sp>
        <p:nvSpPr>
          <p:cNvPr id="1560" name="TextBox 1559"/>
          <p:cNvSpPr txBox="1"/>
          <p:nvPr/>
        </p:nvSpPr>
        <p:spPr>
          <a:xfrm>
            <a:off x="935038" y="6154738"/>
            <a:ext cx="288925" cy="338137"/>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2</a:t>
            </a:r>
          </a:p>
        </p:txBody>
      </p:sp>
      <p:sp>
        <p:nvSpPr>
          <p:cNvPr id="1561" name="TextBox 1560"/>
          <p:cNvSpPr txBox="1"/>
          <p:nvPr/>
        </p:nvSpPr>
        <p:spPr>
          <a:xfrm>
            <a:off x="1333500" y="6153150"/>
            <a:ext cx="288925" cy="338138"/>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3</a:t>
            </a:r>
          </a:p>
        </p:txBody>
      </p:sp>
      <p:sp>
        <p:nvSpPr>
          <p:cNvPr id="1562" name="TextBox 1561"/>
          <p:cNvSpPr txBox="1"/>
          <p:nvPr/>
        </p:nvSpPr>
        <p:spPr>
          <a:xfrm>
            <a:off x="1700213" y="6151563"/>
            <a:ext cx="288925" cy="338137"/>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4</a:t>
            </a:r>
          </a:p>
        </p:txBody>
      </p:sp>
      <p:sp>
        <p:nvSpPr>
          <p:cNvPr id="1563" name="TextBox 1562"/>
          <p:cNvSpPr txBox="1"/>
          <p:nvPr/>
        </p:nvSpPr>
        <p:spPr>
          <a:xfrm>
            <a:off x="2127250" y="6149975"/>
            <a:ext cx="288925" cy="338138"/>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5</a:t>
            </a:r>
          </a:p>
        </p:txBody>
      </p:sp>
      <p:sp>
        <p:nvSpPr>
          <p:cNvPr id="1564" name="TextBox 1563"/>
          <p:cNvSpPr txBox="1"/>
          <p:nvPr/>
        </p:nvSpPr>
        <p:spPr>
          <a:xfrm>
            <a:off x="2498725" y="6148388"/>
            <a:ext cx="288925" cy="339725"/>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6</a:t>
            </a:r>
          </a:p>
        </p:txBody>
      </p:sp>
      <p:sp>
        <p:nvSpPr>
          <p:cNvPr id="1565" name="TextBox 1564"/>
          <p:cNvSpPr txBox="1"/>
          <p:nvPr/>
        </p:nvSpPr>
        <p:spPr>
          <a:xfrm>
            <a:off x="2881313" y="6146800"/>
            <a:ext cx="288925" cy="339725"/>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7</a:t>
            </a:r>
          </a:p>
        </p:txBody>
      </p:sp>
      <p:sp>
        <p:nvSpPr>
          <p:cNvPr id="1566" name="TextBox 1565"/>
          <p:cNvSpPr txBox="1"/>
          <p:nvPr/>
        </p:nvSpPr>
        <p:spPr>
          <a:xfrm>
            <a:off x="3259138" y="6151563"/>
            <a:ext cx="288925" cy="338137"/>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8</a:t>
            </a:r>
          </a:p>
        </p:txBody>
      </p:sp>
      <p:grpSp>
        <p:nvGrpSpPr>
          <p:cNvPr id="206911" name="Group 187"/>
          <p:cNvGrpSpPr>
            <a:grpSpLocks/>
          </p:cNvGrpSpPr>
          <p:nvPr/>
        </p:nvGrpSpPr>
        <p:grpSpPr bwMode="auto">
          <a:xfrm>
            <a:off x="949325" y="4538663"/>
            <a:ext cx="1052513" cy="355600"/>
            <a:chOff x="4410" y="1365"/>
            <a:chExt cx="663" cy="224"/>
          </a:xfrm>
        </p:grpSpPr>
        <p:sp>
          <p:nvSpPr>
            <p:cNvPr id="70" name="Rectangle 188"/>
            <p:cNvSpPr>
              <a:spLocks noChangeArrowheads="1"/>
            </p:cNvSpPr>
            <p:nvPr/>
          </p:nvSpPr>
          <p:spPr bwMode="auto">
            <a:xfrm>
              <a:off x="4410" y="1500"/>
              <a:ext cx="495" cy="8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AutoShape 189"/>
            <p:cNvSpPr>
              <a:spLocks noChangeArrowheads="1"/>
            </p:cNvSpPr>
            <p:nvPr/>
          </p:nvSpPr>
          <p:spPr bwMode="auto">
            <a:xfrm>
              <a:off x="4410" y="1368"/>
              <a:ext cx="663" cy="135"/>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2" name="Freeform 190"/>
            <p:cNvSpPr>
              <a:spLocks/>
            </p:cNvSpPr>
            <p:nvPr/>
          </p:nvSpPr>
          <p:spPr bwMode="auto">
            <a:xfrm>
              <a:off x="4904" y="1365"/>
              <a:ext cx="169" cy="224"/>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3" name="Freeform 191"/>
            <p:cNvSpPr>
              <a:spLocks/>
            </p:cNvSpPr>
            <p:nvPr/>
          </p:nvSpPr>
          <p:spPr bwMode="auto">
            <a:xfrm>
              <a:off x="4475" y="1395"/>
              <a:ext cx="506" cy="8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9050"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Freeform 192"/>
            <p:cNvSpPr>
              <a:spLocks/>
            </p:cNvSpPr>
            <p:nvPr/>
          </p:nvSpPr>
          <p:spPr bwMode="auto">
            <a:xfrm>
              <a:off x="4593" y="1391"/>
              <a:ext cx="293" cy="93"/>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9050"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06912" name="Group 187"/>
          <p:cNvGrpSpPr>
            <a:grpSpLocks/>
          </p:cNvGrpSpPr>
          <p:nvPr/>
        </p:nvGrpSpPr>
        <p:grpSpPr bwMode="auto">
          <a:xfrm>
            <a:off x="2513013" y="4540250"/>
            <a:ext cx="1052512" cy="355600"/>
            <a:chOff x="4410" y="1365"/>
            <a:chExt cx="663" cy="224"/>
          </a:xfrm>
        </p:grpSpPr>
        <p:sp>
          <p:nvSpPr>
            <p:cNvPr id="1058" name="Rectangle 188"/>
            <p:cNvSpPr>
              <a:spLocks noChangeArrowheads="1"/>
            </p:cNvSpPr>
            <p:nvPr/>
          </p:nvSpPr>
          <p:spPr bwMode="auto">
            <a:xfrm>
              <a:off x="4410" y="1500"/>
              <a:ext cx="495" cy="8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59" name="AutoShape 189"/>
            <p:cNvSpPr>
              <a:spLocks noChangeArrowheads="1"/>
            </p:cNvSpPr>
            <p:nvPr/>
          </p:nvSpPr>
          <p:spPr bwMode="auto">
            <a:xfrm>
              <a:off x="4410" y="1368"/>
              <a:ext cx="663" cy="135"/>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60" name="Freeform 190"/>
            <p:cNvSpPr>
              <a:spLocks/>
            </p:cNvSpPr>
            <p:nvPr/>
          </p:nvSpPr>
          <p:spPr bwMode="auto">
            <a:xfrm>
              <a:off x="4904" y="1365"/>
              <a:ext cx="169" cy="224"/>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61" name="Freeform 191"/>
            <p:cNvSpPr>
              <a:spLocks/>
            </p:cNvSpPr>
            <p:nvPr/>
          </p:nvSpPr>
          <p:spPr bwMode="auto">
            <a:xfrm>
              <a:off x="4475" y="1395"/>
              <a:ext cx="506" cy="8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9050"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62" name="Freeform 192"/>
            <p:cNvSpPr>
              <a:spLocks/>
            </p:cNvSpPr>
            <p:nvPr/>
          </p:nvSpPr>
          <p:spPr bwMode="auto">
            <a:xfrm>
              <a:off x="4593" y="1391"/>
              <a:ext cx="293" cy="93"/>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9050"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06913" name="Group 187"/>
          <p:cNvGrpSpPr>
            <a:grpSpLocks/>
          </p:cNvGrpSpPr>
          <p:nvPr/>
        </p:nvGrpSpPr>
        <p:grpSpPr bwMode="auto">
          <a:xfrm>
            <a:off x="4103688" y="4567238"/>
            <a:ext cx="1052512" cy="355600"/>
            <a:chOff x="4410" y="1365"/>
            <a:chExt cx="663" cy="224"/>
          </a:xfrm>
        </p:grpSpPr>
        <p:sp>
          <p:nvSpPr>
            <p:cNvPr id="1305" name="Rectangle 188"/>
            <p:cNvSpPr>
              <a:spLocks noChangeArrowheads="1"/>
            </p:cNvSpPr>
            <p:nvPr/>
          </p:nvSpPr>
          <p:spPr bwMode="auto">
            <a:xfrm>
              <a:off x="4410" y="1500"/>
              <a:ext cx="495" cy="8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06" name="AutoShape 189"/>
            <p:cNvSpPr>
              <a:spLocks noChangeArrowheads="1"/>
            </p:cNvSpPr>
            <p:nvPr/>
          </p:nvSpPr>
          <p:spPr bwMode="auto">
            <a:xfrm>
              <a:off x="4410" y="1368"/>
              <a:ext cx="663" cy="135"/>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07" name="Freeform 190"/>
            <p:cNvSpPr>
              <a:spLocks/>
            </p:cNvSpPr>
            <p:nvPr/>
          </p:nvSpPr>
          <p:spPr bwMode="auto">
            <a:xfrm>
              <a:off x="4904" y="1365"/>
              <a:ext cx="169" cy="224"/>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08" name="Freeform 191"/>
            <p:cNvSpPr>
              <a:spLocks/>
            </p:cNvSpPr>
            <p:nvPr/>
          </p:nvSpPr>
          <p:spPr bwMode="auto">
            <a:xfrm>
              <a:off x="4475" y="1395"/>
              <a:ext cx="506" cy="8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9050"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09" name="Freeform 192"/>
            <p:cNvSpPr>
              <a:spLocks/>
            </p:cNvSpPr>
            <p:nvPr/>
          </p:nvSpPr>
          <p:spPr bwMode="auto">
            <a:xfrm>
              <a:off x="4593" y="1391"/>
              <a:ext cx="293" cy="93"/>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9050"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06914" name="Group 187"/>
          <p:cNvGrpSpPr>
            <a:grpSpLocks/>
          </p:cNvGrpSpPr>
          <p:nvPr/>
        </p:nvGrpSpPr>
        <p:grpSpPr bwMode="auto">
          <a:xfrm>
            <a:off x="5668963" y="4575175"/>
            <a:ext cx="1052512" cy="355600"/>
            <a:chOff x="4410" y="1365"/>
            <a:chExt cx="663" cy="224"/>
          </a:xfrm>
        </p:grpSpPr>
        <p:sp>
          <p:nvSpPr>
            <p:cNvPr id="1552" name="Rectangle 188"/>
            <p:cNvSpPr>
              <a:spLocks noChangeArrowheads="1"/>
            </p:cNvSpPr>
            <p:nvPr/>
          </p:nvSpPr>
          <p:spPr bwMode="auto">
            <a:xfrm>
              <a:off x="4410" y="1500"/>
              <a:ext cx="495" cy="8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53" name="AutoShape 189"/>
            <p:cNvSpPr>
              <a:spLocks noChangeArrowheads="1"/>
            </p:cNvSpPr>
            <p:nvPr/>
          </p:nvSpPr>
          <p:spPr bwMode="auto">
            <a:xfrm>
              <a:off x="4410" y="1368"/>
              <a:ext cx="663" cy="135"/>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54" name="Freeform 190"/>
            <p:cNvSpPr>
              <a:spLocks/>
            </p:cNvSpPr>
            <p:nvPr/>
          </p:nvSpPr>
          <p:spPr bwMode="auto">
            <a:xfrm>
              <a:off x="4904" y="1365"/>
              <a:ext cx="169" cy="224"/>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55" name="Freeform 191"/>
            <p:cNvSpPr>
              <a:spLocks/>
            </p:cNvSpPr>
            <p:nvPr/>
          </p:nvSpPr>
          <p:spPr bwMode="auto">
            <a:xfrm>
              <a:off x="4475" y="1395"/>
              <a:ext cx="506" cy="8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9050"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56" name="Freeform 192"/>
            <p:cNvSpPr>
              <a:spLocks/>
            </p:cNvSpPr>
            <p:nvPr/>
          </p:nvSpPr>
          <p:spPr bwMode="auto">
            <a:xfrm>
              <a:off x="4593" y="1391"/>
              <a:ext cx="293" cy="93"/>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9050"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28" name="TextBox 27"/>
          <p:cNvSpPr txBox="1"/>
          <p:nvPr/>
        </p:nvSpPr>
        <p:spPr>
          <a:xfrm>
            <a:off x="666750" y="4614863"/>
            <a:ext cx="317500" cy="369887"/>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A</a:t>
            </a:r>
          </a:p>
        </p:txBody>
      </p:sp>
      <p:sp>
        <p:nvSpPr>
          <p:cNvPr id="1558" name="TextBox 1557"/>
          <p:cNvSpPr txBox="1"/>
          <p:nvPr/>
        </p:nvSpPr>
        <p:spPr>
          <a:xfrm>
            <a:off x="2219325" y="4648200"/>
            <a:ext cx="317500" cy="369888"/>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C</a:t>
            </a:r>
          </a:p>
        </p:txBody>
      </p:sp>
      <p:cxnSp>
        <p:nvCxnSpPr>
          <p:cNvPr id="544" name="Straight Connector 543"/>
          <p:cNvCxnSpPr>
            <a:endCxn id="40" idx="1"/>
          </p:cNvCxnSpPr>
          <p:nvPr/>
        </p:nvCxnSpPr>
        <p:spPr>
          <a:xfrm>
            <a:off x="4394200" y="3065463"/>
            <a:ext cx="915988" cy="4064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42" name="Straight Connector 541"/>
          <p:cNvCxnSpPr>
            <a:stCxn id="11" idx="1"/>
          </p:cNvCxnSpPr>
          <p:nvPr/>
        </p:nvCxnSpPr>
        <p:spPr>
          <a:xfrm flipH="1">
            <a:off x="2898775" y="3030538"/>
            <a:ext cx="1063625" cy="38100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6919" name="Group 271"/>
          <p:cNvGrpSpPr>
            <a:grpSpLocks/>
          </p:cNvGrpSpPr>
          <p:nvPr/>
        </p:nvGrpSpPr>
        <p:grpSpPr bwMode="auto">
          <a:xfrm>
            <a:off x="3563938" y="2844800"/>
            <a:ext cx="1066800" cy="393700"/>
            <a:chOff x="4396" y="1245"/>
            <a:chExt cx="672" cy="248"/>
          </a:xfrm>
        </p:grpSpPr>
        <p:sp>
          <p:nvSpPr>
            <p:cNvPr id="5"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6"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w="12700">
              <a:noFill/>
              <a:miter lim="800000"/>
              <a:headEnd/>
              <a:tailEnd/>
            </a:ln>
          </p:spPr>
          <p:txBody>
            <a:bodyPr wrap="non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7"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grpSp>
          <p:nvGrpSpPr>
            <p:cNvPr id="206950" name="Group 266"/>
            <p:cNvGrpSpPr>
              <a:grpSpLocks/>
            </p:cNvGrpSpPr>
            <p:nvPr/>
          </p:nvGrpSpPr>
          <p:grpSpPr bwMode="auto">
            <a:xfrm>
              <a:off x="4530" y="1287"/>
              <a:ext cx="377" cy="75"/>
              <a:chOff x="2468" y="1332"/>
              <a:chExt cx="310" cy="60"/>
            </a:xfrm>
          </p:grpSpPr>
          <p:sp>
            <p:nvSpPr>
              <p:cNvPr id="11" name="Freeform 267"/>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cmpd="sng">
                <a:solidFill>
                  <a:srgbClr val="000000"/>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 name="Freeform 268"/>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cmpd="sng">
                <a:solidFill>
                  <a:srgbClr val="000000"/>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9" name="Line 269"/>
            <p:cNvSpPr>
              <a:spLocks noChangeShapeType="1"/>
            </p:cNvSpPr>
            <p:nvPr/>
          </p:nvSpPr>
          <p:spPr bwMode="auto">
            <a:xfrm>
              <a:off x="4399" y="1321"/>
              <a:ext cx="0" cy="109"/>
            </a:xfrm>
            <a:prstGeom prst="line">
              <a:avLst/>
            </a:prstGeom>
            <a:noFill/>
            <a:ln w="19050">
              <a:solidFill>
                <a:srgbClr val="000000"/>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 name="Line 270"/>
            <p:cNvSpPr>
              <a:spLocks noChangeShapeType="1"/>
            </p:cNvSpPr>
            <p:nvPr/>
          </p:nvSpPr>
          <p:spPr bwMode="auto">
            <a:xfrm>
              <a:off x="5063" y="1326"/>
              <a:ext cx="0" cy="107"/>
            </a:xfrm>
            <a:prstGeom prst="line">
              <a:avLst/>
            </a:prstGeom>
            <a:noFill/>
            <a:ln w="19050">
              <a:solidFill>
                <a:srgbClr val="000000"/>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14" name="TextBox 13"/>
          <p:cNvSpPr txBox="1"/>
          <p:nvPr/>
        </p:nvSpPr>
        <p:spPr>
          <a:xfrm>
            <a:off x="3548063" y="3138488"/>
            <a:ext cx="1184275" cy="307975"/>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Border router</a:t>
            </a:r>
          </a:p>
        </p:txBody>
      </p:sp>
      <p:grpSp>
        <p:nvGrpSpPr>
          <p:cNvPr id="206921" name="Group 271"/>
          <p:cNvGrpSpPr>
            <a:grpSpLocks/>
          </p:cNvGrpSpPr>
          <p:nvPr/>
        </p:nvGrpSpPr>
        <p:grpSpPr bwMode="auto">
          <a:xfrm>
            <a:off x="4911725" y="3286125"/>
            <a:ext cx="1066800" cy="393700"/>
            <a:chOff x="4396" y="1245"/>
            <a:chExt cx="672" cy="248"/>
          </a:xfrm>
        </p:grpSpPr>
        <p:sp>
          <p:nvSpPr>
            <p:cNvPr id="34"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35"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w="12700">
              <a:noFill/>
              <a:miter lim="800000"/>
              <a:headEnd/>
              <a:tailEnd/>
            </a:ln>
          </p:spPr>
          <p:txBody>
            <a:bodyPr wrap="non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36"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grpSp>
          <p:nvGrpSpPr>
            <p:cNvPr id="206942" name="Group 266"/>
            <p:cNvGrpSpPr>
              <a:grpSpLocks/>
            </p:cNvGrpSpPr>
            <p:nvPr/>
          </p:nvGrpSpPr>
          <p:grpSpPr bwMode="auto">
            <a:xfrm>
              <a:off x="4530" y="1287"/>
              <a:ext cx="377" cy="75"/>
              <a:chOff x="2468" y="1332"/>
              <a:chExt cx="310" cy="60"/>
            </a:xfrm>
          </p:grpSpPr>
          <p:sp>
            <p:nvSpPr>
              <p:cNvPr id="40" name="Freeform 267"/>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cmpd="sng">
                <a:solidFill>
                  <a:srgbClr val="000000"/>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1" name="Freeform 268"/>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cmpd="sng">
                <a:solidFill>
                  <a:srgbClr val="000000"/>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38" name="Line 269"/>
            <p:cNvSpPr>
              <a:spLocks noChangeShapeType="1"/>
            </p:cNvSpPr>
            <p:nvPr/>
          </p:nvSpPr>
          <p:spPr bwMode="auto">
            <a:xfrm>
              <a:off x="4399" y="1321"/>
              <a:ext cx="0" cy="109"/>
            </a:xfrm>
            <a:prstGeom prst="line">
              <a:avLst/>
            </a:prstGeom>
            <a:noFill/>
            <a:ln w="19050">
              <a:solidFill>
                <a:srgbClr val="000000"/>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39" name="Line 270"/>
            <p:cNvSpPr>
              <a:spLocks noChangeShapeType="1"/>
            </p:cNvSpPr>
            <p:nvPr/>
          </p:nvSpPr>
          <p:spPr bwMode="auto">
            <a:xfrm>
              <a:off x="5063" y="1326"/>
              <a:ext cx="0" cy="107"/>
            </a:xfrm>
            <a:prstGeom prst="line">
              <a:avLst/>
            </a:prstGeom>
            <a:noFill/>
            <a:ln w="19050">
              <a:solidFill>
                <a:srgbClr val="000000"/>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06922" name="Group 271"/>
          <p:cNvGrpSpPr>
            <a:grpSpLocks/>
          </p:cNvGrpSpPr>
          <p:nvPr/>
        </p:nvGrpSpPr>
        <p:grpSpPr bwMode="auto">
          <a:xfrm>
            <a:off x="2168525" y="3286125"/>
            <a:ext cx="1066800" cy="393700"/>
            <a:chOff x="4396" y="1245"/>
            <a:chExt cx="672" cy="248"/>
          </a:xfrm>
        </p:grpSpPr>
        <p:sp>
          <p:nvSpPr>
            <p:cNvPr id="43" name="Oval 407"/>
            <p:cNvSpPr>
              <a:spLocks noChangeArrowheads="1"/>
            </p:cNvSpPr>
            <p:nvPr/>
          </p:nvSpPr>
          <p:spPr bwMode="auto">
            <a:xfrm>
              <a:off x="4399" y="1355"/>
              <a:ext cx="666" cy="138"/>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44" name="Rectangle 410"/>
            <p:cNvSpPr>
              <a:spLocks noChangeArrowheads="1"/>
            </p:cNvSpPr>
            <p:nvPr/>
          </p:nvSpPr>
          <p:spPr bwMode="auto">
            <a:xfrm>
              <a:off x="4399" y="1339"/>
              <a:ext cx="669" cy="86"/>
            </a:xfrm>
            <a:prstGeom prst="rect">
              <a:avLst/>
            </a:prstGeom>
            <a:gradFill rotWithShape="1">
              <a:gsLst>
                <a:gs pos="0">
                  <a:srgbClr val="CCCCFF"/>
                </a:gs>
                <a:gs pos="100000">
                  <a:srgbClr val="FFFFFF"/>
                </a:gs>
              </a:gsLst>
              <a:lin ang="0" scaled="1"/>
            </a:gradFill>
            <a:ln w="12700">
              <a:noFill/>
              <a:miter lim="800000"/>
              <a:headEnd/>
              <a:tailEnd/>
            </a:ln>
          </p:spPr>
          <p:txBody>
            <a:bodyPr wrap="none"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sp>
          <p:nvSpPr>
            <p:cNvPr id="45" name="Oval 411"/>
            <p:cNvSpPr>
              <a:spLocks noChangeArrowheads="1"/>
            </p:cNvSpPr>
            <p:nvPr/>
          </p:nvSpPr>
          <p:spPr bwMode="auto">
            <a:xfrm>
              <a:off x="4396" y="1245"/>
              <a:ext cx="667" cy="162"/>
            </a:xfrm>
            <a:prstGeom prst="ellipse">
              <a:avLst/>
            </a:prstGeom>
            <a:gradFill rotWithShape="1">
              <a:gsLst>
                <a:gs pos="0">
                  <a:srgbClr val="CCCCFF"/>
                </a:gs>
                <a:gs pos="100000">
                  <a:srgbClr val="FFFFFF"/>
                </a:gs>
              </a:gsLst>
              <a:lin ang="0" scaled="1"/>
            </a:gradFill>
            <a:ln w="19050">
              <a:solidFill>
                <a:srgbClr val="000000"/>
              </a:solidFill>
              <a:round/>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black"/>
                </a:solidFill>
                <a:effectLst/>
                <a:uLnTx/>
                <a:uFillTx/>
                <a:latin typeface="Times New Roman" pitchFamily="18" charset="0"/>
                <a:ea typeface="+mn-ea"/>
                <a:cs typeface="+mn-cs"/>
              </a:endParaRPr>
            </a:p>
          </p:txBody>
        </p:sp>
        <p:grpSp>
          <p:nvGrpSpPr>
            <p:cNvPr id="206934" name="Group 266"/>
            <p:cNvGrpSpPr>
              <a:grpSpLocks/>
            </p:cNvGrpSpPr>
            <p:nvPr/>
          </p:nvGrpSpPr>
          <p:grpSpPr bwMode="auto">
            <a:xfrm>
              <a:off x="4530" y="1287"/>
              <a:ext cx="377" cy="75"/>
              <a:chOff x="2468" y="1332"/>
              <a:chExt cx="310" cy="60"/>
            </a:xfrm>
          </p:grpSpPr>
          <p:sp>
            <p:nvSpPr>
              <p:cNvPr id="49" name="Freeform 267"/>
              <p:cNvSpPr>
                <a:spLocks/>
              </p:cNvSpPr>
              <p:nvPr/>
            </p:nvSpPr>
            <p:spPr bwMode="auto">
              <a:xfrm>
                <a:off x="2468" y="1332"/>
                <a:ext cx="310" cy="60"/>
              </a:xfrm>
              <a:custGeom>
                <a:avLst/>
                <a:gdLst>
                  <a:gd name="T0" fmla="*/ 0 w 310"/>
                  <a:gd name="T1" fmla="*/ 60 h 60"/>
                  <a:gd name="T2" fmla="*/ 96 w 310"/>
                  <a:gd name="T3" fmla="*/ 60 h 60"/>
                  <a:gd name="T4" fmla="*/ 192 w 310"/>
                  <a:gd name="T5" fmla="*/ 0 h 60"/>
                  <a:gd name="T6" fmla="*/ 310 w 310"/>
                  <a:gd name="T7" fmla="*/ 0 h 60"/>
                  <a:gd name="T8" fmla="*/ 0 60000 65536"/>
                  <a:gd name="T9" fmla="*/ 0 60000 65536"/>
                  <a:gd name="T10" fmla="*/ 0 60000 65536"/>
                  <a:gd name="T11" fmla="*/ 0 60000 65536"/>
                  <a:gd name="T12" fmla="*/ 0 w 310"/>
                  <a:gd name="T13" fmla="*/ 0 h 60"/>
                  <a:gd name="T14" fmla="*/ 310 w 310"/>
                  <a:gd name="T15" fmla="*/ 60 h 60"/>
                </a:gdLst>
                <a:ahLst/>
                <a:cxnLst>
                  <a:cxn ang="T8">
                    <a:pos x="T0" y="T1"/>
                  </a:cxn>
                  <a:cxn ang="T9">
                    <a:pos x="T2" y="T3"/>
                  </a:cxn>
                  <a:cxn ang="T10">
                    <a:pos x="T4" y="T5"/>
                  </a:cxn>
                  <a:cxn ang="T11">
                    <a:pos x="T6" y="T7"/>
                  </a:cxn>
                </a:cxnLst>
                <a:rect l="T12" t="T13" r="T14" b="T15"/>
                <a:pathLst>
                  <a:path w="310" h="60">
                    <a:moveTo>
                      <a:pt x="0" y="60"/>
                    </a:moveTo>
                    <a:lnTo>
                      <a:pt x="96" y="60"/>
                    </a:lnTo>
                    <a:lnTo>
                      <a:pt x="192" y="0"/>
                    </a:lnTo>
                    <a:lnTo>
                      <a:pt x="310" y="0"/>
                    </a:lnTo>
                  </a:path>
                </a:pathLst>
              </a:custGeom>
              <a:noFill/>
              <a:ln w="28575" cmpd="sng">
                <a:solidFill>
                  <a:srgbClr val="000000"/>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0" name="Freeform 268"/>
              <p:cNvSpPr>
                <a:spLocks/>
              </p:cNvSpPr>
              <p:nvPr/>
            </p:nvSpPr>
            <p:spPr bwMode="auto">
              <a:xfrm>
                <a:off x="2482" y="1332"/>
                <a:ext cx="282" cy="60"/>
              </a:xfrm>
              <a:custGeom>
                <a:avLst/>
                <a:gdLst>
                  <a:gd name="T0" fmla="*/ 0 w 282"/>
                  <a:gd name="T1" fmla="*/ 0 h 60"/>
                  <a:gd name="T2" fmla="*/ 96 w 282"/>
                  <a:gd name="T3" fmla="*/ 0 h 60"/>
                  <a:gd name="T4" fmla="*/ 192 w 282"/>
                  <a:gd name="T5" fmla="*/ 60 h 60"/>
                  <a:gd name="T6" fmla="*/ 282 w 282"/>
                  <a:gd name="T7" fmla="*/ 60 h 60"/>
                  <a:gd name="T8" fmla="*/ 0 60000 65536"/>
                  <a:gd name="T9" fmla="*/ 0 60000 65536"/>
                  <a:gd name="T10" fmla="*/ 0 60000 65536"/>
                  <a:gd name="T11" fmla="*/ 0 60000 65536"/>
                  <a:gd name="T12" fmla="*/ 0 w 282"/>
                  <a:gd name="T13" fmla="*/ 0 h 60"/>
                  <a:gd name="T14" fmla="*/ 282 w 282"/>
                  <a:gd name="T15" fmla="*/ 60 h 60"/>
                </a:gdLst>
                <a:ahLst/>
                <a:cxnLst>
                  <a:cxn ang="T8">
                    <a:pos x="T0" y="T1"/>
                  </a:cxn>
                  <a:cxn ang="T9">
                    <a:pos x="T2" y="T3"/>
                  </a:cxn>
                  <a:cxn ang="T10">
                    <a:pos x="T4" y="T5"/>
                  </a:cxn>
                  <a:cxn ang="T11">
                    <a:pos x="T6" y="T7"/>
                  </a:cxn>
                </a:cxnLst>
                <a:rect l="T12" t="T13" r="T14" b="T15"/>
                <a:pathLst>
                  <a:path w="282" h="60">
                    <a:moveTo>
                      <a:pt x="0" y="0"/>
                    </a:moveTo>
                    <a:lnTo>
                      <a:pt x="96" y="0"/>
                    </a:lnTo>
                    <a:lnTo>
                      <a:pt x="192" y="60"/>
                    </a:lnTo>
                    <a:lnTo>
                      <a:pt x="282" y="60"/>
                    </a:lnTo>
                  </a:path>
                </a:pathLst>
              </a:custGeom>
              <a:noFill/>
              <a:ln w="28575" cmpd="sng">
                <a:solidFill>
                  <a:srgbClr val="000000"/>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47" name="Line 269"/>
            <p:cNvSpPr>
              <a:spLocks noChangeShapeType="1"/>
            </p:cNvSpPr>
            <p:nvPr/>
          </p:nvSpPr>
          <p:spPr bwMode="auto">
            <a:xfrm>
              <a:off x="4399" y="1321"/>
              <a:ext cx="0" cy="109"/>
            </a:xfrm>
            <a:prstGeom prst="line">
              <a:avLst/>
            </a:prstGeom>
            <a:noFill/>
            <a:ln w="19050">
              <a:solidFill>
                <a:srgbClr val="000000"/>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48" name="Line 270"/>
            <p:cNvSpPr>
              <a:spLocks noChangeShapeType="1"/>
            </p:cNvSpPr>
            <p:nvPr/>
          </p:nvSpPr>
          <p:spPr bwMode="auto">
            <a:xfrm>
              <a:off x="5063" y="1326"/>
              <a:ext cx="0" cy="107"/>
            </a:xfrm>
            <a:prstGeom prst="line">
              <a:avLst/>
            </a:prstGeom>
            <a:noFill/>
            <a:ln w="19050">
              <a:solidFill>
                <a:srgbClr val="000000"/>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46" name="TextBox 545"/>
          <p:cNvSpPr txBox="1"/>
          <p:nvPr/>
        </p:nvSpPr>
        <p:spPr>
          <a:xfrm>
            <a:off x="3051175" y="3522663"/>
            <a:ext cx="1169988" cy="307975"/>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Access router</a:t>
            </a:r>
          </a:p>
        </p:txBody>
      </p:sp>
      <p:sp>
        <p:nvSpPr>
          <p:cNvPr id="13" name="Freeform 159"/>
          <p:cNvSpPr>
            <a:spLocks/>
          </p:cNvSpPr>
          <p:nvPr/>
        </p:nvSpPr>
        <p:spPr bwMode="auto">
          <a:xfrm>
            <a:off x="1465263" y="2244725"/>
            <a:ext cx="2046287" cy="603250"/>
          </a:xfrm>
          <a:custGeom>
            <a:avLst/>
            <a:gdLst>
              <a:gd name="T0" fmla="*/ 239 w 1292"/>
              <a:gd name="T1" fmla="*/ 7 h 1255"/>
              <a:gd name="T2" fmla="*/ 35 w 1292"/>
              <a:gd name="T3" fmla="*/ 157 h 1255"/>
              <a:gd name="T4" fmla="*/ 29 w 1292"/>
              <a:gd name="T5" fmla="*/ 523 h 1255"/>
              <a:gd name="T6" fmla="*/ 53 w 1292"/>
              <a:gd name="T7" fmla="*/ 829 h 1255"/>
              <a:gd name="T8" fmla="*/ 245 w 1292"/>
              <a:gd name="T9" fmla="*/ 871 h 1255"/>
              <a:gd name="T10" fmla="*/ 647 w 1292"/>
              <a:gd name="T11" fmla="*/ 1129 h 1255"/>
              <a:gd name="T12" fmla="*/ 995 w 1292"/>
              <a:gd name="T13" fmla="*/ 1237 h 1255"/>
              <a:gd name="T14" fmla="*/ 1199 w 1292"/>
              <a:gd name="T15" fmla="*/ 1021 h 1255"/>
              <a:gd name="T16" fmla="*/ 1271 w 1292"/>
              <a:gd name="T17" fmla="*/ 445 h 1255"/>
              <a:gd name="T18" fmla="*/ 1205 w 1292"/>
              <a:gd name="T19" fmla="*/ 211 h 1255"/>
              <a:gd name="T20" fmla="*/ 749 w 1292"/>
              <a:gd name="T21" fmla="*/ 115 h 1255"/>
              <a:gd name="T22" fmla="*/ 239 w 1292"/>
              <a:gd name="T23" fmla="*/ 7 h 1255"/>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1292"/>
              <a:gd name="T37" fmla="*/ 0 h 1255"/>
              <a:gd name="T38" fmla="*/ 1292 w 1292"/>
              <a:gd name="T39" fmla="*/ 1255 h 1255"/>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1292" h="1255">
                <a:moveTo>
                  <a:pt x="239" y="7"/>
                </a:moveTo>
                <a:cubicBezTo>
                  <a:pt x="120" y="14"/>
                  <a:pt x="70" y="71"/>
                  <a:pt x="35" y="157"/>
                </a:cubicBezTo>
                <a:cubicBezTo>
                  <a:pt x="0" y="243"/>
                  <a:pt x="26" y="411"/>
                  <a:pt x="29" y="523"/>
                </a:cubicBezTo>
                <a:cubicBezTo>
                  <a:pt x="32" y="635"/>
                  <a:pt x="17" y="771"/>
                  <a:pt x="53" y="829"/>
                </a:cubicBezTo>
                <a:cubicBezTo>
                  <a:pt x="89" y="887"/>
                  <a:pt x="146" y="821"/>
                  <a:pt x="245" y="871"/>
                </a:cubicBezTo>
                <a:cubicBezTo>
                  <a:pt x="344" y="921"/>
                  <a:pt x="522" y="1068"/>
                  <a:pt x="647" y="1129"/>
                </a:cubicBezTo>
                <a:cubicBezTo>
                  <a:pt x="772" y="1190"/>
                  <a:pt x="903" y="1255"/>
                  <a:pt x="995" y="1237"/>
                </a:cubicBezTo>
                <a:cubicBezTo>
                  <a:pt x="1087" y="1219"/>
                  <a:pt x="1153" y="1153"/>
                  <a:pt x="1199" y="1021"/>
                </a:cubicBezTo>
                <a:cubicBezTo>
                  <a:pt x="1245" y="889"/>
                  <a:pt x="1270" y="580"/>
                  <a:pt x="1271" y="445"/>
                </a:cubicBezTo>
                <a:cubicBezTo>
                  <a:pt x="1272" y="310"/>
                  <a:pt x="1292" y="266"/>
                  <a:pt x="1205" y="211"/>
                </a:cubicBezTo>
                <a:cubicBezTo>
                  <a:pt x="1118" y="156"/>
                  <a:pt x="908" y="150"/>
                  <a:pt x="749" y="115"/>
                </a:cubicBezTo>
                <a:cubicBezTo>
                  <a:pt x="590" y="80"/>
                  <a:pt x="358" y="0"/>
                  <a:pt x="239" y="7"/>
                </a:cubicBezTo>
                <a:close/>
              </a:path>
            </a:pathLst>
          </a:custGeom>
          <a:solidFill>
            <a:srgbClr val="00FFFF"/>
          </a:solidFill>
          <a:ln w="9525">
            <a:noFill/>
            <a:round/>
            <a:headEnd/>
            <a:tailEnd/>
          </a:ln>
        </p:spPr>
        <p:txBody>
          <a:bodyPr wrap="none"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Internet</a:t>
            </a:r>
          </a:p>
        </p:txBody>
      </p:sp>
      <p:sp>
        <p:nvSpPr>
          <p:cNvPr id="206925" name="Rectangle 5"/>
          <p:cNvSpPr txBox="1">
            <a:spLocks noChangeArrowheads="1"/>
          </p:cNvSpPr>
          <p:nvPr/>
        </p:nvSpPr>
        <p:spPr bwMode="auto">
          <a:xfrm>
            <a:off x="546100" y="115888"/>
            <a:ext cx="7772400" cy="936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a:ln>
                  <a:noFill/>
                </a:ln>
                <a:solidFill>
                  <a:srgbClr val="000099"/>
                </a:solidFill>
                <a:effectLst/>
                <a:uLnTx/>
                <a:uFillTx/>
                <a:latin typeface="Gill Sans MT" charset="0"/>
                <a:ea typeface="ＭＳ Ｐゴシック" charset="0"/>
              </a:rPr>
              <a:t>Data center networks </a:t>
            </a:r>
          </a:p>
        </p:txBody>
      </p:sp>
      <p:sp>
        <p:nvSpPr>
          <p:cNvPr id="24" name="Freeform 23"/>
          <p:cNvSpPr/>
          <p:nvPr/>
        </p:nvSpPr>
        <p:spPr>
          <a:xfrm>
            <a:off x="2105025" y="2162175"/>
            <a:ext cx="4329113" cy="3430588"/>
          </a:xfrm>
          <a:custGeom>
            <a:avLst/>
            <a:gdLst>
              <a:gd name="connsiteX0" fmla="*/ 0 w 4054022"/>
              <a:gd name="connsiteY0" fmla="*/ 0 h 3681545"/>
              <a:gd name="connsiteX1" fmla="*/ 3284271 w 4054022"/>
              <a:gd name="connsiteY1" fmla="*/ 1436700 h 3681545"/>
              <a:gd name="connsiteX2" fmla="*/ 3309929 w 4054022"/>
              <a:gd name="connsiteY2" fmla="*/ 1936980 h 3681545"/>
              <a:gd name="connsiteX3" fmla="*/ 4054022 w 4054022"/>
              <a:gd name="connsiteY3" fmla="*/ 1552149 h 3681545"/>
              <a:gd name="connsiteX4" fmla="*/ 4054022 w 4054022"/>
              <a:gd name="connsiteY4" fmla="*/ 1731737 h 3681545"/>
              <a:gd name="connsiteX5" fmla="*/ 3245783 w 4054022"/>
              <a:gd name="connsiteY5" fmla="*/ 2116567 h 3681545"/>
              <a:gd name="connsiteX6" fmla="*/ 3784609 w 4054022"/>
              <a:gd name="connsiteY6" fmla="*/ 2924711 h 3681545"/>
              <a:gd name="connsiteX7" fmla="*/ 3784609 w 4054022"/>
              <a:gd name="connsiteY7" fmla="*/ 3681545 h 3681545"/>
              <a:gd name="connsiteX0" fmla="*/ 0 w 4169484"/>
              <a:gd name="connsiteY0" fmla="*/ 0 h 3694373"/>
              <a:gd name="connsiteX1" fmla="*/ 3399733 w 4169484"/>
              <a:gd name="connsiteY1" fmla="*/ 1449528 h 3694373"/>
              <a:gd name="connsiteX2" fmla="*/ 3425391 w 4169484"/>
              <a:gd name="connsiteY2" fmla="*/ 1949808 h 3694373"/>
              <a:gd name="connsiteX3" fmla="*/ 4169484 w 4169484"/>
              <a:gd name="connsiteY3" fmla="*/ 1564977 h 3694373"/>
              <a:gd name="connsiteX4" fmla="*/ 4169484 w 4169484"/>
              <a:gd name="connsiteY4" fmla="*/ 1744565 h 3694373"/>
              <a:gd name="connsiteX5" fmla="*/ 3361245 w 4169484"/>
              <a:gd name="connsiteY5" fmla="*/ 2129395 h 3694373"/>
              <a:gd name="connsiteX6" fmla="*/ 3900071 w 4169484"/>
              <a:gd name="connsiteY6" fmla="*/ 2937539 h 3694373"/>
              <a:gd name="connsiteX7" fmla="*/ 3900071 w 4169484"/>
              <a:gd name="connsiteY7" fmla="*/ 3694373 h 3694373"/>
              <a:gd name="connsiteX0" fmla="*/ 0 w 4169484"/>
              <a:gd name="connsiteY0" fmla="*/ 0 h 3694373"/>
              <a:gd name="connsiteX1" fmla="*/ 3399733 w 4169484"/>
              <a:gd name="connsiteY1" fmla="*/ 1449528 h 3694373"/>
              <a:gd name="connsiteX2" fmla="*/ 3425391 w 4169484"/>
              <a:gd name="connsiteY2" fmla="*/ 1949808 h 3694373"/>
              <a:gd name="connsiteX3" fmla="*/ 4169484 w 4169484"/>
              <a:gd name="connsiteY3" fmla="*/ 1564977 h 3694373"/>
              <a:gd name="connsiteX4" fmla="*/ 4169484 w 4169484"/>
              <a:gd name="connsiteY4" fmla="*/ 1744565 h 3694373"/>
              <a:gd name="connsiteX5" fmla="*/ 3361245 w 4169484"/>
              <a:gd name="connsiteY5" fmla="*/ 2129395 h 3694373"/>
              <a:gd name="connsiteX6" fmla="*/ 3797438 w 4169484"/>
              <a:gd name="connsiteY6" fmla="*/ 2886229 h 3694373"/>
              <a:gd name="connsiteX7" fmla="*/ 3900071 w 4169484"/>
              <a:gd name="connsiteY7" fmla="*/ 3694373 h 3694373"/>
              <a:gd name="connsiteX0" fmla="*/ 0 w 4169484"/>
              <a:gd name="connsiteY0" fmla="*/ 0 h 3668718"/>
              <a:gd name="connsiteX1" fmla="*/ 3399733 w 4169484"/>
              <a:gd name="connsiteY1" fmla="*/ 1449528 h 3668718"/>
              <a:gd name="connsiteX2" fmla="*/ 3425391 w 4169484"/>
              <a:gd name="connsiteY2" fmla="*/ 1949808 h 3668718"/>
              <a:gd name="connsiteX3" fmla="*/ 4169484 w 4169484"/>
              <a:gd name="connsiteY3" fmla="*/ 1564977 h 3668718"/>
              <a:gd name="connsiteX4" fmla="*/ 4169484 w 4169484"/>
              <a:gd name="connsiteY4" fmla="*/ 1744565 h 3668718"/>
              <a:gd name="connsiteX5" fmla="*/ 3361245 w 4169484"/>
              <a:gd name="connsiteY5" fmla="*/ 2129395 h 3668718"/>
              <a:gd name="connsiteX6" fmla="*/ 3797438 w 4169484"/>
              <a:gd name="connsiteY6" fmla="*/ 2886229 h 3668718"/>
              <a:gd name="connsiteX7" fmla="*/ 3835926 w 4169484"/>
              <a:gd name="connsiteY7" fmla="*/ 3668718 h 3668718"/>
              <a:gd name="connsiteX0" fmla="*/ 0 w 4169484"/>
              <a:gd name="connsiteY0" fmla="*/ 0 h 3668718"/>
              <a:gd name="connsiteX1" fmla="*/ 3399733 w 4169484"/>
              <a:gd name="connsiteY1" fmla="*/ 1449528 h 3668718"/>
              <a:gd name="connsiteX2" fmla="*/ 3425391 w 4169484"/>
              <a:gd name="connsiteY2" fmla="*/ 1949808 h 3668718"/>
              <a:gd name="connsiteX3" fmla="*/ 4169484 w 4169484"/>
              <a:gd name="connsiteY3" fmla="*/ 1564977 h 3668718"/>
              <a:gd name="connsiteX4" fmla="*/ 4169484 w 4169484"/>
              <a:gd name="connsiteY4" fmla="*/ 1680426 h 3668718"/>
              <a:gd name="connsiteX5" fmla="*/ 3361245 w 4169484"/>
              <a:gd name="connsiteY5" fmla="*/ 2129395 h 3668718"/>
              <a:gd name="connsiteX6" fmla="*/ 3797438 w 4169484"/>
              <a:gd name="connsiteY6" fmla="*/ 2886229 h 3668718"/>
              <a:gd name="connsiteX7" fmla="*/ 3835926 w 4169484"/>
              <a:gd name="connsiteY7" fmla="*/ 3668718 h 3668718"/>
              <a:gd name="connsiteX0" fmla="*/ 0 w 4169484"/>
              <a:gd name="connsiteY0" fmla="*/ 0 h 3668718"/>
              <a:gd name="connsiteX1" fmla="*/ 3399733 w 4169484"/>
              <a:gd name="connsiteY1" fmla="*/ 1449528 h 3668718"/>
              <a:gd name="connsiteX2" fmla="*/ 3425391 w 4169484"/>
              <a:gd name="connsiteY2" fmla="*/ 1949808 h 3668718"/>
              <a:gd name="connsiteX3" fmla="*/ 4169484 w 4169484"/>
              <a:gd name="connsiteY3" fmla="*/ 1564977 h 3668718"/>
              <a:gd name="connsiteX4" fmla="*/ 4169484 w 4169484"/>
              <a:gd name="connsiteY4" fmla="*/ 1680426 h 3668718"/>
              <a:gd name="connsiteX5" fmla="*/ 3399733 w 4169484"/>
              <a:gd name="connsiteY5" fmla="*/ 2142223 h 3668718"/>
              <a:gd name="connsiteX6" fmla="*/ 3797438 w 4169484"/>
              <a:gd name="connsiteY6" fmla="*/ 2886229 h 3668718"/>
              <a:gd name="connsiteX7" fmla="*/ 3835926 w 4169484"/>
              <a:gd name="connsiteY7" fmla="*/ 3668718 h 3668718"/>
              <a:gd name="connsiteX0" fmla="*/ 0 w 4169484"/>
              <a:gd name="connsiteY0" fmla="*/ 0 h 3668718"/>
              <a:gd name="connsiteX1" fmla="*/ 3399733 w 4169484"/>
              <a:gd name="connsiteY1" fmla="*/ 1449528 h 3668718"/>
              <a:gd name="connsiteX2" fmla="*/ 3425391 w 4169484"/>
              <a:gd name="connsiteY2" fmla="*/ 1949808 h 3668718"/>
              <a:gd name="connsiteX3" fmla="*/ 4169484 w 4169484"/>
              <a:gd name="connsiteY3" fmla="*/ 1564977 h 3668718"/>
              <a:gd name="connsiteX4" fmla="*/ 4169484 w 4169484"/>
              <a:gd name="connsiteY4" fmla="*/ 1680426 h 3668718"/>
              <a:gd name="connsiteX5" fmla="*/ 3386904 w 4169484"/>
              <a:gd name="connsiteY5" fmla="*/ 2078085 h 3668718"/>
              <a:gd name="connsiteX6" fmla="*/ 3797438 w 4169484"/>
              <a:gd name="connsiteY6" fmla="*/ 2886229 h 3668718"/>
              <a:gd name="connsiteX7" fmla="*/ 3835926 w 4169484"/>
              <a:gd name="connsiteY7" fmla="*/ 3668718 h 3668718"/>
              <a:gd name="connsiteX0" fmla="*/ 0 w 4169484"/>
              <a:gd name="connsiteY0" fmla="*/ 0 h 3668718"/>
              <a:gd name="connsiteX1" fmla="*/ 3399733 w 4169484"/>
              <a:gd name="connsiteY1" fmla="*/ 1449528 h 3668718"/>
              <a:gd name="connsiteX2" fmla="*/ 3425391 w 4169484"/>
              <a:gd name="connsiteY2" fmla="*/ 1949808 h 3668718"/>
              <a:gd name="connsiteX3" fmla="*/ 4169484 w 4169484"/>
              <a:gd name="connsiteY3" fmla="*/ 1564977 h 3668718"/>
              <a:gd name="connsiteX4" fmla="*/ 4169484 w 4169484"/>
              <a:gd name="connsiteY4" fmla="*/ 1680426 h 3668718"/>
              <a:gd name="connsiteX5" fmla="*/ 3386904 w 4169484"/>
              <a:gd name="connsiteY5" fmla="*/ 2078085 h 3668718"/>
              <a:gd name="connsiteX6" fmla="*/ 3848754 w 4169484"/>
              <a:gd name="connsiteY6" fmla="*/ 2873401 h 3668718"/>
              <a:gd name="connsiteX7" fmla="*/ 3835926 w 4169484"/>
              <a:gd name="connsiteY7" fmla="*/ 3668718 h 3668718"/>
              <a:gd name="connsiteX0" fmla="*/ 0 w 4169484"/>
              <a:gd name="connsiteY0" fmla="*/ 0 h 3643063"/>
              <a:gd name="connsiteX1" fmla="*/ 3399733 w 4169484"/>
              <a:gd name="connsiteY1" fmla="*/ 1449528 h 3643063"/>
              <a:gd name="connsiteX2" fmla="*/ 3425391 w 4169484"/>
              <a:gd name="connsiteY2" fmla="*/ 1949808 h 3643063"/>
              <a:gd name="connsiteX3" fmla="*/ 4169484 w 4169484"/>
              <a:gd name="connsiteY3" fmla="*/ 1564977 h 3643063"/>
              <a:gd name="connsiteX4" fmla="*/ 4169484 w 4169484"/>
              <a:gd name="connsiteY4" fmla="*/ 1680426 h 3643063"/>
              <a:gd name="connsiteX5" fmla="*/ 3386904 w 4169484"/>
              <a:gd name="connsiteY5" fmla="*/ 2078085 h 3643063"/>
              <a:gd name="connsiteX6" fmla="*/ 3848754 w 4169484"/>
              <a:gd name="connsiteY6" fmla="*/ 2873401 h 3643063"/>
              <a:gd name="connsiteX7" fmla="*/ 3861584 w 4169484"/>
              <a:gd name="connsiteY7" fmla="*/ 3643063 h 3643063"/>
              <a:gd name="connsiteX0" fmla="*/ 0 w 4169484"/>
              <a:gd name="connsiteY0" fmla="*/ 0 h 3643063"/>
              <a:gd name="connsiteX1" fmla="*/ 3399733 w 4169484"/>
              <a:gd name="connsiteY1" fmla="*/ 1449528 h 3643063"/>
              <a:gd name="connsiteX2" fmla="*/ 3425391 w 4169484"/>
              <a:gd name="connsiteY2" fmla="*/ 1949808 h 3643063"/>
              <a:gd name="connsiteX3" fmla="*/ 4169484 w 4169484"/>
              <a:gd name="connsiteY3" fmla="*/ 1564977 h 3643063"/>
              <a:gd name="connsiteX4" fmla="*/ 4169484 w 4169484"/>
              <a:gd name="connsiteY4" fmla="*/ 1680426 h 3643063"/>
              <a:gd name="connsiteX5" fmla="*/ 3386904 w 4169484"/>
              <a:gd name="connsiteY5" fmla="*/ 2078085 h 3643063"/>
              <a:gd name="connsiteX6" fmla="*/ 3874412 w 4169484"/>
              <a:gd name="connsiteY6" fmla="*/ 2834918 h 3643063"/>
              <a:gd name="connsiteX7" fmla="*/ 3861584 w 4169484"/>
              <a:gd name="connsiteY7" fmla="*/ 3643063 h 3643063"/>
              <a:gd name="connsiteX0" fmla="*/ 0 w 4169484"/>
              <a:gd name="connsiteY0" fmla="*/ 0 h 3643063"/>
              <a:gd name="connsiteX1" fmla="*/ 3079003 w 4169484"/>
              <a:gd name="connsiteY1" fmla="*/ 1398217 h 3643063"/>
              <a:gd name="connsiteX2" fmla="*/ 3425391 w 4169484"/>
              <a:gd name="connsiteY2" fmla="*/ 1949808 h 3643063"/>
              <a:gd name="connsiteX3" fmla="*/ 4169484 w 4169484"/>
              <a:gd name="connsiteY3" fmla="*/ 1564977 h 3643063"/>
              <a:gd name="connsiteX4" fmla="*/ 4169484 w 4169484"/>
              <a:gd name="connsiteY4" fmla="*/ 1680426 h 3643063"/>
              <a:gd name="connsiteX5" fmla="*/ 3386904 w 4169484"/>
              <a:gd name="connsiteY5" fmla="*/ 2078085 h 3643063"/>
              <a:gd name="connsiteX6" fmla="*/ 3874412 w 4169484"/>
              <a:gd name="connsiteY6" fmla="*/ 2834918 h 3643063"/>
              <a:gd name="connsiteX7" fmla="*/ 3861584 w 4169484"/>
              <a:gd name="connsiteY7" fmla="*/ 3643063 h 3643063"/>
              <a:gd name="connsiteX0" fmla="*/ 0 w 4169484"/>
              <a:gd name="connsiteY0" fmla="*/ 0 h 3643063"/>
              <a:gd name="connsiteX1" fmla="*/ 3079003 w 4169484"/>
              <a:gd name="connsiteY1" fmla="*/ 1398217 h 3643063"/>
              <a:gd name="connsiteX2" fmla="*/ 3207294 w 4169484"/>
              <a:gd name="connsiteY2" fmla="*/ 2013946 h 3643063"/>
              <a:gd name="connsiteX3" fmla="*/ 4169484 w 4169484"/>
              <a:gd name="connsiteY3" fmla="*/ 1564977 h 3643063"/>
              <a:gd name="connsiteX4" fmla="*/ 4169484 w 4169484"/>
              <a:gd name="connsiteY4" fmla="*/ 1680426 h 3643063"/>
              <a:gd name="connsiteX5" fmla="*/ 3386904 w 4169484"/>
              <a:gd name="connsiteY5" fmla="*/ 2078085 h 3643063"/>
              <a:gd name="connsiteX6" fmla="*/ 3874412 w 4169484"/>
              <a:gd name="connsiteY6" fmla="*/ 2834918 h 3643063"/>
              <a:gd name="connsiteX7" fmla="*/ 3861584 w 4169484"/>
              <a:gd name="connsiteY7" fmla="*/ 3643063 h 3643063"/>
              <a:gd name="connsiteX0" fmla="*/ 0 w 4169484"/>
              <a:gd name="connsiteY0" fmla="*/ 0 h 3643063"/>
              <a:gd name="connsiteX1" fmla="*/ 3066174 w 4169484"/>
              <a:gd name="connsiteY1" fmla="*/ 1488011 h 3643063"/>
              <a:gd name="connsiteX2" fmla="*/ 3207294 w 4169484"/>
              <a:gd name="connsiteY2" fmla="*/ 2013946 h 3643063"/>
              <a:gd name="connsiteX3" fmla="*/ 4169484 w 4169484"/>
              <a:gd name="connsiteY3" fmla="*/ 1564977 h 3643063"/>
              <a:gd name="connsiteX4" fmla="*/ 4169484 w 4169484"/>
              <a:gd name="connsiteY4" fmla="*/ 1680426 h 3643063"/>
              <a:gd name="connsiteX5" fmla="*/ 3386904 w 4169484"/>
              <a:gd name="connsiteY5" fmla="*/ 2078085 h 3643063"/>
              <a:gd name="connsiteX6" fmla="*/ 3874412 w 4169484"/>
              <a:gd name="connsiteY6" fmla="*/ 2834918 h 3643063"/>
              <a:gd name="connsiteX7" fmla="*/ 3861584 w 4169484"/>
              <a:gd name="connsiteY7" fmla="*/ 3643063 h 3643063"/>
              <a:gd name="connsiteX0" fmla="*/ 0 w 4336264"/>
              <a:gd name="connsiteY0" fmla="*/ 0 h 3450648"/>
              <a:gd name="connsiteX1" fmla="*/ 3232954 w 4336264"/>
              <a:gd name="connsiteY1" fmla="*/ 1295596 h 3450648"/>
              <a:gd name="connsiteX2" fmla="*/ 3374074 w 4336264"/>
              <a:gd name="connsiteY2" fmla="*/ 1821531 h 3450648"/>
              <a:gd name="connsiteX3" fmla="*/ 4336264 w 4336264"/>
              <a:gd name="connsiteY3" fmla="*/ 1372562 h 3450648"/>
              <a:gd name="connsiteX4" fmla="*/ 4336264 w 4336264"/>
              <a:gd name="connsiteY4" fmla="*/ 1488011 h 3450648"/>
              <a:gd name="connsiteX5" fmla="*/ 3553684 w 4336264"/>
              <a:gd name="connsiteY5" fmla="*/ 1885670 h 3450648"/>
              <a:gd name="connsiteX6" fmla="*/ 4041192 w 4336264"/>
              <a:gd name="connsiteY6" fmla="*/ 2642503 h 3450648"/>
              <a:gd name="connsiteX7" fmla="*/ 4028364 w 4336264"/>
              <a:gd name="connsiteY7" fmla="*/ 3450648 h 3450648"/>
              <a:gd name="connsiteX0" fmla="*/ 0 w 4336264"/>
              <a:gd name="connsiteY0" fmla="*/ 0 h 3450648"/>
              <a:gd name="connsiteX1" fmla="*/ 3258612 w 4336264"/>
              <a:gd name="connsiteY1" fmla="*/ 1346907 h 3450648"/>
              <a:gd name="connsiteX2" fmla="*/ 3374074 w 4336264"/>
              <a:gd name="connsiteY2" fmla="*/ 1821531 h 3450648"/>
              <a:gd name="connsiteX3" fmla="*/ 4336264 w 4336264"/>
              <a:gd name="connsiteY3" fmla="*/ 1372562 h 3450648"/>
              <a:gd name="connsiteX4" fmla="*/ 4336264 w 4336264"/>
              <a:gd name="connsiteY4" fmla="*/ 1488011 h 3450648"/>
              <a:gd name="connsiteX5" fmla="*/ 3553684 w 4336264"/>
              <a:gd name="connsiteY5" fmla="*/ 1885670 h 3450648"/>
              <a:gd name="connsiteX6" fmla="*/ 4041192 w 4336264"/>
              <a:gd name="connsiteY6" fmla="*/ 2642503 h 3450648"/>
              <a:gd name="connsiteX7" fmla="*/ 4028364 w 4336264"/>
              <a:gd name="connsiteY7" fmla="*/ 3450648 h 3450648"/>
              <a:gd name="connsiteX0" fmla="*/ 0 w 4336264"/>
              <a:gd name="connsiteY0" fmla="*/ 0 h 3450648"/>
              <a:gd name="connsiteX1" fmla="*/ 3258612 w 4336264"/>
              <a:gd name="connsiteY1" fmla="*/ 1346907 h 3450648"/>
              <a:gd name="connsiteX2" fmla="*/ 3284270 w 4336264"/>
              <a:gd name="connsiteY2" fmla="*/ 1834359 h 3450648"/>
              <a:gd name="connsiteX3" fmla="*/ 4336264 w 4336264"/>
              <a:gd name="connsiteY3" fmla="*/ 1372562 h 3450648"/>
              <a:gd name="connsiteX4" fmla="*/ 4336264 w 4336264"/>
              <a:gd name="connsiteY4" fmla="*/ 1488011 h 3450648"/>
              <a:gd name="connsiteX5" fmla="*/ 3553684 w 4336264"/>
              <a:gd name="connsiteY5" fmla="*/ 1885670 h 3450648"/>
              <a:gd name="connsiteX6" fmla="*/ 4041192 w 4336264"/>
              <a:gd name="connsiteY6" fmla="*/ 2642503 h 3450648"/>
              <a:gd name="connsiteX7" fmla="*/ 4028364 w 4336264"/>
              <a:gd name="connsiteY7" fmla="*/ 3450648 h 3450648"/>
              <a:gd name="connsiteX0" fmla="*/ 0 w 4336264"/>
              <a:gd name="connsiteY0" fmla="*/ 0 h 3450648"/>
              <a:gd name="connsiteX1" fmla="*/ 3258612 w 4336264"/>
              <a:gd name="connsiteY1" fmla="*/ 1346907 h 3450648"/>
              <a:gd name="connsiteX2" fmla="*/ 3284270 w 4336264"/>
              <a:gd name="connsiteY2" fmla="*/ 1834359 h 3450648"/>
              <a:gd name="connsiteX3" fmla="*/ 4336264 w 4336264"/>
              <a:gd name="connsiteY3" fmla="*/ 1372562 h 3450648"/>
              <a:gd name="connsiteX4" fmla="*/ 4336264 w 4336264"/>
              <a:gd name="connsiteY4" fmla="*/ 1488011 h 3450648"/>
              <a:gd name="connsiteX5" fmla="*/ 3540855 w 4336264"/>
              <a:gd name="connsiteY5" fmla="*/ 1962636 h 3450648"/>
              <a:gd name="connsiteX6" fmla="*/ 4041192 w 4336264"/>
              <a:gd name="connsiteY6" fmla="*/ 2642503 h 3450648"/>
              <a:gd name="connsiteX7" fmla="*/ 4028364 w 4336264"/>
              <a:gd name="connsiteY7" fmla="*/ 3450648 h 3450648"/>
              <a:gd name="connsiteX0" fmla="*/ 0 w 4336264"/>
              <a:gd name="connsiteY0" fmla="*/ 0 h 3450648"/>
              <a:gd name="connsiteX1" fmla="*/ 3258612 w 4336264"/>
              <a:gd name="connsiteY1" fmla="*/ 1346907 h 3450648"/>
              <a:gd name="connsiteX2" fmla="*/ 3284270 w 4336264"/>
              <a:gd name="connsiteY2" fmla="*/ 1834359 h 3450648"/>
              <a:gd name="connsiteX3" fmla="*/ 4336264 w 4336264"/>
              <a:gd name="connsiteY3" fmla="*/ 1372562 h 3450648"/>
              <a:gd name="connsiteX4" fmla="*/ 4336264 w 4336264"/>
              <a:gd name="connsiteY4" fmla="*/ 1488011 h 3450648"/>
              <a:gd name="connsiteX5" fmla="*/ 3540855 w 4336264"/>
              <a:gd name="connsiteY5" fmla="*/ 2008941 h 3450648"/>
              <a:gd name="connsiteX6" fmla="*/ 4041192 w 4336264"/>
              <a:gd name="connsiteY6" fmla="*/ 2642503 h 3450648"/>
              <a:gd name="connsiteX7" fmla="*/ 4028364 w 4336264"/>
              <a:gd name="connsiteY7" fmla="*/ 3450648 h 3450648"/>
              <a:gd name="connsiteX0" fmla="*/ 0 w 4336264"/>
              <a:gd name="connsiteY0" fmla="*/ 0 h 3450648"/>
              <a:gd name="connsiteX1" fmla="*/ 3258612 w 4336264"/>
              <a:gd name="connsiteY1" fmla="*/ 1346907 h 3450648"/>
              <a:gd name="connsiteX2" fmla="*/ 3284270 w 4336264"/>
              <a:gd name="connsiteY2" fmla="*/ 1834359 h 3450648"/>
              <a:gd name="connsiteX3" fmla="*/ 4336264 w 4336264"/>
              <a:gd name="connsiteY3" fmla="*/ 1372562 h 3450648"/>
              <a:gd name="connsiteX4" fmla="*/ 4309805 w 4336264"/>
              <a:gd name="connsiteY4" fmla="*/ 1646769 h 3450648"/>
              <a:gd name="connsiteX5" fmla="*/ 3540855 w 4336264"/>
              <a:gd name="connsiteY5" fmla="*/ 2008941 h 3450648"/>
              <a:gd name="connsiteX6" fmla="*/ 4041192 w 4336264"/>
              <a:gd name="connsiteY6" fmla="*/ 2642503 h 3450648"/>
              <a:gd name="connsiteX7" fmla="*/ 4028364 w 4336264"/>
              <a:gd name="connsiteY7" fmla="*/ 3450648 h 3450648"/>
              <a:gd name="connsiteX0" fmla="*/ 0 w 4316420"/>
              <a:gd name="connsiteY0" fmla="*/ 0 h 3450648"/>
              <a:gd name="connsiteX1" fmla="*/ 3258612 w 4316420"/>
              <a:gd name="connsiteY1" fmla="*/ 1346907 h 3450648"/>
              <a:gd name="connsiteX2" fmla="*/ 3284270 w 4316420"/>
              <a:gd name="connsiteY2" fmla="*/ 1834359 h 3450648"/>
              <a:gd name="connsiteX3" fmla="*/ 4316420 w 4316420"/>
              <a:gd name="connsiteY3" fmla="*/ 1498245 h 3450648"/>
              <a:gd name="connsiteX4" fmla="*/ 4309805 w 4316420"/>
              <a:gd name="connsiteY4" fmla="*/ 1646769 h 3450648"/>
              <a:gd name="connsiteX5" fmla="*/ 3540855 w 4316420"/>
              <a:gd name="connsiteY5" fmla="*/ 2008941 h 3450648"/>
              <a:gd name="connsiteX6" fmla="*/ 4041192 w 4316420"/>
              <a:gd name="connsiteY6" fmla="*/ 2642503 h 3450648"/>
              <a:gd name="connsiteX7" fmla="*/ 4028364 w 4316420"/>
              <a:gd name="connsiteY7" fmla="*/ 3450648 h 3450648"/>
              <a:gd name="connsiteX0" fmla="*/ 0 w 4316420"/>
              <a:gd name="connsiteY0" fmla="*/ 0 h 3450648"/>
              <a:gd name="connsiteX1" fmla="*/ 3258612 w 4316420"/>
              <a:gd name="connsiteY1" fmla="*/ 1346907 h 3450648"/>
              <a:gd name="connsiteX2" fmla="*/ 3350417 w 4316420"/>
              <a:gd name="connsiteY2" fmla="*/ 1940198 h 3450648"/>
              <a:gd name="connsiteX3" fmla="*/ 4316420 w 4316420"/>
              <a:gd name="connsiteY3" fmla="*/ 1498245 h 3450648"/>
              <a:gd name="connsiteX4" fmla="*/ 4309805 w 4316420"/>
              <a:gd name="connsiteY4" fmla="*/ 1646769 h 3450648"/>
              <a:gd name="connsiteX5" fmla="*/ 3540855 w 4316420"/>
              <a:gd name="connsiteY5" fmla="*/ 2008941 h 3450648"/>
              <a:gd name="connsiteX6" fmla="*/ 4041192 w 4316420"/>
              <a:gd name="connsiteY6" fmla="*/ 2642503 h 3450648"/>
              <a:gd name="connsiteX7" fmla="*/ 4028364 w 4316420"/>
              <a:gd name="connsiteY7" fmla="*/ 3450648 h 3450648"/>
              <a:gd name="connsiteX0" fmla="*/ 0 w 4316420"/>
              <a:gd name="connsiteY0" fmla="*/ 0 h 3450648"/>
              <a:gd name="connsiteX1" fmla="*/ 3258612 w 4316420"/>
              <a:gd name="connsiteY1" fmla="*/ 1346907 h 3450648"/>
              <a:gd name="connsiteX2" fmla="*/ 3357031 w 4316420"/>
              <a:gd name="connsiteY2" fmla="*/ 1953428 h 3450648"/>
              <a:gd name="connsiteX3" fmla="*/ 4316420 w 4316420"/>
              <a:gd name="connsiteY3" fmla="*/ 1498245 h 3450648"/>
              <a:gd name="connsiteX4" fmla="*/ 4309805 w 4316420"/>
              <a:gd name="connsiteY4" fmla="*/ 1646769 h 3450648"/>
              <a:gd name="connsiteX5" fmla="*/ 3540855 w 4316420"/>
              <a:gd name="connsiteY5" fmla="*/ 2008941 h 3450648"/>
              <a:gd name="connsiteX6" fmla="*/ 4041192 w 4316420"/>
              <a:gd name="connsiteY6" fmla="*/ 2642503 h 3450648"/>
              <a:gd name="connsiteX7" fmla="*/ 4028364 w 4316420"/>
              <a:gd name="connsiteY7" fmla="*/ 3450648 h 3450648"/>
              <a:gd name="connsiteX0" fmla="*/ 0 w 4316420"/>
              <a:gd name="connsiteY0" fmla="*/ 0 h 3450648"/>
              <a:gd name="connsiteX1" fmla="*/ 3337988 w 4316420"/>
              <a:gd name="connsiteY1" fmla="*/ 1432901 h 3450648"/>
              <a:gd name="connsiteX2" fmla="*/ 3357031 w 4316420"/>
              <a:gd name="connsiteY2" fmla="*/ 1953428 h 3450648"/>
              <a:gd name="connsiteX3" fmla="*/ 4316420 w 4316420"/>
              <a:gd name="connsiteY3" fmla="*/ 1498245 h 3450648"/>
              <a:gd name="connsiteX4" fmla="*/ 4309805 w 4316420"/>
              <a:gd name="connsiteY4" fmla="*/ 1646769 h 3450648"/>
              <a:gd name="connsiteX5" fmla="*/ 3540855 w 4316420"/>
              <a:gd name="connsiteY5" fmla="*/ 2008941 h 3450648"/>
              <a:gd name="connsiteX6" fmla="*/ 4041192 w 4316420"/>
              <a:gd name="connsiteY6" fmla="*/ 2642503 h 3450648"/>
              <a:gd name="connsiteX7" fmla="*/ 4028364 w 4316420"/>
              <a:gd name="connsiteY7" fmla="*/ 3450648 h 3450648"/>
              <a:gd name="connsiteX0" fmla="*/ 0 w 4329650"/>
              <a:gd name="connsiteY0" fmla="*/ 0 h 3430803"/>
              <a:gd name="connsiteX1" fmla="*/ 3351218 w 4329650"/>
              <a:gd name="connsiteY1" fmla="*/ 1413056 h 3430803"/>
              <a:gd name="connsiteX2" fmla="*/ 3370261 w 4329650"/>
              <a:gd name="connsiteY2" fmla="*/ 1933583 h 3430803"/>
              <a:gd name="connsiteX3" fmla="*/ 4329650 w 4329650"/>
              <a:gd name="connsiteY3" fmla="*/ 1478400 h 3430803"/>
              <a:gd name="connsiteX4" fmla="*/ 4323035 w 4329650"/>
              <a:gd name="connsiteY4" fmla="*/ 1626924 h 3430803"/>
              <a:gd name="connsiteX5" fmla="*/ 3554085 w 4329650"/>
              <a:gd name="connsiteY5" fmla="*/ 1989096 h 3430803"/>
              <a:gd name="connsiteX6" fmla="*/ 4054422 w 4329650"/>
              <a:gd name="connsiteY6" fmla="*/ 2622658 h 3430803"/>
              <a:gd name="connsiteX7" fmla="*/ 4041594 w 4329650"/>
              <a:gd name="connsiteY7" fmla="*/ 3430803 h 34308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329650" h="3430803">
                <a:moveTo>
                  <a:pt x="0" y="0"/>
                </a:moveTo>
                <a:lnTo>
                  <a:pt x="3351218" y="1413056"/>
                </a:lnTo>
                <a:lnTo>
                  <a:pt x="3370261" y="1933583"/>
                </a:lnTo>
                <a:lnTo>
                  <a:pt x="4329650" y="1478400"/>
                </a:lnTo>
                <a:lnTo>
                  <a:pt x="4323035" y="1626924"/>
                </a:lnTo>
                <a:lnTo>
                  <a:pt x="3554085" y="1989096"/>
                </a:lnTo>
                <a:lnTo>
                  <a:pt x="4054422" y="2622658"/>
                </a:lnTo>
                <a:lnTo>
                  <a:pt x="4041594" y="3430803"/>
                </a:lnTo>
              </a:path>
            </a:pathLst>
          </a:custGeom>
          <a:ln w="47625">
            <a:solidFill>
              <a:srgbClr val="CC0000"/>
            </a:solidFill>
            <a:tailEnd type="triangle"/>
          </a:ln>
          <a:effectLst/>
        </p:spPr>
        <p:style>
          <a:lnRef idx="2">
            <a:schemeClr val="accent1"/>
          </a:lnRef>
          <a:fillRef idx="0">
            <a:schemeClr val="accent1"/>
          </a:fillRef>
          <a:effectRef idx="1">
            <a:schemeClr val="accent1"/>
          </a:effectRef>
          <a:fontRef idx="minor">
            <a:schemeClr val="tx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6" name="Freeform 25"/>
          <p:cNvSpPr/>
          <p:nvPr/>
        </p:nvSpPr>
        <p:spPr>
          <a:xfrm>
            <a:off x="4657725" y="4206875"/>
            <a:ext cx="1371600" cy="1373188"/>
          </a:xfrm>
          <a:custGeom>
            <a:avLst/>
            <a:gdLst>
              <a:gd name="connsiteX0" fmla="*/ 1372723 w 1372723"/>
              <a:gd name="connsiteY0" fmla="*/ 1359734 h 1372562"/>
              <a:gd name="connsiteX1" fmla="*/ 1372723 w 1372723"/>
              <a:gd name="connsiteY1" fmla="*/ 564418 h 1372562"/>
              <a:gd name="connsiteX2" fmla="*/ 936531 w 1372723"/>
              <a:gd name="connsiteY2" fmla="*/ 25655 h 1372562"/>
              <a:gd name="connsiteX3" fmla="*/ 538826 w 1372723"/>
              <a:gd name="connsiteY3" fmla="*/ 0 h 1372562"/>
              <a:gd name="connsiteX4" fmla="*/ 38488 w 1372723"/>
              <a:gd name="connsiteY4" fmla="*/ 615729 h 1372562"/>
              <a:gd name="connsiteX5" fmla="*/ 0 w 1372723"/>
              <a:gd name="connsiteY5" fmla="*/ 1372562 h 1372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72723" h="1372562">
                <a:moveTo>
                  <a:pt x="1372723" y="1359734"/>
                </a:moveTo>
                <a:lnTo>
                  <a:pt x="1372723" y="564418"/>
                </a:lnTo>
                <a:lnTo>
                  <a:pt x="936531" y="25655"/>
                </a:lnTo>
                <a:lnTo>
                  <a:pt x="538826" y="0"/>
                </a:lnTo>
                <a:lnTo>
                  <a:pt x="38488" y="615729"/>
                </a:lnTo>
                <a:lnTo>
                  <a:pt x="0" y="1372562"/>
                </a:lnTo>
              </a:path>
            </a:pathLst>
          </a:custGeom>
          <a:ln w="63500">
            <a:solidFill>
              <a:srgbClr val="33CC33"/>
            </a:solidFill>
            <a:headEnd type="triangle"/>
            <a:tailEnd type="triangle"/>
          </a:ln>
          <a:effectLst/>
        </p:spPr>
        <p:style>
          <a:lnRef idx="2">
            <a:schemeClr val="accent1"/>
          </a:lnRef>
          <a:fillRef idx="0">
            <a:schemeClr val="accent1"/>
          </a:fillRef>
          <a:effectRef idx="1">
            <a:schemeClr val="accent1"/>
          </a:effectRef>
          <a:fontRef idx="minor">
            <a:schemeClr val="tx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7" name="Freeform 26"/>
          <p:cNvSpPr/>
          <p:nvPr/>
        </p:nvSpPr>
        <p:spPr>
          <a:xfrm>
            <a:off x="2552700" y="2189163"/>
            <a:ext cx="3976688" cy="3333750"/>
          </a:xfrm>
          <a:custGeom>
            <a:avLst/>
            <a:gdLst>
              <a:gd name="connsiteX0" fmla="*/ 3691005 w 3975437"/>
              <a:gd name="connsiteY0" fmla="*/ 3333910 h 3333910"/>
              <a:gd name="connsiteX1" fmla="*/ 3704234 w 3975437"/>
              <a:gd name="connsiteY1" fmla="*/ 2533507 h 3333910"/>
              <a:gd name="connsiteX2" fmla="*/ 3261049 w 3975437"/>
              <a:gd name="connsiteY2" fmla="*/ 1997700 h 3333910"/>
              <a:gd name="connsiteX3" fmla="*/ 3975437 w 3975437"/>
              <a:gd name="connsiteY3" fmla="*/ 1653725 h 3333910"/>
              <a:gd name="connsiteX4" fmla="*/ 3955593 w 3975437"/>
              <a:gd name="connsiteY4" fmla="*/ 1316365 h 3333910"/>
              <a:gd name="connsiteX5" fmla="*/ 3069223 w 3975437"/>
              <a:gd name="connsiteY5" fmla="*/ 1733104 h 3333910"/>
              <a:gd name="connsiteX6" fmla="*/ 3049378 w 3975437"/>
              <a:gd name="connsiteY6" fmla="*/ 1303135 h 3333910"/>
              <a:gd name="connsiteX7" fmla="*/ 0 w 3975437"/>
              <a:gd name="connsiteY7" fmla="*/ 0 h 3333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975437" h="3333910">
                <a:moveTo>
                  <a:pt x="3691005" y="3333910"/>
                </a:moveTo>
                <a:lnTo>
                  <a:pt x="3704234" y="2533507"/>
                </a:lnTo>
                <a:lnTo>
                  <a:pt x="3261049" y="1997700"/>
                </a:lnTo>
                <a:lnTo>
                  <a:pt x="3975437" y="1653725"/>
                </a:lnTo>
                <a:lnTo>
                  <a:pt x="3955593" y="1316365"/>
                </a:lnTo>
                <a:lnTo>
                  <a:pt x="3069223" y="1733104"/>
                </a:lnTo>
                <a:lnTo>
                  <a:pt x="3049378" y="1303135"/>
                </a:lnTo>
                <a:lnTo>
                  <a:pt x="0" y="0"/>
                </a:lnTo>
              </a:path>
            </a:pathLst>
          </a:custGeom>
          <a:ln w="57150">
            <a:solidFill>
              <a:srgbClr val="0000FF"/>
            </a:solidFill>
            <a:tailEnd type="triangle"/>
          </a:ln>
          <a:effectLst/>
        </p:spPr>
        <p:style>
          <a:lnRef idx="2">
            <a:schemeClr val="accent1"/>
          </a:lnRef>
          <a:fillRef idx="0">
            <a:schemeClr val="accent1"/>
          </a:fillRef>
          <a:effectRef idx="1">
            <a:schemeClr val="accent1"/>
          </a:effectRef>
          <a:fontRef idx="minor">
            <a:schemeClr val="tx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29" name="TextBox 28"/>
          <p:cNvSpPr txBox="1"/>
          <p:nvPr/>
        </p:nvSpPr>
        <p:spPr>
          <a:xfrm>
            <a:off x="3635904" y="971728"/>
            <a:ext cx="5592763" cy="1938992"/>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srgbClr val="000099"/>
                </a:solidFill>
                <a:effectLst/>
                <a:uLnTx/>
                <a:uFillTx/>
                <a:latin typeface="Gill Sans MT"/>
                <a:ea typeface="+mn-ea"/>
                <a:cs typeface="Gill Sans MT"/>
              </a:rPr>
              <a:t>load balancer: application-layer routing</a:t>
            </a:r>
          </a:p>
          <a:p>
            <a:pPr marL="342900" marR="0" lvl="0" indent="-256032" algn="l" defTabSz="457200" rtl="0" eaLnBrk="1" fontAlgn="auto" latinLnBrk="0" hangingPunct="1">
              <a:lnSpc>
                <a:spcPct val="100000"/>
              </a:lnSpc>
              <a:spcBef>
                <a:spcPts val="0"/>
              </a:spcBef>
              <a:spcAft>
                <a:spcPts val="0"/>
              </a:spcAft>
              <a:buClr>
                <a:srgbClr val="000099"/>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Gill Sans MT"/>
                <a:ea typeface="+mn-ea"/>
                <a:cs typeface="Gill Sans MT"/>
              </a:rPr>
              <a:t>receives external client requests</a:t>
            </a:r>
          </a:p>
          <a:p>
            <a:pPr marL="342900" marR="0" lvl="0" indent="-256032" algn="l" defTabSz="457200" rtl="0" eaLnBrk="1" fontAlgn="auto" latinLnBrk="0" hangingPunct="1">
              <a:lnSpc>
                <a:spcPct val="100000"/>
              </a:lnSpc>
              <a:spcBef>
                <a:spcPts val="0"/>
              </a:spcBef>
              <a:spcAft>
                <a:spcPts val="0"/>
              </a:spcAft>
              <a:buClr>
                <a:srgbClr val="000099"/>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Gill Sans MT"/>
                <a:ea typeface="+mn-ea"/>
                <a:cs typeface="Gill Sans MT"/>
              </a:rPr>
              <a:t>directs workload within data center</a:t>
            </a:r>
          </a:p>
          <a:p>
            <a:pPr marL="342900" marR="0" lvl="0" indent="-256032" algn="l" defTabSz="457200" rtl="0" eaLnBrk="1" fontAlgn="auto" latinLnBrk="0" hangingPunct="1">
              <a:lnSpc>
                <a:spcPct val="100000"/>
              </a:lnSpc>
              <a:spcBef>
                <a:spcPts val="0"/>
              </a:spcBef>
              <a:spcAft>
                <a:spcPts val="0"/>
              </a:spcAft>
              <a:buClr>
                <a:srgbClr val="000099"/>
              </a:buClr>
              <a:buSzTx/>
              <a:buFont typeface="Wingdings" charset="2"/>
              <a:buChar char="§"/>
              <a:tabLst/>
              <a:defRPr/>
            </a:pPr>
            <a:r>
              <a:rPr kumimoji="0" lang="en-US" sz="2400" b="0" i="0" u="none" strike="noStrike" kern="1200" cap="none" spc="0" normalizeH="0" baseline="0" noProof="0" dirty="0">
                <a:ln>
                  <a:noFill/>
                </a:ln>
                <a:solidFill>
                  <a:prstClr val="black"/>
                </a:solidFill>
                <a:effectLst/>
                <a:uLnTx/>
                <a:uFillTx/>
                <a:latin typeface="Gill Sans MT"/>
                <a:ea typeface="+mn-ea"/>
                <a:cs typeface="Gill Sans MT"/>
              </a:rPr>
              <a:t>returns results to external client (hiding data center internals from client)</a:t>
            </a:r>
          </a:p>
        </p:txBody>
      </p:sp>
    </p:spTree>
    <p:extLst>
      <p:ext uri="{BB962C8B-B14F-4D97-AF65-F5344CB8AC3E}">
        <p14:creationId xmlns:p14="http://schemas.microsoft.com/office/powerpoint/2010/main" val="2570245185"/>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1"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animEffect transition="in" filter="wipe(up)">
                                      <p:cBhvr>
                                        <p:cTn id="7" dur="2000"/>
                                        <p:tgtEl>
                                          <p:spTgt spid="2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2" fill="hold" nodeType="clickEffect">
                                  <p:stCondLst>
                                    <p:cond delay="0"/>
                                  </p:stCondLst>
                                  <p:childTnLst>
                                    <p:set>
                                      <p:cBhvr>
                                        <p:cTn id="11" dur="1" fill="hold">
                                          <p:stCondLst>
                                            <p:cond delay="0"/>
                                          </p:stCondLst>
                                        </p:cTn>
                                        <p:tgtEl>
                                          <p:spTgt spid="26"/>
                                        </p:tgtEl>
                                        <p:attrNameLst>
                                          <p:attrName>style.visibility</p:attrName>
                                        </p:attrNameLst>
                                      </p:cBhvr>
                                      <p:to>
                                        <p:strVal val="visible"/>
                                      </p:to>
                                    </p:set>
                                    <p:animEffect transition="in" filter="wipe(right)">
                                      <p:cBhvr>
                                        <p:cTn id="12" dur="1000"/>
                                        <p:tgtEl>
                                          <p:spTgt spid="26"/>
                                        </p:tgtEl>
                                      </p:cBhvr>
                                    </p:animEffect>
                                  </p:childTnLst>
                                </p:cTn>
                              </p:par>
                            </p:childTnLst>
                          </p:cTn>
                        </p:par>
                        <p:par>
                          <p:cTn id="13" fill="hold" nodeType="afterGroup">
                            <p:stCondLst>
                              <p:cond delay="1000"/>
                            </p:stCondLst>
                            <p:childTnLst>
                              <p:par>
                                <p:cTn id="14" presetID="9" presetClass="exit" presetSubtype="0" fill="hold" nodeType="afterEffect">
                                  <p:stCondLst>
                                    <p:cond delay="0"/>
                                  </p:stCondLst>
                                  <p:childTnLst>
                                    <p:animEffect transition="out" filter="dissolve">
                                      <p:cBhvr>
                                        <p:cTn id="15" dur="500"/>
                                        <p:tgtEl>
                                          <p:spTgt spid="26"/>
                                        </p:tgtEl>
                                      </p:cBhvr>
                                    </p:animEffect>
                                    <p:set>
                                      <p:cBhvr>
                                        <p:cTn id="16" dur="1" fill="hold">
                                          <p:stCondLst>
                                            <p:cond delay="499"/>
                                          </p:stCondLst>
                                        </p:cTn>
                                        <p:tgtEl>
                                          <p:spTgt spid="26"/>
                                        </p:tgtEl>
                                        <p:attrNameLst>
                                          <p:attrName>style.visibility</p:attrName>
                                        </p:attrNameLst>
                                      </p:cBhvr>
                                      <p:to>
                                        <p:strVal val="hidden"/>
                                      </p:to>
                                    </p:set>
                                  </p:childTnLst>
                                </p:cTn>
                              </p:par>
                            </p:childTnLst>
                          </p:cTn>
                        </p:par>
                        <p:par>
                          <p:cTn id="17" fill="hold" nodeType="afterGroup">
                            <p:stCondLst>
                              <p:cond delay="1500"/>
                            </p:stCondLst>
                            <p:childTnLst>
                              <p:par>
                                <p:cTn id="18" presetID="22" presetClass="entr" presetSubtype="8" fill="hold" nodeType="afterEffect">
                                  <p:stCondLst>
                                    <p:cond delay="0"/>
                                  </p:stCondLst>
                                  <p:childTnLst>
                                    <p:set>
                                      <p:cBhvr>
                                        <p:cTn id="19" dur="1" fill="hold">
                                          <p:stCondLst>
                                            <p:cond delay="0"/>
                                          </p:stCondLst>
                                        </p:cTn>
                                        <p:tgtEl>
                                          <p:spTgt spid="26"/>
                                        </p:tgtEl>
                                        <p:attrNameLst>
                                          <p:attrName>style.visibility</p:attrName>
                                        </p:attrNameLst>
                                      </p:cBhvr>
                                      <p:to>
                                        <p:strVal val="visible"/>
                                      </p:to>
                                    </p:set>
                                    <p:animEffect transition="in" filter="wipe(left)">
                                      <p:cBhvr>
                                        <p:cTn id="20" dur="1000"/>
                                        <p:tgtEl>
                                          <p:spTgt spid="26"/>
                                        </p:tgtEl>
                                      </p:cBhvr>
                                    </p:animEffect>
                                  </p:childTnLst>
                                </p:cTn>
                              </p:par>
                            </p:childTnLst>
                          </p:cTn>
                        </p:par>
                        <p:par>
                          <p:cTn id="21" fill="hold" nodeType="afterGroup">
                            <p:stCondLst>
                              <p:cond delay="2500"/>
                            </p:stCondLst>
                            <p:childTnLst>
                              <p:par>
                                <p:cTn id="22" presetID="22" presetClass="entr" presetSubtype="4" fill="hold" nodeType="afterEffect">
                                  <p:stCondLst>
                                    <p:cond delay="0"/>
                                  </p:stCondLst>
                                  <p:childTnLst>
                                    <p:set>
                                      <p:cBhvr>
                                        <p:cTn id="23" dur="1" fill="hold">
                                          <p:stCondLst>
                                            <p:cond delay="0"/>
                                          </p:stCondLst>
                                        </p:cTn>
                                        <p:tgtEl>
                                          <p:spTgt spid="27"/>
                                        </p:tgtEl>
                                        <p:attrNameLst>
                                          <p:attrName>style.visibility</p:attrName>
                                        </p:attrNameLst>
                                      </p:cBhvr>
                                      <p:to>
                                        <p:strVal val="visible"/>
                                      </p:to>
                                    </p:set>
                                    <p:animEffect transition="in" filter="wipe(down)">
                                      <p:cBhvr>
                                        <p:cTn id="24" dur="20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grpSp>
        <p:nvGrpSpPr>
          <p:cNvPr id="207873" name="Group 1"/>
          <p:cNvGrpSpPr>
            <a:grpSpLocks/>
          </p:cNvGrpSpPr>
          <p:nvPr/>
        </p:nvGrpSpPr>
        <p:grpSpPr bwMode="auto">
          <a:xfrm>
            <a:off x="706438" y="3411538"/>
            <a:ext cx="7951787" cy="3033712"/>
            <a:chOff x="668088" y="1859772"/>
            <a:chExt cx="7950943" cy="3032546"/>
          </a:xfrm>
        </p:grpSpPr>
        <p:grpSp>
          <p:nvGrpSpPr>
            <p:cNvPr id="207877" name="Group 187"/>
            <p:cNvGrpSpPr>
              <a:grpSpLocks/>
            </p:cNvGrpSpPr>
            <p:nvPr/>
          </p:nvGrpSpPr>
          <p:grpSpPr bwMode="auto">
            <a:xfrm>
              <a:off x="1083832" y="1870528"/>
              <a:ext cx="1052512" cy="355600"/>
              <a:chOff x="4410" y="1365"/>
              <a:chExt cx="663" cy="224"/>
            </a:xfrm>
          </p:grpSpPr>
          <p:sp>
            <p:nvSpPr>
              <p:cNvPr id="52" name="Rectangle 188"/>
              <p:cNvSpPr>
                <a:spLocks noChangeArrowheads="1"/>
              </p:cNvSpPr>
              <p:nvPr/>
            </p:nvSpPr>
            <p:spPr bwMode="auto">
              <a:xfrm>
                <a:off x="4410" y="1500"/>
                <a:ext cx="495" cy="8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AutoShape 189"/>
              <p:cNvSpPr>
                <a:spLocks noChangeArrowheads="1"/>
              </p:cNvSpPr>
              <p:nvPr/>
            </p:nvSpPr>
            <p:spPr bwMode="auto">
              <a:xfrm>
                <a:off x="4410" y="1368"/>
                <a:ext cx="663" cy="135"/>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4" name="Freeform 190"/>
              <p:cNvSpPr>
                <a:spLocks/>
              </p:cNvSpPr>
              <p:nvPr/>
            </p:nvSpPr>
            <p:spPr bwMode="auto">
              <a:xfrm>
                <a:off x="4904" y="1365"/>
                <a:ext cx="169" cy="224"/>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Freeform 191"/>
              <p:cNvSpPr>
                <a:spLocks/>
              </p:cNvSpPr>
              <p:nvPr/>
            </p:nvSpPr>
            <p:spPr bwMode="auto">
              <a:xfrm>
                <a:off x="4475" y="1395"/>
                <a:ext cx="506" cy="8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9050"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6" name="Freeform 192"/>
              <p:cNvSpPr>
                <a:spLocks/>
              </p:cNvSpPr>
              <p:nvPr/>
            </p:nvSpPr>
            <p:spPr bwMode="auto">
              <a:xfrm>
                <a:off x="4593" y="1391"/>
                <a:ext cx="293" cy="93"/>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9050"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07878" name="Group 187"/>
            <p:cNvGrpSpPr>
              <a:grpSpLocks/>
            </p:cNvGrpSpPr>
            <p:nvPr/>
          </p:nvGrpSpPr>
          <p:grpSpPr bwMode="auto">
            <a:xfrm>
              <a:off x="4247454" y="1859772"/>
              <a:ext cx="1052512" cy="355600"/>
              <a:chOff x="4410" y="1365"/>
              <a:chExt cx="663" cy="224"/>
            </a:xfrm>
          </p:grpSpPr>
          <p:sp>
            <p:nvSpPr>
              <p:cNvPr id="58" name="Rectangle 188"/>
              <p:cNvSpPr>
                <a:spLocks noChangeArrowheads="1"/>
              </p:cNvSpPr>
              <p:nvPr/>
            </p:nvSpPr>
            <p:spPr bwMode="auto">
              <a:xfrm>
                <a:off x="4410" y="1500"/>
                <a:ext cx="495" cy="8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AutoShape 189"/>
              <p:cNvSpPr>
                <a:spLocks noChangeArrowheads="1"/>
              </p:cNvSpPr>
              <p:nvPr/>
            </p:nvSpPr>
            <p:spPr bwMode="auto">
              <a:xfrm>
                <a:off x="4410" y="1368"/>
                <a:ext cx="663" cy="135"/>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0" name="Freeform 190"/>
              <p:cNvSpPr>
                <a:spLocks/>
              </p:cNvSpPr>
              <p:nvPr/>
            </p:nvSpPr>
            <p:spPr bwMode="auto">
              <a:xfrm>
                <a:off x="4904" y="1365"/>
                <a:ext cx="169" cy="224"/>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Freeform 191"/>
              <p:cNvSpPr>
                <a:spLocks/>
              </p:cNvSpPr>
              <p:nvPr/>
            </p:nvSpPr>
            <p:spPr bwMode="auto">
              <a:xfrm>
                <a:off x="4475" y="1395"/>
                <a:ext cx="506" cy="8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9050"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2" name="Freeform 192"/>
              <p:cNvSpPr>
                <a:spLocks/>
              </p:cNvSpPr>
              <p:nvPr/>
            </p:nvSpPr>
            <p:spPr bwMode="auto">
              <a:xfrm>
                <a:off x="4593" y="1391"/>
                <a:ext cx="293" cy="93"/>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9050"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47" name="TextBox 546"/>
            <p:cNvSpPr txBox="1"/>
            <p:nvPr/>
          </p:nvSpPr>
          <p:spPr>
            <a:xfrm>
              <a:off x="7042811" y="3997312"/>
              <a:ext cx="1063512" cy="307857"/>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Server racks</a:t>
              </a:r>
            </a:p>
          </p:txBody>
        </p:sp>
        <p:sp>
          <p:nvSpPr>
            <p:cNvPr id="555" name="TextBox 554"/>
            <p:cNvSpPr txBox="1"/>
            <p:nvPr/>
          </p:nvSpPr>
          <p:spPr>
            <a:xfrm>
              <a:off x="7026938" y="3540288"/>
              <a:ext cx="1144466" cy="307857"/>
            </a:xfrm>
            <a:prstGeom prst="rect">
              <a:avLst/>
            </a:prstGeom>
            <a:noFill/>
          </p:spPr>
          <p:txBody>
            <a:bodyP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TOR switches</a:t>
              </a:r>
            </a:p>
          </p:txBody>
        </p:sp>
        <p:sp>
          <p:nvSpPr>
            <p:cNvPr id="432" name="TextBox 431"/>
            <p:cNvSpPr txBox="1"/>
            <p:nvPr/>
          </p:nvSpPr>
          <p:spPr>
            <a:xfrm>
              <a:off x="7026938" y="1893096"/>
              <a:ext cx="1592093" cy="307857"/>
            </a:xfrm>
            <a:prstGeom prst="rect">
              <a:avLst/>
            </a:prstGeom>
            <a:noFill/>
          </p:spPr>
          <p:txBody>
            <a:bodyP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Tier-1 switches</a:t>
              </a:r>
            </a:p>
          </p:txBody>
        </p:sp>
        <p:sp>
          <p:nvSpPr>
            <p:cNvPr id="433" name="TextBox 432"/>
            <p:cNvSpPr txBox="1"/>
            <p:nvPr/>
          </p:nvSpPr>
          <p:spPr>
            <a:xfrm>
              <a:off x="7025350" y="2730974"/>
              <a:ext cx="1592094" cy="307857"/>
            </a:xfrm>
            <a:prstGeom prst="rect">
              <a:avLst/>
            </a:prstGeom>
            <a:noFill/>
          </p:spPr>
          <p:txBody>
            <a:bodyP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Tier-2 switches</a:t>
              </a:r>
            </a:p>
          </p:txBody>
        </p:sp>
        <p:grpSp>
          <p:nvGrpSpPr>
            <p:cNvPr id="207883" name="Group 24"/>
            <p:cNvGrpSpPr>
              <a:grpSpLocks/>
            </p:cNvGrpSpPr>
            <p:nvPr/>
          </p:nvGrpSpPr>
          <p:grpSpPr bwMode="auto">
            <a:xfrm>
              <a:off x="702813" y="2731140"/>
              <a:ext cx="1470209" cy="1869141"/>
              <a:chOff x="916173" y="4038600"/>
              <a:chExt cx="1470209" cy="1869141"/>
            </a:xfrm>
          </p:grpSpPr>
          <p:grpSp>
            <p:nvGrpSpPr>
              <p:cNvPr id="208661" name="Group 187"/>
              <p:cNvGrpSpPr>
                <a:grpSpLocks/>
              </p:cNvGrpSpPr>
              <p:nvPr/>
            </p:nvGrpSpPr>
            <p:grpSpPr bwMode="auto">
              <a:xfrm>
                <a:off x="1295400" y="4038600"/>
                <a:ext cx="1052512" cy="355600"/>
                <a:chOff x="4410" y="1365"/>
                <a:chExt cx="663" cy="224"/>
              </a:xfrm>
            </p:grpSpPr>
            <p:sp>
              <p:nvSpPr>
                <p:cNvPr id="70" name="Rectangle 188"/>
                <p:cNvSpPr>
                  <a:spLocks noChangeArrowheads="1"/>
                </p:cNvSpPr>
                <p:nvPr/>
              </p:nvSpPr>
              <p:spPr bwMode="auto">
                <a:xfrm>
                  <a:off x="4410" y="1500"/>
                  <a:ext cx="495" cy="8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AutoShape 189"/>
                <p:cNvSpPr>
                  <a:spLocks noChangeArrowheads="1"/>
                </p:cNvSpPr>
                <p:nvPr/>
              </p:nvSpPr>
              <p:spPr bwMode="auto">
                <a:xfrm>
                  <a:off x="4410" y="1368"/>
                  <a:ext cx="663" cy="135"/>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2" name="Freeform 190"/>
                <p:cNvSpPr>
                  <a:spLocks/>
                </p:cNvSpPr>
                <p:nvPr/>
              </p:nvSpPr>
              <p:spPr bwMode="auto">
                <a:xfrm>
                  <a:off x="4904" y="1365"/>
                  <a:ext cx="169" cy="224"/>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3" name="Freeform 191"/>
                <p:cNvSpPr>
                  <a:spLocks/>
                </p:cNvSpPr>
                <p:nvPr/>
              </p:nvSpPr>
              <p:spPr bwMode="auto">
                <a:xfrm>
                  <a:off x="4475" y="1395"/>
                  <a:ext cx="506" cy="8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9050"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Freeform 192"/>
                <p:cNvSpPr>
                  <a:spLocks/>
                </p:cNvSpPr>
                <p:nvPr/>
              </p:nvSpPr>
              <p:spPr bwMode="auto">
                <a:xfrm>
                  <a:off x="4593" y="1391"/>
                  <a:ext cx="293" cy="93"/>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9050"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04" name="Straight Connector 103"/>
              <p:cNvCxnSpPr/>
              <p:nvPr/>
            </p:nvCxnSpPr>
            <p:spPr>
              <a:xfrm flipH="1">
                <a:off x="1181453" y="4381202"/>
                <a:ext cx="355562" cy="4951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p:cNvCxnSpPr>
                <a:stCxn id="70" idx="2"/>
              </p:cNvCxnSpPr>
              <p:nvPr/>
            </p:nvCxnSpPr>
            <p:spPr>
              <a:xfrm flipH="1">
                <a:off x="1486221" y="4390724"/>
                <a:ext cx="201592" cy="485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p:cNvCxnSpPr/>
              <p:nvPr/>
            </p:nvCxnSpPr>
            <p:spPr>
              <a:xfrm>
                <a:off x="1803687" y="4395485"/>
                <a:ext cx="57144" cy="4919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p:cNvCxnSpPr>
                <a:endCxn id="775" idx="0"/>
              </p:cNvCxnSpPr>
              <p:nvPr/>
            </p:nvCxnSpPr>
            <p:spPr>
              <a:xfrm>
                <a:off x="1943372" y="4419288"/>
                <a:ext cx="274609" cy="457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8666" name="Group 505"/>
              <p:cNvGrpSpPr>
                <a:grpSpLocks/>
              </p:cNvGrpSpPr>
              <p:nvPr/>
            </p:nvGrpSpPr>
            <p:grpSpPr bwMode="auto">
              <a:xfrm>
                <a:off x="916173" y="4876800"/>
                <a:ext cx="331695" cy="1030941"/>
                <a:chOff x="6240352" y="2055335"/>
                <a:chExt cx="771307" cy="1017716"/>
              </a:xfrm>
            </p:grpSpPr>
            <p:grpSp>
              <p:nvGrpSpPr>
                <p:cNvPr id="208844" name="Group 506"/>
                <p:cNvGrpSpPr>
                  <a:grpSpLocks/>
                </p:cNvGrpSpPr>
                <p:nvPr/>
              </p:nvGrpSpPr>
              <p:grpSpPr bwMode="auto">
                <a:xfrm>
                  <a:off x="6240352" y="2235573"/>
                  <a:ext cx="697981" cy="837478"/>
                  <a:chOff x="6395998" y="3062424"/>
                  <a:chExt cx="564403" cy="837478"/>
                </a:xfrm>
              </p:grpSpPr>
              <p:sp>
                <p:nvSpPr>
                  <p:cNvPr id="534" name="Rectangle 533"/>
                  <p:cNvSpPr/>
                  <p:nvPr/>
                </p:nvSpPr>
                <p:spPr>
                  <a:xfrm>
                    <a:off x="6509786" y="3061857"/>
                    <a:ext cx="447707" cy="74253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535" name="Straight Connector 534"/>
                  <p:cNvCxnSpPr/>
                  <p:nvPr/>
                </p:nvCxnSpPr>
                <p:spPr>
                  <a:xfrm flipV="1">
                    <a:off x="6847057" y="3061857"/>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36" name="Rectangle 535"/>
                  <p:cNvSpPr/>
                  <p:nvPr/>
                </p:nvSpPr>
                <p:spPr>
                  <a:xfrm>
                    <a:off x="6476953" y="3071256"/>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537" name="Straight Connector 536"/>
                  <p:cNvCxnSpPr/>
                  <p:nvPr/>
                </p:nvCxnSpPr>
                <p:spPr>
                  <a:xfrm flipV="1">
                    <a:off x="6396367" y="3061857"/>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0" name="Rectangle 539"/>
                  <p:cNvSpPr/>
                  <p:nvPr/>
                </p:nvSpPr>
                <p:spPr>
                  <a:xfrm>
                    <a:off x="6817210" y="3702567"/>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41" name="Rectangle 540"/>
                  <p:cNvSpPr/>
                  <p:nvPr/>
                </p:nvSpPr>
                <p:spPr>
                  <a:xfrm>
                    <a:off x="6405320" y="3157415"/>
                    <a:ext cx="444723" cy="74253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543" name="Straight Connector 542"/>
                  <p:cNvCxnSpPr/>
                  <p:nvPr/>
                </p:nvCxnSpPr>
                <p:spPr>
                  <a:xfrm flipV="1">
                    <a:off x="6847057" y="3804392"/>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8872" name="Group 544"/>
                  <p:cNvGrpSpPr>
                    <a:grpSpLocks/>
                  </p:cNvGrpSpPr>
                  <p:nvPr/>
                </p:nvGrpSpPr>
                <p:grpSpPr bwMode="auto">
                  <a:xfrm>
                    <a:off x="6400318" y="3137421"/>
                    <a:ext cx="559121" cy="92788"/>
                    <a:chOff x="6582044" y="2846082"/>
                    <a:chExt cx="559121" cy="92788"/>
                  </a:xfrm>
                </p:grpSpPr>
                <p:cxnSp>
                  <p:nvCxnSpPr>
                    <p:cNvPr id="578" name="Straight Connector 577"/>
                    <p:cNvCxnSpPr/>
                    <p:nvPr/>
                  </p:nvCxnSpPr>
                  <p:spPr>
                    <a:xfrm flipV="1">
                      <a:off x="7028782" y="2845711"/>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9" name="Straight Connector 578"/>
                    <p:cNvCxnSpPr/>
                    <p:nvPr/>
                  </p:nvCxnSpPr>
                  <p:spPr>
                    <a:xfrm flipV="1">
                      <a:off x="6581076" y="2938136"/>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873" name="Group 547"/>
                  <p:cNvGrpSpPr>
                    <a:grpSpLocks/>
                  </p:cNvGrpSpPr>
                  <p:nvPr/>
                </p:nvGrpSpPr>
                <p:grpSpPr bwMode="auto">
                  <a:xfrm>
                    <a:off x="6399838" y="3203285"/>
                    <a:ext cx="559121" cy="92788"/>
                    <a:chOff x="6582044" y="2846082"/>
                    <a:chExt cx="559121" cy="92788"/>
                  </a:xfrm>
                </p:grpSpPr>
                <p:cxnSp>
                  <p:nvCxnSpPr>
                    <p:cNvPr id="576" name="Straight Connector 575"/>
                    <p:cNvCxnSpPr/>
                    <p:nvPr/>
                  </p:nvCxnSpPr>
                  <p:spPr>
                    <a:xfrm flipV="1">
                      <a:off x="7029263" y="2845642"/>
                      <a:ext cx="119388"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7" name="Straight Connector 576"/>
                    <p:cNvCxnSpPr/>
                    <p:nvPr/>
                  </p:nvCxnSpPr>
                  <p:spPr>
                    <a:xfrm flipV="1">
                      <a:off x="6581557" y="2934934"/>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874" name="Group 549"/>
                  <p:cNvGrpSpPr>
                    <a:grpSpLocks/>
                  </p:cNvGrpSpPr>
                  <p:nvPr/>
                </p:nvGrpSpPr>
                <p:grpSpPr bwMode="auto">
                  <a:xfrm>
                    <a:off x="6399358" y="3269149"/>
                    <a:ext cx="559121" cy="92788"/>
                    <a:chOff x="6582044" y="2846082"/>
                    <a:chExt cx="559121" cy="92788"/>
                  </a:xfrm>
                </p:grpSpPr>
                <p:cxnSp>
                  <p:nvCxnSpPr>
                    <p:cNvPr id="574" name="Straight Connector 573"/>
                    <p:cNvCxnSpPr/>
                    <p:nvPr/>
                  </p:nvCxnSpPr>
                  <p:spPr>
                    <a:xfrm flipV="1">
                      <a:off x="7026759" y="2845572"/>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5" name="Straight Connector 574"/>
                    <p:cNvCxnSpPr/>
                    <p:nvPr/>
                  </p:nvCxnSpPr>
                  <p:spPr>
                    <a:xfrm flipV="1">
                      <a:off x="6582036" y="2934864"/>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875" name="Group 550"/>
                  <p:cNvGrpSpPr>
                    <a:grpSpLocks/>
                  </p:cNvGrpSpPr>
                  <p:nvPr/>
                </p:nvGrpSpPr>
                <p:grpSpPr bwMode="auto">
                  <a:xfrm>
                    <a:off x="6398878" y="3335013"/>
                    <a:ext cx="559121" cy="92788"/>
                    <a:chOff x="6582044" y="2846082"/>
                    <a:chExt cx="559121" cy="92788"/>
                  </a:xfrm>
                </p:grpSpPr>
                <p:cxnSp>
                  <p:nvCxnSpPr>
                    <p:cNvPr id="572" name="Straight Connector 571"/>
                    <p:cNvCxnSpPr/>
                    <p:nvPr/>
                  </p:nvCxnSpPr>
                  <p:spPr>
                    <a:xfrm flipV="1">
                      <a:off x="7027238" y="2845502"/>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3" name="Straight Connector 572"/>
                    <p:cNvCxnSpPr/>
                    <p:nvPr/>
                  </p:nvCxnSpPr>
                  <p:spPr>
                    <a:xfrm flipV="1">
                      <a:off x="6582516" y="2934794"/>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876" name="Group 551"/>
                  <p:cNvGrpSpPr>
                    <a:grpSpLocks/>
                  </p:cNvGrpSpPr>
                  <p:nvPr/>
                </p:nvGrpSpPr>
                <p:grpSpPr bwMode="auto">
                  <a:xfrm>
                    <a:off x="6398398" y="3400877"/>
                    <a:ext cx="559121" cy="92788"/>
                    <a:chOff x="6582044" y="2846082"/>
                    <a:chExt cx="559121" cy="92788"/>
                  </a:xfrm>
                </p:grpSpPr>
                <p:cxnSp>
                  <p:nvCxnSpPr>
                    <p:cNvPr id="570" name="Straight Connector 569"/>
                    <p:cNvCxnSpPr/>
                    <p:nvPr/>
                  </p:nvCxnSpPr>
                  <p:spPr>
                    <a:xfrm flipV="1">
                      <a:off x="7027718" y="2845433"/>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1" name="Straight Connector 570"/>
                    <p:cNvCxnSpPr/>
                    <p:nvPr/>
                  </p:nvCxnSpPr>
                  <p:spPr>
                    <a:xfrm flipV="1">
                      <a:off x="6582995" y="2934724"/>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877" name="Group 552"/>
                  <p:cNvGrpSpPr>
                    <a:grpSpLocks/>
                  </p:cNvGrpSpPr>
                  <p:nvPr/>
                </p:nvGrpSpPr>
                <p:grpSpPr bwMode="auto">
                  <a:xfrm>
                    <a:off x="6397918" y="3466741"/>
                    <a:ext cx="559121" cy="92788"/>
                    <a:chOff x="6582044" y="2846082"/>
                    <a:chExt cx="559121" cy="92788"/>
                  </a:xfrm>
                </p:grpSpPr>
                <p:cxnSp>
                  <p:nvCxnSpPr>
                    <p:cNvPr id="568" name="Straight Connector 567"/>
                    <p:cNvCxnSpPr/>
                    <p:nvPr/>
                  </p:nvCxnSpPr>
                  <p:spPr>
                    <a:xfrm flipV="1">
                      <a:off x="7028199" y="2845363"/>
                      <a:ext cx="113419" cy="939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9" name="Straight Connector 568"/>
                    <p:cNvCxnSpPr/>
                    <p:nvPr/>
                  </p:nvCxnSpPr>
                  <p:spPr>
                    <a:xfrm flipV="1">
                      <a:off x="6583477" y="2939355"/>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878" name="Group 555"/>
                  <p:cNvGrpSpPr>
                    <a:grpSpLocks/>
                  </p:cNvGrpSpPr>
                  <p:nvPr/>
                </p:nvGrpSpPr>
                <p:grpSpPr bwMode="auto">
                  <a:xfrm>
                    <a:off x="6397438" y="3532605"/>
                    <a:ext cx="559121" cy="92788"/>
                    <a:chOff x="6582044" y="2846082"/>
                    <a:chExt cx="559121" cy="92788"/>
                  </a:xfrm>
                </p:grpSpPr>
                <p:cxnSp>
                  <p:nvCxnSpPr>
                    <p:cNvPr id="566" name="Straight Connector 565"/>
                    <p:cNvCxnSpPr/>
                    <p:nvPr/>
                  </p:nvCxnSpPr>
                  <p:spPr>
                    <a:xfrm flipV="1">
                      <a:off x="7028679" y="2842160"/>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7" name="Straight Connector 566"/>
                    <p:cNvCxnSpPr/>
                    <p:nvPr/>
                  </p:nvCxnSpPr>
                  <p:spPr>
                    <a:xfrm flipV="1">
                      <a:off x="6580972" y="2939284"/>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879" name="Group 556"/>
                  <p:cNvGrpSpPr>
                    <a:grpSpLocks/>
                  </p:cNvGrpSpPr>
                  <p:nvPr/>
                </p:nvGrpSpPr>
                <p:grpSpPr bwMode="auto">
                  <a:xfrm>
                    <a:off x="6396958" y="3598469"/>
                    <a:ext cx="559121" cy="92788"/>
                    <a:chOff x="6582044" y="2846082"/>
                    <a:chExt cx="559121" cy="92788"/>
                  </a:xfrm>
                </p:grpSpPr>
                <p:cxnSp>
                  <p:nvCxnSpPr>
                    <p:cNvPr id="564" name="Straight Connector 563"/>
                    <p:cNvCxnSpPr/>
                    <p:nvPr/>
                  </p:nvCxnSpPr>
                  <p:spPr>
                    <a:xfrm flipV="1">
                      <a:off x="7029158" y="2842090"/>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5" name="Straight Connector 564"/>
                    <p:cNvCxnSpPr/>
                    <p:nvPr/>
                  </p:nvCxnSpPr>
                  <p:spPr>
                    <a:xfrm flipV="1">
                      <a:off x="6581452" y="2939215"/>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880" name="Group 557"/>
                  <p:cNvGrpSpPr>
                    <a:grpSpLocks/>
                  </p:cNvGrpSpPr>
                  <p:nvPr/>
                </p:nvGrpSpPr>
                <p:grpSpPr bwMode="auto">
                  <a:xfrm>
                    <a:off x="6396478" y="3664333"/>
                    <a:ext cx="559121" cy="92788"/>
                    <a:chOff x="6582044" y="2846082"/>
                    <a:chExt cx="559121" cy="92788"/>
                  </a:xfrm>
                </p:grpSpPr>
                <p:cxnSp>
                  <p:nvCxnSpPr>
                    <p:cNvPr id="562" name="Straight Connector 561"/>
                    <p:cNvCxnSpPr/>
                    <p:nvPr/>
                  </p:nvCxnSpPr>
                  <p:spPr>
                    <a:xfrm flipV="1">
                      <a:off x="7026654" y="2846719"/>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3" name="Straight Connector 562"/>
                    <p:cNvCxnSpPr/>
                    <p:nvPr/>
                  </p:nvCxnSpPr>
                  <p:spPr>
                    <a:xfrm flipV="1">
                      <a:off x="6581933" y="2939145"/>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881" name="Group 558"/>
                  <p:cNvGrpSpPr>
                    <a:grpSpLocks/>
                  </p:cNvGrpSpPr>
                  <p:nvPr/>
                </p:nvGrpSpPr>
                <p:grpSpPr bwMode="auto">
                  <a:xfrm>
                    <a:off x="6395998" y="3730197"/>
                    <a:ext cx="559121" cy="92788"/>
                    <a:chOff x="6582044" y="2846082"/>
                    <a:chExt cx="559121" cy="92788"/>
                  </a:xfrm>
                </p:grpSpPr>
                <p:cxnSp>
                  <p:nvCxnSpPr>
                    <p:cNvPr id="560" name="Straight Connector 559"/>
                    <p:cNvCxnSpPr/>
                    <p:nvPr/>
                  </p:nvCxnSpPr>
                  <p:spPr>
                    <a:xfrm flipV="1">
                      <a:off x="7027133" y="2846650"/>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1" name="Straight Connector 560"/>
                    <p:cNvCxnSpPr/>
                    <p:nvPr/>
                  </p:nvCxnSpPr>
                  <p:spPr>
                    <a:xfrm flipV="1">
                      <a:off x="6582413" y="2939076"/>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8845" name="Group 508"/>
                <p:cNvGrpSpPr>
                  <a:grpSpLocks/>
                </p:cNvGrpSpPr>
                <p:nvPr/>
              </p:nvGrpSpPr>
              <p:grpSpPr bwMode="auto">
                <a:xfrm>
                  <a:off x="6280049" y="2055335"/>
                  <a:ext cx="731610" cy="920732"/>
                  <a:chOff x="6280049" y="2055335"/>
                  <a:chExt cx="731610" cy="920732"/>
                </a:xfrm>
              </p:grpSpPr>
              <p:grpSp>
                <p:nvGrpSpPr>
                  <p:cNvPr id="208846" name="Group 509"/>
                  <p:cNvGrpSpPr>
                    <a:grpSpLocks/>
                  </p:cNvGrpSpPr>
                  <p:nvPr/>
                </p:nvGrpSpPr>
                <p:grpSpPr bwMode="auto">
                  <a:xfrm>
                    <a:off x="6280049" y="2055335"/>
                    <a:ext cx="680752" cy="139401"/>
                    <a:chOff x="5414286" y="2921098"/>
                    <a:chExt cx="680752" cy="139401"/>
                  </a:xfrm>
                </p:grpSpPr>
                <p:sp>
                  <p:nvSpPr>
                    <p:cNvPr id="526" name="Rectangle 188"/>
                    <p:cNvSpPr>
                      <a:spLocks noChangeArrowheads="1"/>
                    </p:cNvSpPr>
                    <p:nvPr/>
                  </p:nvSpPr>
                  <p:spPr bwMode="auto">
                    <a:xfrm>
                      <a:off x="5415646" y="2995810"/>
                      <a:ext cx="549974" cy="64228"/>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27" name="AutoShape 189"/>
                    <p:cNvSpPr>
                      <a:spLocks noChangeArrowheads="1"/>
                    </p:cNvSpPr>
                    <p:nvPr/>
                  </p:nvSpPr>
                  <p:spPr bwMode="auto">
                    <a:xfrm>
                      <a:off x="5415646" y="2920616"/>
                      <a:ext cx="675472"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0" name="Freeform 190"/>
                    <p:cNvSpPr>
                      <a:spLocks/>
                    </p:cNvSpPr>
                    <p:nvPr/>
                  </p:nvSpPr>
                  <p:spPr bwMode="auto">
                    <a:xfrm>
                      <a:off x="5969311" y="2922183"/>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1" name="Freeform 191"/>
                    <p:cNvSpPr>
                      <a:spLocks/>
                    </p:cNvSpPr>
                    <p:nvPr/>
                  </p:nvSpPr>
                  <p:spPr bwMode="auto">
                    <a:xfrm>
                      <a:off x="5500543" y="2936282"/>
                      <a:ext cx="524136" cy="4543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3" name="Freeform 192"/>
                    <p:cNvSpPr>
                      <a:spLocks/>
                    </p:cNvSpPr>
                    <p:nvPr/>
                  </p:nvSpPr>
                  <p:spPr bwMode="auto">
                    <a:xfrm>
                      <a:off x="5622348" y="2933149"/>
                      <a:ext cx="302670"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511" name="Straight Connector 510"/>
                  <p:cNvCxnSpPr/>
                  <p:nvPr/>
                </p:nvCxnSpPr>
                <p:spPr>
                  <a:xfrm flipH="1">
                    <a:off x="6997483" y="2125348"/>
                    <a:ext cx="11074" cy="844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3" name="Straight Connector 512"/>
                  <p:cNvCxnSpPr/>
                  <p:nvPr/>
                </p:nvCxnSpPr>
                <p:spPr>
                  <a:xfrm>
                    <a:off x="6875678" y="2303933"/>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4" name="Straight Connector 513"/>
                  <p:cNvCxnSpPr/>
                  <p:nvPr/>
                </p:nvCxnSpPr>
                <p:spPr>
                  <a:xfrm>
                    <a:off x="6871985" y="2368160"/>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5" name="Straight Connector 514"/>
                  <p:cNvCxnSpPr/>
                  <p:nvPr/>
                </p:nvCxnSpPr>
                <p:spPr>
                  <a:xfrm>
                    <a:off x="6871985" y="2444920"/>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6" name="Straight Connector 515"/>
                  <p:cNvCxnSpPr/>
                  <p:nvPr/>
                </p:nvCxnSpPr>
                <p:spPr>
                  <a:xfrm>
                    <a:off x="6868295" y="2509148"/>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7" name="Straight Connector 516"/>
                  <p:cNvCxnSpPr/>
                  <p:nvPr/>
                </p:nvCxnSpPr>
                <p:spPr>
                  <a:xfrm>
                    <a:off x="6864603" y="2570243"/>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8" name="Straight Connector 517"/>
                  <p:cNvCxnSpPr/>
                  <p:nvPr/>
                </p:nvCxnSpPr>
                <p:spPr>
                  <a:xfrm>
                    <a:off x="6864603" y="2637603"/>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9" name="Straight Connector 518"/>
                  <p:cNvCxnSpPr/>
                  <p:nvPr/>
                </p:nvCxnSpPr>
                <p:spPr>
                  <a:xfrm>
                    <a:off x="6860913" y="2706531"/>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0" name="Straight Connector 519"/>
                  <p:cNvCxnSpPr/>
                  <p:nvPr/>
                </p:nvCxnSpPr>
                <p:spPr>
                  <a:xfrm>
                    <a:off x="6868295" y="2775458"/>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1" name="Straight Connector 520"/>
                  <p:cNvCxnSpPr/>
                  <p:nvPr/>
                </p:nvCxnSpPr>
                <p:spPr>
                  <a:xfrm>
                    <a:off x="6871985" y="2842820"/>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2" name="Straight Connector 521"/>
                  <p:cNvCxnSpPr/>
                  <p:nvPr/>
                </p:nvCxnSpPr>
                <p:spPr>
                  <a:xfrm>
                    <a:off x="6871985" y="2911747"/>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3" name="Straight Connector 522"/>
                  <p:cNvCxnSpPr/>
                  <p:nvPr/>
                </p:nvCxnSpPr>
                <p:spPr>
                  <a:xfrm>
                    <a:off x="6875678" y="2975974"/>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4" name="Straight Connector 523"/>
                  <p:cNvCxnSpPr/>
                  <p:nvPr/>
                </p:nvCxnSpPr>
                <p:spPr>
                  <a:xfrm flipH="1">
                    <a:off x="6875678" y="2131614"/>
                    <a:ext cx="13657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8667" name="Group 638"/>
              <p:cNvGrpSpPr>
                <a:grpSpLocks/>
              </p:cNvGrpSpPr>
              <p:nvPr/>
            </p:nvGrpSpPr>
            <p:grpSpPr bwMode="auto">
              <a:xfrm>
                <a:off x="1301655" y="4876798"/>
                <a:ext cx="331695" cy="1030941"/>
                <a:chOff x="6240352" y="2055335"/>
                <a:chExt cx="771307" cy="1017716"/>
              </a:xfrm>
            </p:grpSpPr>
            <p:grpSp>
              <p:nvGrpSpPr>
                <p:cNvPr id="208786" name="Group 639"/>
                <p:cNvGrpSpPr>
                  <a:grpSpLocks/>
                </p:cNvGrpSpPr>
                <p:nvPr/>
              </p:nvGrpSpPr>
              <p:grpSpPr bwMode="auto">
                <a:xfrm>
                  <a:off x="6240352" y="2235573"/>
                  <a:ext cx="697981" cy="837478"/>
                  <a:chOff x="6395998" y="3062424"/>
                  <a:chExt cx="564403" cy="837478"/>
                </a:xfrm>
              </p:grpSpPr>
              <p:sp>
                <p:nvSpPr>
                  <p:cNvPr id="661" name="Rectangle 660"/>
                  <p:cNvSpPr/>
                  <p:nvPr/>
                </p:nvSpPr>
                <p:spPr>
                  <a:xfrm>
                    <a:off x="6510235" y="3061859"/>
                    <a:ext cx="447707" cy="74253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662" name="Straight Connector 661"/>
                  <p:cNvCxnSpPr/>
                  <p:nvPr/>
                </p:nvCxnSpPr>
                <p:spPr>
                  <a:xfrm flipV="1">
                    <a:off x="6847508" y="3061859"/>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63" name="Rectangle 662"/>
                  <p:cNvSpPr/>
                  <p:nvPr/>
                </p:nvSpPr>
                <p:spPr>
                  <a:xfrm>
                    <a:off x="6477404" y="3071258"/>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664" name="Straight Connector 663"/>
                  <p:cNvCxnSpPr/>
                  <p:nvPr/>
                </p:nvCxnSpPr>
                <p:spPr>
                  <a:xfrm flipV="1">
                    <a:off x="6396816" y="3061859"/>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65" name="Rectangle 664"/>
                  <p:cNvSpPr/>
                  <p:nvPr/>
                </p:nvSpPr>
                <p:spPr>
                  <a:xfrm>
                    <a:off x="6817661" y="3702569"/>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66" name="Rectangle 665"/>
                  <p:cNvSpPr/>
                  <p:nvPr/>
                </p:nvSpPr>
                <p:spPr>
                  <a:xfrm>
                    <a:off x="6405771" y="3157416"/>
                    <a:ext cx="444721" cy="74253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667" name="Straight Connector 666"/>
                  <p:cNvCxnSpPr/>
                  <p:nvPr/>
                </p:nvCxnSpPr>
                <p:spPr>
                  <a:xfrm flipV="1">
                    <a:off x="6847508" y="3804394"/>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8814" name="Group 667"/>
                  <p:cNvGrpSpPr>
                    <a:grpSpLocks/>
                  </p:cNvGrpSpPr>
                  <p:nvPr/>
                </p:nvGrpSpPr>
                <p:grpSpPr bwMode="auto">
                  <a:xfrm>
                    <a:off x="6400318" y="3137421"/>
                    <a:ext cx="559121" cy="92788"/>
                    <a:chOff x="6582044" y="2846082"/>
                    <a:chExt cx="559121" cy="92788"/>
                  </a:xfrm>
                </p:grpSpPr>
                <p:cxnSp>
                  <p:nvCxnSpPr>
                    <p:cNvPr id="696" name="Straight Connector 695"/>
                    <p:cNvCxnSpPr/>
                    <p:nvPr/>
                  </p:nvCxnSpPr>
                  <p:spPr>
                    <a:xfrm flipV="1">
                      <a:off x="7029233" y="2845713"/>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7" name="Straight Connector 696"/>
                    <p:cNvCxnSpPr/>
                    <p:nvPr/>
                  </p:nvCxnSpPr>
                  <p:spPr>
                    <a:xfrm flipV="1">
                      <a:off x="6581527" y="2938138"/>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815" name="Group 668"/>
                  <p:cNvGrpSpPr>
                    <a:grpSpLocks/>
                  </p:cNvGrpSpPr>
                  <p:nvPr/>
                </p:nvGrpSpPr>
                <p:grpSpPr bwMode="auto">
                  <a:xfrm>
                    <a:off x="6399838" y="3203285"/>
                    <a:ext cx="559121" cy="92788"/>
                    <a:chOff x="6582044" y="2846082"/>
                    <a:chExt cx="559121" cy="92788"/>
                  </a:xfrm>
                </p:grpSpPr>
                <p:cxnSp>
                  <p:nvCxnSpPr>
                    <p:cNvPr id="694" name="Straight Connector 693"/>
                    <p:cNvCxnSpPr/>
                    <p:nvPr/>
                  </p:nvCxnSpPr>
                  <p:spPr>
                    <a:xfrm flipV="1">
                      <a:off x="7035684" y="2845644"/>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5" name="Straight Connector 694"/>
                    <p:cNvCxnSpPr/>
                    <p:nvPr/>
                  </p:nvCxnSpPr>
                  <p:spPr>
                    <a:xfrm flipV="1">
                      <a:off x="6582008" y="2934936"/>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816" name="Group 669"/>
                  <p:cNvGrpSpPr>
                    <a:grpSpLocks/>
                  </p:cNvGrpSpPr>
                  <p:nvPr/>
                </p:nvGrpSpPr>
                <p:grpSpPr bwMode="auto">
                  <a:xfrm>
                    <a:off x="6399358" y="3269149"/>
                    <a:ext cx="559121" cy="92788"/>
                    <a:chOff x="6582044" y="2846082"/>
                    <a:chExt cx="559121" cy="92788"/>
                  </a:xfrm>
                </p:grpSpPr>
                <p:cxnSp>
                  <p:nvCxnSpPr>
                    <p:cNvPr id="692" name="Straight Connector 691"/>
                    <p:cNvCxnSpPr/>
                    <p:nvPr/>
                  </p:nvCxnSpPr>
                  <p:spPr>
                    <a:xfrm flipV="1">
                      <a:off x="7027208" y="2845574"/>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3" name="Straight Connector 692"/>
                    <p:cNvCxnSpPr/>
                    <p:nvPr/>
                  </p:nvCxnSpPr>
                  <p:spPr>
                    <a:xfrm flipV="1">
                      <a:off x="6582488" y="2934866"/>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817" name="Group 670"/>
                  <p:cNvGrpSpPr>
                    <a:grpSpLocks/>
                  </p:cNvGrpSpPr>
                  <p:nvPr/>
                </p:nvGrpSpPr>
                <p:grpSpPr bwMode="auto">
                  <a:xfrm>
                    <a:off x="6398878" y="3335013"/>
                    <a:ext cx="559121" cy="92788"/>
                    <a:chOff x="6582044" y="2846082"/>
                    <a:chExt cx="559121" cy="92788"/>
                  </a:xfrm>
                </p:grpSpPr>
                <p:cxnSp>
                  <p:nvCxnSpPr>
                    <p:cNvPr id="690" name="Straight Connector 689"/>
                    <p:cNvCxnSpPr/>
                    <p:nvPr/>
                  </p:nvCxnSpPr>
                  <p:spPr>
                    <a:xfrm flipV="1">
                      <a:off x="7027688" y="2845504"/>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1" name="Straight Connector 690"/>
                    <p:cNvCxnSpPr/>
                    <p:nvPr/>
                  </p:nvCxnSpPr>
                  <p:spPr>
                    <a:xfrm flipV="1">
                      <a:off x="6582967" y="2934796"/>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818" name="Group 671"/>
                  <p:cNvGrpSpPr>
                    <a:grpSpLocks/>
                  </p:cNvGrpSpPr>
                  <p:nvPr/>
                </p:nvGrpSpPr>
                <p:grpSpPr bwMode="auto">
                  <a:xfrm>
                    <a:off x="6398398" y="3400877"/>
                    <a:ext cx="559121" cy="92788"/>
                    <a:chOff x="6582044" y="2846082"/>
                    <a:chExt cx="559121" cy="92788"/>
                  </a:xfrm>
                </p:grpSpPr>
                <p:cxnSp>
                  <p:nvCxnSpPr>
                    <p:cNvPr id="688" name="Straight Connector 687"/>
                    <p:cNvCxnSpPr/>
                    <p:nvPr/>
                  </p:nvCxnSpPr>
                  <p:spPr>
                    <a:xfrm flipV="1">
                      <a:off x="7028167" y="2845435"/>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9" name="Straight Connector 688"/>
                    <p:cNvCxnSpPr/>
                    <p:nvPr/>
                  </p:nvCxnSpPr>
                  <p:spPr>
                    <a:xfrm flipV="1">
                      <a:off x="6583447" y="2934726"/>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819" name="Group 672"/>
                  <p:cNvGrpSpPr>
                    <a:grpSpLocks/>
                  </p:cNvGrpSpPr>
                  <p:nvPr/>
                </p:nvGrpSpPr>
                <p:grpSpPr bwMode="auto">
                  <a:xfrm>
                    <a:off x="6397918" y="3466741"/>
                    <a:ext cx="559121" cy="92788"/>
                    <a:chOff x="6582044" y="2846082"/>
                    <a:chExt cx="559121" cy="92788"/>
                  </a:xfrm>
                </p:grpSpPr>
                <p:cxnSp>
                  <p:nvCxnSpPr>
                    <p:cNvPr id="686" name="Straight Connector 685"/>
                    <p:cNvCxnSpPr/>
                    <p:nvPr/>
                  </p:nvCxnSpPr>
                  <p:spPr>
                    <a:xfrm flipV="1">
                      <a:off x="7028649" y="2845365"/>
                      <a:ext cx="113419" cy="939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7" name="Straight Connector 686"/>
                    <p:cNvCxnSpPr/>
                    <p:nvPr/>
                  </p:nvCxnSpPr>
                  <p:spPr>
                    <a:xfrm flipV="1">
                      <a:off x="6589897" y="2939356"/>
                      <a:ext cx="4447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820" name="Group 673"/>
                  <p:cNvGrpSpPr>
                    <a:grpSpLocks/>
                  </p:cNvGrpSpPr>
                  <p:nvPr/>
                </p:nvGrpSpPr>
                <p:grpSpPr bwMode="auto">
                  <a:xfrm>
                    <a:off x="6397438" y="3532605"/>
                    <a:ext cx="559121" cy="92788"/>
                    <a:chOff x="6582044" y="2846082"/>
                    <a:chExt cx="559121" cy="92788"/>
                  </a:xfrm>
                </p:grpSpPr>
                <p:cxnSp>
                  <p:nvCxnSpPr>
                    <p:cNvPr id="684" name="Straight Connector 683"/>
                    <p:cNvCxnSpPr/>
                    <p:nvPr/>
                  </p:nvCxnSpPr>
                  <p:spPr>
                    <a:xfrm flipV="1">
                      <a:off x="7029128" y="2842161"/>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5" name="Straight Connector 684"/>
                    <p:cNvCxnSpPr/>
                    <p:nvPr/>
                  </p:nvCxnSpPr>
                  <p:spPr>
                    <a:xfrm flipV="1">
                      <a:off x="6581422" y="2939286"/>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821" name="Group 674"/>
                  <p:cNvGrpSpPr>
                    <a:grpSpLocks/>
                  </p:cNvGrpSpPr>
                  <p:nvPr/>
                </p:nvGrpSpPr>
                <p:grpSpPr bwMode="auto">
                  <a:xfrm>
                    <a:off x="6396958" y="3598469"/>
                    <a:ext cx="559121" cy="92788"/>
                    <a:chOff x="6582044" y="2846082"/>
                    <a:chExt cx="559121" cy="92788"/>
                  </a:xfrm>
                </p:grpSpPr>
                <p:cxnSp>
                  <p:nvCxnSpPr>
                    <p:cNvPr id="682" name="Straight Connector 681"/>
                    <p:cNvCxnSpPr/>
                    <p:nvPr/>
                  </p:nvCxnSpPr>
                  <p:spPr>
                    <a:xfrm flipV="1">
                      <a:off x="7029607" y="2842092"/>
                      <a:ext cx="119388"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3" name="Straight Connector 682"/>
                    <p:cNvCxnSpPr/>
                    <p:nvPr/>
                  </p:nvCxnSpPr>
                  <p:spPr>
                    <a:xfrm flipV="1">
                      <a:off x="6581901" y="2939217"/>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822" name="Group 675"/>
                  <p:cNvGrpSpPr>
                    <a:grpSpLocks/>
                  </p:cNvGrpSpPr>
                  <p:nvPr/>
                </p:nvGrpSpPr>
                <p:grpSpPr bwMode="auto">
                  <a:xfrm>
                    <a:off x="6396478" y="3664333"/>
                    <a:ext cx="559121" cy="92788"/>
                    <a:chOff x="6582044" y="2846082"/>
                    <a:chExt cx="559121" cy="92788"/>
                  </a:xfrm>
                </p:grpSpPr>
                <p:cxnSp>
                  <p:nvCxnSpPr>
                    <p:cNvPr id="680" name="Straight Connector 679"/>
                    <p:cNvCxnSpPr/>
                    <p:nvPr/>
                  </p:nvCxnSpPr>
                  <p:spPr>
                    <a:xfrm flipV="1">
                      <a:off x="7027105" y="2846721"/>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1" name="Straight Connector 680"/>
                    <p:cNvCxnSpPr/>
                    <p:nvPr/>
                  </p:nvCxnSpPr>
                  <p:spPr>
                    <a:xfrm flipV="1">
                      <a:off x="6582382" y="2939147"/>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823" name="Group 676"/>
                  <p:cNvGrpSpPr>
                    <a:grpSpLocks/>
                  </p:cNvGrpSpPr>
                  <p:nvPr/>
                </p:nvGrpSpPr>
                <p:grpSpPr bwMode="auto">
                  <a:xfrm>
                    <a:off x="6395998" y="3730197"/>
                    <a:ext cx="559121" cy="92788"/>
                    <a:chOff x="6582044" y="2846082"/>
                    <a:chExt cx="559121" cy="92788"/>
                  </a:xfrm>
                </p:grpSpPr>
                <p:cxnSp>
                  <p:nvCxnSpPr>
                    <p:cNvPr id="678" name="Straight Connector 677"/>
                    <p:cNvCxnSpPr/>
                    <p:nvPr/>
                  </p:nvCxnSpPr>
                  <p:spPr>
                    <a:xfrm flipV="1">
                      <a:off x="7027584" y="2846652"/>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9" name="Straight Connector 678"/>
                    <p:cNvCxnSpPr/>
                    <p:nvPr/>
                  </p:nvCxnSpPr>
                  <p:spPr>
                    <a:xfrm flipV="1">
                      <a:off x="6582862" y="2939078"/>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8787" name="Group 640"/>
                <p:cNvGrpSpPr>
                  <a:grpSpLocks/>
                </p:cNvGrpSpPr>
                <p:nvPr/>
              </p:nvGrpSpPr>
              <p:grpSpPr bwMode="auto">
                <a:xfrm>
                  <a:off x="6280049" y="2055335"/>
                  <a:ext cx="731610" cy="920732"/>
                  <a:chOff x="6280049" y="2055335"/>
                  <a:chExt cx="731610" cy="920732"/>
                </a:xfrm>
              </p:grpSpPr>
              <p:grpSp>
                <p:nvGrpSpPr>
                  <p:cNvPr id="208788" name="Group 641"/>
                  <p:cNvGrpSpPr>
                    <a:grpSpLocks/>
                  </p:cNvGrpSpPr>
                  <p:nvPr/>
                </p:nvGrpSpPr>
                <p:grpSpPr bwMode="auto">
                  <a:xfrm>
                    <a:off x="6280049" y="2055335"/>
                    <a:ext cx="680752" cy="139401"/>
                    <a:chOff x="5414286" y="2921098"/>
                    <a:chExt cx="680752" cy="139401"/>
                  </a:xfrm>
                </p:grpSpPr>
                <p:sp>
                  <p:nvSpPr>
                    <p:cNvPr id="656" name="Rectangle 188"/>
                    <p:cNvSpPr>
                      <a:spLocks noChangeArrowheads="1"/>
                    </p:cNvSpPr>
                    <p:nvPr/>
                  </p:nvSpPr>
                  <p:spPr bwMode="auto">
                    <a:xfrm>
                      <a:off x="5423586" y="2995812"/>
                      <a:ext cx="542590" cy="64228"/>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57" name="AutoShape 189"/>
                    <p:cNvSpPr>
                      <a:spLocks noChangeArrowheads="1"/>
                    </p:cNvSpPr>
                    <p:nvPr/>
                  </p:nvSpPr>
                  <p:spPr bwMode="auto">
                    <a:xfrm>
                      <a:off x="5423586" y="2920618"/>
                      <a:ext cx="668087"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58" name="Freeform 190"/>
                    <p:cNvSpPr>
                      <a:spLocks/>
                    </p:cNvSpPr>
                    <p:nvPr/>
                  </p:nvSpPr>
                  <p:spPr bwMode="auto">
                    <a:xfrm>
                      <a:off x="5969869" y="2922185"/>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59" name="Freeform 191"/>
                    <p:cNvSpPr>
                      <a:spLocks/>
                    </p:cNvSpPr>
                    <p:nvPr/>
                  </p:nvSpPr>
                  <p:spPr bwMode="auto">
                    <a:xfrm>
                      <a:off x="5501098" y="2936284"/>
                      <a:ext cx="524136" cy="4543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60" name="Freeform 192"/>
                    <p:cNvSpPr>
                      <a:spLocks/>
                    </p:cNvSpPr>
                    <p:nvPr/>
                  </p:nvSpPr>
                  <p:spPr bwMode="auto">
                    <a:xfrm>
                      <a:off x="5622906" y="2933151"/>
                      <a:ext cx="302670"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643" name="Straight Connector 642"/>
                  <p:cNvCxnSpPr/>
                  <p:nvPr/>
                </p:nvCxnSpPr>
                <p:spPr>
                  <a:xfrm flipH="1">
                    <a:off x="6998041" y="2125350"/>
                    <a:ext cx="11072" cy="844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4" name="Straight Connector 643"/>
                  <p:cNvCxnSpPr/>
                  <p:nvPr/>
                </p:nvCxnSpPr>
                <p:spPr>
                  <a:xfrm>
                    <a:off x="6876233" y="2303934"/>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5" name="Straight Connector 644"/>
                  <p:cNvCxnSpPr/>
                  <p:nvPr/>
                </p:nvCxnSpPr>
                <p:spPr>
                  <a:xfrm>
                    <a:off x="6872543" y="2368162"/>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6" name="Straight Connector 645"/>
                  <p:cNvCxnSpPr/>
                  <p:nvPr/>
                </p:nvCxnSpPr>
                <p:spPr>
                  <a:xfrm>
                    <a:off x="6872543" y="2444922"/>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7" name="Straight Connector 646"/>
                  <p:cNvCxnSpPr/>
                  <p:nvPr/>
                </p:nvCxnSpPr>
                <p:spPr>
                  <a:xfrm>
                    <a:off x="6868851" y="2509150"/>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8" name="Straight Connector 647"/>
                  <p:cNvCxnSpPr/>
                  <p:nvPr/>
                </p:nvCxnSpPr>
                <p:spPr>
                  <a:xfrm>
                    <a:off x="6865161" y="2570245"/>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9" name="Straight Connector 648"/>
                  <p:cNvCxnSpPr/>
                  <p:nvPr/>
                </p:nvCxnSpPr>
                <p:spPr>
                  <a:xfrm>
                    <a:off x="6865161" y="2637605"/>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0" name="Straight Connector 649"/>
                  <p:cNvCxnSpPr/>
                  <p:nvPr/>
                </p:nvCxnSpPr>
                <p:spPr>
                  <a:xfrm>
                    <a:off x="6861469" y="2706533"/>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1" name="Straight Connector 650"/>
                  <p:cNvCxnSpPr/>
                  <p:nvPr/>
                </p:nvCxnSpPr>
                <p:spPr>
                  <a:xfrm>
                    <a:off x="6868851" y="2775460"/>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2" name="Straight Connector 651"/>
                  <p:cNvCxnSpPr/>
                  <p:nvPr/>
                </p:nvCxnSpPr>
                <p:spPr>
                  <a:xfrm>
                    <a:off x="6872543" y="2842821"/>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3" name="Straight Connector 652"/>
                  <p:cNvCxnSpPr/>
                  <p:nvPr/>
                </p:nvCxnSpPr>
                <p:spPr>
                  <a:xfrm>
                    <a:off x="6872543" y="2911749"/>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4" name="Straight Connector 653"/>
                  <p:cNvCxnSpPr/>
                  <p:nvPr/>
                </p:nvCxnSpPr>
                <p:spPr>
                  <a:xfrm>
                    <a:off x="6876233" y="2975976"/>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5" name="Straight Connector 654"/>
                  <p:cNvCxnSpPr/>
                  <p:nvPr/>
                </p:nvCxnSpPr>
                <p:spPr>
                  <a:xfrm flipH="1">
                    <a:off x="6876233" y="2131616"/>
                    <a:ext cx="136572"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8668" name="Group 697"/>
              <p:cNvGrpSpPr>
                <a:grpSpLocks/>
              </p:cNvGrpSpPr>
              <p:nvPr/>
            </p:nvGrpSpPr>
            <p:grpSpPr bwMode="auto">
              <a:xfrm>
                <a:off x="1678171" y="4876798"/>
                <a:ext cx="331695" cy="1030941"/>
                <a:chOff x="6240352" y="2055335"/>
                <a:chExt cx="771307" cy="1017716"/>
              </a:xfrm>
            </p:grpSpPr>
            <p:grpSp>
              <p:nvGrpSpPr>
                <p:cNvPr id="208728" name="Group 698"/>
                <p:cNvGrpSpPr>
                  <a:grpSpLocks/>
                </p:cNvGrpSpPr>
                <p:nvPr/>
              </p:nvGrpSpPr>
              <p:grpSpPr bwMode="auto">
                <a:xfrm>
                  <a:off x="6240352" y="2235573"/>
                  <a:ext cx="697981" cy="837478"/>
                  <a:chOff x="6395998" y="3062424"/>
                  <a:chExt cx="564403" cy="837478"/>
                </a:xfrm>
              </p:grpSpPr>
              <p:sp>
                <p:nvSpPr>
                  <p:cNvPr id="720" name="Rectangle 719"/>
                  <p:cNvSpPr/>
                  <p:nvPr/>
                </p:nvSpPr>
                <p:spPr>
                  <a:xfrm>
                    <a:off x="6509637" y="3061859"/>
                    <a:ext cx="447707" cy="74253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721" name="Straight Connector 720"/>
                  <p:cNvCxnSpPr/>
                  <p:nvPr/>
                </p:nvCxnSpPr>
                <p:spPr>
                  <a:xfrm flipV="1">
                    <a:off x="6846909" y="3061859"/>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22" name="Rectangle 721"/>
                  <p:cNvSpPr/>
                  <p:nvPr/>
                </p:nvSpPr>
                <p:spPr>
                  <a:xfrm>
                    <a:off x="6476804" y="3071258"/>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723" name="Straight Connector 722"/>
                  <p:cNvCxnSpPr/>
                  <p:nvPr/>
                </p:nvCxnSpPr>
                <p:spPr>
                  <a:xfrm flipV="1">
                    <a:off x="6396218" y="3061859"/>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24" name="Rectangle 723"/>
                  <p:cNvSpPr/>
                  <p:nvPr/>
                </p:nvSpPr>
                <p:spPr>
                  <a:xfrm>
                    <a:off x="6817061" y="3702569"/>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25" name="Rectangle 724"/>
                  <p:cNvSpPr/>
                  <p:nvPr/>
                </p:nvSpPr>
                <p:spPr>
                  <a:xfrm>
                    <a:off x="6405171" y="3157416"/>
                    <a:ext cx="444723" cy="74253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726" name="Straight Connector 725"/>
                  <p:cNvCxnSpPr/>
                  <p:nvPr/>
                </p:nvCxnSpPr>
                <p:spPr>
                  <a:xfrm flipV="1">
                    <a:off x="6846909" y="3804394"/>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8756" name="Group 726"/>
                  <p:cNvGrpSpPr>
                    <a:grpSpLocks/>
                  </p:cNvGrpSpPr>
                  <p:nvPr/>
                </p:nvGrpSpPr>
                <p:grpSpPr bwMode="auto">
                  <a:xfrm>
                    <a:off x="6400318" y="3137421"/>
                    <a:ext cx="559121" cy="92788"/>
                    <a:chOff x="6582044" y="2846082"/>
                    <a:chExt cx="559121" cy="92788"/>
                  </a:xfrm>
                </p:grpSpPr>
                <p:cxnSp>
                  <p:nvCxnSpPr>
                    <p:cNvPr id="755" name="Straight Connector 754"/>
                    <p:cNvCxnSpPr/>
                    <p:nvPr/>
                  </p:nvCxnSpPr>
                  <p:spPr>
                    <a:xfrm flipV="1">
                      <a:off x="7028633" y="2845713"/>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6" name="Straight Connector 755"/>
                    <p:cNvCxnSpPr/>
                    <p:nvPr/>
                  </p:nvCxnSpPr>
                  <p:spPr>
                    <a:xfrm flipV="1">
                      <a:off x="6580927" y="2938138"/>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757" name="Group 727"/>
                  <p:cNvGrpSpPr>
                    <a:grpSpLocks/>
                  </p:cNvGrpSpPr>
                  <p:nvPr/>
                </p:nvGrpSpPr>
                <p:grpSpPr bwMode="auto">
                  <a:xfrm>
                    <a:off x="6399838" y="3203285"/>
                    <a:ext cx="559121" cy="92788"/>
                    <a:chOff x="6582044" y="2846082"/>
                    <a:chExt cx="559121" cy="92788"/>
                  </a:xfrm>
                </p:grpSpPr>
                <p:cxnSp>
                  <p:nvCxnSpPr>
                    <p:cNvPr id="753" name="Straight Connector 752"/>
                    <p:cNvCxnSpPr/>
                    <p:nvPr/>
                  </p:nvCxnSpPr>
                  <p:spPr>
                    <a:xfrm flipV="1">
                      <a:off x="7029115" y="2845644"/>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4" name="Straight Connector 753"/>
                    <p:cNvCxnSpPr/>
                    <p:nvPr/>
                  </p:nvCxnSpPr>
                  <p:spPr>
                    <a:xfrm flipV="1">
                      <a:off x="6581409" y="2934936"/>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758" name="Group 728"/>
                  <p:cNvGrpSpPr>
                    <a:grpSpLocks/>
                  </p:cNvGrpSpPr>
                  <p:nvPr/>
                </p:nvGrpSpPr>
                <p:grpSpPr bwMode="auto">
                  <a:xfrm>
                    <a:off x="6399358" y="3269149"/>
                    <a:ext cx="559121" cy="92788"/>
                    <a:chOff x="6582044" y="2846082"/>
                    <a:chExt cx="559121" cy="92788"/>
                  </a:xfrm>
                </p:grpSpPr>
                <p:cxnSp>
                  <p:nvCxnSpPr>
                    <p:cNvPr id="751" name="Straight Connector 750"/>
                    <p:cNvCxnSpPr/>
                    <p:nvPr/>
                  </p:nvCxnSpPr>
                  <p:spPr>
                    <a:xfrm flipV="1">
                      <a:off x="7026610" y="2845574"/>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2" name="Straight Connector 751"/>
                    <p:cNvCxnSpPr/>
                    <p:nvPr/>
                  </p:nvCxnSpPr>
                  <p:spPr>
                    <a:xfrm flipV="1">
                      <a:off x="6581888" y="2934866"/>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759" name="Group 729"/>
                  <p:cNvGrpSpPr>
                    <a:grpSpLocks/>
                  </p:cNvGrpSpPr>
                  <p:nvPr/>
                </p:nvGrpSpPr>
                <p:grpSpPr bwMode="auto">
                  <a:xfrm>
                    <a:off x="6398878" y="3335013"/>
                    <a:ext cx="559121" cy="92788"/>
                    <a:chOff x="6582044" y="2846082"/>
                    <a:chExt cx="559121" cy="92788"/>
                  </a:xfrm>
                </p:grpSpPr>
                <p:cxnSp>
                  <p:nvCxnSpPr>
                    <p:cNvPr id="749" name="Straight Connector 748"/>
                    <p:cNvCxnSpPr/>
                    <p:nvPr/>
                  </p:nvCxnSpPr>
                  <p:spPr>
                    <a:xfrm flipV="1">
                      <a:off x="7027090" y="2845504"/>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0" name="Straight Connector 749"/>
                    <p:cNvCxnSpPr/>
                    <p:nvPr/>
                  </p:nvCxnSpPr>
                  <p:spPr>
                    <a:xfrm flipV="1">
                      <a:off x="6582367" y="2934796"/>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760" name="Group 730"/>
                  <p:cNvGrpSpPr>
                    <a:grpSpLocks/>
                  </p:cNvGrpSpPr>
                  <p:nvPr/>
                </p:nvGrpSpPr>
                <p:grpSpPr bwMode="auto">
                  <a:xfrm>
                    <a:off x="6398398" y="3400877"/>
                    <a:ext cx="559121" cy="92788"/>
                    <a:chOff x="6582044" y="2846082"/>
                    <a:chExt cx="559121" cy="92788"/>
                  </a:xfrm>
                </p:grpSpPr>
                <p:cxnSp>
                  <p:nvCxnSpPr>
                    <p:cNvPr id="747" name="Straight Connector 746"/>
                    <p:cNvCxnSpPr/>
                    <p:nvPr/>
                  </p:nvCxnSpPr>
                  <p:spPr>
                    <a:xfrm flipV="1">
                      <a:off x="7027569" y="2845435"/>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8" name="Straight Connector 747"/>
                    <p:cNvCxnSpPr/>
                    <p:nvPr/>
                  </p:nvCxnSpPr>
                  <p:spPr>
                    <a:xfrm flipV="1">
                      <a:off x="6582847" y="2934726"/>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761" name="Group 731"/>
                  <p:cNvGrpSpPr>
                    <a:grpSpLocks/>
                  </p:cNvGrpSpPr>
                  <p:nvPr/>
                </p:nvGrpSpPr>
                <p:grpSpPr bwMode="auto">
                  <a:xfrm>
                    <a:off x="6397918" y="3466741"/>
                    <a:ext cx="559121" cy="92788"/>
                    <a:chOff x="6582044" y="2846082"/>
                    <a:chExt cx="559121" cy="92788"/>
                  </a:xfrm>
                </p:grpSpPr>
                <p:cxnSp>
                  <p:nvCxnSpPr>
                    <p:cNvPr id="745" name="Straight Connector 744"/>
                    <p:cNvCxnSpPr/>
                    <p:nvPr/>
                  </p:nvCxnSpPr>
                  <p:spPr>
                    <a:xfrm flipV="1">
                      <a:off x="7028051" y="2845365"/>
                      <a:ext cx="113419" cy="939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6" name="Straight Connector 745"/>
                    <p:cNvCxnSpPr/>
                    <p:nvPr/>
                  </p:nvCxnSpPr>
                  <p:spPr>
                    <a:xfrm flipV="1">
                      <a:off x="6583328" y="2939356"/>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762" name="Group 732"/>
                  <p:cNvGrpSpPr>
                    <a:grpSpLocks/>
                  </p:cNvGrpSpPr>
                  <p:nvPr/>
                </p:nvGrpSpPr>
                <p:grpSpPr bwMode="auto">
                  <a:xfrm>
                    <a:off x="6397438" y="3532605"/>
                    <a:ext cx="559121" cy="92788"/>
                    <a:chOff x="6582044" y="2846082"/>
                    <a:chExt cx="559121" cy="92788"/>
                  </a:xfrm>
                </p:grpSpPr>
                <p:cxnSp>
                  <p:nvCxnSpPr>
                    <p:cNvPr id="743" name="Straight Connector 742"/>
                    <p:cNvCxnSpPr/>
                    <p:nvPr/>
                  </p:nvCxnSpPr>
                  <p:spPr>
                    <a:xfrm flipV="1">
                      <a:off x="7028530" y="2842161"/>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4" name="Straight Connector 743"/>
                    <p:cNvCxnSpPr/>
                    <p:nvPr/>
                  </p:nvCxnSpPr>
                  <p:spPr>
                    <a:xfrm flipV="1">
                      <a:off x="6580824" y="2939286"/>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763" name="Group 733"/>
                  <p:cNvGrpSpPr>
                    <a:grpSpLocks/>
                  </p:cNvGrpSpPr>
                  <p:nvPr/>
                </p:nvGrpSpPr>
                <p:grpSpPr bwMode="auto">
                  <a:xfrm>
                    <a:off x="6396958" y="3598469"/>
                    <a:ext cx="559121" cy="92788"/>
                    <a:chOff x="6582044" y="2846082"/>
                    <a:chExt cx="559121" cy="92788"/>
                  </a:xfrm>
                </p:grpSpPr>
                <p:cxnSp>
                  <p:nvCxnSpPr>
                    <p:cNvPr id="741" name="Straight Connector 740"/>
                    <p:cNvCxnSpPr/>
                    <p:nvPr/>
                  </p:nvCxnSpPr>
                  <p:spPr>
                    <a:xfrm flipV="1">
                      <a:off x="7029010" y="2842092"/>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2" name="Straight Connector 741"/>
                    <p:cNvCxnSpPr/>
                    <p:nvPr/>
                  </p:nvCxnSpPr>
                  <p:spPr>
                    <a:xfrm flipV="1">
                      <a:off x="6581303" y="2939217"/>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764" name="Group 734"/>
                  <p:cNvGrpSpPr>
                    <a:grpSpLocks/>
                  </p:cNvGrpSpPr>
                  <p:nvPr/>
                </p:nvGrpSpPr>
                <p:grpSpPr bwMode="auto">
                  <a:xfrm>
                    <a:off x="6396478" y="3664333"/>
                    <a:ext cx="559121" cy="92788"/>
                    <a:chOff x="6582044" y="2846082"/>
                    <a:chExt cx="559121" cy="92788"/>
                  </a:xfrm>
                </p:grpSpPr>
                <p:cxnSp>
                  <p:nvCxnSpPr>
                    <p:cNvPr id="739" name="Straight Connector 738"/>
                    <p:cNvCxnSpPr/>
                    <p:nvPr/>
                  </p:nvCxnSpPr>
                  <p:spPr>
                    <a:xfrm flipV="1">
                      <a:off x="7026505" y="2846721"/>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0" name="Straight Connector 739"/>
                    <p:cNvCxnSpPr/>
                    <p:nvPr/>
                  </p:nvCxnSpPr>
                  <p:spPr>
                    <a:xfrm flipV="1">
                      <a:off x="6581785" y="2939147"/>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765" name="Group 735"/>
                  <p:cNvGrpSpPr>
                    <a:grpSpLocks/>
                  </p:cNvGrpSpPr>
                  <p:nvPr/>
                </p:nvGrpSpPr>
                <p:grpSpPr bwMode="auto">
                  <a:xfrm>
                    <a:off x="6395998" y="3730197"/>
                    <a:ext cx="559121" cy="92788"/>
                    <a:chOff x="6582044" y="2846082"/>
                    <a:chExt cx="559121" cy="92788"/>
                  </a:xfrm>
                </p:grpSpPr>
                <p:cxnSp>
                  <p:nvCxnSpPr>
                    <p:cNvPr id="737" name="Straight Connector 736"/>
                    <p:cNvCxnSpPr/>
                    <p:nvPr/>
                  </p:nvCxnSpPr>
                  <p:spPr>
                    <a:xfrm flipV="1">
                      <a:off x="7026985" y="2846652"/>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8" name="Straight Connector 737"/>
                    <p:cNvCxnSpPr/>
                    <p:nvPr/>
                  </p:nvCxnSpPr>
                  <p:spPr>
                    <a:xfrm flipV="1">
                      <a:off x="6582264" y="2939078"/>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8729" name="Group 699"/>
                <p:cNvGrpSpPr>
                  <a:grpSpLocks/>
                </p:cNvGrpSpPr>
                <p:nvPr/>
              </p:nvGrpSpPr>
              <p:grpSpPr bwMode="auto">
                <a:xfrm>
                  <a:off x="6280049" y="2055335"/>
                  <a:ext cx="731610" cy="920732"/>
                  <a:chOff x="6280049" y="2055335"/>
                  <a:chExt cx="731610" cy="920732"/>
                </a:xfrm>
              </p:grpSpPr>
              <p:grpSp>
                <p:nvGrpSpPr>
                  <p:cNvPr id="208730" name="Group 700"/>
                  <p:cNvGrpSpPr>
                    <a:grpSpLocks/>
                  </p:cNvGrpSpPr>
                  <p:nvPr/>
                </p:nvGrpSpPr>
                <p:grpSpPr bwMode="auto">
                  <a:xfrm>
                    <a:off x="6280049" y="2055335"/>
                    <a:ext cx="680752" cy="139401"/>
                    <a:chOff x="5414286" y="2921098"/>
                    <a:chExt cx="680752" cy="139401"/>
                  </a:xfrm>
                </p:grpSpPr>
                <p:sp>
                  <p:nvSpPr>
                    <p:cNvPr id="715" name="Rectangle 188"/>
                    <p:cNvSpPr>
                      <a:spLocks noChangeArrowheads="1"/>
                    </p:cNvSpPr>
                    <p:nvPr/>
                  </p:nvSpPr>
                  <p:spPr bwMode="auto">
                    <a:xfrm>
                      <a:off x="5415463" y="2995812"/>
                      <a:ext cx="549974" cy="64228"/>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16" name="AutoShape 189"/>
                    <p:cNvSpPr>
                      <a:spLocks noChangeArrowheads="1"/>
                    </p:cNvSpPr>
                    <p:nvPr/>
                  </p:nvSpPr>
                  <p:spPr bwMode="auto">
                    <a:xfrm>
                      <a:off x="5415463" y="2920618"/>
                      <a:ext cx="675472"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17" name="Freeform 190"/>
                    <p:cNvSpPr>
                      <a:spLocks/>
                    </p:cNvSpPr>
                    <p:nvPr/>
                  </p:nvSpPr>
                  <p:spPr bwMode="auto">
                    <a:xfrm>
                      <a:off x="5969127" y="2922185"/>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18" name="Freeform 191"/>
                    <p:cNvSpPr>
                      <a:spLocks/>
                    </p:cNvSpPr>
                    <p:nvPr/>
                  </p:nvSpPr>
                  <p:spPr bwMode="auto">
                    <a:xfrm>
                      <a:off x="5500359" y="2936284"/>
                      <a:ext cx="524136" cy="4543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19" name="Freeform 192"/>
                    <p:cNvSpPr>
                      <a:spLocks/>
                    </p:cNvSpPr>
                    <p:nvPr/>
                  </p:nvSpPr>
                  <p:spPr bwMode="auto">
                    <a:xfrm>
                      <a:off x="5622164" y="2933151"/>
                      <a:ext cx="302670"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702" name="Straight Connector 701"/>
                  <p:cNvCxnSpPr/>
                  <p:nvPr/>
                </p:nvCxnSpPr>
                <p:spPr>
                  <a:xfrm flipH="1">
                    <a:off x="6997299" y="2125350"/>
                    <a:ext cx="11074" cy="844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3" name="Straight Connector 702"/>
                  <p:cNvCxnSpPr/>
                  <p:nvPr/>
                </p:nvCxnSpPr>
                <p:spPr>
                  <a:xfrm>
                    <a:off x="6875494" y="2303934"/>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4" name="Straight Connector 703"/>
                  <p:cNvCxnSpPr/>
                  <p:nvPr/>
                </p:nvCxnSpPr>
                <p:spPr>
                  <a:xfrm>
                    <a:off x="6871802" y="2368162"/>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5" name="Straight Connector 704"/>
                  <p:cNvCxnSpPr/>
                  <p:nvPr/>
                </p:nvCxnSpPr>
                <p:spPr>
                  <a:xfrm>
                    <a:off x="6871802" y="2444922"/>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6" name="Straight Connector 705"/>
                  <p:cNvCxnSpPr/>
                  <p:nvPr/>
                </p:nvCxnSpPr>
                <p:spPr>
                  <a:xfrm>
                    <a:off x="6868112" y="2509150"/>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7" name="Straight Connector 706"/>
                  <p:cNvCxnSpPr/>
                  <p:nvPr/>
                </p:nvCxnSpPr>
                <p:spPr>
                  <a:xfrm>
                    <a:off x="6864420" y="2570245"/>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8" name="Straight Connector 707"/>
                  <p:cNvCxnSpPr/>
                  <p:nvPr/>
                </p:nvCxnSpPr>
                <p:spPr>
                  <a:xfrm>
                    <a:off x="6864420" y="2637605"/>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9" name="Straight Connector 708"/>
                  <p:cNvCxnSpPr/>
                  <p:nvPr/>
                </p:nvCxnSpPr>
                <p:spPr>
                  <a:xfrm>
                    <a:off x="6860730" y="2706533"/>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0" name="Straight Connector 709"/>
                  <p:cNvCxnSpPr/>
                  <p:nvPr/>
                </p:nvCxnSpPr>
                <p:spPr>
                  <a:xfrm>
                    <a:off x="6868112" y="2775460"/>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1" name="Straight Connector 710"/>
                  <p:cNvCxnSpPr/>
                  <p:nvPr/>
                </p:nvCxnSpPr>
                <p:spPr>
                  <a:xfrm>
                    <a:off x="6871802" y="2842821"/>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2" name="Straight Connector 711"/>
                  <p:cNvCxnSpPr/>
                  <p:nvPr/>
                </p:nvCxnSpPr>
                <p:spPr>
                  <a:xfrm>
                    <a:off x="6871802" y="2911749"/>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3" name="Straight Connector 712"/>
                  <p:cNvCxnSpPr/>
                  <p:nvPr/>
                </p:nvCxnSpPr>
                <p:spPr>
                  <a:xfrm>
                    <a:off x="6875494" y="2975976"/>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4" name="Straight Connector 713"/>
                  <p:cNvCxnSpPr/>
                  <p:nvPr/>
                </p:nvCxnSpPr>
                <p:spPr>
                  <a:xfrm flipH="1">
                    <a:off x="6875494" y="2131616"/>
                    <a:ext cx="13657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8669" name="Group 756"/>
              <p:cNvGrpSpPr>
                <a:grpSpLocks/>
              </p:cNvGrpSpPr>
              <p:nvPr/>
            </p:nvGrpSpPr>
            <p:grpSpPr bwMode="auto">
              <a:xfrm>
                <a:off x="2054687" y="4876798"/>
                <a:ext cx="331695" cy="1030941"/>
                <a:chOff x="6240352" y="2055335"/>
                <a:chExt cx="771307" cy="1017716"/>
              </a:xfrm>
            </p:grpSpPr>
            <p:grpSp>
              <p:nvGrpSpPr>
                <p:cNvPr id="208670" name="Group 757"/>
                <p:cNvGrpSpPr>
                  <a:grpSpLocks/>
                </p:cNvGrpSpPr>
                <p:nvPr/>
              </p:nvGrpSpPr>
              <p:grpSpPr bwMode="auto">
                <a:xfrm>
                  <a:off x="6240352" y="2235573"/>
                  <a:ext cx="697981" cy="837478"/>
                  <a:chOff x="6395998" y="3062424"/>
                  <a:chExt cx="564403" cy="837478"/>
                </a:xfrm>
              </p:grpSpPr>
              <p:sp>
                <p:nvSpPr>
                  <p:cNvPr id="779" name="Rectangle 778"/>
                  <p:cNvSpPr/>
                  <p:nvPr/>
                </p:nvSpPr>
                <p:spPr>
                  <a:xfrm>
                    <a:off x="6509037" y="3061859"/>
                    <a:ext cx="447707" cy="74253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780" name="Straight Connector 779"/>
                  <p:cNvCxnSpPr/>
                  <p:nvPr/>
                </p:nvCxnSpPr>
                <p:spPr>
                  <a:xfrm flipV="1">
                    <a:off x="6846311" y="3061859"/>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81" name="Rectangle 780"/>
                  <p:cNvSpPr/>
                  <p:nvPr/>
                </p:nvSpPr>
                <p:spPr>
                  <a:xfrm>
                    <a:off x="6476206" y="3071258"/>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782" name="Straight Connector 781"/>
                  <p:cNvCxnSpPr/>
                  <p:nvPr/>
                </p:nvCxnSpPr>
                <p:spPr>
                  <a:xfrm flipV="1">
                    <a:off x="6395618" y="3061859"/>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83" name="Rectangle 782"/>
                  <p:cNvSpPr/>
                  <p:nvPr/>
                </p:nvSpPr>
                <p:spPr>
                  <a:xfrm>
                    <a:off x="6816464" y="3702569"/>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84" name="Rectangle 783"/>
                  <p:cNvSpPr/>
                  <p:nvPr/>
                </p:nvSpPr>
                <p:spPr>
                  <a:xfrm>
                    <a:off x="6404573" y="3157416"/>
                    <a:ext cx="444721" cy="74253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785" name="Straight Connector 784"/>
                  <p:cNvCxnSpPr/>
                  <p:nvPr/>
                </p:nvCxnSpPr>
                <p:spPr>
                  <a:xfrm flipV="1">
                    <a:off x="6846311" y="3804394"/>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8698" name="Group 785"/>
                  <p:cNvGrpSpPr>
                    <a:grpSpLocks/>
                  </p:cNvGrpSpPr>
                  <p:nvPr/>
                </p:nvGrpSpPr>
                <p:grpSpPr bwMode="auto">
                  <a:xfrm>
                    <a:off x="6400318" y="3137421"/>
                    <a:ext cx="559121" cy="92788"/>
                    <a:chOff x="6582044" y="2846082"/>
                    <a:chExt cx="559121" cy="92788"/>
                  </a:xfrm>
                </p:grpSpPr>
                <p:cxnSp>
                  <p:nvCxnSpPr>
                    <p:cNvPr id="814" name="Straight Connector 813"/>
                    <p:cNvCxnSpPr/>
                    <p:nvPr/>
                  </p:nvCxnSpPr>
                  <p:spPr>
                    <a:xfrm flipV="1">
                      <a:off x="7028036" y="2845713"/>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5" name="Straight Connector 814"/>
                    <p:cNvCxnSpPr/>
                    <p:nvPr/>
                  </p:nvCxnSpPr>
                  <p:spPr>
                    <a:xfrm flipV="1">
                      <a:off x="6574360" y="2938138"/>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699" name="Group 786"/>
                  <p:cNvGrpSpPr>
                    <a:grpSpLocks/>
                  </p:cNvGrpSpPr>
                  <p:nvPr/>
                </p:nvGrpSpPr>
                <p:grpSpPr bwMode="auto">
                  <a:xfrm>
                    <a:off x="6399838" y="3203285"/>
                    <a:ext cx="559121" cy="92788"/>
                    <a:chOff x="6582044" y="2846082"/>
                    <a:chExt cx="559121" cy="92788"/>
                  </a:xfrm>
                </p:grpSpPr>
                <p:cxnSp>
                  <p:nvCxnSpPr>
                    <p:cNvPr id="812" name="Straight Connector 811"/>
                    <p:cNvCxnSpPr/>
                    <p:nvPr/>
                  </p:nvCxnSpPr>
                  <p:spPr>
                    <a:xfrm flipV="1">
                      <a:off x="7028517" y="2845644"/>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3" name="Straight Connector 812"/>
                    <p:cNvCxnSpPr/>
                    <p:nvPr/>
                  </p:nvCxnSpPr>
                  <p:spPr>
                    <a:xfrm flipV="1">
                      <a:off x="6580811" y="2934936"/>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700" name="Group 787"/>
                  <p:cNvGrpSpPr>
                    <a:grpSpLocks/>
                  </p:cNvGrpSpPr>
                  <p:nvPr/>
                </p:nvGrpSpPr>
                <p:grpSpPr bwMode="auto">
                  <a:xfrm>
                    <a:off x="6399358" y="3269149"/>
                    <a:ext cx="559121" cy="92788"/>
                    <a:chOff x="6582044" y="2846082"/>
                    <a:chExt cx="559121" cy="92788"/>
                  </a:xfrm>
                </p:grpSpPr>
                <p:cxnSp>
                  <p:nvCxnSpPr>
                    <p:cNvPr id="810" name="Straight Connector 809"/>
                    <p:cNvCxnSpPr/>
                    <p:nvPr/>
                  </p:nvCxnSpPr>
                  <p:spPr>
                    <a:xfrm flipV="1">
                      <a:off x="7020041" y="2845574"/>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1" name="Straight Connector 810"/>
                    <p:cNvCxnSpPr/>
                    <p:nvPr/>
                  </p:nvCxnSpPr>
                  <p:spPr>
                    <a:xfrm flipV="1">
                      <a:off x="6581290" y="2934866"/>
                      <a:ext cx="4447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701" name="Group 788"/>
                  <p:cNvGrpSpPr>
                    <a:grpSpLocks/>
                  </p:cNvGrpSpPr>
                  <p:nvPr/>
                </p:nvGrpSpPr>
                <p:grpSpPr bwMode="auto">
                  <a:xfrm>
                    <a:off x="6398878" y="3335013"/>
                    <a:ext cx="559121" cy="92788"/>
                    <a:chOff x="6582044" y="2846082"/>
                    <a:chExt cx="559121" cy="92788"/>
                  </a:xfrm>
                </p:grpSpPr>
                <p:cxnSp>
                  <p:nvCxnSpPr>
                    <p:cNvPr id="808" name="Straight Connector 807"/>
                    <p:cNvCxnSpPr/>
                    <p:nvPr/>
                  </p:nvCxnSpPr>
                  <p:spPr>
                    <a:xfrm flipV="1">
                      <a:off x="7026490" y="2845504"/>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9" name="Straight Connector 808"/>
                    <p:cNvCxnSpPr/>
                    <p:nvPr/>
                  </p:nvCxnSpPr>
                  <p:spPr>
                    <a:xfrm flipV="1">
                      <a:off x="6581770" y="2934796"/>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702" name="Group 789"/>
                  <p:cNvGrpSpPr>
                    <a:grpSpLocks/>
                  </p:cNvGrpSpPr>
                  <p:nvPr/>
                </p:nvGrpSpPr>
                <p:grpSpPr bwMode="auto">
                  <a:xfrm>
                    <a:off x="6398398" y="3400877"/>
                    <a:ext cx="559121" cy="92788"/>
                    <a:chOff x="6582044" y="2846082"/>
                    <a:chExt cx="559121" cy="92788"/>
                  </a:xfrm>
                </p:grpSpPr>
                <p:cxnSp>
                  <p:nvCxnSpPr>
                    <p:cNvPr id="806" name="Straight Connector 805"/>
                    <p:cNvCxnSpPr/>
                    <p:nvPr/>
                  </p:nvCxnSpPr>
                  <p:spPr>
                    <a:xfrm flipV="1">
                      <a:off x="7026970" y="2845435"/>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7" name="Straight Connector 806"/>
                    <p:cNvCxnSpPr/>
                    <p:nvPr/>
                  </p:nvCxnSpPr>
                  <p:spPr>
                    <a:xfrm flipV="1">
                      <a:off x="6582249" y="2934726"/>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703" name="Group 790"/>
                  <p:cNvGrpSpPr>
                    <a:grpSpLocks/>
                  </p:cNvGrpSpPr>
                  <p:nvPr/>
                </p:nvGrpSpPr>
                <p:grpSpPr bwMode="auto">
                  <a:xfrm>
                    <a:off x="6397918" y="3466741"/>
                    <a:ext cx="559121" cy="92788"/>
                    <a:chOff x="6582044" y="2846082"/>
                    <a:chExt cx="559121" cy="92788"/>
                  </a:xfrm>
                </p:grpSpPr>
                <p:cxnSp>
                  <p:nvCxnSpPr>
                    <p:cNvPr id="804" name="Straight Connector 803"/>
                    <p:cNvCxnSpPr/>
                    <p:nvPr/>
                  </p:nvCxnSpPr>
                  <p:spPr>
                    <a:xfrm flipV="1">
                      <a:off x="7027451" y="2845365"/>
                      <a:ext cx="113419" cy="939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5" name="Straight Connector 804"/>
                    <p:cNvCxnSpPr/>
                    <p:nvPr/>
                  </p:nvCxnSpPr>
                  <p:spPr>
                    <a:xfrm flipV="1">
                      <a:off x="6582730" y="2939356"/>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704" name="Group 791"/>
                  <p:cNvGrpSpPr>
                    <a:grpSpLocks/>
                  </p:cNvGrpSpPr>
                  <p:nvPr/>
                </p:nvGrpSpPr>
                <p:grpSpPr bwMode="auto">
                  <a:xfrm>
                    <a:off x="6397438" y="3532605"/>
                    <a:ext cx="559121" cy="92788"/>
                    <a:chOff x="6582044" y="2846082"/>
                    <a:chExt cx="559121" cy="92788"/>
                  </a:xfrm>
                </p:grpSpPr>
                <p:cxnSp>
                  <p:nvCxnSpPr>
                    <p:cNvPr id="802" name="Straight Connector 801"/>
                    <p:cNvCxnSpPr/>
                    <p:nvPr/>
                  </p:nvCxnSpPr>
                  <p:spPr>
                    <a:xfrm flipV="1">
                      <a:off x="7027930" y="2842161"/>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3" name="Straight Connector 802"/>
                    <p:cNvCxnSpPr/>
                    <p:nvPr/>
                  </p:nvCxnSpPr>
                  <p:spPr>
                    <a:xfrm flipV="1">
                      <a:off x="6574255" y="2939286"/>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705" name="Group 792"/>
                  <p:cNvGrpSpPr>
                    <a:grpSpLocks/>
                  </p:cNvGrpSpPr>
                  <p:nvPr/>
                </p:nvGrpSpPr>
                <p:grpSpPr bwMode="auto">
                  <a:xfrm>
                    <a:off x="6396958" y="3598469"/>
                    <a:ext cx="559121" cy="92788"/>
                    <a:chOff x="6582044" y="2846082"/>
                    <a:chExt cx="559121" cy="92788"/>
                  </a:xfrm>
                </p:grpSpPr>
                <p:cxnSp>
                  <p:nvCxnSpPr>
                    <p:cNvPr id="800" name="Straight Connector 799"/>
                    <p:cNvCxnSpPr/>
                    <p:nvPr/>
                  </p:nvCxnSpPr>
                  <p:spPr>
                    <a:xfrm flipV="1">
                      <a:off x="7028410" y="2842092"/>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1" name="Straight Connector 800"/>
                    <p:cNvCxnSpPr/>
                    <p:nvPr/>
                  </p:nvCxnSpPr>
                  <p:spPr>
                    <a:xfrm flipV="1">
                      <a:off x="6580703" y="2939217"/>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706" name="Group 793"/>
                  <p:cNvGrpSpPr>
                    <a:grpSpLocks/>
                  </p:cNvGrpSpPr>
                  <p:nvPr/>
                </p:nvGrpSpPr>
                <p:grpSpPr bwMode="auto">
                  <a:xfrm>
                    <a:off x="6396478" y="3664333"/>
                    <a:ext cx="559121" cy="92788"/>
                    <a:chOff x="6582044" y="2846082"/>
                    <a:chExt cx="559121" cy="92788"/>
                  </a:xfrm>
                </p:grpSpPr>
                <p:cxnSp>
                  <p:nvCxnSpPr>
                    <p:cNvPr id="798" name="Straight Connector 797"/>
                    <p:cNvCxnSpPr/>
                    <p:nvPr/>
                  </p:nvCxnSpPr>
                  <p:spPr>
                    <a:xfrm flipV="1">
                      <a:off x="7019938" y="2846721"/>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9" name="Straight Connector 798"/>
                    <p:cNvCxnSpPr/>
                    <p:nvPr/>
                  </p:nvCxnSpPr>
                  <p:spPr>
                    <a:xfrm flipV="1">
                      <a:off x="6581185" y="2939147"/>
                      <a:ext cx="44472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707" name="Group 794"/>
                  <p:cNvGrpSpPr>
                    <a:grpSpLocks/>
                  </p:cNvGrpSpPr>
                  <p:nvPr/>
                </p:nvGrpSpPr>
                <p:grpSpPr bwMode="auto">
                  <a:xfrm>
                    <a:off x="6395998" y="3730197"/>
                    <a:ext cx="559121" cy="92788"/>
                    <a:chOff x="6582044" y="2846082"/>
                    <a:chExt cx="559121" cy="92788"/>
                  </a:xfrm>
                </p:grpSpPr>
                <p:cxnSp>
                  <p:nvCxnSpPr>
                    <p:cNvPr id="796" name="Straight Connector 795"/>
                    <p:cNvCxnSpPr/>
                    <p:nvPr/>
                  </p:nvCxnSpPr>
                  <p:spPr>
                    <a:xfrm flipV="1">
                      <a:off x="7026387" y="2846652"/>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7" name="Straight Connector 796"/>
                    <p:cNvCxnSpPr/>
                    <p:nvPr/>
                  </p:nvCxnSpPr>
                  <p:spPr>
                    <a:xfrm flipV="1">
                      <a:off x="6581664" y="2939078"/>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8671" name="Group 758"/>
                <p:cNvGrpSpPr>
                  <a:grpSpLocks/>
                </p:cNvGrpSpPr>
                <p:nvPr/>
              </p:nvGrpSpPr>
              <p:grpSpPr bwMode="auto">
                <a:xfrm>
                  <a:off x="6280049" y="2055335"/>
                  <a:ext cx="731610" cy="920732"/>
                  <a:chOff x="6280049" y="2055335"/>
                  <a:chExt cx="731610" cy="920732"/>
                </a:xfrm>
              </p:grpSpPr>
              <p:grpSp>
                <p:nvGrpSpPr>
                  <p:cNvPr id="208672" name="Group 759"/>
                  <p:cNvGrpSpPr>
                    <a:grpSpLocks/>
                  </p:cNvGrpSpPr>
                  <p:nvPr/>
                </p:nvGrpSpPr>
                <p:grpSpPr bwMode="auto">
                  <a:xfrm>
                    <a:off x="6280049" y="2055335"/>
                    <a:ext cx="680752" cy="139401"/>
                    <a:chOff x="5414286" y="2921098"/>
                    <a:chExt cx="680752" cy="139401"/>
                  </a:xfrm>
                </p:grpSpPr>
                <p:sp>
                  <p:nvSpPr>
                    <p:cNvPr id="774" name="Rectangle 188"/>
                    <p:cNvSpPr>
                      <a:spLocks noChangeArrowheads="1"/>
                    </p:cNvSpPr>
                    <p:nvPr/>
                  </p:nvSpPr>
                  <p:spPr bwMode="auto">
                    <a:xfrm>
                      <a:off x="5414723" y="2995812"/>
                      <a:ext cx="549972" cy="64228"/>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75" name="AutoShape 189"/>
                    <p:cNvSpPr>
                      <a:spLocks noChangeArrowheads="1"/>
                    </p:cNvSpPr>
                    <p:nvPr/>
                  </p:nvSpPr>
                  <p:spPr bwMode="auto">
                    <a:xfrm>
                      <a:off x="5414723" y="2920618"/>
                      <a:ext cx="675469"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76" name="Freeform 190"/>
                    <p:cNvSpPr>
                      <a:spLocks/>
                    </p:cNvSpPr>
                    <p:nvPr/>
                  </p:nvSpPr>
                  <p:spPr bwMode="auto">
                    <a:xfrm>
                      <a:off x="5968387" y="2922185"/>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77" name="Freeform 191"/>
                    <p:cNvSpPr>
                      <a:spLocks/>
                    </p:cNvSpPr>
                    <p:nvPr/>
                  </p:nvSpPr>
                  <p:spPr bwMode="auto">
                    <a:xfrm>
                      <a:off x="5499617" y="2936284"/>
                      <a:ext cx="524136" cy="4543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78" name="Freeform 192"/>
                    <p:cNvSpPr>
                      <a:spLocks/>
                    </p:cNvSpPr>
                    <p:nvPr/>
                  </p:nvSpPr>
                  <p:spPr bwMode="auto">
                    <a:xfrm>
                      <a:off x="5621424" y="2933151"/>
                      <a:ext cx="302670"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761" name="Straight Connector 760"/>
                  <p:cNvCxnSpPr/>
                  <p:nvPr/>
                </p:nvCxnSpPr>
                <p:spPr>
                  <a:xfrm flipH="1">
                    <a:off x="6996560" y="2125350"/>
                    <a:ext cx="11072" cy="844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2" name="Straight Connector 761"/>
                  <p:cNvCxnSpPr/>
                  <p:nvPr/>
                </p:nvCxnSpPr>
                <p:spPr>
                  <a:xfrm>
                    <a:off x="6874752" y="2303934"/>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3" name="Straight Connector 762"/>
                  <p:cNvCxnSpPr/>
                  <p:nvPr/>
                </p:nvCxnSpPr>
                <p:spPr>
                  <a:xfrm>
                    <a:off x="6871062" y="2368162"/>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4" name="Straight Connector 763"/>
                  <p:cNvCxnSpPr/>
                  <p:nvPr/>
                </p:nvCxnSpPr>
                <p:spPr>
                  <a:xfrm>
                    <a:off x="6871062" y="2444922"/>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5" name="Straight Connector 764"/>
                  <p:cNvCxnSpPr/>
                  <p:nvPr/>
                </p:nvCxnSpPr>
                <p:spPr>
                  <a:xfrm>
                    <a:off x="6867370" y="2509150"/>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6" name="Straight Connector 765"/>
                  <p:cNvCxnSpPr/>
                  <p:nvPr/>
                </p:nvCxnSpPr>
                <p:spPr>
                  <a:xfrm>
                    <a:off x="6863680" y="2570245"/>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7" name="Straight Connector 766"/>
                  <p:cNvCxnSpPr/>
                  <p:nvPr/>
                </p:nvCxnSpPr>
                <p:spPr>
                  <a:xfrm>
                    <a:off x="6863680" y="2637605"/>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8" name="Straight Connector 767"/>
                  <p:cNvCxnSpPr/>
                  <p:nvPr/>
                </p:nvCxnSpPr>
                <p:spPr>
                  <a:xfrm>
                    <a:off x="6859988" y="2706533"/>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9" name="Straight Connector 768"/>
                  <p:cNvCxnSpPr/>
                  <p:nvPr/>
                </p:nvCxnSpPr>
                <p:spPr>
                  <a:xfrm>
                    <a:off x="6867370" y="2775460"/>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0" name="Straight Connector 769"/>
                  <p:cNvCxnSpPr/>
                  <p:nvPr/>
                </p:nvCxnSpPr>
                <p:spPr>
                  <a:xfrm>
                    <a:off x="6871062" y="2842821"/>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1" name="Straight Connector 770"/>
                  <p:cNvCxnSpPr/>
                  <p:nvPr/>
                </p:nvCxnSpPr>
                <p:spPr>
                  <a:xfrm>
                    <a:off x="6871062" y="2911749"/>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2" name="Straight Connector 771"/>
                  <p:cNvCxnSpPr/>
                  <p:nvPr/>
                </p:nvCxnSpPr>
                <p:spPr>
                  <a:xfrm>
                    <a:off x="6874752" y="2975976"/>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3" name="Straight Connector 772"/>
                  <p:cNvCxnSpPr/>
                  <p:nvPr/>
                </p:nvCxnSpPr>
                <p:spPr>
                  <a:xfrm flipH="1">
                    <a:off x="6874752" y="2131616"/>
                    <a:ext cx="136572"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207884" name="Group 815"/>
            <p:cNvGrpSpPr>
              <a:grpSpLocks/>
            </p:cNvGrpSpPr>
            <p:nvPr/>
          </p:nvGrpSpPr>
          <p:grpSpPr bwMode="auto">
            <a:xfrm>
              <a:off x="2267009" y="2732231"/>
              <a:ext cx="1470209" cy="1869141"/>
              <a:chOff x="916173" y="4038600"/>
              <a:chExt cx="1470209" cy="1869141"/>
            </a:xfrm>
          </p:grpSpPr>
          <p:grpSp>
            <p:nvGrpSpPr>
              <p:cNvPr id="208415" name="Group 187"/>
              <p:cNvGrpSpPr>
                <a:grpSpLocks/>
              </p:cNvGrpSpPr>
              <p:nvPr/>
            </p:nvGrpSpPr>
            <p:grpSpPr bwMode="auto">
              <a:xfrm>
                <a:off x="1295400" y="4038600"/>
                <a:ext cx="1052512" cy="355600"/>
                <a:chOff x="4410" y="1365"/>
                <a:chExt cx="663" cy="224"/>
              </a:xfrm>
            </p:grpSpPr>
            <p:sp>
              <p:nvSpPr>
                <p:cNvPr id="1058" name="Rectangle 188"/>
                <p:cNvSpPr>
                  <a:spLocks noChangeArrowheads="1"/>
                </p:cNvSpPr>
                <p:nvPr/>
              </p:nvSpPr>
              <p:spPr bwMode="auto">
                <a:xfrm>
                  <a:off x="4410" y="1500"/>
                  <a:ext cx="498" cy="8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59" name="AutoShape 189"/>
                <p:cNvSpPr>
                  <a:spLocks noChangeArrowheads="1"/>
                </p:cNvSpPr>
                <p:nvPr/>
              </p:nvSpPr>
              <p:spPr bwMode="auto">
                <a:xfrm>
                  <a:off x="4410" y="1368"/>
                  <a:ext cx="666" cy="135"/>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60" name="Freeform 190"/>
                <p:cNvSpPr>
                  <a:spLocks/>
                </p:cNvSpPr>
                <p:nvPr/>
              </p:nvSpPr>
              <p:spPr bwMode="auto">
                <a:xfrm>
                  <a:off x="4907" y="1365"/>
                  <a:ext cx="169" cy="224"/>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61" name="Freeform 191"/>
                <p:cNvSpPr>
                  <a:spLocks/>
                </p:cNvSpPr>
                <p:nvPr/>
              </p:nvSpPr>
              <p:spPr bwMode="auto">
                <a:xfrm>
                  <a:off x="4475" y="1395"/>
                  <a:ext cx="509" cy="8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9050"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62" name="Freeform 192"/>
                <p:cNvSpPr>
                  <a:spLocks/>
                </p:cNvSpPr>
                <p:nvPr/>
              </p:nvSpPr>
              <p:spPr bwMode="auto">
                <a:xfrm>
                  <a:off x="4593" y="1391"/>
                  <a:ext cx="296" cy="93"/>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9050"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818" name="Straight Connector 817"/>
              <p:cNvCxnSpPr/>
              <p:nvPr/>
            </p:nvCxnSpPr>
            <p:spPr>
              <a:xfrm flipH="1">
                <a:off x="1180779" y="4381699"/>
                <a:ext cx="357149" cy="4951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9" name="Straight Connector 818"/>
              <p:cNvCxnSpPr>
                <a:stCxn id="1058" idx="2"/>
              </p:cNvCxnSpPr>
              <p:nvPr/>
            </p:nvCxnSpPr>
            <p:spPr>
              <a:xfrm flipH="1">
                <a:off x="1485547" y="4391220"/>
                <a:ext cx="203178" cy="485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0" name="Straight Connector 819"/>
              <p:cNvCxnSpPr/>
              <p:nvPr/>
            </p:nvCxnSpPr>
            <p:spPr>
              <a:xfrm>
                <a:off x="1804600" y="4395981"/>
                <a:ext cx="57144" cy="4919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1" name="Straight Connector 820"/>
              <p:cNvCxnSpPr>
                <a:endCxn id="843" idx="0"/>
              </p:cNvCxnSpPr>
              <p:nvPr/>
            </p:nvCxnSpPr>
            <p:spPr>
              <a:xfrm>
                <a:off x="1944285" y="4419784"/>
                <a:ext cx="274609" cy="457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8420" name="Group 821"/>
              <p:cNvGrpSpPr>
                <a:grpSpLocks/>
              </p:cNvGrpSpPr>
              <p:nvPr/>
            </p:nvGrpSpPr>
            <p:grpSpPr bwMode="auto">
              <a:xfrm>
                <a:off x="916173" y="4876800"/>
                <a:ext cx="331695" cy="1030941"/>
                <a:chOff x="6240352" y="2055335"/>
                <a:chExt cx="771307" cy="1017716"/>
              </a:xfrm>
            </p:grpSpPr>
            <p:grpSp>
              <p:nvGrpSpPr>
                <p:cNvPr id="208598" name="Group 999"/>
                <p:cNvGrpSpPr>
                  <a:grpSpLocks/>
                </p:cNvGrpSpPr>
                <p:nvPr/>
              </p:nvGrpSpPr>
              <p:grpSpPr bwMode="auto">
                <a:xfrm>
                  <a:off x="6240352" y="2235573"/>
                  <a:ext cx="697981" cy="837478"/>
                  <a:chOff x="6395998" y="3062424"/>
                  <a:chExt cx="564403" cy="837478"/>
                </a:xfrm>
              </p:grpSpPr>
              <p:sp>
                <p:nvSpPr>
                  <p:cNvPr id="1021" name="Rectangle 1020"/>
                  <p:cNvSpPr/>
                  <p:nvPr/>
                </p:nvSpPr>
                <p:spPr>
                  <a:xfrm>
                    <a:off x="6508516" y="3062346"/>
                    <a:ext cx="447707" cy="74253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22" name="Straight Connector 1021"/>
                  <p:cNvCxnSpPr/>
                  <p:nvPr/>
                </p:nvCxnSpPr>
                <p:spPr>
                  <a:xfrm flipV="1">
                    <a:off x="6845790" y="3062346"/>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23" name="Rectangle 1022"/>
                  <p:cNvSpPr/>
                  <p:nvPr/>
                </p:nvSpPr>
                <p:spPr>
                  <a:xfrm>
                    <a:off x="6475686" y="3071745"/>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24" name="Straight Connector 1023"/>
                  <p:cNvCxnSpPr/>
                  <p:nvPr/>
                </p:nvCxnSpPr>
                <p:spPr>
                  <a:xfrm flipV="1">
                    <a:off x="6395097" y="3062346"/>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25" name="Rectangle 1024"/>
                  <p:cNvSpPr/>
                  <p:nvPr/>
                </p:nvSpPr>
                <p:spPr>
                  <a:xfrm>
                    <a:off x="6815943" y="3703058"/>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26" name="Rectangle 1025"/>
                  <p:cNvSpPr/>
                  <p:nvPr/>
                </p:nvSpPr>
                <p:spPr>
                  <a:xfrm>
                    <a:off x="6404052" y="3157905"/>
                    <a:ext cx="444721" cy="74253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27" name="Straight Connector 1026"/>
                  <p:cNvCxnSpPr/>
                  <p:nvPr/>
                </p:nvCxnSpPr>
                <p:spPr>
                  <a:xfrm flipV="1">
                    <a:off x="6845790" y="3804882"/>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8626" name="Group 1027"/>
                  <p:cNvGrpSpPr>
                    <a:grpSpLocks/>
                  </p:cNvGrpSpPr>
                  <p:nvPr/>
                </p:nvGrpSpPr>
                <p:grpSpPr bwMode="auto">
                  <a:xfrm>
                    <a:off x="6400318" y="3137421"/>
                    <a:ext cx="559121" cy="92788"/>
                    <a:chOff x="6582044" y="2846082"/>
                    <a:chExt cx="559121" cy="92788"/>
                  </a:xfrm>
                </p:grpSpPr>
                <p:cxnSp>
                  <p:nvCxnSpPr>
                    <p:cNvPr id="1056" name="Straight Connector 1055"/>
                    <p:cNvCxnSpPr/>
                    <p:nvPr/>
                  </p:nvCxnSpPr>
                  <p:spPr>
                    <a:xfrm flipV="1">
                      <a:off x="7027515" y="2846200"/>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7" name="Straight Connector 1056"/>
                    <p:cNvCxnSpPr/>
                    <p:nvPr/>
                  </p:nvCxnSpPr>
                  <p:spPr>
                    <a:xfrm flipV="1">
                      <a:off x="6573839" y="2938626"/>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627" name="Group 1028"/>
                  <p:cNvGrpSpPr>
                    <a:grpSpLocks/>
                  </p:cNvGrpSpPr>
                  <p:nvPr/>
                </p:nvGrpSpPr>
                <p:grpSpPr bwMode="auto">
                  <a:xfrm>
                    <a:off x="6399838" y="3203285"/>
                    <a:ext cx="559121" cy="92788"/>
                    <a:chOff x="6582044" y="2846082"/>
                    <a:chExt cx="559121" cy="92788"/>
                  </a:xfrm>
                </p:grpSpPr>
                <p:cxnSp>
                  <p:nvCxnSpPr>
                    <p:cNvPr id="1054" name="Straight Connector 1053"/>
                    <p:cNvCxnSpPr/>
                    <p:nvPr/>
                  </p:nvCxnSpPr>
                  <p:spPr>
                    <a:xfrm flipV="1">
                      <a:off x="7027996" y="2846131"/>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5" name="Straight Connector 1054"/>
                    <p:cNvCxnSpPr/>
                    <p:nvPr/>
                  </p:nvCxnSpPr>
                  <p:spPr>
                    <a:xfrm flipV="1">
                      <a:off x="6574320" y="2938557"/>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628" name="Group 1029"/>
                  <p:cNvGrpSpPr>
                    <a:grpSpLocks/>
                  </p:cNvGrpSpPr>
                  <p:nvPr/>
                </p:nvGrpSpPr>
                <p:grpSpPr bwMode="auto">
                  <a:xfrm>
                    <a:off x="6399358" y="3269149"/>
                    <a:ext cx="559121" cy="92788"/>
                    <a:chOff x="6582044" y="2846082"/>
                    <a:chExt cx="559121" cy="92788"/>
                  </a:xfrm>
                </p:grpSpPr>
                <p:cxnSp>
                  <p:nvCxnSpPr>
                    <p:cNvPr id="1052" name="Straight Connector 1051"/>
                    <p:cNvCxnSpPr/>
                    <p:nvPr/>
                  </p:nvCxnSpPr>
                  <p:spPr>
                    <a:xfrm flipV="1">
                      <a:off x="7019520" y="2846061"/>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3" name="Straight Connector 1052"/>
                    <p:cNvCxnSpPr/>
                    <p:nvPr/>
                  </p:nvCxnSpPr>
                  <p:spPr>
                    <a:xfrm flipV="1">
                      <a:off x="6580769" y="2938487"/>
                      <a:ext cx="4447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629" name="Group 1030"/>
                  <p:cNvGrpSpPr>
                    <a:grpSpLocks/>
                  </p:cNvGrpSpPr>
                  <p:nvPr/>
                </p:nvGrpSpPr>
                <p:grpSpPr bwMode="auto">
                  <a:xfrm>
                    <a:off x="6398878" y="3335013"/>
                    <a:ext cx="559121" cy="92788"/>
                    <a:chOff x="6582044" y="2846082"/>
                    <a:chExt cx="559121" cy="92788"/>
                  </a:xfrm>
                </p:grpSpPr>
                <p:cxnSp>
                  <p:nvCxnSpPr>
                    <p:cNvPr id="1050" name="Straight Connector 1049"/>
                    <p:cNvCxnSpPr/>
                    <p:nvPr/>
                  </p:nvCxnSpPr>
                  <p:spPr>
                    <a:xfrm flipV="1">
                      <a:off x="7020000" y="2845991"/>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1" name="Straight Connector 1050"/>
                    <p:cNvCxnSpPr/>
                    <p:nvPr/>
                  </p:nvCxnSpPr>
                  <p:spPr>
                    <a:xfrm flipV="1">
                      <a:off x="6581249" y="2938417"/>
                      <a:ext cx="4447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630" name="Group 1031"/>
                  <p:cNvGrpSpPr>
                    <a:grpSpLocks/>
                  </p:cNvGrpSpPr>
                  <p:nvPr/>
                </p:nvGrpSpPr>
                <p:grpSpPr bwMode="auto">
                  <a:xfrm>
                    <a:off x="6398398" y="3400877"/>
                    <a:ext cx="559121" cy="92788"/>
                    <a:chOff x="6582044" y="2846082"/>
                    <a:chExt cx="559121" cy="92788"/>
                  </a:xfrm>
                </p:grpSpPr>
                <p:cxnSp>
                  <p:nvCxnSpPr>
                    <p:cNvPr id="1048" name="Straight Connector 1047"/>
                    <p:cNvCxnSpPr/>
                    <p:nvPr/>
                  </p:nvCxnSpPr>
                  <p:spPr>
                    <a:xfrm flipV="1">
                      <a:off x="7026449" y="2845922"/>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9" name="Straight Connector 1048"/>
                    <p:cNvCxnSpPr/>
                    <p:nvPr/>
                  </p:nvCxnSpPr>
                  <p:spPr>
                    <a:xfrm flipV="1">
                      <a:off x="6581728" y="2938348"/>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631" name="Group 1032"/>
                  <p:cNvGrpSpPr>
                    <a:grpSpLocks/>
                  </p:cNvGrpSpPr>
                  <p:nvPr/>
                </p:nvGrpSpPr>
                <p:grpSpPr bwMode="auto">
                  <a:xfrm>
                    <a:off x="6397918" y="3466741"/>
                    <a:ext cx="559121" cy="92788"/>
                    <a:chOff x="6582044" y="2846082"/>
                    <a:chExt cx="559121" cy="92788"/>
                  </a:xfrm>
                </p:grpSpPr>
                <p:cxnSp>
                  <p:nvCxnSpPr>
                    <p:cNvPr id="1046" name="Straight Connector 1045"/>
                    <p:cNvCxnSpPr/>
                    <p:nvPr/>
                  </p:nvCxnSpPr>
                  <p:spPr>
                    <a:xfrm flipV="1">
                      <a:off x="7026930" y="2845852"/>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7" name="Straight Connector 1046"/>
                    <p:cNvCxnSpPr/>
                    <p:nvPr/>
                  </p:nvCxnSpPr>
                  <p:spPr>
                    <a:xfrm flipV="1">
                      <a:off x="6582209" y="2942977"/>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632" name="Group 1033"/>
                  <p:cNvGrpSpPr>
                    <a:grpSpLocks/>
                  </p:cNvGrpSpPr>
                  <p:nvPr/>
                </p:nvGrpSpPr>
                <p:grpSpPr bwMode="auto">
                  <a:xfrm>
                    <a:off x="6397438" y="3532605"/>
                    <a:ext cx="559121" cy="92788"/>
                    <a:chOff x="6582044" y="2846082"/>
                    <a:chExt cx="559121" cy="92788"/>
                  </a:xfrm>
                </p:grpSpPr>
                <p:cxnSp>
                  <p:nvCxnSpPr>
                    <p:cNvPr id="1044" name="Straight Connector 1043"/>
                    <p:cNvCxnSpPr/>
                    <p:nvPr/>
                  </p:nvCxnSpPr>
                  <p:spPr>
                    <a:xfrm flipV="1">
                      <a:off x="7027410" y="2845782"/>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5" name="Straight Connector 1044"/>
                    <p:cNvCxnSpPr/>
                    <p:nvPr/>
                  </p:nvCxnSpPr>
                  <p:spPr>
                    <a:xfrm flipV="1">
                      <a:off x="6573734" y="2942907"/>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633" name="Group 1034"/>
                  <p:cNvGrpSpPr>
                    <a:grpSpLocks/>
                  </p:cNvGrpSpPr>
                  <p:nvPr/>
                </p:nvGrpSpPr>
                <p:grpSpPr bwMode="auto">
                  <a:xfrm>
                    <a:off x="6396958" y="3598469"/>
                    <a:ext cx="559121" cy="92788"/>
                    <a:chOff x="6582044" y="2846082"/>
                    <a:chExt cx="559121" cy="92788"/>
                  </a:xfrm>
                </p:grpSpPr>
                <p:cxnSp>
                  <p:nvCxnSpPr>
                    <p:cNvPr id="1042" name="Straight Connector 1041"/>
                    <p:cNvCxnSpPr/>
                    <p:nvPr/>
                  </p:nvCxnSpPr>
                  <p:spPr>
                    <a:xfrm flipV="1">
                      <a:off x="7027889" y="2845713"/>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3" name="Straight Connector 1042"/>
                    <p:cNvCxnSpPr/>
                    <p:nvPr/>
                  </p:nvCxnSpPr>
                  <p:spPr>
                    <a:xfrm flipV="1">
                      <a:off x="6574213" y="2942838"/>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634" name="Group 1035"/>
                  <p:cNvGrpSpPr>
                    <a:grpSpLocks/>
                  </p:cNvGrpSpPr>
                  <p:nvPr/>
                </p:nvGrpSpPr>
                <p:grpSpPr bwMode="auto">
                  <a:xfrm>
                    <a:off x="6396478" y="3664333"/>
                    <a:ext cx="559121" cy="92788"/>
                    <a:chOff x="6582044" y="2846082"/>
                    <a:chExt cx="559121" cy="92788"/>
                  </a:xfrm>
                </p:grpSpPr>
                <p:cxnSp>
                  <p:nvCxnSpPr>
                    <p:cNvPr id="1040" name="Straight Connector 1039"/>
                    <p:cNvCxnSpPr/>
                    <p:nvPr/>
                  </p:nvCxnSpPr>
                  <p:spPr>
                    <a:xfrm flipV="1">
                      <a:off x="7019417" y="2850343"/>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1" name="Straight Connector 1040"/>
                    <p:cNvCxnSpPr/>
                    <p:nvPr/>
                  </p:nvCxnSpPr>
                  <p:spPr>
                    <a:xfrm flipV="1">
                      <a:off x="6580664" y="2939635"/>
                      <a:ext cx="44472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635" name="Group 1036"/>
                  <p:cNvGrpSpPr>
                    <a:grpSpLocks/>
                  </p:cNvGrpSpPr>
                  <p:nvPr/>
                </p:nvGrpSpPr>
                <p:grpSpPr bwMode="auto">
                  <a:xfrm>
                    <a:off x="6395998" y="3730197"/>
                    <a:ext cx="559121" cy="92788"/>
                    <a:chOff x="6582044" y="2846082"/>
                    <a:chExt cx="559121" cy="92788"/>
                  </a:xfrm>
                </p:grpSpPr>
                <p:cxnSp>
                  <p:nvCxnSpPr>
                    <p:cNvPr id="1038" name="Straight Connector 1037"/>
                    <p:cNvCxnSpPr/>
                    <p:nvPr/>
                  </p:nvCxnSpPr>
                  <p:spPr>
                    <a:xfrm flipV="1">
                      <a:off x="7019897" y="2850274"/>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9" name="Straight Connector 1038"/>
                    <p:cNvCxnSpPr/>
                    <p:nvPr/>
                  </p:nvCxnSpPr>
                  <p:spPr>
                    <a:xfrm flipV="1">
                      <a:off x="6581143" y="2939566"/>
                      <a:ext cx="44472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8599" name="Group 1000"/>
                <p:cNvGrpSpPr>
                  <a:grpSpLocks/>
                </p:cNvGrpSpPr>
                <p:nvPr/>
              </p:nvGrpSpPr>
              <p:grpSpPr bwMode="auto">
                <a:xfrm>
                  <a:off x="6280049" y="2055335"/>
                  <a:ext cx="731610" cy="920732"/>
                  <a:chOff x="6280049" y="2055335"/>
                  <a:chExt cx="731610" cy="920732"/>
                </a:xfrm>
              </p:grpSpPr>
              <p:grpSp>
                <p:nvGrpSpPr>
                  <p:cNvPr id="208600" name="Group 1001"/>
                  <p:cNvGrpSpPr>
                    <a:grpSpLocks/>
                  </p:cNvGrpSpPr>
                  <p:nvPr/>
                </p:nvGrpSpPr>
                <p:grpSpPr bwMode="auto">
                  <a:xfrm>
                    <a:off x="6280049" y="2055335"/>
                    <a:ext cx="680752" cy="139401"/>
                    <a:chOff x="5414286" y="2921098"/>
                    <a:chExt cx="680752" cy="139401"/>
                  </a:xfrm>
                </p:grpSpPr>
                <p:sp>
                  <p:nvSpPr>
                    <p:cNvPr id="1016" name="Rectangle 188"/>
                    <p:cNvSpPr>
                      <a:spLocks noChangeArrowheads="1"/>
                    </p:cNvSpPr>
                    <p:nvPr/>
                  </p:nvSpPr>
                  <p:spPr bwMode="auto">
                    <a:xfrm>
                      <a:off x="5414079" y="2996300"/>
                      <a:ext cx="549972" cy="6422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17" name="AutoShape 189"/>
                    <p:cNvSpPr>
                      <a:spLocks noChangeArrowheads="1"/>
                    </p:cNvSpPr>
                    <p:nvPr/>
                  </p:nvSpPr>
                  <p:spPr bwMode="auto">
                    <a:xfrm>
                      <a:off x="5414079" y="2921107"/>
                      <a:ext cx="675469"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18" name="Freeform 190"/>
                    <p:cNvSpPr>
                      <a:spLocks/>
                    </p:cNvSpPr>
                    <p:nvPr/>
                  </p:nvSpPr>
                  <p:spPr bwMode="auto">
                    <a:xfrm>
                      <a:off x="5967743" y="2922673"/>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19" name="Freeform 191"/>
                    <p:cNvSpPr>
                      <a:spLocks/>
                    </p:cNvSpPr>
                    <p:nvPr/>
                  </p:nvSpPr>
                  <p:spPr bwMode="auto">
                    <a:xfrm>
                      <a:off x="5498973" y="2936772"/>
                      <a:ext cx="524136" cy="45429"/>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20" name="Freeform 192"/>
                    <p:cNvSpPr>
                      <a:spLocks/>
                    </p:cNvSpPr>
                    <p:nvPr/>
                  </p:nvSpPr>
                  <p:spPr bwMode="auto">
                    <a:xfrm>
                      <a:off x="5620780" y="2933639"/>
                      <a:ext cx="302670"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003" name="Straight Connector 1002"/>
                  <p:cNvCxnSpPr/>
                  <p:nvPr/>
                </p:nvCxnSpPr>
                <p:spPr>
                  <a:xfrm flipH="1">
                    <a:off x="6995916" y="2125837"/>
                    <a:ext cx="11072" cy="84436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4" name="Straight Connector 1003"/>
                  <p:cNvCxnSpPr/>
                  <p:nvPr/>
                </p:nvCxnSpPr>
                <p:spPr>
                  <a:xfrm>
                    <a:off x="6874108" y="2304422"/>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5" name="Straight Connector 1004"/>
                  <p:cNvCxnSpPr/>
                  <p:nvPr/>
                </p:nvCxnSpPr>
                <p:spPr>
                  <a:xfrm>
                    <a:off x="6870418" y="2368650"/>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6" name="Straight Connector 1005"/>
                  <p:cNvCxnSpPr/>
                  <p:nvPr/>
                </p:nvCxnSpPr>
                <p:spPr>
                  <a:xfrm>
                    <a:off x="6870418" y="2445410"/>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7" name="Straight Connector 1006"/>
                  <p:cNvCxnSpPr/>
                  <p:nvPr/>
                </p:nvCxnSpPr>
                <p:spPr>
                  <a:xfrm>
                    <a:off x="6866726" y="2509638"/>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8" name="Straight Connector 1007"/>
                  <p:cNvCxnSpPr/>
                  <p:nvPr/>
                </p:nvCxnSpPr>
                <p:spPr>
                  <a:xfrm>
                    <a:off x="6863036" y="2570732"/>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9" name="Straight Connector 1008"/>
                  <p:cNvCxnSpPr/>
                  <p:nvPr/>
                </p:nvCxnSpPr>
                <p:spPr>
                  <a:xfrm>
                    <a:off x="6863036" y="2638094"/>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0" name="Straight Connector 1009"/>
                  <p:cNvCxnSpPr/>
                  <p:nvPr/>
                </p:nvCxnSpPr>
                <p:spPr>
                  <a:xfrm>
                    <a:off x="6859344" y="2707021"/>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1" name="Straight Connector 1010"/>
                  <p:cNvCxnSpPr/>
                  <p:nvPr/>
                </p:nvCxnSpPr>
                <p:spPr>
                  <a:xfrm>
                    <a:off x="6866726" y="2775949"/>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2" name="Straight Connector 1011"/>
                  <p:cNvCxnSpPr/>
                  <p:nvPr/>
                </p:nvCxnSpPr>
                <p:spPr>
                  <a:xfrm>
                    <a:off x="6870418" y="2843309"/>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3" name="Straight Connector 1012"/>
                  <p:cNvCxnSpPr/>
                  <p:nvPr/>
                </p:nvCxnSpPr>
                <p:spPr>
                  <a:xfrm>
                    <a:off x="6870418" y="2912236"/>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4" name="Straight Connector 1013"/>
                  <p:cNvCxnSpPr/>
                  <p:nvPr/>
                </p:nvCxnSpPr>
                <p:spPr>
                  <a:xfrm>
                    <a:off x="6874108" y="2976465"/>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5" name="Straight Connector 1014"/>
                  <p:cNvCxnSpPr/>
                  <p:nvPr/>
                </p:nvCxnSpPr>
                <p:spPr>
                  <a:xfrm flipH="1">
                    <a:off x="6874108" y="2132103"/>
                    <a:ext cx="136572"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8421" name="Group 822"/>
              <p:cNvGrpSpPr>
                <a:grpSpLocks/>
              </p:cNvGrpSpPr>
              <p:nvPr/>
            </p:nvGrpSpPr>
            <p:grpSpPr bwMode="auto">
              <a:xfrm>
                <a:off x="1301655" y="4876798"/>
                <a:ext cx="331695" cy="1030941"/>
                <a:chOff x="6240352" y="2055335"/>
                <a:chExt cx="771307" cy="1017716"/>
              </a:xfrm>
            </p:grpSpPr>
            <p:grpSp>
              <p:nvGrpSpPr>
                <p:cNvPr id="208540" name="Group 941"/>
                <p:cNvGrpSpPr>
                  <a:grpSpLocks/>
                </p:cNvGrpSpPr>
                <p:nvPr/>
              </p:nvGrpSpPr>
              <p:grpSpPr bwMode="auto">
                <a:xfrm>
                  <a:off x="6240352" y="2235573"/>
                  <a:ext cx="697981" cy="837478"/>
                  <a:chOff x="6395998" y="3062424"/>
                  <a:chExt cx="564403" cy="837478"/>
                </a:xfrm>
              </p:grpSpPr>
              <p:sp>
                <p:nvSpPr>
                  <p:cNvPr id="963" name="Rectangle 962"/>
                  <p:cNvSpPr/>
                  <p:nvPr/>
                </p:nvSpPr>
                <p:spPr>
                  <a:xfrm>
                    <a:off x="6508968" y="3062348"/>
                    <a:ext cx="447707" cy="74253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964" name="Straight Connector 963"/>
                  <p:cNvCxnSpPr/>
                  <p:nvPr/>
                </p:nvCxnSpPr>
                <p:spPr>
                  <a:xfrm flipV="1">
                    <a:off x="6846239" y="3062348"/>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65" name="Rectangle 964"/>
                  <p:cNvSpPr/>
                  <p:nvPr/>
                </p:nvSpPr>
                <p:spPr>
                  <a:xfrm>
                    <a:off x="6476135" y="3071747"/>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966" name="Straight Connector 965"/>
                  <p:cNvCxnSpPr/>
                  <p:nvPr/>
                </p:nvCxnSpPr>
                <p:spPr>
                  <a:xfrm flipV="1">
                    <a:off x="6395549" y="3062348"/>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67" name="Rectangle 966"/>
                  <p:cNvSpPr/>
                  <p:nvPr/>
                </p:nvSpPr>
                <p:spPr>
                  <a:xfrm>
                    <a:off x="6816392" y="3703060"/>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68" name="Rectangle 967"/>
                  <p:cNvSpPr/>
                  <p:nvPr/>
                </p:nvSpPr>
                <p:spPr>
                  <a:xfrm>
                    <a:off x="6404502" y="3157907"/>
                    <a:ext cx="444723" cy="74253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969" name="Straight Connector 968"/>
                  <p:cNvCxnSpPr/>
                  <p:nvPr/>
                </p:nvCxnSpPr>
                <p:spPr>
                  <a:xfrm flipV="1">
                    <a:off x="6846239" y="3804884"/>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8568" name="Group 969"/>
                  <p:cNvGrpSpPr>
                    <a:grpSpLocks/>
                  </p:cNvGrpSpPr>
                  <p:nvPr/>
                </p:nvGrpSpPr>
                <p:grpSpPr bwMode="auto">
                  <a:xfrm>
                    <a:off x="6400318" y="3137421"/>
                    <a:ext cx="559121" cy="92788"/>
                    <a:chOff x="6582044" y="2846082"/>
                    <a:chExt cx="559121" cy="92788"/>
                  </a:xfrm>
                </p:grpSpPr>
                <p:cxnSp>
                  <p:nvCxnSpPr>
                    <p:cNvPr id="998" name="Straight Connector 997"/>
                    <p:cNvCxnSpPr/>
                    <p:nvPr/>
                  </p:nvCxnSpPr>
                  <p:spPr>
                    <a:xfrm flipV="1">
                      <a:off x="7027964" y="2846202"/>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9" name="Straight Connector 998"/>
                    <p:cNvCxnSpPr/>
                    <p:nvPr/>
                  </p:nvCxnSpPr>
                  <p:spPr>
                    <a:xfrm flipV="1">
                      <a:off x="6574288" y="2938628"/>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569" name="Group 970"/>
                  <p:cNvGrpSpPr>
                    <a:grpSpLocks/>
                  </p:cNvGrpSpPr>
                  <p:nvPr/>
                </p:nvGrpSpPr>
                <p:grpSpPr bwMode="auto">
                  <a:xfrm>
                    <a:off x="6399838" y="3203285"/>
                    <a:ext cx="559121" cy="92788"/>
                    <a:chOff x="6582044" y="2846082"/>
                    <a:chExt cx="559121" cy="92788"/>
                  </a:xfrm>
                </p:grpSpPr>
                <p:cxnSp>
                  <p:nvCxnSpPr>
                    <p:cNvPr id="996" name="Straight Connector 995"/>
                    <p:cNvCxnSpPr/>
                    <p:nvPr/>
                  </p:nvCxnSpPr>
                  <p:spPr>
                    <a:xfrm flipV="1">
                      <a:off x="7028445" y="2846133"/>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7" name="Straight Connector 996"/>
                    <p:cNvCxnSpPr/>
                    <p:nvPr/>
                  </p:nvCxnSpPr>
                  <p:spPr>
                    <a:xfrm flipV="1">
                      <a:off x="6580739" y="2938559"/>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570" name="Group 971"/>
                  <p:cNvGrpSpPr>
                    <a:grpSpLocks/>
                  </p:cNvGrpSpPr>
                  <p:nvPr/>
                </p:nvGrpSpPr>
                <p:grpSpPr bwMode="auto">
                  <a:xfrm>
                    <a:off x="6399358" y="3269149"/>
                    <a:ext cx="559121" cy="92788"/>
                    <a:chOff x="6582044" y="2846082"/>
                    <a:chExt cx="559121" cy="92788"/>
                  </a:xfrm>
                </p:grpSpPr>
                <p:cxnSp>
                  <p:nvCxnSpPr>
                    <p:cNvPr id="994" name="Straight Connector 993"/>
                    <p:cNvCxnSpPr/>
                    <p:nvPr/>
                  </p:nvCxnSpPr>
                  <p:spPr>
                    <a:xfrm flipV="1">
                      <a:off x="7019972" y="2846063"/>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5" name="Straight Connector 994"/>
                    <p:cNvCxnSpPr/>
                    <p:nvPr/>
                  </p:nvCxnSpPr>
                  <p:spPr>
                    <a:xfrm flipV="1">
                      <a:off x="6581219" y="2938489"/>
                      <a:ext cx="44472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571" name="Group 972"/>
                  <p:cNvGrpSpPr>
                    <a:grpSpLocks/>
                  </p:cNvGrpSpPr>
                  <p:nvPr/>
                </p:nvGrpSpPr>
                <p:grpSpPr bwMode="auto">
                  <a:xfrm>
                    <a:off x="6398878" y="3335013"/>
                    <a:ext cx="559121" cy="92788"/>
                    <a:chOff x="6582044" y="2846082"/>
                    <a:chExt cx="559121" cy="92788"/>
                  </a:xfrm>
                </p:grpSpPr>
                <p:cxnSp>
                  <p:nvCxnSpPr>
                    <p:cNvPr id="992" name="Straight Connector 991"/>
                    <p:cNvCxnSpPr/>
                    <p:nvPr/>
                  </p:nvCxnSpPr>
                  <p:spPr>
                    <a:xfrm flipV="1">
                      <a:off x="7026421" y="2845993"/>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3" name="Straight Connector 992"/>
                    <p:cNvCxnSpPr/>
                    <p:nvPr/>
                  </p:nvCxnSpPr>
                  <p:spPr>
                    <a:xfrm flipV="1">
                      <a:off x="6581698" y="2938419"/>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572" name="Group 973"/>
                  <p:cNvGrpSpPr>
                    <a:grpSpLocks/>
                  </p:cNvGrpSpPr>
                  <p:nvPr/>
                </p:nvGrpSpPr>
                <p:grpSpPr bwMode="auto">
                  <a:xfrm>
                    <a:off x="6398398" y="3400877"/>
                    <a:ext cx="559121" cy="92788"/>
                    <a:chOff x="6582044" y="2846082"/>
                    <a:chExt cx="559121" cy="92788"/>
                  </a:xfrm>
                </p:grpSpPr>
                <p:cxnSp>
                  <p:nvCxnSpPr>
                    <p:cNvPr id="990" name="Straight Connector 989"/>
                    <p:cNvCxnSpPr/>
                    <p:nvPr/>
                  </p:nvCxnSpPr>
                  <p:spPr>
                    <a:xfrm flipV="1">
                      <a:off x="7026900" y="2845924"/>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1" name="Straight Connector 990"/>
                    <p:cNvCxnSpPr/>
                    <p:nvPr/>
                  </p:nvCxnSpPr>
                  <p:spPr>
                    <a:xfrm flipV="1">
                      <a:off x="6582177" y="2938350"/>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573" name="Group 974"/>
                  <p:cNvGrpSpPr>
                    <a:grpSpLocks/>
                  </p:cNvGrpSpPr>
                  <p:nvPr/>
                </p:nvGrpSpPr>
                <p:grpSpPr bwMode="auto">
                  <a:xfrm>
                    <a:off x="6397918" y="3466741"/>
                    <a:ext cx="559121" cy="92788"/>
                    <a:chOff x="6582044" y="2846082"/>
                    <a:chExt cx="559121" cy="92788"/>
                  </a:xfrm>
                </p:grpSpPr>
                <p:cxnSp>
                  <p:nvCxnSpPr>
                    <p:cNvPr id="988" name="Straight Connector 987"/>
                    <p:cNvCxnSpPr/>
                    <p:nvPr/>
                  </p:nvCxnSpPr>
                  <p:spPr>
                    <a:xfrm flipV="1">
                      <a:off x="7027381" y="2845854"/>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9" name="Straight Connector 988"/>
                    <p:cNvCxnSpPr/>
                    <p:nvPr/>
                  </p:nvCxnSpPr>
                  <p:spPr>
                    <a:xfrm flipV="1">
                      <a:off x="6582659" y="2942979"/>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574" name="Group 975"/>
                  <p:cNvGrpSpPr>
                    <a:grpSpLocks/>
                  </p:cNvGrpSpPr>
                  <p:nvPr/>
                </p:nvGrpSpPr>
                <p:grpSpPr bwMode="auto">
                  <a:xfrm>
                    <a:off x="6397438" y="3532605"/>
                    <a:ext cx="559121" cy="92788"/>
                    <a:chOff x="6582044" y="2846082"/>
                    <a:chExt cx="559121" cy="92788"/>
                  </a:xfrm>
                </p:grpSpPr>
                <p:cxnSp>
                  <p:nvCxnSpPr>
                    <p:cNvPr id="986" name="Straight Connector 985"/>
                    <p:cNvCxnSpPr/>
                    <p:nvPr/>
                  </p:nvCxnSpPr>
                  <p:spPr>
                    <a:xfrm flipV="1">
                      <a:off x="7027861" y="2845784"/>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7" name="Straight Connector 986"/>
                    <p:cNvCxnSpPr/>
                    <p:nvPr/>
                  </p:nvCxnSpPr>
                  <p:spPr>
                    <a:xfrm flipV="1">
                      <a:off x="6574185" y="2942909"/>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575" name="Group 976"/>
                  <p:cNvGrpSpPr>
                    <a:grpSpLocks/>
                  </p:cNvGrpSpPr>
                  <p:nvPr/>
                </p:nvGrpSpPr>
                <p:grpSpPr bwMode="auto">
                  <a:xfrm>
                    <a:off x="6396958" y="3598469"/>
                    <a:ext cx="559121" cy="92788"/>
                    <a:chOff x="6582044" y="2846082"/>
                    <a:chExt cx="559121" cy="92788"/>
                  </a:xfrm>
                </p:grpSpPr>
                <p:cxnSp>
                  <p:nvCxnSpPr>
                    <p:cNvPr id="984" name="Straight Connector 983"/>
                    <p:cNvCxnSpPr/>
                    <p:nvPr/>
                  </p:nvCxnSpPr>
                  <p:spPr>
                    <a:xfrm flipV="1">
                      <a:off x="7028340" y="2845715"/>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5" name="Straight Connector 984"/>
                    <p:cNvCxnSpPr/>
                    <p:nvPr/>
                  </p:nvCxnSpPr>
                  <p:spPr>
                    <a:xfrm flipV="1">
                      <a:off x="6580634" y="2942840"/>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576" name="Group 977"/>
                  <p:cNvGrpSpPr>
                    <a:grpSpLocks/>
                  </p:cNvGrpSpPr>
                  <p:nvPr/>
                </p:nvGrpSpPr>
                <p:grpSpPr bwMode="auto">
                  <a:xfrm>
                    <a:off x="6396478" y="3664333"/>
                    <a:ext cx="559121" cy="92788"/>
                    <a:chOff x="6582044" y="2846082"/>
                    <a:chExt cx="559121" cy="92788"/>
                  </a:xfrm>
                </p:grpSpPr>
                <p:cxnSp>
                  <p:nvCxnSpPr>
                    <p:cNvPr id="982" name="Straight Connector 981"/>
                    <p:cNvCxnSpPr/>
                    <p:nvPr/>
                  </p:nvCxnSpPr>
                  <p:spPr>
                    <a:xfrm flipV="1">
                      <a:off x="7019866" y="2850345"/>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3" name="Straight Connector 982"/>
                    <p:cNvCxnSpPr/>
                    <p:nvPr/>
                  </p:nvCxnSpPr>
                  <p:spPr>
                    <a:xfrm flipV="1">
                      <a:off x="6581115" y="2939637"/>
                      <a:ext cx="4447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577" name="Group 978"/>
                  <p:cNvGrpSpPr>
                    <a:grpSpLocks/>
                  </p:cNvGrpSpPr>
                  <p:nvPr/>
                </p:nvGrpSpPr>
                <p:grpSpPr bwMode="auto">
                  <a:xfrm>
                    <a:off x="6395998" y="3730197"/>
                    <a:ext cx="559121" cy="92788"/>
                    <a:chOff x="6582044" y="2846082"/>
                    <a:chExt cx="559121" cy="92788"/>
                  </a:xfrm>
                </p:grpSpPr>
                <p:cxnSp>
                  <p:nvCxnSpPr>
                    <p:cNvPr id="980" name="Straight Connector 979"/>
                    <p:cNvCxnSpPr/>
                    <p:nvPr/>
                  </p:nvCxnSpPr>
                  <p:spPr>
                    <a:xfrm flipV="1">
                      <a:off x="7026315" y="2850276"/>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1" name="Straight Connector 980"/>
                    <p:cNvCxnSpPr/>
                    <p:nvPr/>
                  </p:nvCxnSpPr>
                  <p:spPr>
                    <a:xfrm flipV="1">
                      <a:off x="6581595" y="2939568"/>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8541" name="Group 942"/>
                <p:cNvGrpSpPr>
                  <a:grpSpLocks/>
                </p:cNvGrpSpPr>
                <p:nvPr/>
              </p:nvGrpSpPr>
              <p:grpSpPr bwMode="auto">
                <a:xfrm>
                  <a:off x="6280049" y="2055335"/>
                  <a:ext cx="731610" cy="920732"/>
                  <a:chOff x="6280049" y="2055335"/>
                  <a:chExt cx="731610" cy="920732"/>
                </a:xfrm>
              </p:grpSpPr>
              <p:grpSp>
                <p:nvGrpSpPr>
                  <p:cNvPr id="208542" name="Group 943"/>
                  <p:cNvGrpSpPr>
                    <a:grpSpLocks/>
                  </p:cNvGrpSpPr>
                  <p:nvPr/>
                </p:nvGrpSpPr>
                <p:grpSpPr bwMode="auto">
                  <a:xfrm>
                    <a:off x="6280049" y="2055335"/>
                    <a:ext cx="680752" cy="139401"/>
                    <a:chOff x="5414286" y="2921098"/>
                    <a:chExt cx="680752" cy="139401"/>
                  </a:xfrm>
                </p:grpSpPr>
                <p:sp>
                  <p:nvSpPr>
                    <p:cNvPr id="958" name="Rectangle 188"/>
                    <p:cNvSpPr>
                      <a:spLocks noChangeArrowheads="1"/>
                    </p:cNvSpPr>
                    <p:nvPr/>
                  </p:nvSpPr>
                  <p:spPr bwMode="auto">
                    <a:xfrm>
                      <a:off x="5414635" y="2996302"/>
                      <a:ext cx="549974" cy="6422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59" name="AutoShape 189"/>
                    <p:cNvSpPr>
                      <a:spLocks noChangeArrowheads="1"/>
                    </p:cNvSpPr>
                    <p:nvPr/>
                  </p:nvSpPr>
                  <p:spPr bwMode="auto">
                    <a:xfrm>
                      <a:off x="5414635" y="2921109"/>
                      <a:ext cx="675472"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60" name="Freeform 190"/>
                    <p:cNvSpPr>
                      <a:spLocks/>
                    </p:cNvSpPr>
                    <p:nvPr/>
                  </p:nvSpPr>
                  <p:spPr bwMode="auto">
                    <a:xfrm>
                      <a:off x="5968299" y="2922675"/>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61" name="Freeform 191"/>
                    <p:cNvSpPr>
                      <a:spLocks/>
                    </p:cNvSpPr>
                    <p:nvPr/>
                  </p:nvSpPr>
                  <p:spPr bwMode="auto">
                    <a:xfrm>
                      <a:off x="5499531" y="2936774"/>
                      <a:ext cx="524136" cy="45429"/>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62" name="Freeform 192"/>
                    <p:cNvSpPr>
                      <a:spLocks/>
                    </p:cNvSpPr>
                    <p:nvPr/>
                  </p:nvSpPr>
                  <p:spPr bwMode="auto">
                    <a:xfrm>
                      <a:off x="5621336" y="2933641"/>
                      <a:ext cx="302670"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945" name="Straight Connector 944"/>
                  <p:cNvCxnSpPr/>
                  <p:nvPr/>
                </p:nvCxnSpPr>
                <p:spPr>
                  <a:xfrm flipH="1">
                    <a:off x="6996471" y="2125839"/>
                    <a:ext cx="11074" cy="84436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6" name="Straight Connector 945"/>
                  <p:cNvCxnSpPr/>
                  <p:nvPr/>
                </p:nvCxnSpPr>
                <p:spPr>
                  <a:xfrm>
                    <a:off x="6874666" y="2304424"/>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7" name="Straight Connector 946"/>
                  <p:cNvCxnSpPr/>
                  <p:nvPr/>
                </p:nvCxnSpPr>
                <p:spPr>
                  <a:xfrm>
                    <a:off x="6870974" y="2368652"/>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8" name="Straight Connector 947"/>
                  <p:cNvCxnSpPr/>
                  <p:nvPr/>
                </p:nvCxnSpPr>
                <p:spPr>
                  <a:xfrm>
                    <a:off x="6870974" y="2445412"/>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9" name="Straight Connector 948"/>
                  <p:cNvCxnSpPr/>
                  <p:nvPr/>
                </p:nvCxnSpPr>
                <p:spPr>
                  <a:xfrm>
                    <a:off x="6867284" y="2509640"/>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0" name="Straight Connector 949"/>
                  <p:cNvCxnSpPr/>
                  <p:nvPr/>
                </p:nvCxnSpPr>
                <p:spPr>
                  <a:xfrm>
                    <a:off x="6863592" y="2570734"/>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1" name="Straight Connector 950"/>
                  <p:cNvCxnSpPr/>
                  <p:nvPr/>
                </p:nvCxnSpPr>
                <p:spPr>
                  <a:xfrm>
                    <a:off x="6863592" y="2638096"/>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2" name="Straight Connector 951"/>
                  <p:cNvCxnSpPr/>
                  <p:nvPr/>
                </p:nvCxnSpPr>
                <p:spPr>
                  <a:xfrm>
                    <a:off x="6859902" y="2707023"/>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3" name="Straight Connector 952"/>
                  <p:cNvCxnSpPr/>
                  <p:nvPr/>
                </p:nvCxnSpPr>
                <p:spPr>
                  <a:xfrm>
                    <a:off x="6867284" y="2775951"/>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4" name="Straight Connector 953"/>
                  <p:cNvCxnSpPr/>
                  <p:nvPr/>
                </p:nvCxnSpPr>
                <p:spPr>
                  <a:xfrm>
                    <a:off x="6870974" y="2843311"/>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5" name="Straight Connector 954"/>
                  <p:cNvCxnSpPr/>
                  <p:nvPr/>
                </p:nvCxnSpPr>
                <p:spPr>
                  <a:xfrm>
                    <a:off x="6870974" y="2912238"/>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6" name="Straight Connector 955"/>
                  <p:cNvCxnSpPr/>
                  <p:nvPr/>
                </p:nvCxnSpPr>
                <p:spPr>
                  <a:xfrm>
                    <a:off x="6874666" y="2976467"/>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7" name="Straight Connector 956"/>
                  <p:cNvCxnSpPr/>
                  <p:nvPr/>
                </p:nvCxnSpPr>
                <p:spPr>
                  <a:xfrm flipH="1">
                    <a:off x="6874666" y="2132105"/>
                    <a:ext cx="13657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8422" name="Group 823"/>
              <p:cNvGrpSpPr>
                <a:grpSpLocks/>
              </p:cNvGrpSpPr>
              <p:nvPr/>
            </p:nvGrpSpPr>
            <p:grpSpPr bwMode="auto">
              <a:xfrm>
                <a:off x="1678171" y="4876798"/>
                <a:ext cx="331695" cy="1030941"/>
                <a:chOff x="6240352" y="2055335"/>
                <a:chExt cx="771307" cy="1017716"/>
              </a:xfrm>
            </p:grpSpPr>
            <p:grpSp>
              <p:nvGrpSpPr>
                <p:cNvPr id="208482" name="Group 883"/>
                <p:cNvGrpSpPr>
                  <a:grpSpLocks/>
                </p:cNvGrpSpPr>
                <p:nvPr/>
              </p:nvGrpSpPr>
              <p:grpSpPr bwMode="auto">
                <a:xfrm>
                  <a:off x="6240352" y="2235573"/>
                  <a:ext cx="697981" cy="837478"/>
                  <a:chOff x="6395998" y="3062424"/>
                  <a:chExt cx="564403" cy="837478"/>
                </a:xfrm>
              </p:grpSpPr>
              <p:sp>
                <p:nvSpPr>
                  <p:cNvPr id="905" name="Rectangle 904"/>
                  <p:cNvSpPr/>
                  <p:nvPr/>
                </p:nvSpPr>
                <p:spPr>
                  <a:xfrm>
                    <a:off x="6508368" y="3062348"/>
                    <a:ext cx="456662" cy="74253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906" name="Straight Connector 905"/>
                  <p:cNvCxnSpPr/>
                  <p:nvPr/>
                </p:nvCxnSpPr>
                <p:spPr>
                  <a:xfrm flipV="1">
                    <a:off x="6848625" y="3062348"/>
                    <a:ext cx="119388"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07" name="Rectangle 906"/>
                  <p:cNvSpPr/>
                  <p:nvPr/>
                </p:nvSpPr>
                <p:spPr>
                  <a:xfrm>
                    <a:off x="6475537" y="3071747"/>
                    <a:ext cx="134311"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908" name="Straight Connector 907"/>
                  <p:cNvCxnSpPr/>
                  <p:nvPr/>
                </p:nvCxnSpPr>
                <p:spPr>
                  <a:xfrm flipV="1">
                    <a:off x="6394949" y="3062348"/>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09" name="Rectangle 908"/>
                  <p:cNvSpPr/>
                  <p:nvPr/>
                </p:nvSpPr>
                <p:spPr>
                  <a:xfrm>
                    <a:off x="6815794" y="3703060"/>
                    <a:ext cx="140281"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10" name="Rectangle 909"/>
                  <p:cNvSpPr/>
                  <p:nvPr/>
                </p:nvSpPr>
                <p:spPr>
                  <a:xfrm>
                    <a:off x="6403904" y="3157907"/>
                    <a:ext cx="447707" cy="74253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911" name="Straight Connector 910"/>
                  <p:cNvCxnSpPr/>
                  <p:nvPr/>
                </p:nvCxnSpPr>
                <p:spPr>
                  <a:xfrm flipV="1">
                    <a:off x="6848625" y="3804884"/>
                    <a:ext cx="119388"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8510" name="Group 911"/>
                  <p:cNvGrpSpPr>
                    <a:grpSpLocks/>
                  </p:cNvGrpSpPr>
                  <p:nvPr/>
                </p:nvGrpSpPr>
                <p:grpSpPr bwMode="auto">
                  <a:xfrm>
                    <a:off x="6400318" y="3137421"/>
                    <a:ext cx="559121" cy="92788"/>
                    <a:chOff x="6582044" y="2846082"/>
                    <a:chExt cx="559121" cy="92788"/>
                  </a:xfrm>
                </p:grpSpPr>
                <p:cxnSp>
                  <p:nvCxnSpPr>
                    <p:cNvPr id="940" name="Straight Connector 939"/>
                    <p:cNvCxnSpPr/>
                    <p:nvPr/>
                  </p:nvCxnSpPr>
                  <p:spPr>
                    <a:xfrm flipV="1">
                      <a:off x="7036319" y="2846202"/>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1" name="Straight Connector 940"/>
                    <p:cNvCxnSpPr/>
                    <p:nvPr/>
                  </p:nvCxnSpPr>
                  <p:spPr>
                    <a:xfrm flipV="1">
                      <a:off x="6573691" y="2938628"/>
                      <a:ext cx="4685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511" name="Group 912"/>
                  <p:cNvGrpSpPr>
                    <a:grpSpLocks/>
                  </p:cNvGrpSpPr>
                  <p:nvPr/>
                </p:nvGrpSpPr>
                <p:grpSpPr bwMode="auto">
                  <a:xfrm>
                    <a:off x="6399838" y="3203285"/>
                    <a:ext cx="559121" cy="92788"/>
                    <a:chOff x="6582044" y="2846082"/>
                    <a:chExt cx="559121" cy="92788"/>
                  </a:xfrm>
                </p:grpSpPr>
                <p:cxnSp>
                  <p:nvCxnSpPr>
                    <p:cNvPr id="938" name="Straight Connector 937"/>
                    <p:cNvCxnSpPr/>
                    <p:nvPr/>
                  </p:nvCxnSpPr>
                  <p:spPr>
                    <a:xfrm flipV="1">
                      <a:off x="7036801" y="2846133"/>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9" name="Straight Connector 938"/>
                    <p:cNvCxnSpPr/>
                    <p:nvPr/>
                  </p:nvCxnSpPr>
                  <p:spPr>
                    <a:xfrm flipV="1">
                      <a:off x="6574172" y="2938559"/>
                      <a:ext cx="468598"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512" name="Group 913"/>
                  <p:cNvGrpSpPr>
                    <a:grpSpLocks/>
                  </p:cNvGrpSpPr>
                  <p:nvPr/>
                </p:nvGrpSpPr>
                <p:grpSpPr bwMode="auto">
                  <a:xfrm>
                    <a:off x="6399358" y="3269149"/>
                    <a:ext cx="559121" cy="92788"/>
                    <a:chOff x="6582044" y="2846082"/>
                    <a:chExt cx="559121" cy="92788"/>
                  </a:xfrm>
                </p:grpSpPr>
                <p:cxnSp>
                  <p:nvCxnSpPr>
                    <p:cNvPr id="936" name="Straight Connector 935"/>
                    <p:cNvCxnSpPr/>
                    <p:nvPr/>
                  </p:nvCxnSpPr>
                  <p:spPr>
                    <a:xfrm flipV="1">
                      <a:off x="7028327" y="2846063"/>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7" name="Straight Connector 936"/>
                    <p:cNvCxnSpPr/>
                    <p:nvPr/>
                  </p:nvCxnSpPr>
                  <p:spPr>
                    <a:xfrm flipV="1">
                      <a:off x="6580621" y="2938489"/>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513" name="Group 914"/>
                  <p:cNvGrpSpPr>
                    <a:grpSpLocks/>
                  </p:cNvGrpSpPr>
                  <p:nvPr/>
                </p:nvGrpSpPr>
                <p:grpSpPr bwMode="auto">
                  <a:xfrm>
                    <a:off x="6398878" y="3335013"/>
                    <a:ext cx="559121" cy="92788"/>
                    <a:chOff x="6582044" y="2846082"/>
                    <a:chExt cx="559121" cy="92788"/>
                  </a:xfrm>
                </p:grpSpPr>
                <p:cxnSp>
                  <p:nvCxnSpPr>
                    <p:cNvPr id="934" name="Straight Connector 933"/>
                    <p:cNvCxnSpPr/>
                    <p:nvPr/>
                  </p:nvCxnSpPr>
                  <p:spPr>
                    <a:xfrm flipV="1">
                      <a:off x="7028806" y="2845993"/>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5" name="Straight Connector 934"/>
                    <p:cNvCxnSpPr/>
                    <p:nvPr/>
                  </p:nvCxnSpPr>
                  <p:spPr>
                    <a:xfrm flipV="1">
                      <a:off x="6581100" y="2938419"/>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514" name="Group 915"/>
                  <p:cNvGrpSpPr>
                    <a:grpSpLocks/>
                  </p:cNvGrpSpPr>
                  <p:nvPr/>
                </p:nvGrpSpPr>
                <p:grpSpPr bwMode="auto">
                  <a:xfrm>
                    <a:off x="6398398" y="3400877"/>
                    <a:ext cx="559121" cy="92788"/>
                    <a:chOff x="6582044" y="2846082"/>
                    <a:chExt cx="559121" cy="92788"/>
                  </a:xfrm>
                </p:grpSpPr>
                <p:cxnSp>
                  <p:nvCxnSpPr>
                    <p:cNvPr id="932" name="Straight Connector 931"/>
                    <p:cNvCxnSpPr/>
                    <p:nvPr/>
                  </p:nvCxnSpPr>
                  <p:spPr>
                    <a:xfrm flipV="1">
                      <a:off x="7029286" y="2845924"/>
                      <a:ext cx="119388"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3" name="Straight Connector 932"/>
                    <p:cNvCxnSpPr/>
                    <p:nvPr/>
                  </p:nvCxnSpPr>
                  <p:spPr>
                    <a:xfrm flipV="1">
                      <a:off x="6581580" y="2938350"/>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515" name="Group 916"/>
                  <p:cNvGrpSpPr>
                    <a:grpSpLocks/>
                  </p:cNvGrpSpPr>
                  <p:nvPr/>
                </p:nvGrpSpPr>
                <p:grpSpPr bwMode="auto">
                  <a:xfrm>
                    <a:off x="6397918" y="3466741"/>
                    <a:ext cx="559121" cy="92788"/>
                    <a:chOff x="6582044" y="2846082"/>
                    <a:chExt cx="559121" cy="92788"/>
                  </a:xfrm>
                </p:grpSpPr>
                <p:cxnSp>
                  <p:nvCxnSpPr>
                    <p:cNvPr id="930" name="Straight Connector 929"/>
                    <p:cNvCxnSpPr/>
                    <p:nvPr/>
                  </p:nvCxnSpPr>
                  <p:spPr>
                    <a:xfrm flipV="1">
                      <a:off x="7035737" y="2845854"/>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1" name="Straight Connector 930"/>
                    <p:cNvCxnSpPr/>
                    <p:nvPr/>
                  </p:nvCxnSpPr>
                  <p:spPr>
                    <a:xfrm flipV="1">
                      <a:off x="6582061" y="2942979"/>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516" name="Group 917"/>
                  <p:cNvGrpSpPr>
                    <a:grpSpLocks/>
                  </p:cNvGrpSpPr>
                  <p:nvPr/>
                </p:nvGrpSpPr>
                <p:grpSpPr bwMode="auto">
                  <a:xfrm>
                    <a:off x="6397438" y="3532605"/>
                    <a:ext cx="559121" cy="92788"/>
                    <a:chOff x="6582044" y="2846082"/>
                    <a:chExt cx="559121" cy="92788"/>
                  </a:xfrm>
                </p:grpSpPr>
                <p:cxnSp>
                  <p:nvCxnSpPr>
                    <p:cNvPr id="928" name="Straight Connector 927"/>
                    <p:cNvCxnSpPr/>
                    <p:nvPr/>
                  </p:nvCxnSpPr>
                  <p:spPr>
                    <a:xfrm flipV="1">
                      <a:off x="7036216" y="2845784"/>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9" name="Straight Connector 928"/>
                    <p:cNvCxnSpPr/>
                    <p:nvPr/>
                  </p:nvCxnSpPr>
                  <p:spPr>
                    <a:xfrm flipV="1">
                      <a:off x="6573585" y="2942909"/>
                      <a:ext cx="46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517" name="Group 918"/>
                  <p:cNvGrpSpPr>
                    <a:grpSpLocks/>
                  </p:cNvGrpSpPr>
                  <p:nvPr/>
                </p:nvGrpSpPr>
                <p:grpSpPr bwMode="auto">
                  <a:xfrm>
                    <a:off x="6396958" y="3598469"/>
                    <a:ext cx="559121" cy="92788"/>
                    <a:chOff x="6582044" y="2846082"/>
                    <a:chExt cx="559121" cy="92788"/>
                  </a:xfrm>
                </p:grpSpPr>
                <p:cxnSp>
                  <p:nvCxnSpPr>
                    <p:cNvPr id="926" name="Straight Connector 925"/>
                    <p:cNvCxnSpPr/>
                    <p:nvPr/>
                  </p:nvCxnSpPr>
                  <p:spPr>
                    <a:xfrm flipV="1">
                      <a:off x="7036695" y="2845715"/>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7" name="Straight Connector 926"/>
                    <p:cNvCxnSpPr/>
                    <p:nvPr/>
                  </p:nvCxnSpPr>
                  <p:spPr>
                    <a:xfrm flipV="1">
                      <a:off x="6574065" y="2942840"/>
                      <a:ext cx="4686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518" name="Group 919"/>
                  <p:cNvGrpSpPr>
                    <a:grpSpLocks/>
                  </p:cNvGrpSpPr>
                  <p:nvPr/>
                </p:nvGrpSpPr>
                <p:grpSpPr bwMode="auto">
                  <a:xfrm>
                    <a:off x="6396478" y="3664333"/>
                    <a:ext cx="559121" cy="92788"/>
                    <a:chOff x="6582044" y="2846082"/>
                    <a:chExt cx="559121" cy="92788"/>
                  </a:xfrm>
                </p:grpSpPr>
                <p:cxnSp>
                  <p:nvCxnSpPr>
                    <p:cNvPr id="924" name="Straight Connector 923"/>
                    <p:cNvCxnSpPr/>
                    <p:nvPr/>
                  </p:nvCxnSpPr>
                  <p:spPr>
                    <a:xfrm flipV="1">
                      <a:off x="7028222" y="2850345"/>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5" name="Straight Connector 924"/>
                    <p:cNvCxnSpPr/>
                    <p:nvPr/>
                  </p:nvCxnSpPr>
                  <p:spPr>
                    <a:xfrm flipV="1">
                      <a:off x="6574546" y="2939637"/>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519" name="Group 920"/>
                  <p:cNvGrpSpPr>
                    <a:grpSpLocks/>
                  </p:cNvGrpSpPr>
                  <p:nvPr/>
                </p:nvGrpSpPr>
                <p:grpSpPr bwMode="auto">
                  <a:xfrm>
                    <a:off x="6395998" y="3730197"/>
                    <a:ext cx="559121" cy="92788"/>
                    <a:chOff x="6582044" y="2846082"/>
                    <a:chExt cx="559121" cy="92788"/>
                  </a:xfrm>
                </p:grpSpPr>
                <p:cxnSp>
                  <p:nvCxnSpPr>
                    <p:cNvPr id="922" name="Straight Connector 921"/>
                    <p:cNvCxnSpPr/>
                    <p:nvPr/>
                  </p:nvCxnSpPr>
                  <p:spPr>
                    <a:xfrm flipV="1">
                      <a:off x="7028701" y="2850276"/>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3" name="Straight Connector 922"/>
                    <p:cNvCxnSpPr/>
                    <p:nvPr/>
                  </p:nvCxnSpPr>
                  <p:spPr>
                    <a:xfrm flipV="1">
                      <a:off x="6580995" y="2939568"/>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8483" name="Group 884"/>
                <p:cNvGrpSpPr>
                  <a:grpSpLocks/>
                </p:cNvGrpSpPr>
                <p:nvPr/>
              </p:nvGrpSpPr>
              <p:grpSpPr bwMode="auto">
                <a:xfrm>
                  <a:off x="6280049" y="2055335"/>
                  <a:ext cx="731610" cy="920732"/>
                  <a:chOff x="6280049" y="2055335"/>
                  <a:chExt cx="731610" cy="920732"/>
                </a:xfrm>
              </p:grpSpPr>
              <p:grpSp>
                <p:nvGrpSpPr>
                  <p:cNvPr id="208484" name="Group 885"/>
                  <p:cNvGrpSpPr>
                    <a:grpSpLocks/>
                  </p:cNvGrpSpPr>
                  <p:nvPr/>
                </p:nvGrpSpPr>
                <p:grpSpPr bwMode="auto">
                  <a:xfrm>
                    <a:off x="6280049" y="2055335"/>
                    <a:ext cx="680752" cy="139401"/>
                    <a:chOff x="5414286" y="2921098"/>
                    <a:chExt cx="680752" cy="139401"/>
                  </a:xfrm>
                </p:grpSpPr>
                <p:sp>
                  <p:nvSpPr>
                    <p:cNvPr id="900" name="Rectangle 188"/>
                    <p:cNvSpPr>
                      <a:spLocks noChangeArrowheads="1"/>
                    </p:cNvSpPr>
                    <p:nvPr/>
                  </p:nvSpPr>
                  <p:spPr bwMode="auto">
                    <a:xfrm>
                      <a:off x="5413895" y="2996302"/>
                      <a:ext cx="553664" cy="6422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01" name="AutoShape 189"/>
                    <p:cNvSpPr>
                      <a:spLocks noChangeArrowheads="1"/>
                    </p:cNvSpPr>
                    <p:nvPr/>
                  </p:nvSpPr>
                  <p:spPr bwMode="auto">
                    <a:xfrm>
                      <a:off x="5413895" y="2921109"/>
                      <a:ext cx="679162"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02" name="Freeform 190"/>
                    <p:cNvSpPr>
                      <a:spLocks/>
                    </p:cNvSpPr>
                    <p:nvPr/>
                  </p:nvSpPr>
                  <p:spPr bwMode="auto">
                    <a:xfrm>
                      <a:off x="5971250" y="2922675"/>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03" name="Freeform 191"/>
                    <p:cNvSpPr>
                      <a:spLocks/>
                    </p:cNvSpPr>
                    <p:nvPr/>
                  </p:nvSpPr>
                  <p:spPr bwMode="auto">
                    <a:xfrm>
                      <a:off x="5498789" y="2936774"/>
                      <a:ext cx="527828" cy="45429"/>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04" name="Freeform 192"/>
                    <p:cNvSpPr>
                      <a:spLocks/>
                    </p:cNvSpPr>
                    <p:nvPr/>
                  </p:nvSpPr>
                  <p:spPr bwMode="auto">
                    <a:xfrm>
                      <a:off x="5624287" y="2933641"/>
                      <a:ext cx="302670"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887" name="Straight Connector 886"/>
                  <p:cNvCxnSpPr/>
                  <p:nvPr/>
                </p:nvCxnSpPr>
                <p:spPr>
                  <a:xfrm flipH="1">
                    <a:off x="7006804" y="2125839"/>
                    <a:ext cx="11074" cy="84436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8" name="Straight Connector 887"/>
                  <p:cNvCxnSpPr/>
                  <p:nvPr/>
                </p:nvCxnSpPr>
                <p:spPr>
                  <a:xfrm>
                    <a:off x="6884999" y="2304424"/>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9" name="Straight Connector 888"/>
                  <p:cNvCxnSpPr/>
                  <p:nvPr/>
                </p:nvCxnSpPr>
                <p:spPr>
                  <a:xfrm>
                    <a:off x="6881307" y="2368652"/>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0" name="Straight Connector 889"/>
                  <p:cNvCxnSpPr/>
                  <p:nvPr/>
                </p:nvCxnSpPr>
                <p:spPr>
                  <a:xfrm>
                    <a:off x="6877617" y="2445412"/>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1" name="Straight Connector 890"/>
                  <p:cNvCxnSpPr/>
                  <p:nvPr/>
                </p:nvCxnSpPr>
                <p:spPr>
                  <a:xfrm>
                    <a:off x="6877617" y="2509640"/>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2" name="Straight Connector 891"/>
                  <p:cNvCxnSpPr/>
                  <p:nvPr/>
                </p:nvCxnSpPr>
                <p:spPr>
                  <a:xfrm>
                    <a:off x="6873925" y="2570734"/>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3" name="Straight Connector 892"/>
                  <p:cNvCxnSpPr/>
                  <p:nvPr/>
                </p:nvCxnSpPr>
                <p:spPr>
                  <a:xfrm>
                    <a:off x="6873925" y="2638096"/>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4" name="Straight Connector 893"/>
                  <p:cNvCxnSpPr/>
                  <p:nvPr/>
                </p:nvCxnSpPr>
                <p:spPr>
                  <a:xfrm>
                    <a:off x="6870235" y="2707023"/>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5" name="Straight Connector 894"/>
                  <p:cNvCxnSpPr/>
                  <p:nvPr/>
                </p:nvCxnSpPr>
                <p:spPr>
                  <a:xfrm>
                    <a:off x="6877617" y="2775951"/>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6" name="Straight Connector 895"/>
                  <p:cNvCxnSpPr/>
                  <p:nvPr/>
                </p:nvCxnSpPr>
                <p:spPr>
                  <a:xfrm>
                    <a:off x="6881307" y="2843311"/>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7" name="Straight Connector 896"/>
                  <p:cNvCxnSpPr/>
                  <p:nvPr/>
                </p:nvCxnSpPr>
                <p:spPr>
                  <a:xfrm>
                    <a:off x="6877617" y="2912238"/>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8" name="Straight Connector 897"/>
                  <p:cNvCxnSpPr/>
                  <p:nvPr/>
                </p:nvCxnSpPr>
                <p:spPr>
                  <a:xfrm>
                    <a:off x="6884999" y="2976467"/>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9" name="Straight Connector 898"/>
                  <p:cNvCxnSpPr/>
                  <p:nvPr/>
                </p:nvCxnSpPr>
                <p:spPr>
                  <a:xfrm flipH="1">
                    <a:off x="6884999" y="2132105"/>
                    <a:ext cx="13657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8423" name="Group 824"/>
              <p:cNvGrpSpPr>
                <a:grpSpLocks/>
              </p:cNvGrpSpPr>
              <p:nvPr/>
            </p:nvGrpSpPr>
            <p:grpSpPr bwMode="auto">
              <a:xfrm>
                <a:off x="2054687" y="4876798"/>
                <a:ext cx="331695" cy="1030941"/>
                <a:chOff x="6240352" y="2055335"/>
                <a:chExt cx="771307" cy="1017716"/>
              </a:xfrm>
            </p:grpSpPr>
            <p:grpSp>
              <p:nvGrpSpPr>
                <p:cNvPr id="208424" name="Group 825"/>
                <p:cNvGrpSpPr>
                  <a:grpSpLocks/>
                </p:cNvGrpSpPr>
                <p:nvPr/>
              </p:nvGrpSpPr>
              <p:grpSpPr bwMode="auto">
                <a:xfrm>
                  <a:off x="6240352" y="2235573"/>
                  <a:ext cx="697981" cy="837478"/>
                  <a:chOff x="6395998" y="3062424"/>
                  <a:chExt cx="564403" cy="837478"/>
                </a:xfrm>
              </p:grpSpPr>
              <p:sp>
                <p:nvSpPr>
                  <p:cNvPr id="847" name="Rectangle 846"/>
                  <p:cNvSpPr/>
                  <p:nvPr/>
                </p:nvSpPr>
                <p:spPr>
                  <a:xfrm>
                    <a:off x="6510754" y="3062348"/>
                    <a:ext cx="447707" cy="74253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848" name="Straight Connector 847"/>
                  <p:cNvCxnSpPr/>
                  <p:nvPr/>
                </p:nvCxnSpPr>
                <p:spPr>
                  <a:xfrm flipV="1">
                    <a:off x="6848027" y="3062348"/>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49" name="Rectangle 848"/>
                  <p:cNvSpPr/>
                  <p:nvPr/>
                </p:nvSpPr>
                <p:spPr>
                  <a:xfrm>
                    <a:off x="6477923" y="3071747"/>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850" name="Straight Connector 849"/>
                  <p:cNvCxnSpPr/>
                  <p:nvPr/>
                </p:nvCxnSpPr>
                <p:spPr>
                  <a:xfrm flipV="1">
                    <a:off x="6397335" y="3062348"/>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1" name="Rectangle 850"/>
                  <p:cNvSpPr/>
                  <p:nvPr/>
                </p:nvSpPr>
                <p:spPr>
                  <a:xfrm>
                    <a:off x="6818180" y="3703060"/>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52" name="Rectangle 851"/>
                  <p:cNvSpPr/>
                  <p:nvPr/>
                </p:nvSpPr>
                <p:spPr>
                  <a:xfrm>
                    <a:off x="6406290" y="3157907"/>
                    <a:ext cx="444721" cy="74253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853" name="Straight Connector 852"/>
                  <p:cNvCxnSpPr/>
                  <p:nvPr/>
                </p:nvCxnSpPr>
                <p:spPr>
                  <a:xfrm flipV="1">
                    <a:off x="6848027" y="3804884"/>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8452" name="Group 853"/>
                  <p:cNvGrpSpPr>
                    <a:grpSpLocks/>
                  </p:cNvGrpSpPr>
                  <p:nvPr/>
                </p:nvGrpSpPr>
                <p:grpSpPr bwMode="auto">
                  <a:xfrm>
                    <a:off x="6400318" y="3137421"/>
                    <a:ext cx="559121" cy="92788"/>
                    <a:chOff x="6582044" y="2846082"/>
                    <a:chExt cx="559121" cy="92788"/>
                  </a:xfrm>
                </p:grpSpPr>
                <p:cxnSp>
                  <p:nvCxnSpPr>
                    <p:cNvPr id="882" name="Straight Connector 881"/>
                    <p:cNvCxnSpPr/>
                    <p:nvPr/>
                  </p:nvCxnSpPr>
                  <p:spPr>
                    <a:xfrm flipV="1">
                      <a:off x="7035722" y="2846202"/>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3" name="Straight Connector 882"/>
                    <p:cNvCxnSpPr/>
                    <p:nvPr/>
                  </p:nvCxnSpPr>
                  <p:spPr>
                    <a:xfrm flipV="1">
                      <a:off x="6582046" y="2938628"/>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453" name="Group 854"/>
                  <p:cNvGrpSpPr>
                    <a:grpSpLocks/>
                  </p:cNvGrpSpPr>
                  <p:nvPr/>
                </p:nvGrpSpPr>
                <p:grpSpPr bwMode="auto">
                  <a:xfrm>
                    <a:off x="6399838" y="3203285"/>
                    <a:ext cx="559121" cy="92788"/>
                    <a:chOff x="6582044" y="2846082"/>
                    <a:chExt cx="559121" cy="92788"/>
                  </a:xfrm>
                </p:grpSpPr>
                <p:cxnSp>
                  <p:nvCxnSpPr>
                    <p:cNvPr id="880" name="Straight Connector 879"/>
                    <p:cNvCxnSpPr/>
                    <p:nvPr/>
                  </p:nvCxnSpPr>
                  <p:spPr>
                    <a:xfrm flipV="1">
                      <a:off x="7036203" y="2846133"/>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1" name="Straight Connector 880"/>
                    <p:cNvCxnSpPr/>
                    <p:nvPr/>
                  </p:nvCxnSpPr>
                  <p:spPr>
                    <a:xfrm flipV="1">
                      <a:off x="6582527" y="2938559"/>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454" name="Group 855"/>
                  <p:cNvGrpSpPr>
                    <a:grpSpLocks/>
                  </p:cNvGrpSpPr>
                  <p:nvPr/>
                </p:nvGrpSpPr>
                <p:grpSpPr bwMode="auto">
                  <a:xfrm>
                    <a:off x="6399358" y="3269149"/>
                    <a:ext cx="559121" cy="92788"/>
                    <a:chOff x="6582044" y="2846082"/>
                    <a:chExt cx="559121" cy="92788"/>
                  </a:xfrm>
                </p:grpSpPr>
                <p:cxnSp>
                  <p:nvCxnSpPr>
                    <p:cNvPr id="878" name="Straight Connector 877"/>
                    <p:cNvCxnSpPr/>
                    <p:nvPr/>
                  </p:nvCxnSpPr>
                  <p:spPr>
                    <a:xfrm flipV="1">
                      <a:off x="7027727" y="2846063"/>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9" name="Straight Connector 878"/>
                    <p:cNvCxnSpPr/>
                    <p:nvPr/>
                  </p:nvCxnSpPr>
                  <p:spPr>
                    <a:xfrm flipV="1">
                      <a:off x="6583007" y="2938489"/>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455" name="Group 856"/>
                  <p:cNvGrpSpPr>
                    <a:grpSpLocks/>
                  </p:cNvGrpSpPr>
                  <p:nvPr/>
                </p:nvGrpSpPr>
                <p:grpSpPr bwMode="auto">
                  <a:xfrm>
                    <a:off x="6398878" y="3335013"/>
                    <a:ext cx="559121" cy="92788"/>
                    <a:chOff x="6582044" y="2846082"/>
                    <a:chExt cx="559121" cy="92788"/>
                  </a:xfrm>
                </p:grpSpPr>
                <p:cxnSp>
                  <p:nvCxnSpPr>
                    <p:cNvPr id="876" name="Straight Connector 875"/>
                    <p:cNvCxnSpPr/>
                    <p:nvPr/>
                  </p:nvCxnSpPr>
                  <p:spPr>
                    <a:xfrm flipV="1">
                      <a:off x="7028207" y="2845993"/>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7" name="Straight Connector 876"/>
                    <p:cNvCxnSpPr/>
                    <p:nvPr/>
                  </p:nvCxnSpPr>
                  <p:spPr>
                    <a:xfrm flipV="1">
                      <a:off x="6583486" y="2938419"/>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456" name="Group 857"/>
                  <p:cNvGrpSpPr>
                    <a:grpSpLocks/>
                  </p:cNvGrpSpPr>
                  <p:nvPr/>
                </p:nvGrpSpPr>
                <p:grpSpPr bwMode="auto">
                  <a:xfrm>
                    <a:off x="6398398" y="3400877"/>
                    <a:ext cx="559121" cy="92788"/>
                    <a:chOff x="6582044" y="2846082"/>
                    <a:chExt cx="559121" cy="92788"/>
                  </a:xfrm>
                </p:grpSpPr>
                <p:cxnSp>
                  <p:nvCxnSpPr>
                    <p:cNvPr id="874" name="Straight Connector 873"/>
                    <p:cNvCxnSpPr/>
                    <p:nvPr/>
                  </p:nvCxnSpPr>
                  <p:spPr>
                    <a:xfrm flipV="1">
                      <a:off x="7028686" y="2845924"/>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5" name="Straight Connector 874"/>
                    <p:cNvCxnSpPr/>
                    <p:nvPr/>
                  </p:nvCxnSpPr>
                  <p:spPr>
                    <a:xfrm flipV="1">
                      <a:off x="6589935" y="2938350"/>
                      <a:ext cx="4447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457" name="Group 858"/>
                  <p:cNvGrpSpPr>
                    <a:grpSpLocks/>
                  </p:cNvGrpSpPr>
                  <p:nvPr/>
                </p:nvGrpSpPr>
                <p:grpSpPr bwMode="auto">
                  <a:xfrm>
                    <a:off x="6397918" y="3466741"/>
                    <a:ext cx="559121" cy="92788"/>
                    <a:chOff x="6582044" y="2846082"/>
                    <a:chExt cx="559121" cy="92788"/>
                  </a:xfrm>
                </p:grpSpPr>
                <p:cxnSp>
                  <p:nvCxnSpPr>
                    <p:cNvPr id="872" name="Straight Connector 871"/>
                    <p:cNvCxnSpPr/>
                    <p:nvPr/>
                  </p:nvCxnSpPr>
                  <p:spPr>
                    <a:xfrm flipV="1">
                      <a:off x="7035137" y="2845854"/>
                      <a:ext cx="107450"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3" name="Straight Connector 872"/>
                    <p:cNvCxnSpPr/>
                    <p:nvPr/>
                  </p:nvCxnSpPr>
                  <p:spPr>
                    <a:xfrm flipV="1">
                      <a:off x="6590416" y="2942979"/>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458" name="Group 859"/>
                  <p:cNvGrpSpPr>
                    <a:grpSpLocks/>
                  </p:cNvGrpSpPr>
                  <p:nvPr/>
                </p:nvGrpSpPr>
                <p:grpSpPr bwMode="auto">
                  <a:xfrm>
                    <a:off x="6397438" y="3532605"/>
                    <a:ext cx="559121" cy="92788"/>
                    <a:chOff x="6582044" y="2846082"/>
                    <a:chExt cx="559121" cy="92788"/>
                  </a:xfrm>
                </p:grpSpPr>
                <p:cxnSp>
                  <p:nvCxnSpPr>
                    <p:cNvPr id="870" name="Straight Connector 869"/>
                    <p:cNvCxnSpPr/>
                    <p:nvPr/>
                  </p:nvCxnSpPr>
                  <p:spPr>
                    <a:xfrm flipV="1">
                      <a:off x="7035616" y="2845784"/>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1" name="Straight Connector 870"/>
                    <p:cNvCxnSpPr/>
                    <p:nvPr/>
                  </p:nvCxnSpPr>
                  <p:spPr>
                    <a:xfrm flipV="1">
                      <a:off x="6581941" y="2942909"/>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459" name="Group 860"/>
                  <p:cNvGrpSpPr>
                    <a:grpSpLocks/>
                  </p:cNvGrpSpPr>
                  <p:nvPr/>
                </p:nvGrpSpPr>
                <p:grpSpPr bwMode="auto">
                  <a:xfrm>
                    <a:off x="6396958" y="3598469"/>
                    <a:ext cx="559121" cy="92788"/>
                    <a:chOff x="6582044" y="2846082"/>
                    <a:chExt cx="559121" cy="92788"/>
                  </a:xfrm>
                </p:grpSpPr>
                <p:cxnSp>
                  <p:nvCxnSpPr>
                    <p:cNvPr id="868" name="Straight Connector 867"/>
                    <p:cNvCxnSpPr/>
                    <p:nvPr/>
                  </p:nvCxnSpPr>
                  <p:spPr>
                    <a:xfrm flipV="1">
                      <a:off x="7036096" y="2845715"/>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9" name="Straight Connector 868"/>
                    <p:cNvCxnSpPr/>
                    <p:nvPr/>
                  </p:nvCxnSpPr>
                  <p:spPr>
                    <a:xfrm flipV="1">
                      <a:off x="6582420" y="2942840"/>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460" name="Group 861"/>
                  <p:cNvGrpSpPr>
                    <a:grpSpLocks/>
                  </p:cNvGrpSpPr>
                  <p:nvPr/>
                </p:nvGrpSpPr>
                <p:grpSpPr bwMode="auto">
                  <a:xfrm>
                    <a:off x="6396478" y="3664333"/>
                    <a:ext cx="559121" cy="92788"/>
                    <a:chOff x="6582044" y="2846082"/>
                    <a:chExt cx="559121" cy="92788"/>
                  </a:xfrm>
                </p:grpSpPr>
                <p:cxnSp>
                  <p:nvCxnSpPr>
                    <p:cNvPr id="866" name="Straight Connector 865"/>
                    <p:cNvCxnSpPr/>
                    <p:nvPr/>
                  </p:nvCxnSpPr>
                  <p:spPr>
                    <a:xfrm flipV="1">
                      <a:off x="7027624" y="2850345"/>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7" name="Straight Connector 866"/>
                    <p:cNvCxnSpPr/>
                    <p:nvPr/>
                  </p:nvCxnSpPr>
                  <p:spPr>
                    <a:xfrm flipV="1">
                      <a:off x="6582901" y="2939637"/>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461" name="Group 862"/>
                  <p:cNvGrpSpPr>
                    <a:grpSpLocks/>
                  </p:cNvGrpSpPr>
                  <p:nvPr/>
                </p:nvGrpSpPr>
                <p:grpSpPr bwMode="auto">
                  <a:xfrm>
                    <a:off x="6395998" y="3730197"/>
                    <a:ext cx="559121" cy="92788"/>
                    <a:chOff x="6582044" y="2846082"/>
                    <a:chExt cx="559121" cy="92788"/>
                  </a:xfrm>
                </p:grpSpPr>
                <p:cxnSp>
                  <p:nvCxnSpPr>
                    <p:cNvPr id="864" name="Straight Connector 863"/>
                    <p:cNvCxnSpPr/>
                    <p:nvPr/>
                  </p:nvCxnSpPr>
                  <p:spPr>
                    <a:xfrm flipV="1">
                      <a:off x="7028103" y="2850276"/>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5" name="Straight Connector 864"/>
                    <p:cNvCxnSpPr/>
                    <p:nvPr/>
                  </p:nvCxnSpPr>
                  <p:spPr>
                    <a:xfrm flipV="1">
                      <a:off x="6583381" y="2939568"/>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8425" name="Group 826"/>
                <p:cNvGrpSpPr>
                  <a:grpSpLocks/>
                </p:cNvGrpSpPr>
                <p:nvPr/>
              </p:nvGrpSpPr>
              <p:grpSpPr bwMode="auto">
                <a:xfrm>
                  <a:off x="6280049" y="2055335"/>
                  <a:ext cx="731610" cy="920732"/>
                  <a:chOff x="6280049" y="2055335"/>
                  <a:chExt cx="731610" cy="920732"/>
                </a:xfrm>
              </p:grpSpPr>
              <p:grpSp>
                <p:nvGrpSpPr>
                  <p:cNvPr id="208426" name="Group 827"/>
                  <p:cNvGrpSpPr>
                    <a:grpSpLocks/>
                  </p:cNvGrpSpPr>
                  <p:nvPr/>
                </p:nvGrpSpPr>
                <p:grpSpPr bwMode="auto">
                  <a:xfrm>
                    <a:off x="6280049" y="2055335"/>
                    <a:ext cx="680752" cy="139401"/>
                    <a:chOff x="5414286" y="2921098"/>
                    <a:chExt cx="680752" cy="139401"/>
                  </a:xfrm>
                </p:grpSpPr>
                <p:sp>
                  <p:nvSpPr>
                    <p:cNvPr id="842" name="Rectangle 188"/>
                    <p:cNvSpPr>
                      <a:spLocks noChangeArrowheads="1"/>
                    </p:cNvSpPr>
                    <p:nvPr/>
                  </p:nvSpPr>
                  <p:spPr bwMode="auto">
                    <a:xfrm>
                      <a:off x="5424228" y="2996302"/>
                      <a:ext cx="542590" cy="6422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43" name="AutoShape 189"/>
                    <p:cNvSpPr>
                      <a:spLocks noChangeArrowheads="1"/>
                    </p:cNvSpPr>
                    <p:nvPr/>
                  </p:nvSpPr>
                  <p:spPr bwMode="auto">
                    <a:xfrm>
                      <a:off x="5424228" y="2921109"/>
                      <a:ext cx="668087"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44" name="Freeform 190"/>
                    <p:cNvSpPr>
                      <a:spLocks/>
                    </p:cNvSpPr>
                    <p:nvPr/>
                  </p:nvSpPr>
                  <p:spPr bwMode="auto">
                    <a:xfrm>
                      <a:off x="5970510" y="2922675"/>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45" name="Freeform 191"/>
                    <p:cNvSpPr>
                      <a:spLocks/>
                    </p:cNvSpPr>
                    <p:nvPr/>
                  </p:nvSpPr>
                  <p:spPr bwMode="auto">
                    <a:xfrm>
                      <a:off x="5509122" y="2936774"/>
                      <a:ext cx="516753" cy="45429"/>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46" name="Freeform 192"/>
                    <p:cNvSpPr>
                      <a:spLocks/>
                    </p:cNvSpPr>
                    <p:nvPr/>
                  </p:nvSpPr>
                  <p:spPr bwMode="auto">
                    <a:xfrm>
                      <a:off x="5630929" y="2933641"/>
                      <a:ext cx="295288"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829" name="Straight Connector 828"/>
                  <p:cNvCxnSpPr/>
                  <p:nvPr/>
                </p:nvCxnSpPr>
                <p:spPr>
                  <a:xfrm flipH="1">
                    <a:off x="6998683" y="2125839"/>
                    <a:ext cx="11072" cy="84436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0" name="Straight Connector 829"/>
                  <p:cNvCxnSpPr/>
                  <p:nvPr/>
                </p:nvCxnSpPr>
                <p:spPr>
                  <a:xfrm>
                    <a:off x="6884257" y="2304424"/>
                    <a:ext cx="1291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1" name="Straight Connector 830"/>
                  <p:cNvCxnSpPr/>
                  <p:nvPr/>
                </p:nvCxnSpPr>
                <p:spPr>
                  <a:xfrm>
                    <a:off x="6880567" y="2368652"/>
                    <a:ext cx="1291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2" name="Straight Connector 831"/>
                  <p:cNvCxnSpPr/>
                  <p:nvPr/>
                </p:nvCxnSpPr>
                <p:spPr>
                  <a:xfrm>
                    <a:off x="6880567" y="2445412"/>
                    <a:ext cx="1291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3" name="Straight Connector 832"/>
                  <p:cNvCxnSpPr/>
                  <p:nvPr/>
                </p:nvCxnSpPr>
                <p:spPr>
                  <a:xfrm>
                    <a:off x="6876875" y="2509640"/>
                    <a:ext cx="1291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4" name="Straight Connector 833"/>
                  <p:cNvCxnSpPr/>
                  <p:nvPr/>
                </p:nvCxnSpPr>
                <p:spPr>
                  <a:xfrm>
                    <a:off x="6873185" y="2570734"/>
                    <a:ext cx="1328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5" name="Straight Connector 834"/>
                  <p:cNvCxnSpPr/>
                  <p:nvPr/>
                </p:nvCxnSpPr>
                <p:spPr>
                  <a:xfrm>
                    <a:off x="6873185" y="2638096"/>
                    <a:ext cx="1291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6" name="Straight Connector 835"/>
                  <p:cNvCxnSpPr/>
                  <p:nvPr/>
                </p:nvCxnSpPr>
                <p:spPr>
                  <a:xfrm>
                    <a:off x="6869493" y="2707023"/>
                    <a:ext cx="1291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7" name="Straight Connector 836"/>
                  <p:cNvCxnSpPr/>
                  <p:nvPr/>
                </p:nvCxnSpPr>
                <p:spPr>
                  <a:xfrm>
                    <a:off x="6876875" y="2775951"/>
                    <a:ext cx="1291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8" name="Straight Connector 837"/>
                  <p:cNvCxnSpPr/>
                  <p:nvPr/>
                </p:nvCxnSpPr>
                <p:spPr>
                  <a:xfrm>
                    <a:off x="6880567" y="2843311"/>
                    <a:ext cx="1291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9" name="Straight Connector 838"/>
                  <p:cNvCxnSpPr/>
                  <p:nvPr/>
                </p:nvCxnSpPr>
                <p:spPr>
                  <a:xfrm>
                    <a:off x="6880567" y="2912238"/>
                    <a:ext cx="1291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0" name="Straight Connector 839"/>
                  <p:cNvCxnSpPr/>
                  <p:nvPr/>
                </p:nvCxnSpPr>
                <p:spPr>
                  <a:xfrm>
                    <a:off x="6884257" y="2976467"/>
                    <a:ext cx="1291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1" name="Straight Connector 840"/>
                  <p:cNvCxnSpPr/>
                  <p:nvPr/>
                </p:nvCxnSpPr>
                <p:spPr>
                  <a:xfrm flipH="1">
                    <a:off x="6884257" y="2132105"/>
                    <a:ext cx="12919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207885" name="Group 1062"/>
            <p:cNvGrpSpPr>
              <a:grpSpLocks/>
            </p:cNvGrpSpPr>
            <p:nvPr/>
          </p:nvGrpSpPr>
          <p:grpSpPr bwMode="auto">
            <a:xfrm>
              <a:off x="3857904" y="2759971"/>
              <a:ext cx="1470209" cy="1869141"/>
              <a:chOff x="916173" y="4038600"/>
              <a:chExt cx="1470209" cy="1869141"/>
            </a:xfrm>
          </p:grpSpPr>
          <p:grpSp>
            <p:nvGrpSpPr>
              <p:cNvPr id="208169" name="Group 187"/>
              <p:cNvGrpSpPr>
                <a:grpSpLocks/>
              </p:cNvGrpSpPr>
              <p:nvPr/>
            </p:nvGrpSpPr>
            <p:grpSpPr bwMode="auto">
              <a:xfrm>
                <a:off x="1295400" y="4038600"/>
                <a:ext cx="1052512" cy="355600"/>
                <a:chOff x="4410" y="1365"/>
                <a:chExt cx="663" cy="224"/>
              </a:xfrm>
            </p:grpSpPr>
            <p:sp>
              <p:nvSpPr>
                <p:cNvPr id="1305" name="Rectangle 188"/>
                <p:cNvSpPr>
                  <a:spLocks noChangeArrowheads="1"/>
                </p:cNvSpPr>
                <p:nvPr/>
              </p:nvSpPr>
              <p:spPr bwMode="auto">
                <a:xfrm>
                  <a:off x="4413" y="1500"/>
                  <a:ext cx="495" cy="8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06" name="AutoShape 189"/>
                <p:cNvSpPr>
                  <a:spLocks noChangeArrowheads="1"/>
                </p:cNvSpPr>
                <p:nvPr/>
              </p:nvSpPr>
              <p:spPr bwMode="auto">
                <a:xfrm>
                  <a:off x="4413" y="1368"/>
                  <a:ext cx="663" cy="135"/>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07" name="Freeform 190"/>
                <p:cNvSpPr>
                  <a:spLocks/>
                </p:cNvSpPr>
                <p:nvPr/>
              </p:nvSpPr>
              <p:spPr bwMode="auto">
                <a:xfrm>
                  <a:off x="4904" y="1365"/>
                  <a:ext cx="169" cy="224"/>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08" name="Freeform 191"/>
                <p:cNvSpPr>
                  <a:spLocks/>
                </p:cNvSpPr>
                <p:nvPr/>
              </p:nvSpPr>
              <p:spPr bwMode="auto">
                <a:xfrm>
                  <a:off x="4478" y="1395"/>
                  <a:ext cx="506" cy="8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9050"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09" name="Freeform 192"/>
                <p:cNvSpPr>
                  <a:spLocks/>
                </p:cNvSpPr>
                <p:nvPr/>
              </p:nvSpPr>
              <p:spPr bwMode="auto">
                <a:xfrm>
                  <a:off x="4596" y="1391"/>
                  <a:ext cx="293" cy="93"/>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9050"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065" name="Straight Connector 1064"/>
              <p:cNvCxnSpPr/>
              <p:nvPr/>
            </p:nvCxnSpPr>
            <p:spPr>
              <a:xfrm flipH="1">
                <a:off x="1181977" y="4380935"/>
                <a:ext cx="355562" cy="4951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6" name="Straight Connector 1065"/>
              <p:cNvCxnSpPr>
                <a:stCxn id="1305" idx="2"/>
              </p:cNvCxnSpPr>
              <p:nvPr/>
            </p:nvCxnSpPr>
            <p:spPr>
              <a:xfrm flipH="1">
                <a:off x="1486744" y="4390457"/>
                <a:ext cx="201592" cy="485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7" name="Straight Connector 1066"/>
              <p:cNvCxnSpPr/>
              <p:nvPr/>
            </p:nvCxnSpPr>
            <p:spPr>
              <a:xfrm>
                <a:off x="1804211" y="4395218"/>
                <a:ext cx="57144" cy="4919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8" name="Straight Connector 1067"/>
              <p:cNvCxnSpPr>
                <a:endCxn id="1090" idx="0"/>
              </p:cNvCxnSpPr>
              <p:nvPr/>
            </p:nvCxnSpPr>
            <p:spPr>
              <a:xfrm>
                <a:off x="1943896" y="4419021"/>
                <a:ext cx="274609" cy="457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8174" name="Group 1068"/>
              <p:cNvGrpSpPr>
                <a:grpSpLocks/>
              </p:cNvGrpSpPr>
              <p:nvPr/>
            </p:nvGrpSpPr>
            <p:grpSpPr bwMode="auto">
              <a:xfrm>
                <a:off x="916173" y="4876800"/>
                <a:ext cx="331695" cy="1030941"/>
                <a:chOff x="6240352" y="2055335"/>
                <a:chExt cx="771307" cy="1017716"/>
              </a:xfrm>
            </p:grpSpPr>
            <p:grpSp>
              <p:nvGrpSpPr>
                <p:cNvPr id="208352" name="Group 1246"/>
                <p:cNvGrpSpPr>
                  <a:grpSpLocks/>
                </p:cNvGrpSpPr>
                <p:nvPr/>
              </p:nvGrpSpPr>
              <p:grpSpPr bwMode="auto">
                <a:xfrm>
                  <a:off x="6240352" y="2235573"/>
                  <a:ext cx="697981" cy="837478"/>
                  <a:chOff x="6395998" y="3062424"/>
                  <a:chExt cx="564403" cy="837478"/>
                </a:xfrm>
              </p:grpSpPr>
              <p:sp>
                <p:nvSpPr>
                  <p:cNvPr id="1268" name="Rectangle 1267"/>
                  <p:cNvSpPr/>
                  <p:nvPr/>
                </p:nvSpPr>
                <p:spPr>
                  <a:xfrm>
                    <a:off x="6510771" y="3058460"/>
                    <a:ext cx="447707" cy="74566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269" name="Straight Connector 1268"/>
                  <p:cNvCxnSpPr/>
                  <p:nvPr/>
                </p:nvCxnSpPr>
                <p:spPr>
                  <a:xfrm flipV="1">
                    <a:off x="6848042" y="3058460"/>
                    <a:ext cx="113419" cy="9555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70" name="Rectangle 1269"/>
                  <p:cNvSpPr/>
                  <p:nvPr/>
                </p:nvSpPr>
                <p:spPr>
                  <a:xfrm>
                    <a:off x="6477938" y="3067859"/>
                    <a:ext cx="131327" cy="11905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271" name="Straight Connector 1270"/>
                  <p:cNvCxnSpPr/>
                  <p:nvPr/>
                </p:nvCxnSpPr>
                <p:spPr>
                  <a:xfrm flipV="1">
                    <a:off x="6397352" y="3058460"/>
                    <a:ext cx="113419" cy="9555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72" name="Rectangle 1271"/>
                  <p:cNvSpPr/>
                  <p:nvPr/>
                </p:nvSpPr>
                <p:spPr>
                  <a:xfrm>
                    <a:off x="6818195" y="3702304"/>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73" name="Rectangle 1272"/>
                  <p:cNvSpPr/>
                  <p:nvPr/>
                </p:nvSpPr>
                <p:spPr>
                  <a:xfrm>
                    <a:off x="6406305" y="3157151"/>
                    <a:ext cx="444723" cy="74253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274" name="Straight Connector 1273"/>
                  <p:cNvCxnSpPr/>
                  <p:nvPr/>
                </p:nvCxnSpPr>
                <p:spPr>
                  <a:xfrm flipV="1">
                    <a:off x="6848042" y="3804129"/>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8380" name="Group 1274"/>
                  <p:cNvGrpSpPr>
                    <a:grpSpLocks/>
                  </p:cNvGrpSpPr>
                  <p:nvPr/>
                </p:nvGrpSpPr>
                <p:grpSpPr bwMode="auto">
                  <a:xfrm>
                    <a:off x="6400318" y="3137421"/>
                    <a:ext cx="559121" cy="92788"/>
                    <a:chOff x="6582044" y="2846082"/>
                    <a:chExt cx="559121" cy="92788"/>
                  </a:xfrm>
                </p:grpSpPr>
                <p:cxnSp>
                  <p:nvCxnSpPr>
                    <p:cNvPr id="1303" name="Straight Connector 1302"/>
                    <p:cNvCxnSpPr/>
                    <p:nvPr/>
                  </p:nvCxnSpPr>
                  <p:spPr>
                    <a:xfrm flipV="1">
                      <a:off x="7035737" y="2845447"/>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4" name="Straight Connector 1303"/>
                    <p:cNvCxnSpPr/>
                    <p:nvPr/>
                  </p:nvCxnSpPr>
                  <p:spPr>
                    <a:xfrm flipV="1">
                      <a:off x="6582061" y="2934739"/>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381" name="Group 1275"/>
                  <p:cNvGrpSpPr>
                    <a:grpSpLocks/>
                  </p:cNvGrpSpPr>
                  <p:nvPr/>
                </p:nvGrpSpPr>
                <p:grpSpPr bwMode="auto">
                  <a:xfrm>
                    <a:off x="6399838" y="3203285"/>
                    <a:ext cx="559121" cy="92788"/>
                    <a:chOff x="6582044" y="2846082"/>
                    <a:chExt cx="559121" cy="92788"/>
                  </a:xfrm>
                </p:grpSpPr>
                <p:cxnSp>
                  <p:nvCxnSpPr>
                    <p:cNvPr id="1301" name="Straight Connector 1300"/>
                    <p:cNvCxnSpPr/>
                    <p:nvPr/>
                  </p:nvCxnSpPr>
                  <p:spPr>
                    <a:xfrm flipV="1">
                      <a:off x="7036218" y="2845378"/>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2" name="Straight Connector 1301"/>
                    <p:cNvCxnSpPr/>
                    <p:nvPr/>
                  </p:nvCxnSpPr>
                  <p:spPr>
                    <a:xfrm flipV="1">
                      <a:off x="6582542" y="2934670"/>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382" name="Group 1276"/>
                  <p:cNvGrpSpPr>
                    <a:grpSpLocks/>
                  </p:cNvGrpSpPr>
                  <p:nvPr/>
                </p:nvGrpSpPr>
                <p:grpSpPr bwMode="auto">
                  <a:xfrm>
                    <a:off x="6399358" y="3269149"/>
                    <a:ext cx="559121" cy="92788"/>
                    <a:chOff x="6582044" y="2846082"/>
                    <a:chExt cx="559121" cy="92788"/>
                  </a:xfrm>
                </p:grpSpPr>
                <p:cxnSp>
                  <p:nvCxnSpPr>
                    <p:cNvPr id="1299" name="Straight Connector 1298"/>
                    <p:cNvCxnSpPr/>
                    <p:nvPr/>
                  </p:nvCxnSpPr>
                  <p:spPr>
                    <a:xfrm flipV="1">
                      <a:off x="7027744" y="2845308"/>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0" name="Straight Connector 1299"/>
                    <p:cNvCxnSpPr/>
                    <p:nvPr/>
                  </p:nvCxnSpPr>
                  <p:spPr>
                    <a:xfrm flipV="1">
                      <a:off x="6583022" y="2934600"/>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383" name="Group 1277"/>
                  <p:cNvGrpSpPr>
                    <a:grpSpLocks/>
                  </p:cNvGrpSpPr>
                  <p:nvPr/>
                </p:nvGrpSpPr>
                <p:grpSpPr bwMode="auto">
                  <a:xfrm>
                    <a:off x="6398878" y="3335013"/>
                    <a:ext cx="559121" cy="92788"/>
                    <a:chOff x="6582044" y="2846082"/>
                    <a:chExt cx="559121" cy="92788"/>
                  </a:xfrm>
                </p:grpSpPr>
                <p:cxnSp>
                  <p:nvCxnSpPr>
                    <p:cNvPr id="1297" name="Straight Connector 1296"/>
                    <p:cNvCxnSpPr/>
                    <p:nvPr/>
                  </p:nvCxnSpPr>
                  <p:spPr>
                    <a:xfrm flipV="1">
                      <a:off x="7028224" y="2842105"/>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8" name="Straight Connector 1297"/>
                    <p:cNvCxnSpPr/>
                    <p:nvPr/>
                  </p:nvCxnSpPr>
                  <p:spPr>
                    <a:xfrm flipV="1">
                      <a:off x="6583501" y="2934530"/>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384" name="Group 1278"/>
                  <p:cNvGrpSpPr>
                    <a:grpSpLocks/>
                  </p:cNvGrpSpPr>
                  <p:nvPr/>
                </p:nvGrpSpPr>
                <p:grpSpPr bwMode="auto">
                  <a:xfrm>
                    <a:off x="6398398" y="3400877"/>
                    <a:ext cx="559121" cy="92788"/>
                    <a:chOff x="6582044" y="2846082"/>
                    <a:chExt cx="559121" cy="92788"/>
                  </a:xfrm>
                </p:grpSpPr>
                <p:cxnSp>
                  <p:nvCxnSpPr>
                    <p:cNvPr id="1295" name="Straight Connector 1294"/>
                    <p:cNvCxnSpPr/>
                    <p:nvPr/>
                  </p:nvCxnSpPr>
                  <p:spPr>
                    <a:xfrm flipV="1">
                      <a:off x="7028703" y="2842036"/>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6" name="Straight Connector 1295"/>
                    <p:cNvCxnSpPr/>
                    <p:nvPr/>
                  </p:nvCxnSpPr>
                  <p:spPr>
                    <a:xfrm flipV="1">
                      <a:off x="6589950" y="2934461"/>
                      <a:ext cx="44472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385" name="Group 1279"/>
                  <p:cNvGrpSpPr>
                    <a:grpSpLocks/>
                  </p:cNvGrpSpPr>
                  <p:nvPr/>
                </p:nvGrpSpPr>
                <p:grpSpPr bwMode="auto">
                  <a:xfrm>
                    <a:off x="6397918" y="3466741"/>
                    <a:ext cx="559121" cy="92788"/>
                    <a:chOff x="6582044" y="2846082"/>
                    <a:chExt cx="559121" cy="92788"/>
                  </a:xfrm>
                </p:grpSpPr>
                <p:cxnSp>
                  <p:nvCxnSpPr>
                    <p:cNvPr id="1293" name="Straight Connector 1292"/>
                    <p:cNvCxnSpPr/>
                    <p:nvPr/>
                  </p:nvCxnSpPr>
                  <p:spPr>
                    <a:xfrm flipV="1">
                      <a:off x="7035154" y="2841966"/>
                      <a:ext cx="107450"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4" name="Straight Connector 1293"/>
                    <p:cNvCxnSpPr/>
                    <p:nvPr/>
                  </p:nvCxnSpPr>
                  <p:spPr>
                    <a:xfrm flipV="1">
                      <a:off x="6590431" y="2939091"/>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386" name="Group 1280"/>
                  <p:cNvGrpSpPr>
                    <a:grpSpLocks/>
                  </p:cNvGrpSpPr>
                  <p:nvPr/>
                </p:nvGrpSpPr>
                <p:grpSpPr bwMode="auto">
                  <a:xfrm>
                    <a:off x="6397438" y="3532605"/>
                    <a:ext cx="559121" cy="92788"/>
                    <a:chOff x="6582044" y="2846082"/>
                    <a:chExt cx="559121" cy="92788"/>
                  </a:xfrm>
                </p:grpSpPr>
                <p:cxnSp>
                  <p:nvCxnSpPr>
                    <p:cNvPr id="1291" name="Straight Connector 1290"/>
                    <p:cNvCxnSpPr/>
                    <p:nvPr/>
                  </p:nvCxnSpPr>
                  <p:spPr>
                    <a:xfrm flipV="1">
                      <a:off x="7035633" y="2841896"/>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2" name="Straight Connector 1291"/>
                    <p:cNvCxnSpPr/>
                    <p:nvPr/>
                  </p:nvCxnSpPr>
                  <p:spPr>
                    <a:xfrm flipV="1">
                      <a:off x="6581958" y="2939021"/>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387" name="Group 1281"/>
                  <p:cNvGrpSpPr>
                    <a:grpSpLocks/>
                  </p:cNvGrpSpPr>
                  <p:nvPr/>
                </p:nvGrpSpPr>
                <p:grpSpPr bwMode="auto">
                  <a:xfrm>
                    <a:off x="6396958" y="3598469"/>
                    <a:ext cx="559121" cy="92788"/>
                    <a:chOff x="6582044" y="2846082"/>
                    <a:chExt cx="559121" cy="92788"/>
                  </a:xfrm>
                </p:grpSpPr>
                <p:cxnSp>
                  <p:nvCxnSpPr>
                    <p:cNvPr id="1289" name="Straight Connector 1288"/>
                    <p:cNvCxnSpPr/>
                    <p:nvPr/>
                  </p:nvCxnSpPr>
                  <p:spPr>
                    <a:xfrm flipV="1">
                      <a:off x="7036113" y="2841827"/>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0" name="Straight Connector 1289"/>
                    <p:cNvCxnSpPr/>
                    <p:nvPr/>
                  </p:nvCxnSpPr>
                  <p:spPr>
                    <a:xfrm flipV="1">
                      <a:off x="6582437" y="2938952"/>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388" name="Group 1282"/>
                  <p:cNvGrpSpPr>
                    <a:grpSpLocks/>
                  </p:cNvGrpSpPr>
                  <p:nvPr/>
                </p:nvGrpSpPr>
                <p:grpSpPr bwMode="auto">
                  <a:xfrm>
                    <a:off x="6396478" y="3664333"/>
                    <a:ext cx="559121" cy="92788"/>
                    <a:chOff x="6582044" y="2846082"/>
                    <a:chExt cx="559121" cy="92788"/>
                  </a:xfrm>
                </p:grpSpPr>
                <p:cxnSp>
                  <p:nvCxnSpPr>
                    <p:cNvPr id="1287" name="Straight Connector 1286"/>
                    <p:cNvCxnSpPr/>
                    <p:nvPr/>
                  </p:nvCxnSpPr>
                  <p:spPr>
                    <a:xfrm flipV="1">
                      <a:off x="7027639" y="2846456"/>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8" name="Straight Connector 1287"/>
                    <p:cNvCxnSpPr/>
                    <p:nvPr/>
                  </p:nvCxnSpPr>
                  <p:spPr>
                    <a:xfrm flipV="1">
                      <a:off x="6582918" y="2938882"/>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389" name="Group 1283"/>
                  <p:cNvGrpSpPr>
                    <a:grpSpLocks/>
                  </p:cNvGrpSpPr>
                  <p:nvPr/>
                </p:nvGrpSpPr>
                <p:grpSpPr bwMode="auto">
                  <a:xfrm>
                    <a:off x="6395998" y="3730197"/>
                    <a:ext cx="559121" cy="92788"/>
                    <a:chOff x="6582044" y="2846082"/>
                    <a:chExt cx="559121" cy="92788"/>
                  </a:xfrm>
                </p:grpSpPr>
                <p:cxnSp>
                  <p:nvCxnSpPr>
                    <p:cNvPr id="1285" name="Straight Connector 1284"/>
                    <p:cNvCxnSpPr/>
                    <p:nvPr/>
                  </p:nvCxnSpPr>
                  <p:spPr>
                    <a:xfrm flipV="1">
                      <a:off x="7028118" y="2846387"/>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6" name="Straight Connector 1285"/>
                    <p:cNvCxnSpPr/>
                    <p:nvPr/>
                  </p:nvCxnSpPr>
                  <p:spPr>
                    <a:xfrm flipV="1">
                      <a:off x="6583398" y="2938813"/>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8353" name="Group 1247"/>
                <p:cNvGrpSpPr>
                  <a:grpSpLocks/>
                </p:cNvGrpSpPr>
                <p:nvPr/>
              </p:nvGrpSpPr>
              <p:grpSpPr bwMode="auto">
                <a:xfrm>
                  <a:off x="6280049" y="2055335"/>
                  <a:ext cx="731610" cy="920732"/>
                  <a:chOff x="6280049" y="2055335"/>
                  <a:chExt cx="731610" cy="920732"/>
                </a:xfrm>
              </p:grpSpPr>
              <p:grpSp>
                <p:nvGrpSpPr>
                  <p:cNvPr id="208354" name="Group 1248"/>
                  <p:cNvGrpSpPr>
                    <a:grpSpLocks/>
                  </p:cNvGrpSpPr>
                  <p:nvPr/>
                </p:nvGrpSpPr>
                <p:grpSpPr bwMode="auto">
                  <a:xfrm>
                    <a:off x="6280049" y="2055335"/>
                    <a:ext cx="680752" cy="139401"/>
                    <a:chOff x="5414286" y="2921098"/>
                    <a:chExt cx="680752" cy="139401"/>
                  </a:xfrm>
                </p:grpSpPr>
                <p:sp>
                  <p:nvSpPr>
                    <p:cNvPr id="1263" name="Rectangle 188"/>
                    <p:cNvSpPr>
                      <a:spLocks noChangeArrowheads="1"/>
                    </p:cNvSpPr>
                    <p:nvPr/>
                  </p:nvSpPr>
                  <p:spPr bwMode="auto">
                    <a:xfrm>
                      <a:off x="5424247" y="2995546"/>
                      <a:ext cx="542592" cy="64228"/>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64" name="AutoShape 189"/>
                    <p:cNvSpPr>
                      <a:spLocks noChangeArrowheads="1"/>
                    </p:cNvSpPr>
                    <p:nvPr/>
                  </p:nvSpPr>
                  <p:spPr bwMode="auto">
                    <a:xfrm>
                      <a:off x="5424247" y="2920353"/>
                      <a:ext cx="668090"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65" name="Freeform 190"/>
                    <p:cNvSpPr>
                      <a:spLocks/>
                    </p:cNvSpPr>
                    <p:nvPr/>
                  </p:nvSpPr>
                  <p:spPr bwMode="auto">
                    <a:xfrm>
                      <a:off x="5970529" y="2921920"/>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66" name="Freeform 191"/>
                    <p:cNvSpPr>
                      <a:spLocks/>
                    </p:cNvSpPr>
                    <p:nvPr/>
                  </p:nvSpPr>
                  <p:spPr bwMode="auto">
                    <a:xfrm>
                      <a:off x="5509143" y="2936018"/>
                      <a:ext cx="516753" cy="4543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67" name="Freeform 192"/>
                    <p:cNvSpPr>
                      <a:spLocks/>
                    </p:cNvSpPr>
                    <p:nvPr/>
                  </p:nvSpPr>
                  <p:spPr bwMode="auto">
                    <a:xfrm>
                      <a:off x="5630948" y="2932885"/>
                      <a:ext cx="295288"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250" name="Straight Connector 1249"/>
                  <p:cNvCxnSpPr/>
                  <p:nvPr/>
                </p:nvCxnSpPr>
                <p:spPr>
                  <a:xfrm flipH="1">
                    <a:off x="6998701" y="2125084"/>
                    <a:ext cx="11074" cy="844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1" name="Straight Connector 1250"/>
                  <p:cNvCxnSpPr/>
                  <p:nvPr/>
                </p:nvCxnSpPr>
                <p:spPr>
                  <a:xfrm>
                    <a:off x="6884278" y="2303669"/>
                    <a:ext cx="1291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2" name="Straight Connector 1251"/>
                  <p:cNvCxnSpPr/>
                  <p:nvPr/>
                </p:nvCxnSpPr>
                <p:spPr>
                  <a:xfrm>
                    <a:off x="6880586" y="2367896"/>
                    <a:ext cx="1291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3" name="Straight Connector 1252"/>
                  <p:cNvCxnSpPr/>
                  <p:nvPr/>
                </p:nvCxnSpPr>
                <p:spPr>
                  <a:xfrm>
                    <a:off x="6880586" y="2444657"/>
                    <a:ext cx="1291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4" name="Straight Connector 1253"/>
                  <p:cNvCxnSpPr/>
                  <p:nvPr/>
                </p:nvCxnSpPr>
                <p:spPr>
                  <a:xfrm>
                    <a:off x="6876896" y="2508884"/>
                    <a:ext cx="1291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5" name="Straight Connector 1254"/>
                  <p:cNvCxnSpPr/>
                  <p:nvPr/>
                </p:nvCxnSpPr>
                <p:spPr>
                  <a:xfrm>
                    <a:off x="6873204" y="2569979"/>
                    <a:ext cx="13288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6" name="Straight Connector 1255"/>
                  <p:cNvCxnSpPr/>
                  <p:nvPr/>
                </p:nvCxnSpPr>
                <p:spPr>
                  <a:xfrm>
                    <a:off x="6873204" y="2637340"/>
                    <a:ext cx="1291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7" name="Straight Connector 1256"/>
                  <p:cNvCxnSpPr/>
                  <p:nvPr/>
                </p:nvCxnSpPr>
                <p:spPr>
                  <a:xfrm>
                    <a:off x="6869514" y="2706267"/>
                    <a:ext cx="1291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8" name="Straight Connector 1257"/>
                  <p:cNvCxnSpPr/>
                  <p:nvPr/>
                </p:nvCxnSpPr>
                <p:spPr>
                  <a:xfrm>
                    <a:off x="6876896" y="2775195"/>
                    <a:ext cx="1291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9" name="Straight Connector 1258"/>
                  <p:cNvCxnSpPr/>
                  <p:nvPr/>
                </p:nvCxnSpPr>
                <p:spPr>
                  <a:xfrm>
                    <a:off x="6880586" y="2842556"/>
                    <a:ext cx="1291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0" name="Straight Connector 1259"/>
                  <p:cNvCxnSpPr/>
                  <p:nvPr/>
                </p:nvCxnSpPr>
                <p:spPr>
                  <a:xfrm>
                    <a:off x="6880586" y="2911483"/>
                    <a:ext cx="1291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1" name="Straight Connector 1260"/>
                  <p:cNvCxnSpPr/>
                  <p:nvPr/>
                </p:nvCxnSpPr>
                <p:spPr>
                  <a:xfrm>
                    <a:off x="6884278" y="2975711"/>
                    <a:ext cx="12918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2" name="Straight Connector 1261"/>
                  <p:cNvCxnSpPr/>
                  <p:nvPr/>
                </p:nvCxnSpPr>
                <p:spPr>
                  <a:xfrm flipH="1">
                    <a:off x="6884278" y="2131351"/>
                    <a:ext cx="129187"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8175" name="Group 1069"/>
              <p:cNvGrpSpPr>
                <a:grpSpLocks/>
              </p:cNvGrpSpPr>
              <p:nvPr/>
            </p:nvGrpSpPr>
            <p:grpSpPr bwMode="auto">
              <a:xfrm>
                <a:off x="1301655" y="4876798"/>
                <a:ext cx="331695" cy="1030941"/>
                <a:chOff x="6240352" y="2055335"/>
                <a:chExt cx="771307" cy="1017716"/>
              </a:xfrm>
            </p:grpSpPr>
            <p:grpSp>
              <p:nvGrpSpPr>
                <p:cNvPr id="208294" name="Group 1188"/>
                <p:cNvGrpSpPr>
                  <a:grpSpLocks/>
                </p:cNvGrpSpPr>
                <p:nvPr/>
              </p:nvGrpSpPr>
              <p:grpSpPr bwMode="auto">
                <a:xfrm>
                  <a:off x="6240352" y="2235573"/>
                  <a:ext cx="697981" cy="837478"/>
                  <a:chOff x="6395998" y="3062424"/>
                  <a:chExt cx="564403" cy="837478"/>
                </a:xfrm>
              </p:grpSpPr>
              <p:sp>
                <p:nvSpPr>
                  <p:cNvPr id="1210" name="Rectangle 1209"/>
                  <p:cNvSpPr/>
                  <p:nvPr/>
                </p:nvSpPr>
                <p:spPr>
                  <a:xfrm>
                    <a:off x="6517190" y="3058462"/>
                    <a:ext cx="447707" cy="74566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211" name="Straight Connector 1210"/>
                  <p:cNvCxnSpPr/>
                  <p:nvPr/>
                </p:nvCxnSpPr>
                <p:spPr>
                  <a:xfrm flipV="1">
                    <a:off x="6854463" y="3058462"/>
                    <a:ext cx="113419" cy="9555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12" name="Rectangle 1211"/>
                  <p:cNvSpPr/>
                  <p:nvPr/>
                </p:nvSpPr>
                <p:spPr>
                  <a:xfrm>
                    <a:off x="6484359" y="3067861"/>
                    <a:ext cx="131327" cy="11905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213" name="Straight Connector 1212"/>
                  <p:cNvCxnSpPr/>
                  <p:nvPr/>
                </p:nvCxnSpPr>
                <p:spPr>
                  <a:xfrm flipV="1">
                    <a:off x="6403770" y="3058462"/>
                    <a:ext cx="113419" cy="9555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14" name="Rectangle 1213"/>
                  <p:cNvSpPr/>
                  <p:nvPr/>
                </p:nvSpPr>
                <p:spPr>
                  <a:xfrm>
                    <a:off x="6824616" y="3702306"/>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15" name="Rectangle 1214"/>
                  <p:cNvSpPr/>
                  <p:nvPr/>
                </p:nvSpPr>
                <p:spPr>
                  <a:xfrm>
                    <a:off x="6412726" y="3157153"/>
                    <a:ext cx="444721" cy="74253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216" name="Straight Connector 1215"/>
                  <p:cNvCxnSpPr/>
                  <p:nvPr/>
                </p:nvCxnSpPr>
                <p:spPr>
                  <a:xfrm flipV="1">
                    <a:off x="6854463" y="3804131"/>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8322" name="Group 1216"/>
                  <p:cNvGrpSpPr>
                    <a:grpSpLocks/>
                  </p:cNvGrpSpPr>
                  <p:nvPr/>
                </p:nvGrpSpPr>
                <p:grpSpPr bwMode="auto">
                  <a:xfrm>
                    <a:off x="6400318" y="3137421"/>
                    <a:ext cx="559121" cy="92788"/>
                    <a:chOff x="6582044" y="2846082"/>
                    <a:chExt cx="559121" cy="92788"/>
                  </a:xfrm>
                </p:grpSpPr>
                <p:cxnSp>
                  <p:nvCxnSpPr>
                    <p:cNvPr id="1245" name="Straight Connector 1244"/>
                    <p:cNvCxnSpPr/>
                    <p:nvPr/>
                  </p:nvCxnSpPr>
                  <p:spPr>
                    <a:xfrm flipV="1">
                      <a:off x="7036188" y="2845449"/>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6" name="Straight Connector 1245"/>
                    <p:cNvCxnSpPr/>
                    <p:nvPr/>
                  </p:nvCxnSpPr>
                  <p:spPr>
                    <a:xfrm flipV="1">
                      <a:off x="6582512" y="2934741"/>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323" name="Group 1217"/>
                  <p:cNvGrpSpPr>
                    <a:grpSpLocks/>
                  </p:cNvGrpSpPr>
                  <p:nvPr/>
                </p:nvGrpSpPr>
                <p:grpSpPr bwMode="auto">
                  <a:xfrm>
                    <a:off x="6399838" y="3203285"/>
                    <a:ext cx="559121" cy="92788"/>
                    <a:chOff x="6582044" y="2846082"/>
                    <a:chExt cx="559121" cy="92788"/>
                  </a:xfrm>
                </p:grpSpPr>
                <p:cxnSp>
                  <p:nvCxnSpPr>
                    <p:cNvPr id="1243" name="Straight Connector 1242"/>
                    <p:cNvCxnSpPr/>
                    <p:nvPr/>
                  </p:nvCxnSpPr>
                  <p:spPr>
                    <a:xfrm flipV="1">
                      <a:off x="7036669" y="2845380"/>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4" name="Straight Connector 1243"/>
                    <p:cNvCxnSpPr/>
                    <p:nvPr/>
                  </p:nvCxnSpPr>
                  <p:spPr>
                    <a:xfrm flipV="1">
                      <a:off x="6582993" y="2934672"/>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324" name="Group 1218"/>
                  <p:cNvGrpSpPr>
                    <a:grpSpLocks/>
                  </p:cNvGrpSpPr>
                  <p:nvPr/>
                </p:nvGrpSpPr>
                <p:grpSpPr bwMode="auto">
                  <a:xfrm>
                    <a:off x="6399358" y="3269149"/>
                    <a:ext cx="559121" cy="92788"/>
                    <a:chOff x="6582044" y="2846082"/>
                    <a:chExt cx="559121" cy="92788"/>
                  </a:xfrm>
                </p:grpSpPr>
                <p:cxnSp>
                  <p:nvCxnSpPr>
                    <p:cNvPr id="1241" name="Straight Connector 1240"/>
                    <p:cNvCxnSpPr/>
                    <p:nvPr/>
                  </p:nvCxnSpPr>
                  <p:spPr>
                    <a:xfrm flipV="1">
                      <a:off x="7028194" y="2845310"/>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2" name="Straight Connector 1241"/>
                    <p:cNvCxnSpPr/>
                    <p:nvPr/>
                  </p:nvCxnSpPr>
                  <p:spPr>
                    <a:xfrm flipV="1">
                      <a:off x="6583473" y="2934602"/>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325" name="Group 1219"/>
                  <p:cNvGrpSpPr>
                    <a:grpSpLocks/>
                  </p:cNvGrpSpPr>
                  <p:nvPr/>
                </p:nvGrpSpPr>
                <p:grpSpPr bwMode="auto">
                  <a:xfrm>
                    <a:off x="6398878" y="3335013"/>
                    <a:ext cx="559121" cy="92788"/>
                    <a:chOff x="6582044" y="2846082"/>
                    <a:chExt cx="559121" cy="92788"/>
                  </a:xfrm>
                </p:grpSpPr>
                <p:cxnSp>
                  <p:nvCxnSpPr>
                    <p:cNvPr id="1239" name="Straight Connector 1238"/>
                    <p:cNvCxnSpPr/>
                    <p:nvPr/>
                  </p:nvCxnSpPr>
                  <p:spPr>
                    <a:xfrm flipV="1">
                      <a:off x="7028673" y="2842107"/>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0" name="Straight Connector 1239"/>
                    <p:cNvCxnSpPr/>
                    <p:nvPr/>
                  </p:nvCxnSpPr>
                  <p:spPr>
                    <a:xfrm flipV="1">
                      <a:off x="6589922" y="2934532"/>
                      <a:ext cx="4447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326" name="Group 1220"/>
                  <p:cNvGrpSpPr>
                    <a:grpSpLocks/>
                  </p:cNvGrpSpPr>
                  <p:nvPr/>
                </p:nvGrpSpPr>
                <p:grpSpPr bwMode="auto">
                  <a:xfrm>
                    <a:off x="6398398" y="3400877"/>
                    <a:ext cx="559121" cy="92788"/>
                    <a:chOff x="6582044" y="2846082"/>
                    <a:chExt cx="559121" cy="92788"/>
                  </a:xfrm>
                </p:grpSpPr>
                <p:cxnSp>
                  <p:nvCxnSpPr>
                    <p:cNvPr id="1237" name="Straight Connector 1236"/>
                    <p:cNvCxnSpPr/>
                    <p:nvPr/>
                  </p:nvCxnSpPr>
                  <p:spPr>
                    <a:xfrm flipV="1">
                      <a:off x="7035122" y="2842038"/>
                      <a:ext cx="107450"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8" name="Straight Connector 1237"/>
                    <p:cNvCxnSpPr/>
                    <p:nvPr/>
                  </p:nvCxnSpPr>
                  <p:spPr>
                    <a:xfrm flipV="1">
                      <a:off x="6590401" y="2934463"/>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327" name="Group 1221"/>
                  <p:cNvGrpSpPr>
                    <a:grpSpLocks/>
                  </p:cNvGrpSpPr>
                  <p:nvPr/>
                </p:nvGrpSpPr>
                <p:grpSpPr bwMode="auto">
                  <a:xfrm>
                    <a:off x="6397918" y="3466741"/>
                    <a:ext cx="559121" cy="92788"/>
                    <a:chOff x="6582044" y="2846082"/>
                    <a:chExt cx="559121" cy="92788"/>
                  </a:xfrm>
                </p:grpSpPr>
                <p:cxnSp>
                  <p:nvCxnSpPr>
                    <p:cNvPr id="1235" name="Straight Connector 1234"/>
                    <p:cNvCxnSpPr/>
                    <p:nvPr/>
                  </p:nvCxnSpPr>
                  <p:spPr>
                    <a:xfrm flipV="1">
                      <a:off x="7035603" y="2841968"/>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6" name="Straight Connector 1235"/>
                    <p:cNvCxnSpPr/>
                    <p:nvPr/>
                  </p:nvCxnSpPr>
                  <p:spPr>
                    <a:xfrm flipV="1">
                      <a:off x="6590882" y="2939093"/>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328" name="Group 1222"/>
                  <p:cNvGrpSpPr>
                    <a:grpSpLocks/>
                  </p:cNvGrpSpPr>
                  <p:nvPr/>
                </p:nvGrpSpPr>
                <p:grpSpPr bwMode="auto">
                  <a:xfrm>
                    <a:off x="6397438" y="3532605"/>
                    <a:ext cx="559121" cy="92788"/>
                    <a:chOff x="6582044" y="2846082"/>
                    <a:chExt cx="559121" cy="92788"/>
                  </a:xfrm>
                </p:grpSpPr>
                <p:cxnSp>
                  <p:nvCxnSpPr>
                    <p:cNvPr id="1233" name="Straight Connector 1232"/>
                    <p:cNvCxnSpPr/>
                    <p:nvPr/>
                  </p:nvCxnSpPr>
                  <p:spPr>
                    <a:xfrm flipV="1">
                      <a:off x="7036083" y="2841898"/>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4" name="Straight Connector 1233"/>
                    <p:cNvCxnSpPr/>
                    <p:nvPr/>
                  </p:nvCxnSpPr>
                  <p:spPr>
                    <a:xfrm flipV="1">
                      <a:off x="6582407" y="2939023"/>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329" name="Group 1223"/>
                  <p:cNvGrpSpPr>
                    <a:grpSpLocks/>
                  </p:cNvGrpSpPr>
                  <p:nvPr/>
                </p:nvGrpSpPr>
                <p:grpSpPr bwMode="auto">
                  <a:xfrm>
                    <a:off x="6396958" y="3598469"/>
                    <a:ext cx="559121" cy="92788"/>
                    <a:chOff x="6582044" y="2846082"/>
                    <a:chExt cx="559121" cy="92788"/>
                  </a:xfrm>
                </p:grpSpPr>
                <p:cxnSp>
                  <p:nvCxnSpPr>
                    <p:cNvPr id="1231" name="Straight Connector 1230"/>
                    <p:cNvCxnSpPr/>
                    <p:nvPr/>
                  </p:nvCxnSpPr>
                  <p:spPr>
                    <a:xfrm flipV="1">
                      <a:off x="7036562" y="2841829"/>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2" name="Straight Connector 1231"/>
                    <p:cNvCxnSpPr/>
                    <p:nvPr/>
                  </p:nvCxnSpPr>
                  <p:spPr>
                    <a:xfrm flipV="1">
                      <a:off x="6582886" y="2938954"/>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330" name="Group 1224"/>
                  <p:cNvGrpSpPr>
                    <a:grpSpLocks/>
                  </p:cNvGrpSpPr>
                  <p:nvPr/>
                </p:nvGrpSpPr>
                <p:grpSpPr bwMode="auto">
                  <a:xfrm>
                    <a:off x="6396478" y="3664333"/>
                    <a:ext cx="559121" cy="92788"/>
                    <a:chOff x="6582044" y="2846082"/>
                    <a:chExt cx="559121" cy="92788"/>
                  </a:xfrm>
                </p:grpSpPr>
                <p:cxnSp>
                  <p:nvCxnSpPr>
                    <p:cNvPr id="1229" name="Straight Connector 1228"/>
                    <p:cNvCxnSpPr/>
                    <p:nvPr/>
                  </p:nvCxnSpPr>
                  <p:spPr>
                    <a:xfrm flipV="1">
                      <a:off x="7028090" y="2846458"/>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0" name="Straight Connector 1229"/>
                    <p:cNvCxnSpPr/>
                    <p:nvPr/>
                  </p:nvCxnSpPr>
                  <p:spPr>
                    <a:xfrm flipV="1">
                      <a:off x="6583368" y="2938884"/>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331" name="Group 1225"/>
                  <p:cNvGrpSpPr>
                    <a:grpSpLocks/>
                  </p:cNvGrpSpPr>
                  <p:nvPr/>
                </p:nvGrpSpPr>
                <p:grpSpPr bwMode="auto">
                  <a:xfrm>
                    <a:off x="6395998" y="3730197"/>
                    <a:ext cx="559121" cy="92788"/>
                    <a:chOff x="6582044" y="2846082"/>
                    <a:chExt cx="559121" cy="92788"/>
                  </a:xfrm>
                </p:grpSpPr>
                <p:cxnSp>
                  <p:nvCxnSpPr>
                    <p:cNvPr id="1227" name="Straight Connector 1226"/>
                    <p:cNvCxnSpPr/>
                    <p:nvPr/>
                  </p:nvCxnSpPr>
                  <p:spPr>
                    <a:xfrm flipV="1">
                      <a:off x="7028570" y="2846389"/>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8" name="Straight Connector 1227"/>
                    <p:cNvCxnSpPr/>
                    <p:nvPr/>
                  </p:nvCxnSpPr>
                  <p:spPr>
                    <a:xfrm flipV="1">
                      <a:off x="6589816" y="2938815"/>
                      <a:ext cx="44472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8295" name="Group 1189"/>
                <p:cNvGrpSpPr>
                  <a:grpSpLocks/>
                </p:cNvGrpSpPr>
                <p:nvPr/>
              </p:nvGrpSpPr>
              <p:grpSpPr bwMode="auto">
                <a:xfrm>
                  <a:off x="6280049" y="2055335"/>
                  <a:ext cx="731610" cy="920732"/>
                  <a:chOff x="6280049" y="2055335"/>
                  <a:chExt cx="731610" cy="920732"/>
                </a:xfrm>
              </p:grpSpPr>
              <p:grpSp>
                <p:nvGrpSpPr>
                  <p:cNvPr id="208296" name="Group 1190"/>
                  <p:cNvGrpSpPr>
                    <a:grpSpLocks/>
                  </p:cNvGrpSpPr>
                  <p:nvPr/>
                </p:nvGrpSpPr>
                <p:grpSpPr bwMode="auto">
                  <a:xfrm>
                    <a:off x="6280049" y="2055335"/>
                    <a:ext cx="680752" cy="139401"/>
                    <a:chOff x="5414286" y="2921098"/>
                    <a:chExt cx="680752" cy="139401"/>
                  </a:xfrm>
                </p:grpSpPr>
                <p:sp>
                  <p:nvSpPr>
                    <p:cNvPr id="1205" name="Rectangle 188"/>
                    <p:cNvSpPr>
                      <a:spLocks noChangeArrowheads="1"/>
                    </p:cNvSpPr>
                    <p:nvPr/>
                  </p:nvSpPr>
                  <p:spPr bwMode="auto">
                    <a:xfrm>
                      <a:off x="5424805" y="2995548"/>
                      <a:ext cx="542590" cy="64228"/>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06" name="AutoShape 189"/>
                    <p:cNvSpPr>
                      <a:spLocks noChangeArrowheads="1"/>
                    </p:cNvSpPr>
                    <p:nvPr/>
                  </p:nvSpPr>
                  <p:spPr bwMode="auto">
                    <a:xfrm>
                      <a:off x="5424805" y="2920355"/>
                      <a:ext cx="668087"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07" name="Freeform 190"/>
                    <p:cNvSpPr>
                      <a:spLocks/>
                    </p:cNvSpPr>
                    <p:nvPr/>
                  </p:nvSpPr>
                  <p:spPr bwMode="auto">
                    <a:xfrm>
                      <a:off x="5971087" y="2921922"/>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08" name="Freeform 191"/>
                    <p:cNvSpPr>
                      <a:spLocks/>
                    </p:cNvSpPr>
                    <p:nvPr/>
                  </p:nvSpPr>
                  <p:spPr bwMode="auto">
                    <a:xfrm>
                      <a:off x="5509699" y="2936020"/>
                      <a:ext cx="516753" cy="4543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09" name="Freeform 192"/>
                    <p:cNvSpPr>
                      <a:spLocks/>
                    </p:cNvSpPr>
                    <p:nvPr/>
                  </p:nvSpPr>
                  <p:spPr bwMode="auto">
                    <a:xfrm>
                      <a:off x="5631506" y="2932887"/>
                      <a:ext cx="302670"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192" name="Straight Connector 1191"/>
                  <p:cNvCxnSpPr/>
                  <p:nvPr/>
                </p:nvCxnSpPr>
                <p:spPr>
                  <a:xfrm flipH="1">
                    <a:off x="7006641" y="2125086"/>
                    <a:ext cx="11072" cy="844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3" name="Straight Connector 1192"/>
                  <p:cNvCxnSpPr/>
                  <p:nvPr/>
                </p:nvCxnSpPr>
                <p:spPr>
                  <a:xfrm>
                    <a:off x="6884834" y="2303671"/>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4" name="Straight Connector 1193"/>
                  <p:cNvCxnSpPr/>
                  <p:nvPr/>
                </p:nvCxnSpPr>
                <p:spPr>
                  <a:xfrm>
                    <a:off x="6881144" y="2367898"/>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5" name="Straight Connector 1194"/>
                  <p:cNvCxnSpPr/>
                  <p:nvPr/>
                </p:nvCxnSpPr>
                <p:spPr>
                  <a:xfrm>
                    <a:off x="6881144" y="2444659"/>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6" name="Straight Connector 1195"/>
                  <p:cNvCxnSpPr/>
                  <p:nvPr/>
                </p:nvCxnSpPr>
                <p:spPr>
                  <a:xfrm>
                    <a:off x="6877452" y="2508886"/>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7" name="Straight Connector 1196"/>
                  <p:cNvCxnSpPr/>
                  <p:nvPr/>
                </p:nvCxnSpPr>
                <p:spPr>
                  <a:xfrm>
                    <a:off x="6873762" y="2569981"/>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8" name="Straight Connector 1197"/>
                  <p:cNvCxnSpPr/>
                  <p:nvPr/>
                </p:nvCxnSpPr>
                <p:spPr>
                  <a:xfrm>
                    <a:off x="6873762" y="2637342"/>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9" name="Straight Connector 1198"/>
                  <p:cNvCxnSpPr/>
                  <p:nvPr/>
                </p:nvCxnSpPr>
                <p:spPr>
                  <a:xfrm>
                    <a:off x="6870070" y="2706269"/>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0" name="Straight Connector 1199"/>
                  <p:cNvCxnSpPr/>
                  <p:nvPr/>
                </p:nvCxnSpPr>
                <p:spPr>
                  <a:xfrm>
                    <a:off x="6877452" y="2775197"/>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1" name="Straight Connector 1200"/>
                  <p:cNvCxnSpPr/>
                  <p:nvPr/>
                </p:nvCxnSpPr>
                <p:spPr>
                  <a:xfrm>
                    <a:off x="6881144" y="2842558"/>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2" name="Straight Connector 1201"/>
                  <p:cNvCxnSpPr/>
                  <p:nvPr/>
                </p:nvCxnSpPr>
                <p:spPr>
                  <a:xfrm>
                    <a:off x="6881144" y="2911485"/>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3" name="Straight Connector 1202"/>
                  <p:cNvCxnSpPr/>
                  <p:nvPr/>
                </p:nvCxnSpPr>
                <p:spPr>
                  <a:xfrm>
                    <a:off x="6884834" y="2975713"/>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4" name="Straight Connector 1203"/>
                  <p:cNvCxnSpPr/>
                  <p:nvPr/>
                </p:nvCxnSpPr>
                <p:spPr>
                  <a:xfrm flipH="1">
                    <a:off x="6884834" y="2131353"/>
                    <a:ext cx="136572"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8176" name="Group 1070"/>
              <p:cNvGrpSpPr>
                <a:grpSpLocks/>
              </p:cNvGrpSpPr>
              <p:nvPr/>
            </p:nvGrpSpPr>
            <p:grpSpPr bwMode="auto">
              <a:xfrm>
                <a:off x="1678171" y="4876798"/>
                <a:ext cx="331695" cy="1030941"/>
                <a:chOff x="6240352" y="2055335"/>
                <a:chExt cx="771307" cy="1017716"/>
              </a:xfrm>
            </p:grpSpPr>
            <p:grpSp>
              <p:nvGrpSpPr>
                <p:cNvPr id="208236" name="Group 1130"/>
                <p:cNvGrpSpPr>
                  <a:grpSpLocks/>
                </p:cNvGrpSpPr>
                <p:nvPr/>
              </p:nvGrpSpPr>
              <p:grpSpPr bwMode="auto">
                <a:xfrm>
                  <a:off x="6240352" y="2235573"/>
                  <a:ext cx="697981" cy="837478"/>
                  <a:chOff x="6395998" y="3062424"/>
                  <a:chExt cx="564403" cy="837478"/>
                </a:xfrm>
              </p:grpSpPr>
              <p:sp>
                <p:nvSpPr>
                  <p:cNvPr id="1152" name="Rectangle 1151"/>
                  <p:cNvSpPr/>
                  <p:nvPr/>
                </p:nvSpPr>
                <p:spPr>
                  <a:xfrm>
                    <a:off x="6510622" y="3058462"/>
                    <a:ext cx="447707" cy="74566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153" name="Straight Connector 1152"/>
                  <p:cNvCxnSpPr/>
                  <p:nvPr/>
                </p:nvCxnSpPr>
                <p:spPr>
                  <a:xfrm flipV="1">
                    <a:off x="6847894" y="3058462"/>
                    <a:ext cx="113419" cy="9555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54" name="Rectangle 1153"/>
                  <p:cNvSpPr/>
                  <p:nvPr/>
                </p:nvSpPr>
                <p:spPr>
                  <a:xfrm>
                    <a:off x="6477789" y="3067861"/>
                    <a:ext cx="131327" cy="11905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155" name="Straight Connector 1154"/>
                  <p:cNvCxnSpPr/>
                  <p:nvPr/>
                </p:nvCxnSpPr>
                <p:spPr>
                  <a:xfrm flipV="1">
                    <a:off x="6397203" y="3058462"/>
                    <a:ext cx="113419" cy="9555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56" name="Rectangle 1155"/>
                  <p:cNvSpPr/>
                  <p:nvPr/>
                </p:nvSpPr>
                <p:spPr>
                  <a:xfrm>
                    <a:off x="6818047" y="3702306"/>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57" name="Rectangle 1156"/>
                  <p:cNvSpPr/>
                  <p:nvPr/>
                </p:nvSpPr>
                <p:spPr>
                  <a:xfrm>
                    <a:off x="6406156" y="3157153"/>
                    <a:ext cx="444723" cy="74253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158" name="Straight Connector 1157"/>
                  <p:cNvCxnSpPr/>
                  <p:nvPr/>
                </p:nvCxnSpPr>
                <p:spPr>
                  <a:xfrm flipV="1">
                    <a:off x="6847894" y="3804131"/>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8264" name="Group 1158"/>
                  <p:cNvGrpSpPr>
                    <a:grpSpLocks/>
                  </p:cNvGrpSpPr>
                  <p:nvPr/>
                </p:nvGrpSpPr>
                <p:grpSpPr bwMode="auto">
                  <a:xfrm>
                    <a:off x="6400318" y="3137421"/>
                    <a:ext cx="559121" cy="92788"/>
                    <a:chOff x="6582044" y="2846082"/>
                    <a:chExt cx="559121" cy="92788"/>
                  </a:xfrm>
                </p:grpSpPr>
                <p:cxnSp>
                  <p:nvCxnSpPr>
                    <p:cNvPr id="1187" name="Straight Connector 1186"/>
                    <p:cNvCxnSpPr/>
                    <p:nvPr/>
                  </p:nvCxnSpPr>
                  <p:spPr>
                    <a:xfrm flipV="1">
                      <a:off x="7029619" y="2845449"/>
                      <a:ext cx="119388"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8" name="Straight Connector 1187"/>
                    <p:cNvCxnSpPr/>
                    <p:nvPr/>
                  </p:nvCxnSpPr>
                  <p:spPr>
                    <a:xfrm flipV="1">
                      <a:off x="6581912" y="2934741"/>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265" name="Group 1159"/>
                  <p:cNvGrpSpPr>
                    <a:grpSpLocks/>
                  </p:cNvGrpSpPr>
                  <p:nvPr/>
                </p:nvGrpSpPr>
                <p:grpSpPr bwMode="auto">
                  <a:xfrm>
                    <a:off x="6399838" y="3203285"/>
                    <a:ext cx="559121" cy="92788"/>
                    <a:chOff x="6582044" y="2846082"/>
                    <a:chExt cx="559121" cy="92788"/>
                  </a:xfrm>
                </p:grpSpPr>
                <p:cxnSp>
                  <p:nvCxnSpPr>
                    <p:cNvPr id="1185" name="Straight Connector 1184"/>
                    <p:cNvCxnSpPr/>
                    <p:nvPr/>
                  </p:nvCxnSpPr>
                  <p:spPr>
                    <a:xfrm flipV="1">
                      <a:off x="7036069" y="2845380"/>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6" name="Straight Connector 1185"/>
                    <p:cNvCxnSpPr/>
                    <p:nvPr/>
                  </p:nvCxnSpPr>
                  <p:spPr>
                    <a:xfrm flipV="1">
                      <a:off x="6582394" y="2934672"/>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266" name="Group 1160"/>
                  <p:cNvGrpSpPr>
                    <a:grpSpLocks/>
                  </p:cNvGrpSpPr>
                  <p:nvPr/>
                </p:nvGrpSpPr>
                <p:grpSpPr bwMode="auto">
                  <a:xfrm>
                    <a:off x="6399358" y="3269149"/>
                    <a:ext cx="559121" cy="92788"/>
                    <a:chOff x="6582044" y="2846082"/>
                    <a:chExt cx="559121" cy="92788"/>
                  </a:xfrm>
                </p:grpSpPr>
                <p:cxnSp>
                  <p:nvCxnSpPr>
                    <p:cNvPr id="1183" name="Straight Connector 1182"/>
                    <p:cNvCxnSpPr/>
                    <p:nvPr/>
                  </p:nvCxnSpPr>
                  <p:spPr>
                    <a:xfrm flipV="1">
                      <a:off x="7027596" y="2845310"/>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4" name="Straight Connector 1183"/>
                    <p:cNvCxnSpPr/>
                    <p:nvPr/>
                  </p:nvCxnSpPr>
                  <p:spPr>
                    <a:xfrm flipV="1">
                      <a:off x="6582873" y="2934602"/>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267" name="Group 1161"/>
                  <p:cNvGrpSpPr>
                    <a:grpSpLocks/>
                  </p:cNvGrpSpPr>
                  <p:nvPr/>
                </p:nvGrpSpPr>
                <p:grpSpPr bwMode="auto">
                  <a:xfrm>
                    <a:off x="6398878" y="3335013"/>
                    <a:ext cx="559121" cy="92788"/>
                    <a:chOff x="6582044" y="2846082"/>
                    <a:chExt cx="559121" cy="92788"/>
                  </a:xfrm>
                </p:grpSpPr>
                <p:cxnSp>
                  <p:nvCxnSpPr>
                    <p:cNvPr id="1181" name="Straight Connector 1180"/>
                    <p:cNvCxnSpPr/>
                    <p:nvPr/>
                  </p:nvCxnSpPr>
                  <p:spPr>
                    <a:xfrm flipV="1">
                      <a:off x="7028075" y="2842107"/>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2" name="Straight Connector 1181"/>
                    <p:cNvCxnSpPr/>
                    <p:nvPr/>
                  </p:nvCxnSpPr>
                  <p:spPr>
                    <a:xfrm flipV="1">
                      <a:off x="6583353" y="2934532"/>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268" name="Group 1162"/>
                  <p:cNvGrpSpPr>
                    <a:grpSpLocks/>
                  </p:cNvGrpSpPr>
                  <p:nvPr/>
                </p:nvGrpSpPr>
                <p:grpSpPr bwMode="auto">
                  <a:xfrm>
                    <a:off x="6398398" y="3400877"/>
                    <a:ext cx="559121" cy="92788"/>
                    <a:chOff x="6582044" y="2846082"/>
                    <a:chExt cx="559121" cy="92788"/>
                  </a:xfrm>
                </p:grpSpPr>
                <p:cxnSp>
                  <p:nvCxnSpPr>
                    <p:cNvPr id="1179" name="Straight Connector 1178"/>
                    <p:cNvCxnSpPr/>
                    <p:nvPr/>
                  </p:nvCxnSpPr>
                  <p:spPr>
                    <a:xfrm flipV="1">
                      <a:off x="7028555" y="2842038"/>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0" name="Straight Connector 1179"/>
                    <p:cNvCxnSpPr/>
                    <p:nvPr/>
                  </p:nvCxnSpPr>
                  <p:spPr>
                    <a:xfrm flipV="1">
                      <a:off x="6589801" y="2934463"/>
                      <a:ext cx="44472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269" name="Group 1163"/>
                  <p:cNvGrpSpPr>
                    <a:grpSpLocks/>
                  </p:cNvGrpSpPr>
                  <p:nvPr/>
                </p:nvGrpSpPr>
                <p:grpSpPr bwMode="auto">
                  <a:xfrm>
                    <a:off x="6397918" y="3466741"/>
                    <a:ext cx="559121" cy="92788"/>
                    <a:chOff x="6582044" y="2846082"/>
                    <a:chExt cx="559121" cy="92788"/>
                  </a:xfrm>
                </p:grpSpPr>
                <p:cxnSp>
                  <p:nvCxnSpPr>
                    <p:cNvPr id="1177" name="Straight Connector 1176"/>
                    <p:cNvCxnSpPr/>
                    <p:nvPr/>
                  </p:nvCxnSpPr>
                  <p:spPr>
                    <a:xfrm flipV="1">
                      <a:off x="7029036" y="2841968"/>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8" name="Straight Connector 1177"/>
                    <p:cNvCxnSpPr/>
                    <p:nvPr/>
                  </p:nvCxnSpPr>
                  <p:spPr>
                    <a:xfrm flipV="1">
                      <a:off x="6590283" y="2939093"/>
                      <a:ext cx="44472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270" name="Group 1164"/>
                  <p:cNvGrpSpPr>
                    <a:grpSpLocks/>
                  </p:cNvGrpSpPr>
                  <p:nvPr/>
                </p:nvGrpSpPr>
                <p:grpSpPr bwMode="auto">
                  <a:xfrm>
                    <a:off x="6397438" y="3532605"/>
                    <a:ext cx="559121" cy="92788"/>
                    <a:chOff x="6582044" y="2846082"/>
                    <a:chExt cx="559121" cy="92788"/>
                  </a:xfrm>
                </p:grpSpPr>
                <p:cxnSp>
                  <p:nvCxnSpPr>
                    <p:cNvPr id="1175" name="Straight Connector 1174"/>
                    <p:cNvCxnSpPr/>
                    <p:nvPr/>
                  </p:nvCxnSpPr>
                  <p:spPr>
                    <a:xfrm flipV="1">
                      <a:off x="7029515" y="2841898"/>
                      <a:ext cx="119388"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6" name="Straight Connector 1175"/>
                    <p:cNvCxnSpPr/>
                    <p:nvPr/>
                  </p:nvCxnSpPr>
                  <p:spPr>
                    <a:xfrm flipV="1">
                      <a:off x="6581809" y="2939023"/>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271" name="Group 1165"/>
                  <p:cNvGrpSpPr>
                    <a:grpSpLocks/>
                  </p:cNvGrpSpPr>
                  <p:nvPr/>
                </p:nvGrpSpPr>
                <p:grpSpPr bwMode="auto">
                  <a:xfrm>
                    <a:off x="6396958" y="3598469"/>
                    <a:ext cx="559121" cy="92788"/>
                    <a:chOff x="6582044" y="2846082"/>
                    <a:chExt cx="559121" cy="92788"/>
                  </a:xfrm>
                </p:grpSpPr>
                <p:cxnSp>
                  <p:nvCxnSpPr>
                    <p:cNvPr id="1173" name="Straight Connector 1172"/>
                    <p:cNvCxnSpPr/>
                    <p:nvPr/>
                  </p:nvCxnSpPr>
                  <p:spPr>
                    <a:xfrm flipV="1">
                      <a:off x="7035964" y="2841829"/>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4" name="Straight Connector 1173"/>
                    <p:cNvCxnSpPr/>
                    <p:nvPr/>
                  </p:nvCxnSpPr>
                  <p:spPr>
                    <a:xfrm flipV="1">
                      <a:off x="6582288" y="2938954"/>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272" name="Group 1166"/>
                  <p:cNvGrpSpPr>
                    <a:grpSpLocks/>
                  </p:cNvGrpSpPr>
                  <p:nvPr/>
                </p:nvGrpSpPr>
                <p:grpSpPr bwMode="auto">
                  <a:xfrm>
                    <a:off x="6396478" y="3664333"/>
                    <a:ext cx="559121" cy="92788"/>
                    <a:chOff x="6582044" y="2846082"/>
                    <a:chExt cx="559121" cy="92788"/>
                  </a:xfrm>
                </p:grpSpPr>
                <p:cxnSp>
                  <p:nvCxnSpPr>
                    <p:cNvPr id="1171" name="Straight Connector 1170"/>
                    <p:cNvCxnSpPr/>
                    <p:nvPr/>
                  </p:nvCxnSpPr>
                  <p:spPr>
                    <a:xfrm flipV="1">
                      <a:off x="7027490" y="2846458"/>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2" name="Straight Connector 1171"/>
                    <p:cNvCxnSpPr/>
                    <p:nvPr/>
                  </p:nvCxnSpPr>
                  <p:spPr>
                    <a:xfrm flipV="1">
                      <a:off x="6582770" y="2938884"/>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273" name="Group 1167"/>
                  <p:cNvGrpSpPr>
                    <a:grpSpLocks/>
                  </p:cNvGrpSpPr>
                  <p:nvPr/>
                </p:nvGrpSpPr>
                <p:grpSpPr bwMode="auto">
                  <a:xfrm>
                    <a:off x="6395998" y="3730197"/>
                    <a:ext cx="559121" cy="92788"/>
                    <a:chOff x="6582044" y="2846082"/>
                    <a:chExt cx="559121" cy="92788"/>
                  </a:xfrm>
                </p:grpSpPr>
                <p:cxnSp>
                  <p:nvCxnSpPr>
                    <p:cNvPr id="1169" name="Straight Connector 1168"/>
                    <p:cNvCxnSpPr/>
                    <p:nvPr/>
                  </p:nvCxnSpPr>
                  <p:spPr>
                    <a:xfrm flipV="1">
                      <a:off x="7027970" y="2846389"/>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0" name="Straight Connector 1169"/>
                    <p:cNvCxnSpPr/>
                    <p:nvPr/>
                  </p:nvCxnSpPr>
                  <p:spPr>
                    <a:xfrm flipV="1">
                      <a:off x="6583249" y="2938815"/>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8237" name="Group 1131"/>
                <p:cNvGrpSpPr>
                  <a:grpSpLocks/>
                </p:cNvGrpSpPr>
                <p:nvPr/>
              </p:nvGrpSpPr>
              <p:grpSpPr bwMode="auto">
                <a:xfrm>
                  <a:off x="6280049" y="2055335"/>
                  <a:ext cx="731610" cy="920732"/>
                  <a:chOff x="6280049" y="2055335"/>
                  <a:chExt cx="731610" cy="920732"/>
                </a:xfrm>
              </p:grpSpPr>
              <p:grpSp>
                <p:nvGrpSpPr>
                  <p:cNvPr id="208238" name="Group 1132"/>
                  <p:cNvGrpSpPr>
                    <a:grpSpLocks/>
                  </p:cNvGrpSpPr>
                  <p:nvPr/>
                </p:nvGrpSpPr>
                <p:grpSpPr bwMode="auto">
                  <a:xfrm>
                    <a:off x="6280049" y="2055335"/>
                    <a:ext cx="680752" cy="139401"/>
                    <a:chOff x="5414286" y="2921098"/>
                    <a:chExt cx="680752" cy="139401"/>
                  </a:xfrm>
                </p:grpSpPr>
                <p:sp>
                  <p:nvSpPr>
                    <p:cNvPr id="1147" name="Rectangle 188"/>
                    <p:cNvSpPr>
                      <a:spLocks noChangeArrowheads="1"/>
                    </p:cNvSpPr>
                    <p:nvPr/>
                  </p:nvSpPr>
                  <p:spPr bwMode="auto">
                    <a:xfrm>
                      <a:off x="5424063" y="2995548"/>
                      <a:ext cx="542592" cy="64228"/>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48" name="AutoShape 189"/>
                    <p:cNvSpPr>
                      <a:spLocks noChangeArrowheads="1"/>
                    </p:cNvSpPr>
                    <p:nvPr/>
                  </p:nvSpPr>
                  <p:spPr bwMode="auto">
                    <a:xfrm>
                      <a:off x="5424063" y="2920355"/>
                      <a:ext cx="668090"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49" name="Freeform 190"/>
                    <p:cNvSpPr>
                      <a:spLocks/>
                    </p:cNvSpPr>
                    <p:nvPr/>
                  </p:nvSpPr>
                  <p:spPr bwMode="auto">
                    <a:xfrm>
                      <a:off x="5970345" y="2921922"/>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50" name="Freeform 191"/>
                    <p:cNvSpPr>
                      <a:spLocks/>
                    </p:cNvSpPr>
                    <p:nvPr/>
                  </p:nvSpPr>
                  <p:spPr bwMode="auto">
                    <a:xfrm>
                      <a:off x="5508959" y="2936020"/>
                      <a:ext cx="516753" cy="4543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51" name="Freeform 192"/>
                    <p:cNvSpPr>
                      <a:spLocks/>
                    </p:cNvSpPr>
                    <p:nvPr/>
                  </p:nvSpPr>
                  <p:spPr bwMode="auto">
                    <a:xfrm>
                      <a:off x="5630764" y="2932887"/>
                      <a:ext cx="295288"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134" name="Straight Connector 1133"/>
                  <p:cNvCxnSpPr/>
                  <p:nvPr/>
                </p:nvCxnSpPr>
                <p:spPr>
                  <a:xfrm flipH="1">
                    <a:off x="6998518" y="2125086"/>
                    <a:ext cx="11074" cy="844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5" name="Straight Connector 1134"/>
                  <p:cNvCxnSpPr/>
                  <p:nvPr/>
                </p:nvCxnSpPr>
                <p:spPr>
                  <a:xfrm>
                    <a:off x="6876712" y="2303671"/>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6" name="Straight Connector 1135"/>
                  <p:cNvCxnSpPr/>
                  <p:nvPr/>
                </p:nvCxnSpPr>
                <p:spPr>
                  <a:xfrm>
                    <a:off x="6873020" y="2367898"/>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7" name="Straight Connector 1136"/>
                  <p:cNvCxnSpPr/>
                  <p:nvPr/>
                </p:nvCxnSpPr>
                <p:spPr>
                  <a:xfrm>
                    <a:off x="6873020" y="2444659"/>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8" name="Straight Connector 1137"/>
                  <p:cNvCxnSpPr/>
                  <p:nvPr/>
                </p:nvCxnSpPr>
                <p:spPr>
                  <a:xfrm>
                    <a:off x="6869330" y="2508886"/>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9" name="Straight Connector 1138"/>
                  <p:cNvCxnSpPr/>
                  <p:nvPr/>
                </p:nvCxnSpPr>
                <p:spPr>
                  <a:xfrm>
                    <a:off x="6865638" y="2569981"/>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0" name="Straight Connector 1139"/>
                  <p:cNvCxnSpPr/>
                  <p:nvPr/>
                </p:nvCxnSpPr>
                <p:spPr>
                  <a:xfrm>
                    <a:off x="6865638" y="2637342"/>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1" name="Straight Connector 1140"/>
                  <p:cNvCxnSpPr/>
                  <p:nvPr/>
                </p:nvCxnSpPr>
                <p:spPr>
                  <a:xfrm>
                    <a:off x="6861948" y="2706269"/>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2" name="Straight Connector 1141"/>
                  <p:cNvCxnSpPr/>
                  <p:nvPr/>
                </p:nvCxnSpPr>
                <p:spPr>
                  <a:xfrm>
                    <a:off x="6869330" y="2775197"/>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3" name="Straight Connector 1142"/>
                  <p:cNvCxnSpPr/>
                  <p:nvPr/>
                </p:nvCxnSpPr>
                <p:spPr>
                  <a:xfrm>
                    <a:off x="6873020" y="2842558"/>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4" name="Straight Connector 1143"/>
                  <p:cNvCxnSpPr/>
                  <p:nvPr/>
                </p:nvCxnSpPr>
                <p:spPr>
                  <a:xfrm>
                    <a:off x="6873020" y="2911485"/>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5" name="Straight Connector 1144"/>
                  <p:cNvCxnSpPr/>
                  <p:nvPr/>
                </p:nvCxnSpPr>
                <p:spPr>
                  <a:xfrm>
                    <a:off x="6876712" y="2975713"/>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6" name="Straight Connector 1145"/>
                  <p:cNvCxnSpPr/>
                  <p:nvPr/>
                </p:nvCxnSpPr>
                <p:spPr>
                  <a:xfrm flipH="1">
                    <a:off x="6876712" y="2131353"/>
                    <a:ext cx="13657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8177" name="Group 1071"/>
              <p:cNvGrpSpPr>
                <a:grpSpLocks/>
              </p:cNvGrpSpPr>
              <p:nvPr/>
            </p:nvGrpSpPr>
            <p:grpSpPr bwMode="auto">
              <a:xfrm>
                <a:off x="2054687" y="4876798"/>
                <a:ext cx="331695" cy="1030941"/>
                <a:chOff x="6240352" y="2055335"/>
                <a:chExt cx="771307" cy="1017716"/>
              </a:xfrm>
            </p:grpSpPr>
            <p:grpSp>
              <p:nvGrpSpPr>
                <p:cNvPr id="208178" name="Group 1072"/>
                <p:cNvGrpSpPr>
                  <a:grpSpLocks/>
                </p:cNvGrpSpPr>
                <p:nvPr/>
              </p:nvGrpSpPr>
              <p:grpSpPr bwMode="auto">
                <a:xfrm>
                  <a:off x="6240352" y="2235573"/>
                  <a:ext cx="697981" cy="837478"/>
                  <a:chOff x="6395998" y="3062424"/>
                  <a:chExt cx="564403" cy="837478"/>
                </a:xfrm>
              </p:grpSpPr>
              <p:sp>
                <p:nvSpPr>
                  <p:cNvPr id="1094" name="Rectangle 1093"/>
                  <p:cNvSpPr/>
                  <p:nvPr/>
                </p:nvSpPr>
                <p:spPr>
                  <a:xfrm>
                    <a:off x="6510022" y="3058462"/>
                    <a:ext cx="447707" cy="74566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95" name="Straight Connector 1094"/>
                  <p:cNvCxnSpPr/>
                  <p:nvPr/>
                </p:nvCxnSpPr>
                <p:spPr>
                  <a:xfrm flipV="1">
                    <a:off x="6847296" y="3058462"/>
                    <a:ext cx="113419" cy="9555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96" name="Rectangle 1095"/>
                  <p:cNvSpPr/>
                  <p:nvPr/>
                </p:nvSpPr>
                <p:spPr>
                  <a:xfrm>
                    <a:off x="6477192" y="3067861"/>
                    <a:ext cx="131327" cy="119056"/>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97" name="Straight Connector 1096"/>
                  <p:cNvCxnSpPr/>
                  <p:nvPr/>
                </p:nvCxnSpPr>
                <p:spPr>
                  <a:xfrm flipV="1">
                    <a:off x="6396603" y="3058462"/>
                    <a:ext cx="113419" cy="9555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98" name="Rectangle 1097"/>
                  <p:cNvSpPr/>
                  <p:nvPr/>
                </p:nvSpPr>
                <p:spPr>
                  <a:xfrm>
                    <a:off x="6817449" y="3702306"/>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99" name="Rectangle 1098"/>
                  <p:cNvSpPr/>
                  <p:nvPr/>
                </p:nvSpPr>
                <p:spPr>
                  <a:xfrm>
                    <a:off x="6405558" y="3157153"/>
                    <a:ext cx="444721" cy="74253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100" name="Straight Connector 1099"/>
                  <p:cNvCxnSpPr/>
                  <p:nvPr/>
                </p:nvCxnSpPr>
                <p:spPr>
                  <a:xfrm flipV="1">
                    <a:off x="6847296" y="3804131"/>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8206" name="Group 1100"/>
                  <p:cNvGrpSpPr>
                    <a:grpSpLocks/>
                  </p:cNvGrpSpPr>
                  <p:nvPr/>
                </p:nvGrpSpPr>
                <p:grpSpPr bwMode="auto">
                  <a:xfrm>
                    <a:off x="6400318" y="3137421"/>
                    <a:ext cx="559121" cy="92788"/>
                    <a:chOff x="6582044" y="2846082"/>
                    <a:chExt cx="559121" cy="92788"/>
                  </a:xfrm>
                </p:grpSpPr>
                <p:cxnSp>
                  <p:nvCxnSpPr>
                    <p:cNvPr id="1129" name="Straight Connector 1128"/>
                    <p:cNvCxnSpPr/>
                    <p:nvPr/>
                  </p:nvCxnSpPr>
                  <p:spPr>
                    <a:xfrm flipV="1">
                      <a:off x="7029021" y="2845449"/>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0" name="Straight Connector 1129"/>
                    <p:cNvCxnSpPr/>
                    <p:nvPr/>
                  </p:nvCxnSpPr>
                  <p:spPr>
                    <a:xfrm flipV="1">
                      <a:off x="6581315" y="2934741"/>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207" name="Group 1101"/>
                  <p:cNvGrpSpPr>
                    <a:grpSpLocks/>
                  </p:cNvGrpSpPr>
                  <p:nvPr/>
                </p:nvGrpSpPr>
                <p:grpSpPr bwMode="auto">
                  <a:xfrm>
                    <a:off x="6399838" y="3203285"/>
                    <a:ext cx="559121" cy="92788"/>
                    <a:chOff x="6582044" y="2846082"/>
                    <a:chExt cx="559121" cy="92788"/>
                  </a:xfrm>
                </p:grpSpPr>
                <p:cxnSp>
                  <p:nvCxnSpPr>
                    <p:cNvPr id="1127" name="Straight Connector 1126"/>
                    <p:cNvCxnSpPr/>
                    <p:nvPr/>
                  </p:nvCxnSpPr>
                  <p:spPr>
                    <a:xfrm flipV="1">
                      <a:off x="7029502" y="2845380"/>
                      <a:ext cx="119388"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8" name="Straight Connector 1127"/>
                    <p:cNvCxnSpPr/>
                    <p:nvPr/>
                  </p:nvCxnSpPr>
                  <p:spPr>
                    <a:xfrm flipV="1">
                      <a:off x="6581796" y="2934672"/>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208" name="Group 1102"/>
                  <p:cNvGrpSpPr>
                    <a:grpSpLocks/>
                  </p:cNvGrpSpPr>
                  <p:nvPr/>
                </p:nvGrpSpPr>
                <p:grpSpPr bwMode="auto">
                  <a:xfrm>
                    <a:off x="6399358" y="3269149"/>
                    <a:ext cx="559121" cy="92788"/>
                    <a:chOff x="6582044" y="2846082"/>
                    <a:chExt cx="559121" cy="92788"/>
                  </a:xfrm>
                </p:grpSpPr>
                <p:cxnSp>
                  <p:nvCxnSpPr>
                    <p:cNvPr id="1125" name="Straight Connector 1124"/>
                    <p:cNvCxnSpPr/>
                    <p:nvPr/>
                  </p:nvCxnSpPr>
                  <p:spPr>
                    <a:xfrm flipV="1">
                      <a:off x="7026996" y="2845310"/>
                      <a:ext cx="113419" cy="892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6" name="Straight Connector 1125"/>
                    <p:cNvCxnSpPr/>
                    <p:nvPr/>
                  </p:nvCxnSpPr>
                  <p:spPr>
                    <a:xfrm flipV="1">
                      <a:off x="6582275" y="2934602"/>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209" name="Group 1103"/>
                  <p:cNvGrpSpPr>
                    <a:grpSpLocks/>
                  </p:cNvGrpSpPr>
                  <p:nvPr/>
                </p:nvGrpSpPr>
                <p:grpSpPr bwMode="auto">
                  <a:xfrm>
                    <a:off x="6398878" y="3335013"/>
                    <a:ext cx="559121" cy="92788"/>
                    <a:chOff x="6582044" y="2846082"/>
                    <a:chExt cx="559121" cy="92788"/>
                  </a:xfrm>
                </p:grpSpPr>
                <p:cxnSp>
                  <p:nvCxnSpPr>
                    <p:cNvPr id="1123" name="Straight Connector 1122"/>
                    <p:cNvCxnSpPr/>
                    <p:nvPr/>
                  </p:nvCxnSpPr>
                  <p:spPr>
                    <a:xfrm flipV="1">
                      <a:off x="7027475" y="2842107"/>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4" name="Straight Connector 1123"/>
                    <p:cNvCxnSpPr/>
                    <p:nvPr/>
                  </p:nvCxnSpPr>
                  <p:spPr>
                    <a:xfrm flipV="1">
                      <a:off x="6582755" y="2934532"/>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210" name="Group 1104"/>
                  <p:cNvGrpSpPr>
                    <a:grpSpLocks/>
                  </p:cNvGrpSpPr>
                  <p:nvPr/>
                </p:nvGrpSpPr>
                <p:grpSpPr bwMode="auto">
                  <a:xfrm>
                    <a:off x="6398398" y="3400877"/>
                    <a:ext cx="559121" cy="92788"/>
                    <a:chOff x="6582044" y="2846082"/>
                    <a:chExt cx="559121" cy="92788"/>
                  </a:xfrm>
                </p:grpSpPr>
                <p:cxnSp>
                  <p:nvCxnSpPr>
                    <p:cNvPr id="1121" name="Straight Connector 1120"/>
                    <p:cNvCxnSpPr/>
                    <p:nvPr/>
                  </p:nvCxnSpPr>
                  <p:spPr>
                    <a:xfrm flipV="1">
                      <a:off x="7027955" y="2842038"/>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2" name="Straight Connector 1121"/>
                    <p:cNvCxnSpPr/>
                    <p:nvPr/>
                  </p:nvCxnSpPr>
                  <p:spPr>
                    <a:xfrm flipV="1">
                      <a:off x="6583234" y="2934463"/>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211" name="Group 1105"/>
                  <p:cNvGrpSpPr>
                    <a:grpSpLocks/>
                  </p:cNvGrpSpPr>
                  <p:nvPr/>
                </p:nvGrpSpPr>
                <p:grpSpPr bwMode="auto">
                  <a:xfrm>
                    <a:off x="6397918" y="3466741"/>
                    <a:ext cx="559121" cy="92788"/>
                    <a:chOff x="6582044" y="2846082"/>
                    <a:chExt cx="559121" cy="92788"/>
                  </a:xfrm>
                </p:grpSpPr>
                <p:cxnSp>
                  <p:nvCxnSpPr>
                    <p:cNvPr id="1119" name="Straight Connector 1118"/>
                    <p:cNvCxnSpPr/>
                    <p:nvPr/>
                  </p:nvCxnSpPr>
                  <p:spPr>
                    <a:xfrm flipV="1">
                      <a:off x="7028436" y="2841968"/>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0" name="Straight Connector 1119"/>
                    <p:cNvCxnSpPr/>
                    <p:nvPr/>
                  </p:nvCxnSpPr>
                  <p:spPr>
                    <a:xfrm flipV="1">
                      <a:off x="6589685" y="2939093"/>
                      <a:ext cx="4447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212" name="Group 1106"/>
                  <p:cNvGrpSpPr>
                    <a:grpSpLocks/>
                  </p:cNvGrpSpPr>
                  <p:nvPr/>
                </p:nvGrpSpPr>
                <p:grpSpPr bwMode="auto">
                  <a:xfrm>
                    <a:off x="6397438" y="3532605"/>
                    <a:ext cx="559121" cy="92788"/>
                    <a:chOff x="6582044" y="2846082"/>
                    <a:chExt cx="559121" cy="92788"/>
                  </a:xfrm>
                </p:grpSpPr>
                <p:cxnSp>
                  <p:nvCxnSpPr>
                    <p:cNvPr id="1117" name="Straight Connector 1116"/>
                    <p:cNvCxnSpPr/>
                    <p:nvPr/>
                  </p:nvCxnSpPr>
                  <p:spPr>
                    <a:xfrm flipV="1">
                      <a:off x="7028916" y="2841898"/>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8" name="Straight Connector 1117"/>
                    <p:cNvCxnSpPr/>
                    <p:nvPr/>
                  </p:nvCxnSpPr>
                  <p:spPr>
                    <a:xfrm flipV="1">
                      <a:off x="6581209" y="2939023"/>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213" name="Group 1107"/>
                  <p:cNvGrpSpPr>
                    <a:grpSpLocks/>
                  </p:cNvGrpSpPr>
                  <p:nvPr/>
                </p:nvGrpSpPr>
                <p:grpSpPr bwMode="auto">
                  <a:xfrm>
                    <a:off x="6396958" y="3598469"/>
                    <a:ext cx="559121" cy="92788"/>
                    <a:chOff x="6582044" y="2846082"/>
                    <a:chExt cx="559121" cy="92788"/>
                  </a:xfrm>
                </p:grpSpPr>
                <p:cxnSp>
                  <p:nvCxnSpPr>
                    <p:cNvPr id="1115" name="Straight Connector 1114"/>
                    <p:cNvCxnSpPr/>
                    <p:nvPr/>
                  </p:nvCxnSpPr>
                  <p:spPr>
                    <a:xfrm flipV="1">
                      <a:off x="7029395" y="2841829"/>
                      <a:ext cx="119388"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6" name="Straight Connector 1115"/>
                    <p:cNvCxnSpPr/>
                    <p:nvPr/>
                  </p:nvCxnSpPr>
                  <p:spPr>
                    <a:xfrm flipV="1">
                      <a:off x="6581689" y="2938954"/>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214" name="Group 1108"/>
                  <p:cNvGrpSpPr>
                    <a:grpSpLocks/>
                  </p:cNvGrpSpPr>
                  <p:nvPr/>
                </p:nvGrpSpPr>
                <p:grpSpPr bwMode="auto">
                  <a:xfrm>
                    <a:off x="6396478" y="3664333"/>
                    <a:ext cx="559121" cy="92788"/>
                    <a:chOff x="6582044" y="2846082"/>
                    <a:chExt cx="559121" cy="92788"/>
                  </a:xfrm>
                </p:grpSpPr>
                <p:cxnSp>
                  <p:nvCxnSpPr>
                    <p:cNvPr id="1113" name="Straight Connector 1112"/>
                    <p:cNvCxnSpPr/>
                    <p:nvPr/>
                  </p:nvCxnSpPr>
                  <p:spPr>
                    <a:xfrm flipV="1">
                      <a:off x="7026892" y="2846458"/>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4" name="Straight Connector 1113"/>
                    <p:cNvCxnSpPr/>
                    <p:nvPr/>
                  </p:nvCxnSpPr>
                  <p:spPr>
                    <a:xfrm flipV="1">
                      <a:off x="6582170" y="2938884"/>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215" name="Group 1109"/>
                  <p:cNvGrpSpPr>
                    <a:grpSpLocks/>
                  </p:cNvGrpSpPr>
                  <p:nvPr/>
                </p:nvGrpSpPr>
                <p:grpSpPr bwMode="auto">
                  <a:xfrm>
                    <a:off x="6395998" y="3730197"/>
                    <a:ext cx="559121" cy="92788"/>
                    <a:chOff x="6582044" y="2846082"/>
                    <a:chExt cx="559121" cy="92788"/>
                  </a:xfrm>
                </p:grpSpPr>
                <p:cxnSp>
                  <p:nvCxnSpPr>
                    <p:cNvPr id="1111" name="Straight Connector 1110"/>
                    <p:cNvCxnSpPr/>
                    <p:nvPr/>
                  </p:nvCxnSpPr>
                  <p:spPr>
                    <a:xfrm flipV="1">
                      <a:off x="7027372" y="2846389"/>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2" name="Straight Connector 1111"/>
                    <p:cNvCxnSpPr/>
                    <p:nvPr/>
                  </p:nvCxnSpPr>
                  <p:spPr>
                    <a:xfrm flipV="1">
                      <a:off x="6582649" y="2938815"/>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8179" name="Group 1073"/>
                <p:cNvGrpSpPr>
                  <a:grpSpLocks/>
                </p:cNvGrpSpPr>
                <p:nvPr/>
              </p:nvGrpSpPr>
              <p:grpSpPr bwMode="auto">
                <a:xfrm>
                  <a:off x="6280049" y="2055335"/>
                  <a:ext cx="731610" cy="920732"/>
                  <a:chOff x="6280049" y="2055335"/>
                  <a:chExt cx="731610" cy="920732"/>
                </a:xfrm>
              </p:grpSpPr>
              <p:grpSp>
                <p:nvGrpSpPr>
                  <p:cNvPr id="208180" name="Group 1074"/>
                  <p:cNvGrpSpPr>
                    <a:grpSpLocks/>
                  </p:cNvGrpSpPr>
                  <p:nvPr/>
                </p:nvGrpSpPr>
                <p:grpSpPr bwMode="auto">
                  <a:xfrm>
                    <a:off x="6280049" y="2055335"/>
                    <a:ext cx="680752" cy="139401"/>
                    <a:chOff x="5414286" y="2921098"/>
                    <a:chExt cx="680752" cy="139401"/>
                  </a:xfrm>
                </p:grpSpPr>
                <p:sp>
                  <p:nvSpPr>
                    <p:cNvPr id="1089" name="Rectangle 188"/>
                    <p:cNvSpPr>
                      <a:spLocks noChangeArrowheads="1"/>
                    </p:cNvSpPr>
                    <p:nvPr/>
                  </p:nvSpPr>
                  <p:spPr bwMode="auto">
                    <a:xfrm>
                      <a:off x="5415941" y="2995548"/>
                      <a:ext cx="549972" cy="64228"/>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90" name="AutoShape 189"/>
                    <p:cNvSpPr>
                      <a:spLocks noChangeArrowheads="1"/>
                    </p:cNvSpPr>
                    <p:nvPr/>
                  </p:nvSpPr>
                  <p:spPr bwMode="auto">
                    <a:xfrm>
                      <a:off x="5415941" y="2920355"/>
                      <a:ext cx="675469"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91" name="Freeform 190"/>
                    <p:cNvSpPr>
                      <a:spLocks/>
                    </p:cNvSpPr>
                    <p:nvPr/>
                  </p:nvSpPr>
                  <p:spPr bwMode="auto">
                    <a:xfrm>
                      <a:off x="5969606" y="2921922"/>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92" name="Freeform 191"/>
                    <p:cNvSpPr>
                      <a:spLocks/>
                    </p:cNvSpPr>
                    <p:nvPr/>
                  </p:nvSpPr>
                  <p:spPr bwMode="auto">
                    <a:xfrm>
                      <a:off x="5500836" y="2936020"/>
                      <a:ext cx="524136" cy="4543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93" name="Freeform 192"/>
                    <p:cNvSpPr>
                      <a:spLocks/>
                    </p:cNvSpPr>
                    <p:nvPr/>
                  </p:nvSpPr>
                  <p:spPr bwMode="auto">
                    <a:xfrm>
                      <a:off x="5622643" y="2932887"/>
                      <a:ext cx="302670"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076" name="Straight Connector 1075"/>
                  <p:cNvCxnSpPr/>
                  <p:nvPr/>
                </p:nvCxnSpPr>
                <p:spPr>
                  <a:xfrm flipH="1">
                    <a:off x="6997778" y="2125086"/>
                    <a:ext cx="11072" cy="844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7" name="Straight Connector 1076"/>
                  <p:cNvCxnSpPr/>
                  <p:nvPr/>
                </p:nvCxnSpPr>
                <p:spPr>
                  <a:xfrm>
                    <a:off x="6875971" y="2303671"/>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8" name="Straight Connector 1077"/>
                  <p:cNvCxnSpPr/>
                  <p:nvPr/>
                </p:nvCxnSpPr>
                <p:spPr>
                  <a:xfrm>
                    <a:off x="6872281" y="2367898"/>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9" name="Straight Connector 1078"/>
                  <p:cNvCxnSpPr/>
                  <p:nvPr/>
                </p:nvCxnSpPr>
                <p:spPr>
                  <a:xfrm>
                    <a:off x="6872281" y="2444659"/>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0" name="Straight Connector 1079"/>
                  <p:cNvCxnSpPr/>
                  <p:nvPr/>
                </p:nvCxnSpPr>
                <p:spPr>
                  <a:xfrm>
                    <a:off x="6868588" y="2508886"/>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1" name="Straight Connector 1080"/>
                  <p:cNvCxnSpPr/>
                  <p:nvPr/>
                </p:nvCxnSpPr>
                <p:spPr>
                  <a:xfrm>
                    <a:off x="6864898" y="2569981"/>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2" name="Straight Connector 1081"/>
                  <p:cNvCxnSpPr/>
                  <p:nvPr/>
                </p:nvCxnSpPr>
                <p:spPr>
                  <a:xfrm>
                    <a:off x="6864898" y="2637342"/>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3" name="Straight Connector 1082"/>
                  <p:cNvCxnSpPr/>
                  <p:nvPr/>
                </p:nvCxnSpPr>
                <p:spPr>
                  <a:xfrm>
                    <a:off x="6861206" y="2706269"/>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4" name="Straight Connector 1083"/>
                  <p:cNvCxnSpPr/>
                  <p:nvPr/>
                </p:nvCxnSpPr>
                <p:spPr>
                  <a:xfrm>
                    <a:off x="6868588" y="2775197"/>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5" name="Straight Connector 1084"/>
                  <p:cNvCxnSpPr/>
                  <p:nvPr/>
                </p:nvCxnSpPr>
                <p:spPr>
                  <a:xfrm>
                    <a:off x="6872281" y="2842558"/>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6" name="Straight Connector 1085"/>
                  <p:cNvCxnSpPr/>
                  <p:nvPr/>
                </p:nvCxnSpPr>
                <p:spPr>
                  <a:xfrm>
                    <a:off x="6872281" y="2911485"/>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7" name="Straight Connector 1086"/>
                  <p:cNvCxnSpPr/>
                  <p:nvPr/>
                </p:nvCxnSpPr>
                <p:spPr>
                  <a:xfrm>
                    <a:off x="6875971" y="2975713"/>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8" name="Straight Connector 1087"/>
                  <p:cNvCxnSpPr/>
                  <p:nvPr/>
                </p:nvCxnSpPr>
                <p:spPr>
                  <a:xfrm flipH="1">
                    <a:off x="6875971" y="2131353"/>
                    <a:ext cx="136572"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207886" name="Group 1309"/>
            <p:cNvGrpSpPr>
              <a:grpSpLocks/>
            </p:cNvGrpSpPr>
            <p:nvPr/>
          </p:nvGrpSpPr>
          <p:grpSpPr bwMode="auto">
            <a:xfrm>
              <a:off x="5422100" y="2766672"/>
              <a:ext cx="1470209" cy="1869141"/>
              <a:chOff x="916173" y="4038600"/>
              <a:chExt cx="1470209" cy="1869141"/>
            </a:xfrm>
          </p:grpSpPr>
          <p:grpSp>
            <p:nvGrpSpPr>
              <p:cNvPr id="207923" name="Group 187"/>
              <p:cNvGrpSpPr>
                <a:grpSpLocks/>
              </p:cNvGrpSpPr>
              <p:nvPr/>
            </p:nvGrpSpPr>
            <p:grpSpPr bwMode="auto">
              <a:xfrm>
                <a:off x="1295400" y="4038600"/>
                <a:ext cx="1052512" cy="355600"/>
                <a:chOff x="4410" y="1365"/>
                <a:chExt cx="663" cy="224"/>
              </a:xfrm>
            </p:grpSpPr>
            <p:sp>
              <p:nvSpPr>
                <p:cNvPr id="1552" name="Rectangle 188"/>
                <p:cNvSpPr>
                  <a:spLocks noChangeArrowheads="1"/>
                </p:cNvSpPr>
                <p:nvPr/>
              </p:nvSpPr>
              <p:spPr bwMode="auto">
                <a:xfrm>
                  <a:off x="4410" y="1497"/>
                  <a:ext cx="495" cy="8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53" name="AutoShape 189"/>
                <p:cNvSpPr>
                  <a:spLocks noChangeArrowheads="1"/>
                </p:cNvSpPr>
                <p:nvPr/>
              </p:nvSpPr>
              <p:spPr bwMode="auto">
                <a:xfrm>
                  <a:off x="4410" y="1368"/>
                  <a:ext cx="663" cy="135"/>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54" name="Freeform 190"/>
                <p:cNvSpPr>
                  <a:spLocks/>
                </p:cNvSpPr>
                <p:nvPr/>
              </p:nvSpPr>
              <p:spPr bwMode="auto">
                <a:xfrm>
                  <a:off x="4904" y="1365"/>
                  <a:ext cx="169" cy="224"/>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55" name="Freeform 191"/>
                <p:cNvSpPr>
                  <a:spLocks/>
                </p:cNvSpPr>
                <p:nvPr/>
              </p:nvSpPr>
              <p:spPr bwMode="auto">
                <a:xfrm>
                  <a:off x="4475" y="1392"/>
                  <a:ext cx="506" cy="8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9050"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56" name="Freeform 192"/>
                <p:cNvSpPr>
                  <a:spLocks/>
                </p:cNvSpPr>
                <p:nvPr/>
              </p:nvSpPr>
              <p:spPr bwMode="auto">
                <a:xfrm>
                  <a:off x="4593" y="1388"/>
                  <a:ext cx="293" cy="93"/>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9050"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312" name="Straight Connector 1311"/>
              <p:cNvCxnSpPr/>
              <p:nvPr/>
            </p:nvCxnSpPr>
            <p:spPr>
              <a:xfrm flipH="1">
                <a:off x="1181303" y="4380581"/>
                <a:ext cx="355562" cy="4951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3" name="Straight Connector 1312"/>
              <p:cNvCxnSpPr>
                <a:stCxn id="1552" idx="2"/>
              </p:cNvCxnSpPr>
              <p:nvPr/>
            </p:nvCxnSpPr>
            <p:spPr>
              <a:xfrm flipH="1">
                <a:off x="1486071" y="4390103"/>
                <a:ext cx="201591" cy="485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4" name="Straight Connector 1313"/>
              <p:cNvCxnSpPr/>
              <p:nvPr/>
            </p:nvCxnSpPr>
            <p:spPr>
              <a:xfrm>
                <a:off x="1803537" y="4394864"/>
                <a:ext cx="57144" cy="4919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5" name="Straight Connector 1314"/>
              <p:cNvCxnSpPr>
                <a:endCxn id="1337" idx="0"/>
              </p:cNvCxnSpPr>
              <p:nvPr/>
            </p:nvCxnSpPr>
            <p:spPr>
              <a:xfrm>
                <a:off x="1943222" y="4418667"/>
                <a:ext cx="274608" cy="457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7928" name="Group 1315"/>
              <p:cNvGrpSpPr>
                <a:grpSpLocks/>
              </p:cNvGrpSpPr>
              <p:nvPr/>
            </p:nvGrpSpPr>
            <p:grpSpPr bwMode="auto">
              <a:xfrm>
                <a:off x="916173" y="4876800"/>
                <a:ext cx="331695" cy="1030941"/>
                <a:chOff x="6240352" y="2055335"/>
                <a:chExt cx="771307" cy="1017716"/>
              </a:xfrm>
            </p:grpSpPr>
            <p:grpSp>
              <p:nvGrpSpPr>
                <p:cNvPr id="208106" name="Group 1493"/>
                <p:cNvGrpSpPr>
                  <a:grpSpLocks/>
                </p:cNvGrpSpPr>
                <p:nvPr/>
              </p:nvGrpSpPr>
              <p:grpSpPr bwMode="auto">
                <a:xfrm>
                  <a:off x="6240352" y="2235573"/>
                  <a:ext cx="697981" cy="837478"/>
                  <a:chOff x="6395998" y="3062424"/>
                  <a:chExt cx="564403" cy="837478"/>
                </a:xfrm>
              </p:grpSpPr>
              <p:sp>
                <p:nvSpPr>
                  <p:cNvPr id="1515" name="Rectangle 1514"/>
                  <p:cNvSpPr/>
                  <p:nvPr/>
                </p:nvSpPr>
                <p:spPr>
                  <a:xfrm>
                    <a:off x="6509502" y="3058111"/>
                    <a:ext cx="447707" cy="74566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516" name="Straight Connector 1515"/>
                  <p:cNvCxnSpPr/>
                  <p:nvPr/>
                </p:nvCxnSpPr>
                <p:spPr>
                  <a:xfrm flipV="1">
                    <a:off x="6846775" y="3058111"/>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17" name="Rectangle 1516"/>
                  <p:cNvSpPr/>
                  <p:nvPr/>
                </p:nvSpPr>
                <p:spPr>
                  <a:xfrm>
                    <a:off x="6476671" y="3067510"/>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518" name="Straight Connector 1517"/>
                  <p:cNvCxnSpPr/>
                  <p:nvPr/>
                </p:nvCxnSpPr>
                <p:spPr>
                  <a:xfrm flipV="1">
                    <a:off x="6396083" y="3058111"/>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19" name="Rectangle 1518"/>
                  <p:cNvSpPr/>
                  <p:nvPr/>
                </p:nvSpPr>
                <p:spPr>
                  <a:xfrm>
                    <a:off x="6816928" y="3701955"/>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20" name="Rectangle 1519"/>
                  <p:cNvSpPr/>
                  <p:nvPr/>
                </p:nvSpPr>
                <p:spPr>
                  <a:xfrm>
                    <a:off x="6405038" y="3153669"/>
                    <a:ext cx="444721" cy="74566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521" name="Straight Connector 1520"/>
                  <p:cNvCxnSpPr/>
                  <p:nvPr/>
                </p:nvCxnSpPr>
                <p:spPr>
                  <a:xfrm flipV="1">
                    <a:off x="6846775" y="3803780"/>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8134" name="Group 1521"/>
                  <p:cNvGrpSpPr>
                    <a:grpSpLocks/>
                  </p:cNvGrpSpPr>
                  <p:nvPr/>
                </p:nvGrpSpPr>
                <p:grpSpPr bwMode="auto">
                  <a:xfrm>
                    <a:off x="6400318" y="3137421"/>
                    <a:ext cx="559121" cy="92788"/>
                    <a:chOff x="6582044" y="2846082"/>
                    <a:chExt cx="559121" cy="92788"/>
                  </a:xfrm>
                </p:grpSpPr>
                <p:cxnSp>
                  <p:nvCxnSpPr>
                    <p:cNvPr id="1550" name="Straight Connector 1549"/>
                    <p:cNvCxnSpPr/>
                    <p:nvPr/>
                  </p:nvCxnSpPr>
                  <p:spPr>
                    <a:xfrm flipV="1">
                      <a:off x="7028500" y="2841965"/>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1" name="Straight Connector 1550"/>
                    <p:cNvCxnSpPr/>
                    <p:nvPr/>
                  </p:nvCxnSpPr>
                  <p:spPr>
                    <a:xfrm flipV="1">
                      <a:off x="6580794" y="2934390"/>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135" name="Group 1522"/>
                  <p:cNvGrpSpPr>
                    <a:grpSpLocks/>
                  </p:cNvGrpSpPr>
                  <p:nvPr/>
                </p:nvGrpSpPr>
                <p:grpSpPr bwMode="auto">
                  <a:xfrm>
                    <a:off x="6399838" y="3203285"/>
                    <a:ext cx="559121" cy="92788"/>
                    <a:chOff x="6582044" y="2846082"/>
                    <a:chExt cx="559121" cy="92788"/>
                  </a:xfrm>
                </p:grpSpPr>
                <p:cxnSp>
                  <p:nvCxnSpPr>
                    <p:cNvPr id="1548" name="Straight Connector 1547"/>
                    <p:cNvCxnSpPr/>
                    <p:nvPr/>
                  </p:nvCxnSpPr>
                  <p:spPr>
                    <a:xfrm flipV="1">
                      <a:off x="7028981" y="2841896"/>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9" name="Straight Connector 1548"/>
                    <p:cNvCxnSpPr/>
                    <p:nvPr/>
                  </p:nvCxnSpPr>
                  <p:spPr>
                    <a:xfrm flipV="1">
                      <a:off x="6581275" y="2934321"/>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136" name="Group 1523"/>
                  <p:cNvGrpSpPr>
                    <a:grpSpLocks/>
                  </p:cNvGrpSpPr>
                  <p:nvPr/>
                </p:nvGrpSpPr>
                <p:grpSpPr bwMode="auto">
                  <a:xfrm>
                    <a:off x="6399358" y="3269149"/>
                    <a:ext cx="559121" cy="92788"/>
                    <a:chOff x="6582044" y="2846082"/>
                    <a:chExt cx="559121" cy="92788"/>
                  </a:xfrm>
                </p:grpSpPr>
                <p:cxnSp>
                  <p:nvCxnSpPr>
                    <p:cNvPr id="1546" name="Straight Connector 1545"/>
                    <p:cNvCxnSpPr/>
                    <p:nvPr/>
                  </p:nvCxnSpPr>
                  <p:spPr>
                    <a:xfrm flipV="1">
                      <a:off x="7026475" y="2841826"/>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7" name="Straight Connector 1546"/>
                    <p:cNvCxnSpPr/>
                    <p:nvPr/>
                  </p:nvCxnSpPr>
                  <p:spPr>
                    <a:xfrm flipV="1">
                      <a:off x="6581754" y="2934251"/>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137" name="Group 1524"/>
                  <p:cNvGrpSpPr>
                    <a:grpSpLocks/>
                  </p:cNvGrpSpPr>
                  <p:nvPr/>
                </p:nvGrpSpPr>
                <p:grpSpPr bwMode="auto">
                  <a:xfrm>
                    <a:off x="6398878" y="3335013"/>
                    <a:ext cx="559121" cy="92788"/>
                    <a:chOff x="6582044" y="2846082"/>
                    <a:chExt cx="559121" cy="92788"/>
                  </a:xfrm>
                </p:grpSpPr>
                <p:cxnSp>
                  <p:nvCxnSpPr>
                    <p:cNvPr id="1544" name="Straight Connector 1543"/>
                    <p:cNvCxnSpPr/>
                    <p:nvPr/>
                  </p:nvCxnSpPr>
                  <p:spPr>
                    <a:xfrm flipV="1">
                      <a:off x="7026955" y="2841756"/>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5" name="Straight Connector 1544"/>
                    <p:cNvCxnSpPr/>
                    <p:nvPr/>
                  </p:nvCxnSpPr>
                  <p:spPr>
                    <a:xfrm flipV="1">
                      <a:off x="6582234" y="2934181"/>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138" name="Group 1525"/>
                  <p:cNvGrpSpPr>
                    <a:grpSpLocks/>
                  </p:cNvGrpSpPr>
                  <p:nvPr/>
                </p:nvGrpSpPr>
                <p:grpSpPr bwMode="auto">
                  <a:xfrm>
                    <a:off x="6398398" y="3400877"/>
                    <a:ext cx="559121" cy="92788"/>
                    <a:chOff x="6582044" y="2846082"/>
                    <a:chExt cx="559121" cy="92788"/>
                  </a:xfrm>
                </p:grpSpPr>
                <p:cxnSp>
                  <p:nvCxnSpPr>
                    <p:cNvPr id="1542" name="Straight Connector 1541"/>
                    <p:cNvCxnSpPr/>
                    <p:nvPr/>
                  </p:nvCxnSpPr>
                  <p:spPr>
                    <a:xfrm flipV="1">
                      <a:off x="7027434" y="2841687"/>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3" name="Straight Connector 1542"/>
                    <p:cNvCxnSpPr/>
                    <p:nvPr/>
                  </p:nvCxnSpPr>
                  <p:spPr>
                    <a:xfrm flipV="1">
                      <a:off x="6582713" y="2934112"/>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139" name="Group 1526"/>
                  <p:cNvGrpSpPr>
                    <a:grpSpLocks/>
                  </p:cNvGrpSpPr>
                  <p:nvPr/>
                </p:nvGrpSpPr>
                <p:grpSpPr bwMode="auto">
                  <a:xfrm>
                    <a:off x="6397918" y="3466741"/>
                    <a:ext cx="559121" cy="92788"/>
                    <a:chOff x="6582044" y="2846082"/>
                    <a:chExt cx="559121" cy="92788"/>
                  </a:xfrm>
                </p:grpSpPr>
                <p:cxnSp>
                  <p:nvCxnSpPr>
                    <p:cNvPr id="1540" name="Straight Connector 1539"/>
                    <p:cNvCxnSpPr/>
                    <p:nvPr/>
                  </p:nvCxnSpPr>
                  <p:spPr>
                    <a:xfrm flipV="1">
                      <a:off x="7027915" y="2841617"/>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1" name="Straight Connector 1540"/>
                    <p:cNvCxnSpPr/>
                    <p:nvPr/>
                  </p:nvCxnSpPr>
                  <p:spPr>
                    <a:xfrm flipV="1">
                      <a:off x="6583195" y="2938742"/>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140" name="Group 1527"/>
                  <p:cNvGrpSpPr>
                    <a:grpSpLocks/>
                  </p:cNvGrpSpPr>
                  <p:nvPr/>
                </p:nvGrpSpPr>
                <p:grpSpPr bwMode="auto">
                  <a:xfrm>
                    <a:off x="6397438" y="3532605"/>
                    <a:ext cx="559121" cy="92788"/>
                    <a:chOff x="6582044" y="2846082"/>
                    <a:chExt cx="559121" cy="92788"/>
                  </a:xfrm>
                </p:grpSpPr>
                <p:cxnSp>
                  <p:nvCxnSpPr>
                    <p:cNvPr id="1538" name="Straight Connector 1537"/>
                    <p:cNvCxnSpPr/>
                    <p:nvPr/>
                  </p:nvCxnSpPr>
                  <p:spPr>
                    <a:xfrm flipV="1">
                      <a:off x="7028395" y="2841547"/>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9" name="Straight Connector 1538"/>
                    <p:cNvCxnSpPr/>
                    <p:nvPr/>
                  </p:nvCxnSpPr>
                  <p:spPr>
                    <a:xfrm flipV="1">
                      <a:off x="6580688" y="2938672"/>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141" name="Group 1528"/>
                  <p:cNvGrpSpPr>
                    <a:grpSpLocks/>
                  </p:cNvGrpSpPr>
                  <p:nvPr/>
                </p:nvGrpSpPr>
                <p:grpSpPr bwMode="auto">
                  <a:xfrm>
                    <a:off x="6396958" y="3598469"/>
                    <a:ext cx="559121" cy="92788"/>
                    <a:chOff x="6582044" y="2846082"/>
                    <a:chExt cx="559121" cy="92788"/>
                  </a:xfrm>
                </p:grpSpPr>
                <p:cxnSp>
                  <p:nvCxnSpPr>
                    <p:cNvPr id="1536" name="Straight Connector 1535"/>
                    <p:cNvCxnSpPr/>
                    <p:nvPr/>
                  </p:nvCxnSpPr>
                  <p:spPr>
                    <a:xfrm flipV="1">
                      <a:off x="7028874" y="2841478"/>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7" name="Straight Connector 1536"/>
                    <p:cNvCxnSpPr/>
                    <p:nvPr/>
                  </p:nvCxnSpPr>
                  <p:spPr>
                    <a:xfrm flipV="1">
                      <a:off x="6581168" y="2938603"/>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142" name="Group 1529"/>
                  <p:cNvGrpSpPr>
                    <a:grpSpLocks/>
                  </p:cNvGrpSpPr>
                  <p:nvPr/>
                </p:nvGrpSpPr>
                <p:grpSpPr bwMode="auto">
                  <a:xfrm>
                    <a:off x="6396478" y="3664333"/>
                    <a:ext cx="559121" cy="92788"/>
                    <a:chOff x="6582044" y="2846082"/>
                    <a:chExt cx="559121" cy="92788"/>
                  </a:xfrm>
                </p:grpSpPr>
                <p:cxnSp>
                  <p:nvCxnSpPr>
                    <p:cNvPr id="1534" name="Straight Connector 1533"/>
                    <p:cNvCxnSpPr/>
                    <p:nvPr/>
                  </p:nvCxnSpPr>
                  <p:spPr>
                    <a:xfrm flipV="1">
                      <a:off x="7026372" y="2846107"/>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5" name="Straight Connector 1534"/>
                    <p:cNvCxnSpPr/>
                    <p:nvPr/>
                  </p:nvCxnSpPr>
                  <p:spPr>
                    <a:xfrm flipV="1">
                      <a:off x="6581649" y="2938533"/>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143" name="Group 1530"/>
                  <p:cNvGrpSpPr>
                    <a:grpSpLocks/>
                  </p:cNvGrpSpPr>
                  <p:nvPr/>
                </p:nvGrpSpPr>
                <p:grpSpPr bwMode="auto">
                  <a:xfrm>
                    <a:off x="6395998" y="3730197"/>
                    <a:ext cx="559121" cy="92788"/>
                    <a:chOff x="6582044" y="2846082"/>
                    <a:chExt cx="559121" cy="92788"/>
                  </a:xfrm>
                </p:grpSpPr>
                <p:cxnSp>
                  <p:nvCxnSpPr>
                    <p:cNvPr id="1532" name="Straight Connector 1531"/>
                    <p:cNvCxnSpPr/>
                    <p:nvPr/>
                  </p:nvCxnSpPr>
                  <p:spPr>
                    <a:xfrm flipV="1">
                      <a:off x="7026851" y="2846038"/>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3" name="Straight Connector 1532"/>
                    <p:cNvCxnSpPr/>
                    <p:nvPr/>
                  </p:nvCxnSpPr>
                  <p:spPr>
                    <a:xfrm flipV="1">
                      <a:off x="6582129" y="2938463"/>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8107" name="Group 1494"/>
                <p:cNvGrpSpPr>
                  <a:grpSpLocks/>
                </p:cNvGrpSpPr>
                <p:nvPr/>
              </p:nvGrpSpPr>
              <p:grpSpPr bwMode="auto">
                <a:xfrm>
                  <a:off x="6280049" y="2055335"/>
                  <a:ext cx="731610" cy="920732"/>
                  <a:chOff x="6280049" y="2055335"/>
                  <a:chExt cx="731610" cy="920732"/>
                </a:xfrm>
              </p:grpSpPr>
              <p:grpSp>
                <p:nvGrpSpPr>
                  <p:cNvPr id="208108" name="Group 1495"/>
                  <p:cNvGrpSpPr>
                    <a:grpSpLocks/>
                  </p:cNvGrpSpPr>
                  <p:nvPr/>
                </p:nvGrpSpPr>
                <p:grpSpPr bwMode="auto">
                  <a:xfrm>
                    <a:off x="6280049" y="2055335"/>
                    <a:ext cx="680752" cy="139401"/>
                    <a:chOff x="5414286" y="2921098"/>
                    <a:chExt cx="680752" cy="139401"/>
                  </a:xfrm>
                </p:grpSpPr>
                <p:sp>
                  <p:nvSpPr>
                    <p:cNvPr id="1510" name="Rectangle 188"/>
                    <p:cNvSpPr>
                      <a:spLocks noChangeArrowheads="1"/>
                    </p:cNvSpPr>
                    <p:nvPr/>
                  </p:nvSpPr>
                  <p:spPr bwMode="auto">
                    <a:xfrm>
                      <a:off x="5415297" y="2992064"/>
                      <a:ext cx="549972" cy="64228"/>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11" name="AutoShape 189"/>
                    <p:cNvSpPr>
                      <a:spLocks noChangeArrowheads="1"/>
                    </p:cNvSpPr>
                    <p:nvPr/>
                  </p:nvSpPr>
                  <p:spPr bwMode="auto">
                    <a:xfrm>
                      <a:off x="5415297" y="2916871"/>
                      <a:ext cx="675469"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12" name="Freeform 190"/>
                    <p:cNvSpPr>
                      <a:spLocks/>
                    </p:cNvSpPr>
                    <p:nvPr/>
                  </p:nvSpPr>
                  <p:spPr bwMode="auto">
                    <a:xfrm>
                      <a:off x="5968962" y="2918438"/>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13" name="Freeform 191"/>
                    <p:cNvSpPr>
                      <a:spLocks/>
                    </p:cNvSpPr>
                    <p:nvPr/>
                  </p:nvSpPr>
                  <p:spPr bwMode="auto">
                    <a:xfrm>
                      <a:off x="5500191" y="2932536"/>
                      <a:ext cx="524136" cy="4543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14" name="Freeform 192"/>
                    <p:cNvSpPr>
                      <a:spLocks/>
                    </p:cNvSpPr>
                    <p:nvPr/>
                  </p:nvSpPr>
                  <p:spPr bwMode="auto">
                    <a:xfrm>
                      <a:off x="5621999" y="2929403"/>
                      <a:ext cx="302670"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497" name="Straight Connector 1496"/>
                  <p:cNvCxnSpPr/>
                  <p:nvPr/>
                </p:nvCxnSpPr>
                <p:spPr>
                  <a:xfrm flipH="1">
                    <a:off x="6997134" y="2121602"/>
                    <a:ext cx="11072" cy="8474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8" name="Straight Connector 1497"/>
                  <p:cNvCxnSpPr/>
                  <p:nvPr/>
                </p:nvCxnSpPr>
                <p:spPr>
                  <a:xfrm>
                    <a:off x="6875327" y="2300187"/>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9" name="Straight Connector 1498"/>
                  <p:cNvCxnSpPr/>
                  <p:nvPr/>
                </p:nvCxnSpPr>
                <p:spPr>
                  <a:xfrm>
                    <a:off x="6871637" y="2364414"/>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0" name="Straight Connector 1499"/>
                  <p:cNvCxnSpPr/>
                  <p:nvPr/>
                </p:nvCxnSpPr>
                <p:spPr>
                  <a:xfrm>
                    <a:off x="6871637" y="2441175"/>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1" name="Straight Connector 1500"/>
                  <p:cNvCxnSpPr/>
                  <p:nvPr/>
                </p:nvCxnSpPr>
                <p:spPr>
                  <a:xfrm>
                    <a:off x="6867944" y="2505402"/>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2" name="Straight Connector 1501"/>
                  <p:cNvCxnSpPr/>
                  <p:nvPr/>
                </p:nvCxnSpPr>
                <p:spPr>
                  <a:xfrm>
                    <a:off x="6864254" y="2566497"/>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3" name="Straight Connector 1502"/>
                  <p:cNvCxnSpPr/>
                  <p:nvPr/>
                </p:nvCxnSpPr>
                <p:spPr>
                  <a:xfrm>
                    <a:off x="6864254" y="2633857"/>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4" name="Straight Connector 1503"/>
                  <p:cNvCxnSpPr/>
                  <p:nvPr/>
                </p:nvCxnSpPr>
                <p:spPr>
                  <a:xfrm>
                    <a:off x="6860562" y="2702785"/>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5" name="Straight Connector 1504"/>
                  <p:cNvCxnSpPr/>
                  <p:nvPr/>
                </p:nvCxnSpPr>
                <p:spPr>
                  <a:xfrm>
                    <a:off x="6867944" y="2771712"/>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6" name="Straight Connector 1505"/>
                  <p:cNvCxnSpPr/>
                  <p:nvPr/>
                </p:nvCxnSpPr>
                <p:spPr>
                  <a:xfrm>
                    <a:off x="6871637" y="2842207"/>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7" name="Straight Connector 1506"/>
                  <p:cNvCxnSpPr/>
                  <p:nvPr/>
                </p:nvCxnSpPr>
                <p:spPr>
                  <a:xfrm>
                    <a:off x="6871637" y="2911134"/>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8" name="Straight Connector 1507"/>
                  <p:cNvCxnSpPr/>
                  <p:nvPr/>
                </p:nvCxnSpPr>
                <p:spPr>
                  <a:xfrm>
                    <a:off x="6875327" y="2975361"/>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9" name="Straight Connector 1508"/>
                  <p:cNvCxnSpPr/>
                  <p:nvPr/>
                </p:nvCxnSpPr>
                <p:spPr>
                  <a:xfrm flipH="1">
                    <a:off x="6875327" y="2127868"/>
                    <a:ext cx="136572"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7929" name="Group 1316"/>
              <p:cNvGrpSpPr>
                <a:grpSpLocks/>
              </p:cNvGrpSpPr>
              <p:nvPr/>
            </p:nvGrpSpPr>
            <p:grpSpPr bwMode="auto">
              <a:xfrm>
                <a:off x="1301655" y="4876798"/>
                <a:ext cx="331695" cy="1030941"/>
                <a:chOff x="6240352" y="2055335"/>
                <a:chExt cx="771307" cy="1017716"/>
              </a:xfrm>
            </p:grpSpPr>
            <p:grpSp>
              <p:nvGrpSpPr>
                <p:cNvPr id="208048" name="Group 1435"/>
                <p:cNvGrpSpPr>
                  <a:grpSpLocks/>
                </p:cNvGrpSpPr>
                <p:nvPr/>
              </p:nvGrpSpPr>
              <p:grpSpPr bwMode="auto">
                <a:xfrm>
                  <a:off x="6240352" y="2235573"/>
                  <a:ext cx="697981" cy="837478"/>
                  <a:chOff x="6395998" y="3062424"/>
                  <a:chExt cx="564403" cy="837478"/>
                </a:xfrm>
              </p:grpSpPr>
              <p:sp>
                <p:nvSpPr>
                  <p:cNvPr id="1457" name="Rectangle 1456"/>
                  <p:cNvSpPr/>
                  <p:nvPr/>
                </p:nvSpPr>
                <p:spPr>
                  <a:xfrm>
                    <a:off x="6509953" y="3058113"/>
                    <a:ext cx="447707" cy="74566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458" name="Straight Connector 1457"/>
                  <p:cNvCxnSpPr/>
                  <p:nvPr/>
                </p:nvCxnSpPr>
                <p:spPr>
                  <a:xfrm flipV="1">
                    <a:off x="6847224" y="3058113"/>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59" name="Rectangle 1458"/>
                  <p:cNvSpPr/>
                  <p:nvPr/>
                </p:nvSpPr>
                <p:spPr>
                  <a:xfrm>
                    <a:off x="6477120" y="3067512"/>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460" name="Straight Connector 1459"/>
                  <p:cNvCxnSpPr/>
                  <p:nvPr/>
                </p:nvCxnSpPr>
                <p:spPr>
                  <a:xfrm flipV="1">
                    <a:off x="6396534" y="3058113"/>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61" name="Rectangle 1460"/>
                  <p:cNvSpPr/>
                  <p:nvPr/>
                </p:nvSpPr>
                <p:spPr>
                  <a:xfrm>
                    <a:off x="6817377" y="3701957"/>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62" name="Rectangle 1461"/>
                  <p:cNvSpPr/>
                  <p:nvPr/>
                </p:nvSpPr>
                <p:spPr>
                  <a:xfrm>
                    <a:off x="6405487" y="3153671"/>
                    <a:ext cx="444723" cy="74566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463" name="Straight Connector 1462"/>
                  <p:cNvCxnSpPr/>
                  <p:nvPr/>
                </p:nvCxnSpPr>
                <p:spPr>
                  <a:xfrm flipV="1">
                    <a:off x="6847224" y="3803782"/>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8076" name="Group 1463"/>
                  <p:cNvGrpSpPr>
                    <a:grpSpLocks/>
                  </p:cNvGrpSpPr>
                  <p:nvPr/>
                </p:nvGrpSpPr>
                <p:grpSpPr bwMode="auto">
                  <a:xfrm>
                    <a:off x="6400318" y="3137421"/>
                    <a:ext cx="559121" cy="92788"/>
                    <a:chOff x="6582044" y="2846082"/>
                    <a:chExt cx="559121" cy="92788"/>
                  </a:xfrm>
                </p:grpSpPr>
                <p:cxnSp>
                  <p:nvCxnSpPr>
                    <p:cNvPr id="1492" name="Straight Connector 1491"/>
                    <p:cNvCxnSpPr/>
                    <p:nvPr/>
                  </p:nvCxnSpPr>
                  <p:spPr>
                    <a:xfrm flipV="1">
                      <a:off x="7028949" y="2841967"/>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3" name="Straight Connector 1492"/>
                    <p:cNvCxnSpPr/>
                    <p:nvPr/>
                  </p:nvCxnSpPr>
                  <p:spPr>
                    <a:xfrm flipV="1">
                      <a:off x="6581243" y="2934392"/>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077" name="Group 1464"/>
                  <p:cNvGrpSpPr>
                    <a:grpSpLocks/>
                  </p:cNvGrpSpPr>
                  <p:nvPr/>
                </p:nvGrpSpPr>
                <p:grpSpPr bwMode="auto">
                  <a:xfrm>
                    <a:off x="6399838" y="3203285"/>
                    <a:ext cx="559121" cy="92788"/>
                    <a:chOff x="6582044" y="2846082"/>
                    <a:chExt cx="559121" cy="92788"/>
                  </a:xfrm>
                </p:grpSpPr>
                <p:cxnSp>
                  <p:nvCxnSpPr>
                    <p:cNvPr id="1490" name="Straight Connector 1489"/>
                    <p:cNvCxnSpPr/>
                    <p:nvPr/>
                  </p:nvCxnSpPr>
                  <p:spPr>
                    <a:xfrm flipV="1">
                      <a:off x="7029431" y="2841898"/>
                      <a:ext cx="119388"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1" name="Straight Connector 1490"/>
                    <p:cNvCxnSpPr/>
                    <p:nvPr/>
                  </p:nvCxnSpPr>
                  <p:spPr>
                    <a:xfrm flipV="1">
                      <a:off x="6581724" y="2934323"/>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078" name="Group 1465"/>
                  <p:cNvGrpSpPr>
                    <a:grpSpLocks/>
                  </p:cNvGrpSpPr>
                  <p:nvPr/>
                </p:nvGrpSpPr>
                <p:grpSpPr bwMode="auto">
                  <a:xfrm>
                    <a:off x="6399358" y="3269149"/>
                    <a:ext cx="559121" cy="92788"/>
                    <a:chOff x="6582044" y="2846082"/>
                    <a:chExt cx="559121" cy="92788"/>
                  </a:xfrm>
                </p:grpSpPr>
                <p:cxnSp>
                  <p:nvCxnSpPr>
                    <p:cNvPr id="1488" name="Straight Connector 1487"/>
                    <p:cNvCxnSpPr/>
                    <p:nvPr/>
                  </p:nvCxnSpPr>
                  <p:spPr>
                    <a:xfrm flipV="1">
                      <a:off x="7026926" y="2841828"/>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9" name="Straight Connector 1488"/>
                    <p:cNvCxnSpPr/>
                    <p:nvPr/>
                  </p:nvCxnSpPr>
                  <p:spPr>
                    <a:xfrm flipV="1">
                      <a:off x="6582204" y="2934253"/>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079" name="Group 1466"/>
                  <p:cNvGrpSpPr>
                    <a:grpSpLocks/>
                  </p:cNvGrpSpPr>
                  <p:nvPr/>
                </p:nvGrpSpPr>
                <p:grpSpPr bwMode="auto">
                  <a:xfrm>
                    <a:off x="6398878" y="3335013"/>
                    <a:ext cx="559121" cy="92788"/>
                    <a:chOff x="6582044" y="2846082"/>
                    <a:chExt cx="559121" cy="92788"/>
                  </a:xfrm>
                </p:grpSpPr>
                <p:cxnSp>
                  <p:nvCxnSpPr>
                    <p:cNvPr id="1486" name="Straight Connector 1485"/>
                    <p:cNvCxnSpPr/>
                    <p:nvPr/>
                  </p:nvCxnSpPr>
                  <p:spPr>
                    <a:xfrm flipV="1">
                      <a:off x="7027406" y="2841758"/>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7" name="Straight Connector 1486"/>
                    <p:cNvCxnSpPr/>
                    <p:nvPr/>
                  </p:nvCxnSpPr>
                  <p:spPr>
                    <a:xfrm flipV="1">
                      <a:off x="6582683" y="2934183"/>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080" name="Group 1467"/>
                  <p:cNvGrpSpPr>
                    <a:grpSpLocks/>
                  </p:cNvGrpSpPr>
                  <p:nvPr/>
                </p:nvGrpSpPr>
                <p:grpSpPr bwMode="auto">
                  <a:xfrm>
                    <a:off x="6398398" y="3400877"/>
                    <a:ext cx="559121" cy="92788"/>
                    <a:chOff x="6582044" y="2846082"/>
                    <a:chExt cx="559121" cy="92788"/>
                  </a:xfrm>
                </p:grpSpPr>
                <p:cxnSp>
                  <p:nvCxnSpPr>
                    <p:cNvPr id="1484" name="Straight Connector 1483"/>
                    <p:cNvCxnSpPr/>
                    <p:nvPr/>
                  </p:nvCxnSpPr>
                  <p:spPr>
                    <a:xfrm flipV="1">
                      <a:off x="7027885" y="2841689"/>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5" name="Straight Connector 1484"/>
                    <p:cNvCxnSpPr/>
                    <p:nvPr/>
                  </p:nvCxnSpPr>
                  <p:spPr>
                    <a:xfrm flipV="1">
                      <a:off x="6583163" y="2934114"/>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081" name="Group 1468"/>
                  <p:cNvGrpSpPr>
                    <a:grpSpLocks/>
                  </p:cNvGrpSpPr>
                  <p:nvPr/>
                </p:nvGrpSpPr>
                <p:grpSpPr bwMode="auto">
                  <a:xfrm>
                    <a:off x="6397918" y="3466741"/>
                    <a:ext cx="559121" cy="92788"/>
                    <a:chOff x="6582044" y="2846082"/>
                    <a:chExt cx="559121" cy="92788"/>
                  </a:xfrm>
                </p:grpSpPr>
                <p:cxnSp>
                  <p:nvCxnSpPr>
                    <p:cNvPr id="1482" name="Straight Connector 1481"/>
                    <p:cNvCxnSpPr/>
                    <p:nvPr/>
                  </p:nvCxnSpPr>
                  <p:spPr>
                    <a:xfrm flipV="1">
                      <a:off x="7028367" y="2841619"/>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3" name="Straight Connector 1482"/>
                    <p:cNvCxnSpPr/>
                    <p:nvPr/>
                  </p:nvCxnSpPr>
                  <p:spPr>
                    <a:xfrm flipV="1">
                      <a:off x="6589613" y="2938744"/>
                      <a:ext cx="44472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082" name="Group 1469"/>
                  <p:cNvGrpSpPr>
                    <a:grpSpLocks/>
                  </p:cNvGrpSpPr>
                  <p:nvPr/>
                </p:nvGrpSpPr>
                <p:grpSpPr bwMode="auto">
                  <a:xfrm>
                    <a:off x="6397438" y="3532605"/>
                    <a:ext cx="559121" cy="92788"/>
                    <a:chOff x="6582044" y="2846082"/>
                    <a:chExt cx="559121" cy="92788"/>
                  </a:xfrm>
                </p:grpSpPr>
                <p:cxnSp>
                  <p:nvCxnSpPr>
                    <p:cNvPr id="1480" name="Straight Connector 1479"/>
                    <p:cNvCxnSpPr/>
                    <p:nvPr/>
                  </p:nvCxnSpPr>
                  <p:spPr>
                    <a:xfrm flipV="1">
                      <a:off x="7028846" y="2841549"/>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1" name="Straight Connector 1480"/>
                    <p:cNvCxnSpPr/>
                    <p:nvPr/>
                  </p:nvCxnSpPr>
                  <p:spPr>
                    <a:xfrm flipV="1">
                      <a:off x="6581140" y="2938674"/>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083" name="Group 1470"/>
                  <p:cNvGrpSpPr>
                    <a:grpSpLocks/>
                  </p:cNvGrpSpPr>
                  <p:nvPr/>
                </p:nvGrpSpPr>
                <p:grpSpPr bwMode="auto">
                  <a:xfrm>
                    <a:off x="6396958" y="3598469"/>
                    <a:ext cx="559121" cy="92788"/>
                    <a:chOff x="6582044" y="2846082"/>
                    <a:chExt cx="559121" cy="92788"/>
                  </a:xfrm>
                </p:grpSpPr>
                <p:cxnSp>
                  <p:nvCxnSpPr>
                    <p:cNvPr id="1478" name="Straight Connector 1477"/>
                    <p:cNvCxnSpPr/>
                    <p:nvPr/>
                  </p:nvCxnSpPr>
                  <p:spPr>
                    <a:xfrm flipV="1">
                      <a:off x="7029325" y="2841480"/>
                      <a:ext cx="119388"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9" name="Straight Connector 1478"/>
                    <p:cNvCxnSpPr/>
                    <p:nvPr/>
                  </p:nvCxnSpPr>
                  <p:spPr>
                    <a:xfrm flipV="1">
                      <a:off x="6581619" y="2938605"/>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084" name="Group 1471"/>
                  <p:cNvGrpSpPr>
                    <a:grpSpLocks/>
                  </p:cNvGrpSpPr>
                  <p:nvPr/>
                </p:nvGrpSpPr>
                <p:grpSpPr bwMode="auto">
                  <a:xfrm>
                    <a:off x="6396478" y="3664333"/>
                    <a:ext cx="559121" cy="92788"/>
                    <a:chOff x="6582044" y="2846082"/>
                    <a:chExt cx="559121" cy="92788"/>
                  </a:xfrm>
                </p:grpSpPr>
                <p:cxnSp>
                  <p:nvCxnSpPr>
                    <p:cNvPr id="1476" name="Straight Connector 1475"/>
                    <p:cNvCxnSpPr/>
                    <p:nvPr/>
                  </p:nvCxnSpPr>
                  <p:spPr>
                    <a:xfrm flipV="1">
                      <a:off x="7026821" y="2846109"/>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7" name="Straight Connector 1476"/>
                    <p:cNvCxnSpPr/>
                    <p:nvPr/>
                  </p:nvCxnSpPr>
                  <p:spPr>
                    <a:xfrm flipV="1">
                      <a:off x="6582100" y="2938534"/>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085" name="Group 1472"/>
                  <p:cNvGrpSpPr>
                    <a:grpSpLocks/>
                  </p:cNvGrpSpPr>
                  <p:nvPr/>
                </p:nvGrpSpPr>
                <p:grpSpPr bwMode="auto">
                  <a:xfrm>
                    <a:off x="6395998" y="3730197"/>
                    <a:ext cx="559121" cy="92788"/>
                    <a:chOff x="6582044" y="2846082"/>
                    <a:chExt cx="559121" cy="92788"/>
                  </a:xfrm>
                </p:grpSpPr>
                <p:cxnSp>
                  <p:nvCxnSpPr>
                    <p:cNvPr id="1474" name="Straight Connector 1473"/>
                    <p:cNvCxnSpPr/>
                    <p:nvPr/>
                  </p:nvCxnSpPr>
                  <p:spPr>
                    <a:xfrm flipV="1">
                      <a:off x="7027300" y="2846040"/>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5" name="Straight Connector 1474"/>
                    <p:cNvCxnSpPr/>
                    <p:nvPr/>
                  </p:nvCxnSpPr>
                  <p:spPr>
                    <a:xfrm flipV="1">
                      <a:off x="6582580" y="2938465"/>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8049" name="Group 1436"/>
                <p:cNvGrpSpPr>
                  <a:grpSpLocks/>
                </p:cNvGrpSpPr>
                <p:nvPr/>
              </p:nvGrpSpPr>
              <p:grpSpPr bwMode="auto">
                <a:xfrm>
                  <a:off x="6280049" y="2055335"/>
                  <a:ext cx="731610" cy="920732"/>
                  <a:chOff x="6280049" y="2055335"/>
                  <a:chExt cx="731610" cy="920732"/>
                </a:xfrm>
              </p:grpSpPr>
              <p:grpSp>
                <p:nvGrpSpPr>
                  <p:cNvPr id="208050" name="Group 1437"/>
                  <p:cNvGrpSpPr>
                    <a:grpSpLocks/>
                  </p:cNvGrpSpPr>
                  <p:nvPr/>
                </p:nvGrpSpPr>
                <p:grpSpPr bwMode="auto">
                  <a:xfrm>
                    <a:off x="6280049" y="2055335"/>
                    <a:ext cx="680752" cy="139401"/>
                    <a:chOff x="5414286" y="2921098"/>
                    <a:chExt cx="680752" cy="139401"/>
                  </a:xfrm>
                </p:grpSpPr>
                <p:sp>
                  <p:nvSpPr>
                    <p:cNvPr id="1452" name="Rectangle 188"/>
                    <p:cNvSpPr>
                      <a:spLocks noChangeArrowheads="1"/>
                    </p:cNvSpPr>
                    <p:nvPr/>
                  </p:nvSpPr>
                  <p:spPr bwMode="auto">
                    <a:xfrm>
                      <a:off x="5415853" y="2992066"/>
                      <a:ext cx="549974" cy="64228"/>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53" name="AutoShape 189"/>
                    <p:cNvSpPr>
                      <a:spLocks noChangeArrowheads="1"/>
                    </p:cNvSpPr>
                    <p:nvPr/>
                  </p:nvSpPr>
                  <p:spPr bwMode="auto">
                    <a:xfrm>
                      <a:off x="5415853" y="2916873"/>
                      <a:ext cx="675472"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54" name="Freeform 190"/>
                    <p:cNvSpPr>
                      <a:spLocks/>
                    </p:cNvSpPr>
                    <p:nvPr/>
                  </p:nvSpPr>
                  <p:spPr bwMode="auto">
                    <a:xfrm>
                      <a:off x="5969517" y="2918440"/>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55" name="Freeform 191"/>
                    <p:cNvSpPr>
                      <a:spLocks/>
                    </p:cNvSpPr>
                    <p:nvPr/>
                  </p:nvSpPr>
                  <p:spPr bwMode="auto">
                    <a:xfrm>
                      <a:off x="5500749" y="2932538"/>
                      <a:ext cx="524136" cy="4543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56" name="Freeform 192"/>
                    <p:cNvSpPr>
                      <a:spLocks/>
                    </p:cNvSpPr>
                    <p:nvPr/>
                  </p:nvSpPr>
                  <p:spPr bwMode="auto">
                    <a:xfrm>
                      <a:off x="5622554" y="2929405"/>
                      <a:ext cx="302670"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439" name="Straight Connector 1438"/>
                  <p:cNvCxnSpPr/>
                  <p:nvPr/>
                </p:nvCxnSpPr>
                <p:spPr>
                  <a:xfrm flipH="1">
                    <a:off x="6997690" y="2121604"/>
                    <a:ext cx="11074" cy="8474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0" name="Straight Connector 1439"/>
                  <p:cNvCxnSpPr/>
                  <p:nvPr/>
                </p:nvCxnSpPr>
                <p:spPr>
                  <a:xfrm>
                    <a:off x="6875885" y="2300189"/>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1" name="Straight Connector 1440"/>
                  <p:cNvCxnSpPr/>
                  <p:nvPr/>
                </p:nvCxnSpPr>
                <p:spPr>
                  <a:xfrm>
                    <a:off x="6872192" y="2364416"/>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2" name="Straight Connector 1441"/>
                  <p:cNvCxnSpPr/>
                  <p:nvPr/>
                </p:nvCxnSpPr>
                <p:spPr>
                  <a:xfrm>
                    <a:off x="6872192" y="2441177"/>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3" name="Straight Connector 1442"/>
                  <p:cNvCxnSpPr/>
                  <p:nvPr/>
                </p:nvCxnSpPr>
                <p:spPr>
                  <a:xfrm>
                    <a:off x="6868502" y="2505404"/>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4" name="Straight Connector 1443"/>
                  <p:cNvCxnSpPr/>
                  <p:nvPr/>
                </p:nvCxnSpPr>
                <p:spPr>
                  <a:xfrm>
                    <a:off x="6864810" y="2566499"/>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5" name="Straight Connector 1444"/>
                  <p:cNvCxnSpPr/>
                  <p:nvPr/>
                </p:nvCxnSpPr>
                <p:spPr>
                  <a:xfrm>
                    <a:off x="6864810" y="2633859"/>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6" name="Straight Connector 1445"/>
                  <p:cNvCxnSpPr/>
                  <p:nvPr/>
                </p:nvCxnSpPr>
                <p:spPr>
                  <a:xfrm>
                    <a:off x="6861120" y="2702787"/>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7" name="Straight Connector 1446"/>
                  <p:cNvCxnSpPr/>
                  <p:nvPr/>
                </p:nvCxnSpPr>
                <p:spPr>
                  <a:xfrm>
                    <a:off x="6868502" y="2771714"/>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8" name="Straight Connector 1447"/>
                  <p:cNvCxnSpPr/>
                  <p:nvPr/>
                </p:nvCxnSpPr>
                <p:spPr>
                  <a:xfrm>
                    <a:off x="6872192" y="2842209"/>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9" name="Straight Connector 1448"/>
                  <p:cNvCxnSpPr/>
                  <p:nvPr/>
                </p:nvCxnSpPr>
                <p:spPr>
                  <a:xfrm>
                    <a:off x="6872192" y="2911136"/>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0" name="Straight Connector 1449"/>
                  <p:cNvCxnSpPr/>
                  <p:nvPr/>
                </p:nvCxnSpPr>
                <p:spPr>
                  <a:xfrm>
                    <a:off x="6875885" y="2975363"/>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1" name="Straight Connector 1450"/>
                  <p:cNvCxnSpPr/>
                  <p:nvPr/>
                </p:nvCxnSpPr>
                <p:spPr>
                  <a:xfrm flipH="1">
                    <a:off x="6875885" y="2127870"/>
                    <a:ext cx="13657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7930" name="Group 1317"/>
              <p:cNvGrpSpPr>
                <a:grpSpLocks/>
              </p:cNvGrpSpPr>
              <p:nvPr/>
            </p:nvGrpSpPr>
            <p:grpSpPr bwMode="auto">
              <a:xfrm>
                <a:off x="1678171" y="4876798"/>
                <a:ext cx="331695" cy="1030941"/>
                <a:chOff x="6240352" y="2055335"/>
                <a:chExt cx="771307" cy="1017716"/>
              </a:xfrm>
            </p:grpSpPr>
            <p:grpSp>
              <p:nvGrpSpPr>
                <p:cNvPr id="207990" name="Group 1377"/>
                <p:cNvGrpSpPr>
                  <a:grpSpLocks/>
                </p:cNvGrpSpPr>
                <p:nvPr/>
              </p:nvGrpSpPr>
              <p:grpSpPr bwMode="auto">
                <a:xfrm>
                  <a:off x="6240352" y="2235573"/>
                  <a:ext cx="697981" cy="837478"/>
                  <a:chOff x="6395998" y="3062424"/>
                  <a:chExt cx="564403" cy="837478"/>
                </a:xfrm>
              </p:grpSpPr>
              <p:sp>
                <p:nvSpPr>
                  <p:cNvPr id="1399" name="Rectangle 1398"/>
                  <p:cNvSpPr/>
                  <p:nvPr/>
                </p:nvSpPr>
                <p:spPr>
                  <a:xfrm>
                    <a:off x="6509353" y="3058113"/>
                    <a:ext cx="447707" cy="74566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400" name="Straight Connector 1399"/>
                  <p:cNvCxnSpPr/>
                  <p:nvPr/>
                </p:nvCxnSpPr>
                <p:spPr>
                  <a:xfrm flipV="1">
                    <a:off x="6846627" y="3058113"/>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01" name="Rectangle 1400"/>
                  <p:cNvSpPr/>
                  <p:nvPr/>
                </p:nvSpPr>
                <p:spPr>
                  <a:xfrm>
                    <a:off x="6476522" y="3067512"/>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402" name="Straight Connector 1401"/>
                  <p:cNvCxnSpPr/>
                  <p:nvPr/>
                </p:nvCxnSpPr>
                <p:spPr>
                  <a:xfrm flipV="1">
                    <a:off x="6395934" y="3058113"/>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03" name="Rectangle 1402"/>
                  <p:cNvSpPr/>
                  <p:nvPr/>
                </p:nvSpPr>
                <p:spPr>
                  <a:xfrm>
                    <a:off x="6816779" y="3701957"/>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04" name="Rectangle 1403"/>
                  <p:cNvSpPr/>
                  <p:nvPr/>
                </p:nvSpPr>
                <p:spPr>
                  <a:xfrm>
                    <a:off x="6404889" y="3153671"/>
                    <a:ext cx="444721" cy="74566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405" name="Straight Connector 1404"/>
                  <p:cNvCxnSpPr/>
                  <p:nvPr/>
                </p:nvCxnSpPr>
                <p:spPr>
                  <a:xfrm flipV="1">
                    <a:off x="6846627" y="3803782"/>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8018" name="Group 1405"/>
                  <p:cNvGrpSpPr>
                    <a:grpSpLocks/>
                  </p:cNvGrpSpPr>
                  <p:nvPr/>
                </p:nvGrpSpPr>
                <p:grpSpPr bwMode="auto">
                  <a:xfrm>
                    <a:off x="6400318" y="3137421"/>
                    <a:ext cx="559121" cy="92788"/>
                    <a:chOff x="6582044" y="2846082"/>
                    <a:chExt cx="559121" cy="92788"/>
                  </a:xfrm>
                </p:grpSpPr>
                <p:cxnSp>
                  <p:nvCxnSpPr>
                    <p:cNvPr id="1434" name="Straight Connector 1433"/>
                    <p:cNvCxnSpPr/>
                    <p:nvPr/>
                  </p:nvCxnSpPr>
                  <p:spPr>
                    <a:xfrm flipV="1">
                      <a:off x="7028351" y="2841967"/>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5" name="Straight Connector 1434"/>
                    <p:cNvCxnSpPr/>
                    <p:nvPr/>
                  </p:nvCxnSpPr>
                  <p:spPr>
                    <a:xfrm flipV="1">
                      <a:off x="6580645" y="2934392"/>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019" name="Group 1406"/>
                  <p:cNvGrpSpPr>
                    <a:grpSpLocks/>
                  </p:cNvGrpSpPr>
                  <p:nvPr/>
                </p:nvGrpSpPr>
                <p:grpSpPr bwMode="auto">
                  <a:xfrm>
                    <a:off x="6399838" y="3203285"/>
                    <a:ext cx="559121" cy="92788"/>
                    <a:chOff x="6582044" y="2846082"/>
                    <a:chExt cx="559121" cy="92788"/>
                  </a:xfrm>
                </p:grpSpPr>
                <p:cxnSp>
                  <p:nvCxnSpPr>
                    <p:cNvPr id="1432" name="Straight Connector 1431"/>
                    <p:cNvCxnSpPr/>
                    <p:nvPr/>
                  </p:nvCxnSpPr>
                  <p:spPr>
                    <a:xfrm flipV="1">
                      <a:off x="7028833" y="2841898"/>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3" name="Straight Connector 1432"/>
                    <p:cNvCxnSpPr/>
                    <p:nvPr/>
                  </p:nvCxnSpPr>
                  <p:spPr>
                    <a:xfrm flipV="1">
                      <a:off x="6581126" y="2934323"/>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020" name="Group 1407"/>
                  <p:cNvGrpSpPr>
                    <a:grpSpLocks/>
                  </p:cNvGrpSpPr>
                  <p:nvPr/>
                </p:nvGrpSpPr>
                <p:grpSpPr bwMode="auto">
                  <a:xfrm>
                    <a:off x="6399358" y="3269149"/>
                    <a:ext cx="559121" cy="92788"/>
                    <a:chOff x="6582044" y="2846082"/>
                    <a:chExt cx="559121" cy="92788"/>
                  </a:xfrm>
                </p:grpSpPr>
                <p:cxnSp>
                  <p:nvCxnSpPr>
                    <p:cNvPr id="1430" name="Straight Connector 1429"/>
                    <p:cNvCxnSpPr/>
                    <p:nvPr/>
                  </p:nvCxnSpPr>
                  <p:spPr>
                    <a:xfrm flipV="1">
                      <a:off x="7026327" y="2841828"/>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1" name="Straight Connector 1430"/>
                    <p:cNvCxnSpPr/>
                    <p:nvPr/>
                  </p:nvCxnSpPr>
                  <p:spPr>
                    <a:xfrm flipV="1">
                      <a:off x="6581606" y="2934253"/>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021" name="Group 1408"/>
                  <p:cNvGrpSpPr>
                    <a:grpSpLocks/>
                  </p:cNvGrpSpPr>
                  <p:nvPr/>
                </p:nvGrpSpPr>
                <p:grpSpPr bwMode="auto">
                  <a:xfrm>
                    <a:off x="6398878" y="3335013"/>
                    <a:ext cx="559121" cy="92788"/>
                    <a:chOff x="6582044" y="2846082"/>
                    <a:chExt cx="559121" cy="92788"/>
                  </a:xfrm>
                </p:grpSpPr>
                <p:cxnSp>
                  <p:nvCxnSpPr>
                    <p:cNvPr id="1428" name="Straight Connector 1427"/>
                    <p:cNvCxnSpPr/>
                    <p:nvPr/>
                  </p:nvCxnSpPr>
                  <p:spPr>
                    <a:xfrm flipV="1">
                      <a:off x="7026806" y="2841758"/>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9" name="Straight Connector 1428"/>
                    <p:cNvCxnSpPr/>
                    <p:nvPr/>
                  </p:nvCxnSpPr>
                  <p:spPr>
                    <a:xfrm flipV="1">
                      <a:off x="6582085" y="2934183"/>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022" name="Group 1409"/>
                  <p:cNvGrpSpPr>
                    <a:grpSpLocks/>
                  </p:cNvGrpSpPr>
                  <p:nvPr/>
                </p:nvGrpSpPr>
                <p:grpSpPr bwMode="auto">
                  <a:xfrm>
                    <a:off x="6398398" y="3400877"/>
                    <a:ext cx="559121" cy="92788"/>
                    <a:chOff x="6582044" y="2846082"/>
                    <a:chExt cx="559121" cy="92788"/>
                  </a:xfrm>
                </p:grpSpPr>
                <p:cxnSp>
                  <p:nvCxnSpPr>
                    <p:cNvPr id="1426" name="Straight Connector 1425"/>
                    <p:cNvCxnSpPr/>
                    <p:nvPr/>
                  </p:nvCxnSpPr>
                  <p:spPr>
                    <a:xfrm flipV="1">
                      <a:off x="7027285" y="2841689"/>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7" name="Straight Connector 1426"/>
                    <p:cNvCxnSpPr/>
                    <p:nvPr/>
                  </p:nvCxnSpPr>
                  <p:spPr>
                    <a:xfrm flipV="1">
                      <a:off x="6582565" y="2934114"/>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023" name="Group 1410"/>
                  <p:cNvGrpSpPr>
                    <a:grpSpLocks/>
                  </p:cNvGrpSpPr>
                  <p:nvPr/>
                </p:nvGrpSpPr>
                <p:grpSpPr bwMode="auto">
                  <a:xfrm>
                    <a:off x="6397918" y="3466741"/>
                    <a:ext cx="559121" cy="92788"/>
                    <a:chOff x="6582044" y="2846082"/>
                    <a:chExt cx="559121" cy="92788"/>
                  </a:xfrm>
                </p:grpSpPr>
                <p:cxnSp>
                  <p:nvCxnSpPr>
                    <p:cNvPr id="1424" name="Straight Connector 1423"/>
                    <p:cNvCxnSpPr/>
                    <p:nvPr/>
                  </p:nvCxnSpPr>
                  <p:spPr>
                    <a:xfrm flipV="1">
                      <a:off x="7027767" y="2841619"/>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5" name="Straight Connector 1424"/>
                    <p:cNvCxnSpPr/>
                    <p:nvPr/>
                  </p:nvCxnSpPr>
                  <p:spPr>
                    <a:xfrm flipV="1">
                      <a:off x="6583046" y="2938744"/>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024" name="Group 1411"/>
                  <p:cNvGrpSpPr>
                    <a:grpSpLocks/>
                  </p:cNvGrpSpPr>
                  <p:nvPr/>
                </p:nvGrpSpPr>
                <p:grpSpPr bwMode="auto">
                  <a:xfrm>
                    <a:off x="6397438" y="3532605"/>
                    <a:ext cx="559121" cy="92788"/>
                    <a:chOff x="6582044" y="2846082"/>
                    <a:chExt cx="559121" cy="92788"/>
                  </a:xfrm>
                </p:grpSpPr>
                <p:cxnSp>
                  <p:nvCxnSpPr>
                    <p:cNvPr id="1422" name="Straight Connector 1421"/>
                    <p:cNvCxnSpPr/>
                    <p:nvPr/>
                  </p:nvCxnSpPr>
                  <p:spPr>
                    <a:xfrm flipV="1">
                      <a:off x="7028246" y="2841549"/>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3" name="Straight Connector 1422"/>
                    <p:cNvCxnSpPr/>
                    <p:nvPr/>
                  </p:nvCxnSpPr>
                  <p:spPr>
                    <a:xfrm flipV="1">
                      <a:off x="6574570" y="2938674"/>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025" name="Group 1412"/>
                  <p:cNvGrpSpPr>
                    <a:grpSpLocks/>
                  </p:cNvGrpSpPr>
                  <p:nvPr/>
                </p:nvGrpSpPr>
                <p:grpSpPr bwMode="auto">
                  <a:xfrm>
                    <a:off x="6396958" y="3598469"/>
                    <a:ext cx="559121" cy="92788"/>
                    <a:chOff x="6582044" y="2846082"/>
                    <a:chExt cx="559121" cy="92788"/>
                  </a:xfrm>
                </p:grpSpPr>
                <p:cxnSp>
                  <p:nvCxnSpPr>
                    <p:cNvPr id="1420" name="Straight Connector 1419"/>
                    <p:cNvCxnSpPr/>
                    <p:nvPr/>
                  </p:nvCxnSpPr>
                  <p:spPr>
                    <a:xfrm flipV="1">
                      <a:off x="7028726" y="2841480"/>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1" name="Straight Connector 1420"/>
                    <p:cNvCxnSpPr/>
                    <p:nvPr/>
                  </p:nvCxnSpPr>
                  <p:spPr>
                    <a:xfrm flipV="1">
                      <a:off x="6581019" y="2938605"/>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026" name="Group 1413"/>
                  <p:cNvGrpSpPr>
                    <a:grpSpLocks/>
                  </p:cNvGrpSpPr>
                  <p:nvPr/>
                </p:nvGrpSpPr>
                <p:grpSpPr bwMode="auto">
                  <a:xfrm>
                    <a:off x="6396478" y="3664333"/>
                    <a:ext cx="559121" cy="92788"/>
                    <a:chOff x="6582044" y="2846082"/>
                    <a:chExt cx="559121" cy="92788"/>
                  </a:xfrm>
                </p:grpSpPr>
                <p:cxnSp>
                  <p:nvCxnSpPr>
                    <p:cNvPr id="1418" name="Straight Connector 1417"/>
                    <p:cNvCxnSpPr/>
                    <p:nvPr/>
                  </p:nvCxnSpPr>
                  <p:spPr>
                    <a:xfrm flipV="1">
                      <a:off x="7026223" y="2846109"/>
                      <a:ext cx="107450"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9" name="Straight Connector 1418"/>
                    <p:cNvCxnSpPr/>
                    <p:nvPr/>
                  </p:nvCxnSpPr>
                  <p:spPr>
                    <a:xfrm flipV="1">
                      <a:off x="6581501" y="2938534"/>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8027" name="Group 1414"/>
                  <p:cNvGrpSpPr>
                    <a:grpSpLocks/>
                  </p:cNvGrpSpPr>
                  <p:nvPr/>
                </p:nvGrpSpPr>
                <p:grpSpPr bwMode="auto">
                  <a:xfrm>
                    <a:off x="6395998" y="3730197"/>
                    <a:ext cx="559121" cy="92788"/>
                    <a:chOff x="6582044" y="2846082"/>
                    <a:chExt cx="559121" cy="92788"/>
                  </a:xfrm>
                </p:grpSpPr>
                <p:cxnSp>
                  <p:nvCxnSpPr>
                    <p:cNvPr id="1416" name="Straight Connector 1415"/>
                    <p:cNvCxnSpPr/>
                    <p:nvPr/>
                  </p:nvCxnSpPr>
                  <p:spPr>
                    <a:xfrm flipV="1">
                      <a:off x="7026703" y="2846040"/>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7" name="Straight Connector 1416"/>
                    <p:cNvCxnSpPr/>
                    <p:nvPr/>
                  </p:nvCxnSpPr>
                  <p:spPr>
                    <a:xfrm flipV="1">
                      <a:off x="6581980" y="2938465"/>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7991" name="Group 1378"/>
                <p:cNvGrpSpPr>
                  <a:grpSpLocks/>
                </p:cNvGrpSpPr>
                <p:nvPr/>
              </p:nvGrpSpPr>
              <p:grpSpPr bwMode="auto">
                <a:xfrm>
                  <a:off x="6280049" y="2055335"/>
                  <a:ext cx="731610" cy="920732"/>
                  <a:chOff x="6280049" y="2055335"/>
                  <a:chExt cx="731610" cy="920732"/>
                </a:xfrm>
              </p:grpSpPr>
              <p:grpSp>
                <p:nvGrpSpPr>
                  <p:cNvPr id="207992" name="Group 1379"/>
                  <p:cNvGrpSpPr>
                    <a:grpSpLocks/>
                  </p:cNvGrpSpPr>
                  <p:nvPr/>
                </p:nvGrpSpPr>
                <p:grpSpPr bwMode="auto">
                  <a:xfrm>
                    <a:off x="6280049" y="2055335"/>
                    <a:ext cx="680752" cy="139401"/>
                    <a:chOff x="5414286" y="2921098"/>
                    <a:chExt cx="680752" cy="139401"/>
                  </a:xfrm>
                </p:grpSpPr>
                <p:sp>
                  <p:nvSpPr>
                    <p:cNvPr id="1394" name="Rectangle 188"/>
                    <p:cNvSpPr>
                      <a:spLocks noChangeArrowheads="1"/>
                    </p:cNvSpPr>
                    <p:nvPr/>
                  </p:nvSpPr>
                  <p:spPr bwMode="auto">
                    <a:xfrm>
                      <a:off x="5415114" y="2992066"/>
                      <a:ext cx="549972" cy="64228"/>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95" name="AutoShape 189"/>
                    <p:cNvSpPr>
                      <a:spLocks noChangeArrowheads="1"/>
                    </p:cNvSpPr>
                    <p:nvPr/>
                  </p:nvSpPr>
                  <p:spPr bwMode="auto">
                    <a:xfrm>
                      <a:off x="5415114" y="2916873"/>
                      <a:ext cx="675469"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96" name="Freeform 190"/>
                    <p:cNvSpPr>
                      <a:spLocks/>
                    </p:cNvSpPr>
                    <p:nvPr/>
                  </p:nvSpPr>
                  <p:spPr bwMode="auto">
                    <a:xfrm>
                      <a:off x="5968778" y="2918440"/>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97" name="Freeform 191"/>
                    <p:cNvSpPr>
                      <a:spLocks/>
                    </p:cNvSpPr>
                    <p:nvPr/>
                  </p:nvSpPr>
                  <p:spPr bwMode="auto">
                    <a:xfrm>
                      <a:off x="5500008" y="2932538"/>
                      <a:ext cx="524136" cy="4543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98" name="Freeform 192"/>
                    <p:cNvSpPr>
                      <a:spLocks/>
                    </p:cNvSpPr>
                    <p:nvPr/>
                  </p:nvSpPr>
                  <p:spPr bwMode="auto">
                    <a:xfrm>
                      <a:off x="5621815" y="2929405"/>
                      <a:ext cx="302670"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381" name="Straight Connector 1380"/>
                  <p:cNvCxnSpPr/>
                  <p:nvPr/>
                </p:nvCxnSpPr>
                <p:spPr>
                  <a:xfrm flipH="1">
                    <a:off x="6996950" y="2121604"/>
                    <a:ext cx="11072" cy="8474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2" name="Straight Connector 1381"/>
                  <p:cNvCxnSpPr/>
                  <p:nvPr/>
                </p:nvCxnSpPr>
                <p:spPr>
                  <a:xfrm>
                    <a:off x="6875143" y="2300189"/>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3" name="Straight Connector 1382"/>
                  <p:cNvCxnSpPr/>
                  <p:nvPr/>
                </p:nvCxnSpPr>
                <p:spPr>
                  <a:xfrm>
                    <a:off x="6871453" y="2364416"/>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4" name="Straight Connector 1383"/>
                  <p:cNvCxnSpPr/>
                  <p:nvPr/>
                </p:nvCxnSpPr>
                <p:spPr>
                  <a:xfrm>
                    <a:off x="6871453" y="2441177"/>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5" name="Straight Connector 1384"/>
                  <p:cNvCxnSpPr/>
                  <p:nvPr/>
                </p:nvCxnSpPr>
                <p:spPr>
                  <a:xfrm>
                    <a:off x="6867761" y="2505404"/>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6" name="Straight Connector 1385"/>
                  <p:cNvCxnSpPr/>
                  <p:nvPr/>
                </p:nvCxnSpPr>
                <p:spPr>
                  <a:xfrm>
                    <a:off x="6864071" y="2566499"/>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7" name="Straight Connector 1386"/>
                  <p:cNvCxnSpPr/>
                  <p:nvPr/>
                </p:nvCxnSpPr>
                <p:spPr>
                  <a:xfrm>
                    <a:off x="6864071" y="2633859"/>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8" name="Straight Connector 1387"/>
                  <p:cNvCxnSpPr/>
                  <p:nvPr/>
                </p:nvCxnSpPr>
                <p:spPr>
                  <a:xfrm>
                    <a:off x="6860378" y="2702787"/>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9" name="Straight Connector 1388"/>
                  <p:cNvCxnSpPr/>
                  <p:nvPr/>
                </p:nvCxnSpPr>
                <p:spPr>
                  <a:xfrm>
                    <a:off x="6867761" y="2771714"/>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0" name="Straight Connector 1389"/>
                  <p:cNvCxnSpPr/>
                  <p:nvPr/>
                </p:nvCxnSpPr>
                <p:spPr>
                  <a:xfrm>
                    <a:off x="6871453" y="2842209"/>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1" name="Straight Connector 1390"/>
                  <p:cNvCxnSpPr/>
                  <p:nvPr/>
                </p:nvCxnSpPr>
                <p:spPr>
                  <a:xfrm>
                    <a:off x="6871453" y="2911136"/>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2" name="Straight Connector 1391"/>
                  <p:cNvCxnSpPr/>
                  <p:nvPr/>
                </p:nvCxnSpPr>
                <p:spPr>
                  <a:xfrm>
                    <a:off x="6875143" y="2975363"/>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3" name="Straight Connector 1392"/>
                  <p:cNvCxnSpPr/>
                  <p:nvPr/>
                </p:nvCxnSpPr>
                <p:spPr>
                  <a:xfrm flipH="1">
                    <a:off x="6875143" y="2127870"/>
                    <a:ext cx="136572"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7931" name="Group 1318"/>
              <p:cNvGrpSpPr>
                <a:grpSpLocks/>
              </p:cNvGrpSpPr>
              <p:nvPr/>
            </p:nvGrpSpPr>
            <p:grpSpPr bwMode="auto">
              <a:xfrm>
                <a:off x="2054687" y="4876798"/>
                <a:ext cx="331695" cy="1030941"/>
                <a:chOff x="6240352" y="2055335"/>
                <a:chExt cx="771307" cy="1017716"/>
              </a:xfrm>
            </p:grpSpPr>
            <p:grpSp>
              <p:nvGrpSpPr>
                <p:cNvPr id="207932" name="Group 1319"/>
                <p:cNvGrpSpPr>
                  <a:grpSpLocks/>
                </p:cNvGrpSpPr>
                <p:nvPr/>
              </p:nvGrpSpPr>
              <p:grpSpPr bwMode="auto">
                <a:xfrm>
                  <a:off x="6240352" y="2235573"/>
                  <a:ext cx="697981" cy="837478"/>
                  <a:chOff x="6395998" y="3062424"/>
                  <a:chExt cx="564403" cy="837478"/>
                </a:xfrm>
              </p:grpSpPr>
              <p:sp>
                <p:nvSpPr>
                  <p:cNvPr id="1341" name="Rectangle 1340"/>
                  <p:cNvSpPr/>
                  <p:nvPr/>
                </p:nvSpPr>
                <p:spPr>
                  <a:xfrm>
                    <a:off x="6508755" y="3058113"/>
                    <a:ext cx="447707" cy="745669"/>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342" name="Straight Connector 1341"/>
                  <p:cNvCxnSpPr/>
                  <p:nvPr/>
                </p:nvCxnSpPr>
                <p:spPr>
                  <a:xfrm flipV="1">
                    <a:off x="6846027" y="3058113"/>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43" name="Rectangle 1342"/>
                  <p:cNvSpPr/>
                  <p:nvPr/>
                </p:nvSpPr>
                <p:spPr>
                  <a:xfrm>
                    <a:off x="6475922" y="3067512"/>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344" name="Straight Connector 1343"/>
                  <p:cNvCxnSpPr/>
                  <p:nvPr/>
                </p:nvCxnSpPr>
                <p:spPr>
                  <a:xfrm flipV="1">
                    <a:off x="6395336" y="3058113"/>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45" name="Rectangle 1344"/>
                  <p:cNvSpPr/>
                  <p:nvPr/>
                </p:nvSpPr>
                <p:spPr>
                  <a:xfrm>
                    <a:off x="6816180" y="3701957"/>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46" name="Rectangle 1345"/>
                  <p:cNvSpPr/>
                  <p:nvPr/>
                </p:nvSpPr>
                <p:spPr>
                  <a:xfrm>
                    <a:off x="6404289" y="3153671"/>
                    <a:ext cx="444723" cy="745669"/>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347" name="Straight Connector 1346"/>
                  <p:cNvCxnSpPr/>
                  <p:nvPr/>
                </p:nvCxnSpPr>
                <p:spPr>
                  <a:xfrm flipV="1">
                    <a:off x="6846027" y="3803782"/>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07960" name="Group 1347"/>
                  <p:cNvGrpSpPr>
                    <a:grpSpLocks/>
                  </p:cNvGrpSpPr>
                  <p:nvPr/>
                </p:nvGrpSpPr>
                <p:grpSpPr bwMode="auto">
                  <a:xfrm>
                    <a:off x="6400318" y="3137421"/>
                    <a:ext cx="559121" cy="92788"/>
                    <a:chOff x="6582044" y="2846082"/>
                    <a:chExt cx="559121" cy="92788"/>
                  </a:xfrm>
                </p:grpSpPr>
                <p:cxnSp>
                  <p:nvCxnSpPr>
                    <p:cNvPr id="1376" name="Straight Connector 1375"/>
                    <p:cNvCxnSpPr/>
                    <p:nvPr/>
                  </p:nvCxnSpPr>
                  <p:spPr>
                    <a:xfrm flipV="1">
                      <a:off x="7027752" y="2841967"/>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7" name="Straight Connector 1376"/>
                    <p:cNvCxnSpPr/>
                    <p:nvPr/>
                  </p:nvCxnSpPr>
                  <p:spPr>
                    <a:xfrm flipV="1">
                      <a:off x="6574076" y="2934392"/>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961" name="Group 1348"/>
                  <p:cNvGrpSpPr>
                    <a:grpSpLocks/>
                  </p:cNvGrpSpPr>
                  <p:nvPr/>
                </p:nvGrpSpPr>
                <p:grpSpPr bwMode="auto">
                  <a:xfrm>
                    <a:off x="6399838" y="3203285"/>
                    <a:ext cx="559121" cy="92788"/>
                    <a:chOff x="6582044" y="2846082"/>
                    <a:chExt cx="559121" cy="92788"/>
                  </a:xfrm>
                </p:grpSpPr>
                <p:cxnSp>
                  <p:nvCxnSpPr>
                    <p:cNvPr id="1374" name="Straight Connector 1373"/>
                    <p:cNvCxnSpPr/>
                    <p:nvPr/>
                  </p:nvCxnSpPr>
                  <p:spPr>
                    <a:xfrm flipV="1">
                      <a:off x="7028233" y="2841898"/>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5" name="Straight Connector 1374"/>
                    <p:cNvCxnSpPr/>
                    <p:nvPr/>
                  </p:nvCxnSpPr>
                  <p:spPr>
                    <a:xfrm flipV="1">
                      <a:off x="6574557" y="2934323"/>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962" name="Group 1349"/>
                  <p:cNvGrpSpPr>
                    <a:grpSpLocks/>
                  </p:cNvGrpSpPr>
                  <p:nvPr/>
                </p:nvGrpSpPr>
                <p:grpSpPr bwMode="auto">
                  <a:xfrm>
                    <a:off x="6399358" y="3269149"/>
                    <a:ext cx="559121" cy="92788"/>
                    <a:chOff x="6582044" y="2846082"/>
                    <a:chExt cx="559121" cy="92788"/>
                  </a:xfrm>
                </p:grpSpPr>
                <p:cxnSp>
                  <p:nvCxnSpPr>
                    <p:cNvPr id="1372" name="Straight Connector 1371"/>
                    <p:cNvCxnSpPr/>
                    <p:nvPr/>
                  </p:nvCxnSpPr>
                  <p:spPr>
                    <a:xfrm flipV="1">
                      <a:off x="7019759" y="2841828"/>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3" name="Straight Connector 1372"/>
                    <p:cNvCxnSpPr/>
                    <p:nvPr/>
                  </p:nvCxnSpPr>
                  <p:spPr>
                    <a:xfrm flipV="1">
                      <a:off x="6581006" y="2934253"/>
                      <a:ext cx="44472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963" name="Group 1350"/>
                  <p:cNvGrpSpPr>
                    <a:grpSpLocks/>
                  </p:cNvGrpSpPr>
                  <p:nvPr/>
                </p:nvGrpSpPr>
                <p:grpSpPr bwMode="auto">
                  <a:xfrm>
                    <a:off x="6398878" y="3335013"/>
                    <a:ext cx="559121" cy="92788"/>
                    <a:chOff x="6582044" y="2846082"/>
                    <a:chExt cx="559121" cy="92788"/>
                  </a:xfrm>
                </p:grpSpPr>
                <p:cxnSp>
                  <p:nvCxnSpPr>
                    <p:cNvPr id="1370" name="Straight Connector 1369"/>
                    <p:cNvCxnSpPr/>
                    <p:nvPr/>
                  </p:nvCxnSpPr>
                  <p:spPr>
                    <a:xfrm flipV="1">
                      <a:off x="7026208" y="2841758"/>
                      <a:ext cx="107450"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1" name="Straight Connector 1370"/>
                    <p:cNvCxnSpPr/>
                    <p:nvPr/>
                  </p:nvCxnSpPr>
                  <p:spPr>
                    <a:xfrm flipV="1">
                      <a:off x="6581486" y="2934183"/>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964" name="Group 1351"/>
                  <p:cNvGrpSpPr>
                    <a:grpSpLocks/>
                  </p:cNvGrpSpPr>
                  <p:nvPr/>
                </p:nvGrpSpPr>
                <p:grpSpPr bwMode="auto">
                  <a:xfrm>
                    <a:off x="6398398" y="3400877"/>
                    <a:ext cx="559121" cy="92788"/>
                    <a:chOff x="6582044" y="2846082"/>
                    <a:chExt cx="559121" cy="92788"/>
                  </a:xfrm>
                </p:grpSpPr>
                <p:cxnSp>
                  <p:nvCxnSpPr>
                    <p:cNvPr id="1368" name="Straight Connector 1367"/>
                    <p:cNvCxnSpPr/>
                    <p:nvPr/>
                  </p:nvCxnSpPr>
                  <p:spPr>
                    <a:xfrm flipV="1">
                      <a:off x="7026688" y="2841689"/>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9" name="Straight Connector 1368"/>
                    <p:cNvCxnSpPr/>
                    <p:nvPr/>
                  </p:nvCxnSpPr>
                  <p:spPr>
                    <a:xfrm flipV="1">
                      <a:off x="6581965" y="2934114"/>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965" name="Group 1352"/>
                  <p:cNvGrpSpPr>
                    <a:grpSpLocks/>
                  </p:cNvGrpSpPr>
                  <p:nvPr/>
                </p:nvGrpSpPr>
                <p:grpSpPr bwMode="auto">
                  <a:xfrm>
                    <a:off x="6397918" y="3466741"/>
                    <a:ext cx="559121" cy="92788"/>
                    <a:chOff x="6582044" y="2846082"/>
                    <a:chExt cx="559121" cy="92788"/>
                  </a:xfrm>
                </p:grpSpPr>
                <p:cxnSp>
                  <p:nvCxnSpPr>
                    <p:cNvPr id="1366" name="Straight Connector 1365"/>
                    <p:cNvCxnSpPr/>
                    <p:nvPr/>
                  </p:nvCxnSpPr>
                  <p:spPr>
                    <a:xfrm flipV="1">
                      <a:off x="7027169" y="2841619"/>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7" name="Straight Connector 1366"/>
                    <p:cNvCxnSpPr/>
                    <p:nvPr/>
                  </p:nvCxnSpPr>
                  <p:spPr>
                    <a:xfrm flipV="1">
                      <a:off x="6582446" y="2938744"/>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966" name="Group 1353"/>
                  <p:cNvGrpSpPr>
                    <a:grpSpLocks/>
                  </p:cNvGrpSpPr>
                  <p:nvPr/>
                </p:nvGrpSpPr>
                <p:grpSpPr bwMode="auto">
                  <a:xfrm>
                    <a:off x="6397438" y="3532605"/>
                    <a:ext cx="559121" cy="92788"/>
                    <a:chOff x="6582044" y="2846082"/>
                    <a:chExt cx="559121" cy="92788"/>
                  </a:xfrm>
                </p:grpSpPr>
                <p:cxnSp>
                  <p:nvCxnSpPr>
                    <p:cNvPr id="1364" name="Straight Connector 1363"/>
                    <p:cNvCxnSpPr/>
                    <p:nvPr/>
                  </p:nvCxnSpPr>
                  <p:spPr>
                    <a:xfrm flipV="1">
                      <a:off x="7027648" y="2841549"/>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5" name="Straight Connector 1364"/>
                    <p:cNvCxnSpPr/>
                    <p:nvPr/>
                  </p:nvCxnSpPr>
                  <p:spPr>
                    <a:xfrm flipV="1">
                      <a:off x="6573973" y="2938674"/>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967" name="Group 1354"/>
                  <p:cNvGrpSpPr>
                    <a:grpSpLocks/>
                  </p:cNvGrpSpPr>
                  <p:nvPr/>
                </p:nvGrpSpPr>
                <p:grpSpPr bwMode="auto">
                  <a:xfrm>
                    <a:off x="6396958" y="3598469"/>
                    <a:ext cx="559121" cy="92788"/>
                    <a:chOff x="6582044" y="2846082"/>
                    <a:chExt cx="559121" cy="92788"/>
                  </a:xfrm>
                </p:grpSpPr>
                <p:cxnSp>
                  <p:nvCxnSpPr>
                    <p:cNvPr id="1362" name="Straight Connector 1361"/>
                    <p:cNvCxnSpPr/>
                    <p:nvPr/>
                  </p:nvCxnSpPr>
                  <p:spPr>
                    <a:xfrm flipV="1">
                      <a:off x="7028128" y="2841480"/>
                      <a:ext cx="113419" cy="971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3" name="Straight Connector 1362"/>
                    <p:cNvCxnSpPr/>
                    <p:nvPr/>
                  </p:nvCxnSpPr>
                  <p:spPr>
                    <a:xfrm flipV="1">
                      <a:off x="6574452" y="2938605"/>
                      <a:ext cx="459645"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968" name="Group 1355"/>
                  <p:cNvGrpSpPr>
                    <a:grpSpLocks/>
                  </p:cNvGrpSpPr>
                  <p:nvPr/>
                </p:nvGrpSpPr>
                <p:grpSpPr bwMode="auto">
                  <a:xfrm>
                    <a:off x="6396478" y="3664333"/>
                    <a:ext cx="559121" cy="92788"/>
                    <a:chOff x="6582044" y="2846082"/>
                    <a:chExt cx="559121" cy="92788"/>
                  </a:xfrm>
                </p:grpSpPr>
                <p:cxnSp>
                  <p:nvCxnSpPr>
                    <p:cNvPr id="1360" name="Straight Connector 1359"/>
                    <p:cNvCxnSpPr/>
                    <p:nvPr/>
                  </p:nvCxnSpPr>
                  <p:spPr>
                    <a:xfrm flipV="1">
                      <a:off x="7019654" y="2846109"/>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1" name="Straight Connector 1360"/>
                    <p:cNvCxnSpPr/>
                    <p:nvPr/>
                  </p:nvCxnSpPr>
                  <p:spPr>
                    <a:xfrm flipV="1">
                      <a:off x="6580903" y="2938534"/>
                      <a:ext cx="44472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07969" name="Group 1356"/>
                  <p:cNvGrpSpPr>
                    <a:grpSpLocks/>
                  </p:cNvGrpSpPr>
                  <p:nvPr/>
                </p:nvGrpSpPr>
                <p:grpSpPr bwMode="auto">
                  <a:xfrm>
                    <a:off x="6395998" y="3730197"/>
                    <a:ext cx="559121" cy="92788"/>
                    <a:chOff x="6582044" y="2846082"/>
                    <a:chExt cx="559121" cy="92788"/>
                  </a:xfrm>
                </p:grpSpPr>
                <p:cxnSp>
                  <p:nvCxnSpPr>
                    <p:cNvPr id="1358" name="Straight Connector 1357"/>
                    <p:cNvCxnSpPr/>
                    <p:nvPr/>
                  </p:nvCxnSpPr>
                  <p:spPr>
                    <a:xfrm flipV="1">
                      <a:off x="7026103" y="2846040"/>
                      <a:ext cx="107450"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9" name="Straight Connector 1358"/>
                    <p:cNvCxnSpPr/>
                    <p:nvPr/>
                  </p:nvCxnSpPr>
                  <p:spPr>
                    <a:xfrm flipV="1">
                      <a:off x="6581382" y="2938465"/>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07933" name="Group 1320"/>
                <p:cNvGrpSpPr>
                  <a:grpSpLocks/>
                </p:cNvGrpSpPr>
                <p:nvPr/>
              </p:nvGrpSpPr>
              <p:grpSpPr bwMode="auto">
                <a:xfrm>
                  <a:off x="6280049" y="2055335"/>
                  <a:ext cx="731610" cy="920732"/>
                  <a:chOff x="6280049" y="2055335"/>
                  <a:chExt cx="731610" cy="920732"/>
                </a:xfrm>
              </p:grpSpPr>
              <p:grpSp>
                <p:nvGrpSpPr>
                  <p:cNvPr id="207934" name="Group 1321"/>
                  <p:cNvGrpSpPr>
                    <a:grpSpLocks/>
                  </p:cNvGrpSpPr>
                  <p:nvPr/>
                </p:nvGrpSpPr>
                <p:grpSpPr bwMode="auto">
                  <a:xfrm>
                    <a:off x="6280049" y="2055335"/>
                    <a:ext cx="680752" cy="139401"/>
                    <a:chOff x="5414286" y="2921098"/>
                    <a:chExt cx="680752" cy="139401"/>
                  </a:xfrm>
                </p:grpSpPr>
                <p:sp>
                  <p:nvSpPr>
                    <p:cNvPr id="1336" name="Rectangle 188"/>
                    <p:cNvSpPr>
                      <a:spLocks noChangeArrowheads="1"/>
                    </p:cNvSpPr>
                    <p:nvPr/>
                  </p:nvSpPr>
                  <p:spPr bwMode="auto">
                    <a:xfrm>
                      <a:off x="5414372" y="2992066"/>
                      <a:ext cx="549974" cy="64228"/>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37" name="AutoShape 189"/>
                    <p:cNvSpPr>
                      <a:spLocks noChangeArrowheads="1"/>
                    </p:cNvSpPr>
                    <p:nvPr/>
                  </p:nvSpPr>
                  <p:spPr bwMode="auto">
                    <a:xfrm>
                      <a:off x="5414372" y="2916873"/>
                      <a:ext cx="675472"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38" name="Freeform 190"/>
                    <p:cNvSpPr>
                      <a:spLocks/>
                    </p:cNvSpPr>
                    <p:nvPr/>
                  </p:nvSpPr>
                  <p:spPr bwMode="auto">
                    <a:xfrm>
                      <a:off x="5968036" y="2918440"/>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39" name="Freeform 191"/>
                    <p:cNvSpPr>
                      <a:spLocks/>
                    </p:cNvSpPr>
                    <p:nvPr/>
                  </p:nvSpPr>
                  <p:spPr bwMode="auto">
                    <a:xfrm>
                      <a:off x="5499268" y="2932538"/>
                      <a:ext cx="524136" cy="4543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40" name="Freeform 192"/>
                    <p:cNvSpPr>
                      <a:spLocks/>
                    </p:cNvSpPr>
                    <p:nvPr/>
                  </p:nvSpPr>
                  <p:spPr bwMode="auto">
                    <a:xfrm>
                      <a:off x="5621073" y="2929405"/>
                      <a:ext cx="302670"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323" name="Straight Connector 1322"/>
                  <p:cNvCxnSpPr/>
                  <p:nvPr/>
                </p:nvCxnSpPr>
                <p:spPr>
                  <a:xfrm flipH="1">
                    <a:off x="6996209" y="2121604"/>
                    <a:ext cx="11074" cy="847493"/>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4" name="Straight Connector 1323"/>
                  <p:cNvCxnSpPr/>
                  <p:nvPr/>
                </p:nvCxnSpPr>
                <p:spPr>
                  <a:xfrm>
                    <a:off x="6874404" y="2300189"/>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5" name="Straight Connector 1324"/>
                  <p:cNvCxnSpPr/>
                  <p:nvPr/>
                </p:nvCxnSpPr>
                <p:spPr>
                  <a:xfrm>
                    <a:off x="6870711" y="2364416"/>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6" name="Straight Connector 1325"/>
                  <p:cNvCxnSpPr/>
                  <p:nvPr/>
                </p:nvCxnSpPr>
                <p:spPr>
                  <a:xfrm>
                    <a:off x="6870711" y="2441177"/>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7" name="Straight Connector 1326"/>
                  <p:cNvCxnSpPr/>
                  <p:nvPr/>
                </p:nvCxnSpPr>
                <p:spPr>
                  <a:xfrm>
                    <a:off x="6867021" y="2505404"/>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8" name="Straight Connector 1327"/>
                  <p:cNvCxnSpPr/>
                  <p:nvPr/>
                </p:nvCxnSpPr>
                <p:spPr>
                  <a:xfrm>
                    <a:off x="6863329" y="2566499"/>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9" name="Straight Connector 1328"/>
                  <p:cNvCxnSpPr/>
                  <p:nvPr/>
                </p:nvCxnSpPr>
                <p:spPr>
                  <a:xfrm>
                    <a:off x="6863329" y="2633859"/>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0" name="Straight Connector 1329"/>
                  <p:cNvCxnSpPr/>
                  <p:nvPr/>
                </p:nvCxnSpPr>
                <p:spPr>
                  <a:xfrm>
                    <a:off x="6859639" y="2702787"/>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1" name="Straight Connector 1330"/>
                  <p:cNvCxnSpPr/>
                  <p:nvPr/>
                </p:nvCxnSpPr>
                <p:spPr>
                  <a:xfrm>
                    <a:off x="6867021" y="2771714"/>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2" name="Straight Connector 1331"/>
                  <p:cNvCxnSpPr/>
                  <p:nvPr/>
                </p:nvCxnSpPr>
                <p:spPr>
                  <a:xfrm>
                    <a:off x="6870711" y="2842209"/>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3" name="Straight Connector 1332"/>
                  <p:cNvCxnSpPr/>
                  <p:nvPr/>
                </p:nvCxnSpPr>
                <p:spPr>
                  <a:xfrm>
                    <a:off x="6870711" y="2911136"/>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4" name="Straight Connector 1333"/>
                  <p:cNvCxnSpPr/>
                  <p:nvPr/>
                </p:nvCxnSpPr>
                <p:spPr>
                  <a:xfrm>
                    <a:off x="6874404" y="2975363"/>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5" name="Straight Connector 1334"/>
                  <p:cNvCxnSpPr/>
                  <p:nvPr/>
                </p:nvCxnSpPr>
                <p:spPr>
                  <a:xfrm flipH="1">
                    <a:off x="6874404" y="2127870"/>
                    <a:ext cx="13657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1559" name="TextBox 1558"/>
            <p:cNvSpPr txBox="1"/>
            <p:nvPr/>
          </p:nvSpPr>
          <p:spPr>
            <a:xfrm>
              <a:off x="668088" y="4554311"/>
              <a:ext cx="288894" cy="338007"/>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1</a:t>
              </a:r>
            </a:p>
          </p:txBody>
        </p:sp>
        <p:sp>
          <p:nvSpPr>
            <p:cNvPr id="1560" name="TextBox 1559"/>
            <p:cNvSpPr txBox="1"/>
            <p:nvPr/>
          </p:nvSpPr>
          <p:spPr>
            <a:xfrm>
              <a:off x="1068096" y="4552724"/>
              <a:ext cx="288894" cy="338008"/>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2</a:t>
              </a:r>
            </a:p>
          </p:txBody>
        </p:sp>
        <p:sp>
          <p:nvSpPr>
            <p:cNvPr id="1561" name="TextBox 1560"/>
            <p:cNvSpPr txBox="1"/>
            <p:nvPr/>
          </p:nvSpPr>
          <p:spPr>
            <a:xfrm>
              <a:off x="1466515" y="4551137"/>
              <a:ext cx="288894" cy="338007"/>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3</a:t>
              </a:r>
            </a:p>
          </p:txBody>
        </p:sp>
        <p:sp>
          <p:nvSpPr>
            <p:cNvPr id="1562" name="TextBox 1561"/>
            <p:cNvSpPr txBox="1"/>
            <p:nvPr/>
          </p:nvSpPr>
          <p:spPr>
            <a:xfrm>
              <a:off x="1833189" y="4549550"/>
              <a:ext cx="288894" cy="338008"/>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4</a:t>
              </a:r>
            </a:p>
          </p:txBody>
        </p:sp>
        <p:sp>
          <p:nvSpPr>
            <p:cNvPr id="1563" name="TextBox 1562"/>
            <p:cNvSpPr txBox="1"/>
            <p:nvPr/>
          </p:nvSpPr>
          <p:spPr>
            <a:xfrm>
              <a:off x="2260181" y="4547963"/>
              <a:ext cx="288894" cy="338007"/>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5</a:t>
              </a:r>
            </a:p>
          </p:txBody>
        </p:sp>
        <p:sp>
          <p:nvSpPr>
            <p:cNvPr id="1564" name="TextBox 1563"/>
            <p:cNvSpPr txBox="1"/>
            <p:nvPr/>
          </p:nvSpPr>
          <p:spPr>
            <a:xfrm>
              <a:off x="2631617" y="4546376"/>
              <a:ext cx="288894" cy="338008"/>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6</a:t>
              </a:r>
            </a:p>
          </p:txBody>
        </p:sp>
        <p:sp>
          <p:nvSpPr>
            <p:cNvPr id="1565" name="TextBox 1564"/>
            <p:cNvSpPr txBox="1"/>
            <p:nvPr/>
          </p:nvSpPr>
          <p:spPr>
            <a:xfrm>
              <a:off x="3014164" y="4544790"/>
              <a:ext cx="288894" cy="338007"/>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7</a:t>
              </a:r>
            </a:p>
          </p:txBody>
        </p:sp>
        <p:sp>
          <p:nvSpPr>
            <p:cNvPr id="1566" name="TextBox 1565"/>
            <p:cNvSpPr txBox="1"/>
            <p:nvPr/>
          </p:nvSpPr>
          <p:spPr>
            <a:xfrm>
              <a:off x="3391949" y="4549550"/>
              <a:ext cx="288894" cy="338008"/>
            </a:xfrm>
            <a:prstGeom prst="rect">
              <a:avLst/>
            </a:prstGeom>
            <a:noFill/>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8</a:t>
              </a:r>
            </a:p>
          </p:txBody>
        </p:sp>
        <p:grpSp>
          <p:nvGrpSpPr>
            <p:cNvPr id="207895" name="Group 187"/>
            <p:cNvGrpSpPr>
              <a:grpSpLocks/>
            </p:cNvGrpSpPr>
            <p:nvPr/>
          </p:nvGrpSpPr>
          <p:grpSpPr bwMode="auto">
            <a:xfrm>
              <a:off x="2646378" y="1872322"/>
              <a:ext cx="1052512" cy="355600"/>
              <a:chOff x="4410" y="1365"/>
              <a:chExt cx="663" cy="224"/>
            </a:xfrm>
          </p:grpSpPr>
          <p:sp>
            <p:nvSpPr>
              <p:cNvPr id="1568" name="Rectangle 188"/>
              <p:cNvSpPr>
                <a:spLocks noChangeArrowheads="1"/>
              </p:cNvSpPr>
              <p:nvPr/>
            </p:nvSpPr>
            <p:spPr bwMode="auto">
              <a:xfrm>
                <a:off x="4410" y="1500"/>
                <a:ext cx="495" cy="8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69" name="AutoShape 189"/>
              <p:cNvSpPr>
                <a:spLocks noChangeArrowheads="1"/>
              </p:cNvSpPr>
              <p:nvPr/>
            </p:nvSpPr>
            <p:spPr bwMode="auto">
              <a:xfrm>
                <a:off x="4410" y="1368"/>
                <a:ext cx="663" cy="135"/>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70" name="Freeform 190"/>
              <p:cNvSpPr>
                <a:spLocks/>
              </p:cNvSpPr>
              <p:nvPr/>
            </p:nvSpPr>
            <p:spPr bwMode="auto">
              <a:xfrm>
                <a:off x="4904" y="1365"/>
                <a:ext cx="169" cy="224"/>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71" name="Freeform 191"/>
              <p:cNvSpPr>
                <a:spLocks/>
              </p:cNvSpPr>
              <p:nvPr/>
            </p:nvSpPr>
            <p:spPr bwMode="auto">
              <a:xfrm>
                <a:off x="4475" y="1395"/>
                <a:ext cx="506" cy="8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9050"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72" name="Freeform 192"/>
              <p:cNvSpPr>
                <a:spLocks/>
              </p:cNvSpPr>
              <p:nvPr/>
            </p:nvSpPr>
            <p:spPr bwMode="auto">
              <a:xfrm>
                <a:off x="4593" y="1391"/>
                <a:ext cx="293" cy="93"/>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9050"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07896" name="Group 187"/>
            <p:cNvGrpSpPr>
              <a:grpSpLocks/>
            </p:cNvGrpSpPr>
            <p:nvPr/>
          </p:nvGrpSpPr>
          <p:grpSpPr bwMode="auto">
            <a:xfrm>
              <a:off x="5819864" y="1872322"/>
              <a:ext cx="1052512" cy="355600"/>
              <a:chOff x="4410" y="1365"/>
              <a:chExt cx="663" cy="224"/>
            </a:xfrm>
          </p:grpSpPr>
          <p:sp>
            <p:nvSpPr>
              <p:cNvPr id="1574" name="Rectangle 188"/>
              <p:cNvSpPr>
                <a:spLocks noChangeArrowheads="1"/>
              </p:cNvSpPr>
              <p:nvPr/>
            </p:nvSpPr>
            <p:spPr bwMode="auto">
              <a:xfrm>
                <a:off x="4410" y="1500"/>
                <a:ext cx="495" cy="8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75" name="AutoShape 189"/>
              <p:cNvSpPr>
                <a:spLocks noChangeArrowheads="1"/>
              </p:cNvSpPr>
              <p:nvPr/>
            </p:nvSpPr>
            <p:spPr bwMode="auto">
              <a:xfrm>
                <a:off x="4410" y="1368"/>
                <a:ext cx="663" cy="135"/>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76" name="Freeform 190"/>
              <p:cNvSpPr>
                <a:spLocks/>
              </p:cNvSpPr>
              <p:nvPr/>
            </p:nvSpPr>
            <p:spPr bwMode="auto">
              <a:xfrm>
                <a:off x="4904" y="1365"/>
                <a:ext cx="169" cy="224"/>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77" name="Freeform 191"/>
              <p:cNvSpPr>
                <a:spLocks/>
              </p:cNvSpPr>
              <p:nvPr/>
            </p:nvSpPr>
            <p:spPr bwMode="auto">
              <a:xfrm>
                <a:off x="4475" y="1395"/>
                <a:ext cx="506" cy="8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9050"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78" name="Freeform 192"/>
              <p:cNvSpPr>
                <a:spLocks/>
              </p:cNvSpPr>
              <p:nvPr/>
            </p:nvSpPr>
            <p:spPr bwMode="auto">
              <a:xfrm>
                <a:off x="4593" y="1391"/>
                <a:ext cx="293" cy="93"/>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9050" cap="flat" cmpd="sng">
                <a:solidFill>
                  <a:schemeClr val="tx1"/>
                </a:solidFill>
                <a:prstDash val="solid"/>
                <a:round/>
                <a:headEnd/>
                <a:tailEnd/>
              </a:ln>
            </p:spPr>
            <p:txBody>
              <a:bodyPr wrap="none"/>
              <a:lstStyle/>
              <a:p>
                <a:pPr marL="0" marR="0" lvl="0" indent="0" algn="l" defTabSz="4572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20" name="Straight Connector 19"/>
            <p:cNvCxnSpPr/>
            <p:nvPr/>
          </p:nvCxnSpPr>
          <p:spPr>
            <a:xfrm flipH="1">
              <a:off x="1368101" y="2215235"/>
              <a:ext cx="1588" cy="51415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9" name="Straight Connector 1578"/>
            <p:cNvCxnSpPr/>
            <p:nvPr/>
          </p:nvCxnSpPr>
          <p:spPr>
            <a:xfrm flipH="1">
              <a:off x="3074483" y="2224757"/>
              <a:ext cx="0" cy="51415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0" name="Straight Connector 1579"/>
            <p:cNvCxnSpPr/>
            <p:nvPr/>
          </p:nvCxnSpPr>
          <p:spPr>
            <a:xfrm flipH="1">
              <a:off x="4953883" y="2226343"/>
              <a:ext cx="1587" cy="51415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1" name="Straight Connector 1580"/>
            <p:cNvCxnSpPr/>
            <p:nvPr/>
          </p:nvCxnSpPr>
          <p:spPr>
            <a:xfrm flipH="1">
              <a:off x="6515817" y="2227930"/>
              <a:ext cx="1587" cy="51415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2" name="Straight Connector 1581"/>
            <p:cNvCxnSpPr>
              <a:endCxn id="71" idx="0"/>
            </p:cNvCxnSpPr>
            <p:nvPr/>
          </p:nvCxnSpPr>
          <p:spPr>
            <a:xfrm flipH="1">
              <a:off x="1607788" y="2221583"/>
              <a:ext cx="1127005" cy="51415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3" name="Straight Connector 1582"/>
            <p:cNvCxnSpPr/>
            <p:nvPr/>
          </p:nvCxnSpPr>
          <p:spPr>
            <a:xfrm flipH="1">
              <a:off x="3193532" y="2221583"/>
              <a:ext cx="1304786" cy="5236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4" name="Straight Connector 1583"/>
            <p:cNvCxnSpPr/>
            <p:nvPr/>
          </p:nvCxnSpPr>
          <p:spPr>
            <a:xfrm flipH="1">
              <a:off x="5122140" y="2253321"/>
              <a:ext cx="1301612" cy="5062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5" name="Straight Connector 1584"/>
            <p:cNvCxnSpPr>
              <a:endCxn id="71" idx="1"/>
            </p:cNvCxnSpPr>
            <p:nvPr/>
          </p:nvCxnSpPr>
          <p:spPr>
            <a:xfrm flipH="1">
              <a:off x="1739536" y="2231104"/>
              <a:ext cx="2596874" cy="5046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6" name="Straight Connector 1585"/>
            <p:cNvCxnSpPr/>
            <p:nvPr/>
          </p:nvCxnSpPr>
          <p:spPr>
            <a:xfrm flipH="1">
              <a:off x="3518935" y="2242212"/>
              <a:ext cx="2807989" cy="49511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7" name="Straight Connector 1586"/>
            <p:cNvCxnSpPr/>
            <p:nvPr/>
          </p:nvCxnSpPr>
          <p:spPr>
            <a:xfrm flipH="1">
              <a:off x="1977636" y="2253321"/>
              <a:ext cx="3950869" cy="49511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8" name="Straight Connector 1587"/>
            <p:cNvCxnSpPr>
              <a:stCxn id="52" idx="2"/>
            </p:cNvCxnSpPr>
            <p:nvPr/>
          </p:nvCxnSpPr>
          <p:spPr>
            <a:xfrm>
              <a:off x="1476039" y="2223169"/>
              <a:ext cx="1552410" cy="51732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9" name="Straight Connector 1588"/>
            <p:cNvCxnSpPr/>
            <p:nvPr/>
          </p:nvCxnSpPr>
          <p:spPr>
            <a:xfrm>
              <a:off x="1623662" y="2223169"/>
              <a:ext cx="3014342" cy="52526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0" name="Straight Connector 1589"/>
            <p:cNvCxnSpPr>
              <a:stCxn id="54" idx="1"/>
            </p:cNvCxnSpPr>
            <p:nvPr/>
          </p:nvCxnSpPr>
          <p:spPr>
            <a:xfrm>
              <a:off x="1868111" y="2226343"/>
              <a:ext cx="4342939" cy="54589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stCxn id="1306" idx="0"/>
            </p:cNvCxnSpPr>
            <p:nvPr/>
          </p:nvCxnSpPr>
          <p:spPr>
            <a:xfrm flipH="1" flipV="1">
              <a:off x="3166548" y="2239038"/>
              <a:ext cx="1596855" cy="52526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1" name="Straight Connector 1590"/>
            <p:cNvCxnSpPr>
              <a:stCxn id="1553" idx="0"/>
            </p:cNvCxnSpPr>
            <p:nvPr/>
          </p:nvCxnSpPr>
          <p:spPr>
            <a:xfrm flipH="1" flipV="1">
              <a:off x="3342741" y="2232691"/>
              <a:ext cx="2984183" cy="5379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2" name="Straight Connector 1591"/>
            <p:cNvCxnSpPr>
              <a:stCxn id="1553" idx="1"/>
            </p:cNvCxnSpPr>
            <p:nvPr/>
          </p:nvCxnSpPr>
          <p:spPr>
            <a:xfrm flipH="1" flipV="1">
              <a:off x="4639591" y="2226343"/>
              <a:ext cx="1819082" cy="5443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07874" name="Rectangle 5"/>
          <p:cNvSpPr txBox="1">
            <a:spLocks noChangeArrowheads="1"/>
          </p:cNvSpPr>
          <p:nvPr/>
        </p:nvSpPr>
        <p:spPr bwMode="auto">
          <a:xfrm>
            <a:off x="546100" y="115888"/>
            <a:ext cx="7772400" cy="9366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4400" b="0" i="0" u="none" strike="noStrike" kern="1200" cap="none" spc="0" normalizeH="0" baseline="0" noProof="0">
                <a:ln>
                  <a:noFill/>
                </a:ln>
                <a:solidFill>
                  <a:srgbClr val="000099"/>
                </a:solidFill>
                <a:effectLst/>
                <a:uLnTx/>
                <a:uFillTx/>
                <a:latin typeface="Gill Sans MT" charset="0"/>
                <a:ea typeface="ＭＳ Ｐゴシック" charset="0"/>
              </a:rPr>
              <a:t>Data center networks </a:t>
            </a:r>
          </a:p>
        </p:txBody>
      </p:sp>
      <p:sp>
        <p:nvSpPr>
          <p:cNvPr id="207876" name="Rectangle 6"/>
          <p:cNvSpPr txBox="1">
            <a:spLocks noChangeArrowheads="1"/>
          </p:cNvSpPr>
          <p:nvPr/>
        </p:nvSpPr>
        <p:spPr bwMode="auto">
          <a:xfrm>
            <a:off x="590550" y="1166813"/>
            <a:ext cx="8274050" cy="835025"/>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lstStyle>
            <a:lvl1pPr marL="342900" indent="-342900">
              <a:defRPr sz="2400" i="1">
                <a:solidFill>
                  <a:schemeClr val="tx1"/>
                </a:solidFill>
                <a:latin typeface="Comic Sans MS" charset="0"/>
                <a:ea typeface="ＭＳ Ｐゴシック" charset="0"/>
                <a:cs typeface="ＭＳ Ｐゴシック" charset="0"/>
              </a:defRPr>
            </a:lvl1pPr>
            <a:lvl2pPr marL="742950" indent="-285750">
              <a:defRPr sz="2400" i="1">
                <a:solidFill>
                  <a:schemeClr val="tx1"/>
                </a:solidFill>
                <a:latin typeface="Comic Sans MS" charset="0"/>
                <a:ea typeface="ＭＳ Ｐゴシック" charset="0"/>
              </a:defRPr>
            </a:lvl2pPr>
            <a:lvl3pPr marL="1143000" indent="-228600">
              <a:defRPr sz="2400" i="1">
                <a:solidFill>
                  <a:schemeClr val="tx1"/>
                </a:solidFill>
                <a:latin typeface="Comic Sans MS" charset="0"/>
                <a:ea typeface="ＭＳ Ｐゴシック" charset="0"/>
              </a:defRPr>
            </a:lvl3pPr>
            <a:lvl4pPr marL="1600200" indent="-228600">
              <a:defRPr sz="2400" i="1">
                <a:solidFill>
                  <a:schemeClr val="tx1"/>
                </a:solidFill>
                <a:latin typeface="Comic Sans MS" charset="0"/>
                <a:ea typeface="ＭＳ Ｐゴシック" charset="0"/>
              </a:defRPr>
            </a:lvl4pPr>
            <a:lvl5pPr marL="2057400" indent="-228600">
              <a:defRPr sz="2400" i="1">
                <a:solidFill>
                  <a:schemeClr val="tx1"/>
                </a:solidFill>
                <a:latin typeface="Comic Sans MS" charset="0"/>
                <a:ea typeface="ＭＳ Ｐゴシック" charset="0"/>
              </a:defRPr>
            </a:lvl5pPr>
            <a:lvl6pPr marL="2514600" indent="-228600" eaLnBrk="0" fontAlgn="base" hangingPunct="0">
              <a:spcBef>
                <a:spcPct val="0"/>
              </a:spcBef>
              <a:spcAft>
                <a:spcPct val="0"/>
              </a:spcAft>
              <a:defRPr sz="2400" i="1">
                <a:solidFill>
                  <a:schemeClr val="tx1"/>
                </a:solidFill>
                <a:latin typeface="Comic Sans MS" charset="0"/>
                <a:ea typeface="ＭＳ Ｐゴシック" charset="0"/>
              </a:defRPr>
            </a:lvl6pPr>
            <a:lvl7pPr marL="2971800" indent="-228600" eaLnBrk="0" fontAlgn="base" hangingPunct="0">
              <a:spcBef>
                <a:spcPct val="0"/>
              </a:spcBef>
              <a:spcAft>
                <a:spcPct val="0"/>
              </a:spcAft>
              <a:defRPr sz="2400" i="1">
                <a:solidFill>
                  <a:schemeClr val="tx1"/>
                </a:solidFill>
                <a:latin typeface="Comic Sans MS" charset="0"/>
                <a:ea typeface="ＭＳ Ｐゴシック" charset="0"/>
              </a:defRPr>
            </a:lvl7pPr>
            <a:lvl8pPr marL="3429000" indent="-228600" eaLnBrk="0" fontAlgn="base" hangingPunct="0">
              <a:spcBef>
                <a:spcPct val="0"/>
              </a:spcBef>
              <a:spcAft>
                <a:spcPct val="0"/>
              </a:spcAft>
              <a:defRPr sz="2400" i="1">
                <a:solidFill>
                  <a:schemeClr val="tx1"/>
                </a:solidFill>
                <a:latin typeface="Comic Sans MS" charset="0"/>
                <a:ea typeface="ＭＳ Ｐゴシック" charset="0"/>
              </a:defRPr>
            </a:lvl8pPr>
            <a:lvl9pPr marL="3886200" indent="-228600" eaLnBrk="0" fontAlgn="base" hangingPunct="0">
              <a:spcBef>
                <a:spcPct val="0"/>
              </a:spcBef>
              <a:spcAft>
                <a:spcPct val="0"/>
              </a:spcAft>
              <a:defRPr sz="2400" i="1">
                <a:solidFill>
                  <a:schemeClr val="tx1"/>
                </a:solidFill>
                <a:latin typeface="Comic Sans MS" charset="0"/>
                <a:ea typeface="ＭＳ Ｐゴシック" charset="0"/>
              </a:defRPr>
            </a:lvl9pPr>
          </a:lstStyle>
          <a:p>
            <a:pPr marL="342900" marR="0" lvl="0" indent="-342900" algn="l" defTabSz="457200" rtl="0" eaLnBrk="1" fontAlgn="auto" latinLnBrk="0" hangingPunct="1">
              <a:lnSpc>
                <a:spcPct val="100000"/>
              </a:lnSpc>
              <a:spcBef>
                <a:spcPct val="20000"/>
              </a:spcBef>
              <a:spcAft>
                <a:spcPts val="0"/>
              </a:spcAft>
              <a:buClr>
                <a:srgbClr val="000099"/>
              </a:buClr>
              <a:buSzPct val="75000"/>
              <a:buFont typeface="Wingdings" charset="0"/>
              <a:buChar char="v"/>
              <a:tabLst/>
              <a:defRPr/>
            </a:pPr>
            <a:r>
              <a:rPr kumimoji="0" lang="en-US" sz="2400" b="0" i="0" u="none" strike="noStrike" kern="1200" cap="none" spc="0" normalizeH="0" baseline="0" noProof="0">
                <a:ln>
                  <a:noFill/>
                </a:ln>
                <a:solidFill>
                  <a:prstClr val="black"/>
                </a:solidFill>
                <a:effectLst/>
                <a:uLnTx/>
                <a:uFillTx/>
                <a:latin typeface="Gill Sans MT" charset="0"/>
                <a:ea typeface="ＭＳ Ｐゴシック" charset="0"/>
              </a:rPr>
              <a:t>rich interconnection among switches, racks:</a:t>
            </a:r>
          </a:p>
          <a:p>
            <a:pPr marL="742950" marR="0" lvl="1" indent="-285750" algn="l" defTabSz="457200" rtl="0" eaLnBrk="1" fontAlgn="auto" latinLnBrk="0" hangingPunct="1">
              <a:lnSpc>
                <a:spcPct val="100000"/>
              </a:lnSpc>
              <a:spcBef>
                <a:spcPct val="20000"/>
              </a:spcBef>
              <a:spcAft>
                <a:spcPts val="0"/>
              </a:spcAft>
              <a:buClr>
                <a:srgbClr val="000099"/>
              </a:buClr>
              <a:buSzTx/>
              <a:buFont typeface="Wingdings" charset="0"/>
              <a:buChar char="§"/>
              <a:tabLst/>
              <a:defRPr/>
            </a:pPr>
            <a:r>
              <a:rPr kumimoji="0" lang="en-US" sz="2400" b="0" i="0" u="none" strike="noStrike" kern="1200" cap="none" spc="0" normalizeH="0" baseline="0" noProof="0">
                <a:ln>
                  <a:noFill/>
                </a:ln>
                <a:solidFill>
                  <a:prstClr val="black"/>
                </a:solidFill>
                <a:effectLst/>
                <a:uLnTx/>
                <a:uFillTx/>
                <a:latin typeface="Gill Sans MT" charset="0"/>
                <a:ea typeface="ＭＳ Ｐゴシック" charset="0"/>
                <a:cs typeface="+mn-cs"/>
              </a:rPr>
              <a:t>increased throughput between racks (multiple routing paths possible)</a:t>
            </a:r>
          </a:p>
          <a:p>
            <a:pPr marL="742950" marR="0" lvl="1" indent="-285750" algn="l" defTabSz="457200" rtl="0" eaLnBrk="1" fontAlgn="auto" latinLnBrk="0" hangingPunct="1">
              <a:lnSpc>
                <a:spcPct val="100000"/>
              </a:lnSpc>
              <a:spcBef>
                <a:spcPct val="20000"/>
              </a:spcBef>
              <a:spcAft>
                <a:spcPts val="0"/>
              </a:spcAft>
              <a:buClr>
                <a:srgbClr val="000099"/>
              </a:buClr>
              <a:buSzTx/>
              <a:buFont typeface="Wingdings" charset="0"/>
              <a:buChar char="§"/>
              <a:tabLst/>
              <a:defRPr/>
            </a:pPr>
            <a:r>
              <a:rPr kumimoji="0" lang="en-US" sz="2400" b="0" i="0" u="none" strike="noStrike" kern="1200" cap="none" spc="0" normalizeH="0" baseline="0" noProof="0">
                <a:ln>
                  <a:noFill/>
                </a:ln>
                <a:solidFill>
                  <a:prstClr val="black"/>
                </a:solidFill>
                <a:effectLst/>
                <a:uLnTx/>
                <a:uFillTx/>
                <a:latin typeface="Gill Sans MT" charset="0"/>
                <a:ea typeface="ＭＳ Ｐゴシック" charset="0"/>
                <a:cs typeface="+mn-cs"/>
              </a:rPr>
              <a:t>increased reliability via redundancy</a:t>
            </a:r>
          </a:p>
          <a:p>
            <a:pPr marL="342900" marR="0" lvl="0" indent="-342900" algn="l" defTabSz="457200" rtl="0" eaLnBrk="1" fontAlgn="auto" latinLnBrk="0" hangingPunct="1">
              <a:lnSpc>
                <a:spcPct val="100000"/>
              </a:lnSpc>
              <a:spcBef>
                <a:spcPct val="20000"/>
              </a:spcBef>
              <a:spcAft>
                <a:spcPts val="0"/>
              </a:spcAft>
              <a:buClrTx/>
              <a:buSzTx/>
              <a:buFont typeface="Arial" charset="0"/>
              <a:buChar char="•"/>
              <a:tabLst/>
              <a:defRPr/>
            </a:pPr>
            <a:endParaRPr kumimoji="0" lang="en-US" sz="3200" b="0" i="1" u="none" strike="noStrike" kern="1200" cap="none" spc="0" normalizeH="0" baseline="0" noProof="0">
              <a:ln>
                <a:noFill/>
              </a:ln>
              <a:solidFill>
                <a:prstClr val="black"/>
              </a:solidFill>
              <a:effectLst/>
              <a:uLnTx/>
              <a:uFillTx/>
              <a:latin typeface="Gill Sans MT" charset="0"/>
              <a:ea typeface="ＭＳ Ｐゴシック" charset="0"/>
            </a:endParaRPr>
          </a:p>
        </p:txBody>
      </p:sp>
      <p:sp>
        <p:nvSpPr>
          <p:cNvPr id="2" name="Slide Number Placeholder 1">
            <a:extLst>
              <a:ext uri="{FF2B5EF4-FFF2-40B4-BE49-F238E27FC236}">
                <a16:creationId xmlns:a16="http://schemas.microsoft.com/office/drawing/2014/main" id="{1342DA46-A57D-6948-978B-D77691EC1AA1}"/>
              </a:ext>
            </a:extLst>
          </p:cNvPr>
          <p:cNvSpPr>
            <a:spLocks noGrp="1"/>
          </p:cNvSpPr>
          <p:nvPr>
            <p:ph type="sldNum" sz="quarter" idx="12"/>
          </p:nvPr>
        </p:nvSpPr>
        <p:spPr/>
        <p:txBody>
          <a:bodyPr/>
          <a:lstStyle/>
          <a:p>
            <a:fld id="{6B13335D-4FC9-924F-B266-DEE7D65B61EE}" type="slidenum">
              <a:rPr lang="en-US" smtClean="0"/>
              <a:pPr/>
              <a:t>18</a:t>
            </a:fld>
            <a:endParaRPr lang="en-US"/>
          </a:p>
        </p:txBody>
      </p:sp>
    </p:spTree>
    <p:extLst>
      <p:ext uri="{BB962C8B-B14F-4D97-AF65-F5344CB8AC3E}">
        <p14:creationId xmlns:p14="http://schemas.microsoft.com/office/powerpoint/2010/main" val="418848693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Broad questions</a:t>
            </a:r>
          </a:p>
        </p:txBody>
      </p:sp>
      <p:sp>
        <p:nvSpPr>
          <p:cNvPr id="4" name="Content Placeholder 3"/>
          <p:cNvSpPr>
            <a:spLocks noGrp="1"/>
          </p:cNvSpPr>
          <p:nvPr>
            <p:ph idx="1"/>
          </p:nvPr>
        </p:nvSpPr>
        <p:spPr/>
        <p:txBody>
          <a:bodyPr/>
          <a:lstStyle/>
          <a:p>
            <a:r>
              <a:rPr lang="en-US" dirty="0"/>
              <a:t>How are massive numbers of commodity machines networked inside a data center?</a:t>
            </a:r>
          </a:p>
          <a:p>
            <a:r>
              <a:rPr lang="en-US" dirty="0"/>
              <a:t>Virtualization: How to effectively manage physical machine resources 	across client virtual machines?</a:t>
            </a:r>
          </a:p>
          <a:p>
            <a:r>
              <a:rPr lang="en-US" dirty="0"/>
              <a:t>Operational costs: </a:t>
            </a:r>
          </a:p>
          <a:p>
            <a:pPr lvl="1"/>
            <a:r>
              <a:rPr lang="en-US" dirty="0"/>
              <a:t>Server equipment</a:t>
            </a:r>
          </a:p>
          <a:p>
            <a:pPr lvl="1"/>
            <a:r>
              <a:rPr lang="en-US" b="1" dirty="0">
                <a:solidFill>
                  <a:srgbClr val="FF0000"/>
                </a:solidFill>
              </a:rPr>
              <a:t>Power and cooling</a:t>
            </a:r>
          </a:p>
          <a:p>
            <a:pPr lvl="1"/>
            <a:r>
              <a:rPr lang="en-US" dirty="0">
                <a:solidFill>
                  <a:schemeClr val="tx1"/>
                </a:solidFill>
              </a:rPr>
              <a:t>Networking</a:t>
            </a:r>
          </a:p>
        </p:txBody>
      </p:sp>
      <p:sp>
        <p:nvSpPr>
          <p:cNvPr id="2" name="Slide Number Placeholder 1"/>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B13335D-4FC9-924F-B266-DEE7D65B61E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19</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Tree>
    <p:extLst>
      <p:ext uri="{BB962C8B-B14F-4D97-AF65-F5344CB8AC3E}">
        <p14:creationId xmlns:p14="http://schemas.microsoft.com/office/powerpoint/2010/main" val="12779455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B13335D-4FC9-924F-B266-DEE7D65B61E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20</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pic>
        <p:nvPicPr>
          <p:cNvPr id="7" name="Picture 6" descr="Screen Shot 2016-04-06 at 2.21.18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104900" y="0"/>
            <a:ext cx="6924261" cy="6858000"/>
          </a:xfrm>
          <a:prstGeom prst="rect">
            <a:avLst/>
          </a:prstGeom>
        </p:spPr>
      </p:pic>
      <p:sp>
        <p:nvSpPr>
          <p:cNvPr id="8" name="TextBox 7"/>
          <p:cNvSpPr txBox="1"/>
          <p:nvPr/>
        </p:nvSpPr>
        <p:spPr>
          <a:xfrm>
            <a:off x="1104900" y="6469112"/>
            <a:ext cx="294327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Source: NRDC research paper</a:t>
            </a:r>
          </a:p>
        </p:txBody>
      </p:sp>
    </p:spTree>
    <p:extLst>
      <p:ext uri="{BB962C8B-B14F-4D97-AF65-F5344CB8AC3E}">
        <p14:creationId xmlns:p14="http://schemas.microsoft.com/office/powerpoint/2010/main" val="259716232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Breakdown </a:t>
            </a:r>
            <a:r>
              <a:rPr lang="en-US" dirty="0" err="1"/>
              <a:t>wrt</a:t>
            </a:r>
            <a:r>
              <a:rPr lang="en-US" dirty="0"/>
              <a:t> DC size</a:t>
            </a:r>
          </a:p>
        </p:txBody>
      </p:sp>
      <p:pic>
        <p:nvPicPr>
          <p:cNvPr id="5" name="Picture 4" descr="Screen Shot 2016-04-06 at 2.23.37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0700" y="0"/>
            <a:ext cx="8102600" cy="6845300"/>
          </a:xfrm>
          <a:prstGeom prst="rect">
            <a:avLst/>
          </a:prstGeom>
        </p:spPr>
      </p:pic>
      <p:sp>
        <p:nvSpPr>
          <p:cNvPr id="6" name="TextBox 5"/>
          <p:cNvSpPr txBox="1"/>
          <p:nvPr/>
        </p:nvSpPr>
        <p:spPr>
          <a:xfrm>
            <a:off x="4965700" y="6330444"/>
            <a:ext cx="2943271" cy="369332"/>
          </a:xfrm>
          <a:prstGeom prst="rect">
            <a:avLst/>
          </a:prstGeom>
          <a:no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a:ea typeface="+mn-ea"/>
                <a:cs typeface="+mn-cs"/>
              </a:rPr>
              <a:t>Source: NRDC research paper</a:t>
            </a:r>
          </a:p>
        </p:txBody>
      </p:sp>
    </p:spTree>
    <p:extLst>
      <p:ext uri="{BB962C8B-B14F-4D97-AF65-F5344CB8AC3E}">
        <p14:creationId xmlns:p14="http://schemas.microsoft.com/office/powerpoint/2010/main" val="29521225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2290" name="Title 1"/>
          <p:cNvSpPr>
            <a:spLocks noGrp="1"/>
          </p:cNvSpPr>
          <p:nvPr>
            <p:ph type="title"/>
          </p:nvPr>
        </p:nvSpPr>
        <p:spPr>
          <a:xfrm>
            <a:off x="685800" y="228600"/>
            <a:ext cx="7772400" cy="838200"/>
          </a:xfrm>
        </p:spPr>
        <p:txBody>
          <a:bodyPr/>
          <a:lstStyle/>
          <a:p>
            <a:r>
              <a:rPr lang="en-US"/>
              <a:t>Data Center Costs</a:t>
            </a:r>
          </a:p>
        </p:txBody>
      </p:sp>
      <p:sp>
        <p:nvSpPr>
          <p:cNvPr id="3" name="Content Placeholder 2"/>
          <p:cNvSpPr>
            <a:spLocks noGrp="1"/>
          </p:cNvSpPr>
          <p:nvPr>
            <p:ph idx="1"/>
          </p:nvPr>
        </p:nvSpPr>
        <p:spPr>
          <a:xfrm>
            <a:off x="381000" y="3918992"/>
            <a:ext cx="7772400" cy="1295400"/>
          </a:xfrm>
        </p:spPr>
        <p:txBody>
          <a:bodyPr>
            <a:noAutofit/>
          </a:bodyPr>
          <a:lstStyle/>
          <a:p>
            <a:pPr>
              <a:defRPr/>
            </a:pPr>
            <a:r>
              <a:rPr lang="en-US" sz="2000" dirty="0"/>
              <a:t>Total cost varies</a:t>
            </a:r>
          </a:p>
          <a:p>
            <a:pPr lvl="1">
              <a:defRPr/>
            </a:pPr>
            <a:r>
              <a:rPr lang="en-US" sz="2000" dirty="0"/>
              <a:t>upwards of $1/4 B for mega data center</a:t>
            </a:r>
          </a:p>
          <a:p>
            <a:pPr lvl="1">
              <a:defRPr/>
            </a:pPr>
            <a:r>
              <a:rPr lang="en-US" sz="2000" dirty="0"/>
              <a:t>server costs dominate</a:t>
            </a:r>
          </a:p>
          <a:p>
            <a:pPr lvl="1">
              <a:defRPr/>
            </a:pPr>
            <a:r>
              <a:rPr lang="en-US" sz="2000" dirty="0"/>
              <a:t>network costs is still significant</a:t>
            </a:r>
          </a:p>
          <a:p>
            <a:pPr>
              <a:defRPr/>
            </a:pPr>
            <a:r>
              <a:rPr lang="en-US" sz="2000" dirty="0"/>
              <a:t>Long provisioning timescales:</a:t>
            </a:r>
          </a:p>
          <a:p>
            <a:pPr lvl="1">
              <a:defRPr/>
            </a:pPr>
            <a:r>
              <a:rPr lang="en-US" sz="2000" dirty="0"/>
              <a:t>new servers purchased quarterly at best</a:t>
            </a:r>
          </a:p>
          <a:p>
            <a:pPr lvl="1">
              <a:defRPr/>
            </a:pPr>
            <a:endParaRPr lang="en-US" sz="2000" dirty="0"/>
          </a:p>
          <a:p>
            <a:pPr>
              <a:defRPr/>
            </a:pPr>
            <a:endParaRPr lang="en-US" sz="2000" dirty="0"/>
          </a:p>
        </p:txBody>
      </p:sp>
      <p:sp>
        <p:nvSpPr>
          <p:cNvPr id="12292" name="Slide Number Placeholder 3"/>
          <p:cNvSpPr>
            <a:spLocks noGrp="1"/>
          </p:cNvSpPr>
          <p:nvPr>
            <p:ph type="sldNum" sz="quarter" idx="10"/>
          </p:nvPr>
        </p:nvSpPr>
        <p:spPr>
          <a:noFill/>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CD1095E0-5E79-4D6C-996C-0B9B2985BFAA}" type="slidenum">
              <a:rPr kumimoji="0" lang="en-US" sz="1400" b="0" i="0" u="none" strike="noStrike" kern="1200" cap="none" spc="0" normalizeH="0" baseline="0" noProof="0" smtClean="0">
                <a:ln>
                  <a:noFill/>
                </a:ln>
                <a:solidFill>
                  <a:srgbClr val="0070C0"/>
                </a:solidFill>
                <a:effectLst/>
                <a:uLnTx/>
                <a:uFillTx/>
                <a:latin typeface="Franklin Gothic Book"/>
                <a:ea typeface="+mn-ea"/>
                <a:cs typeface="+mn-cs"/>
              </a:rPr>
              <a:pPr marL="0" marR="0" lvl="0" indent="0" algn="l" defTabSz="914400" rtl="0" eaLnBrk="1" fontAlgn="auto" latinLnBrk="0" hangingPunct="1">
                <a:lnSpc>
                  <a:spcPct val="100000"/>
                </a:lnSpc>
                <a:spcBef>
                  <a:spcPts val="0"/>
                </a:spcBef>
                <a:spcAft>
                  <a:spcPts val="0"/>
                </a:spcAft>
                <a:buClrTx/>
                <a:buSzTx/>
                <a:buFontTx/>
                <a:buNone/>
                <a:tabLst/>
                <a:defRPr/>
              </a:pPr>
              <a:t>22</a:t>
            </a:fld>
            <a:endParaRPr kumimoji="0" lang="en-US" sz="1400" b="0" i="0" u="none" strike="noStrike" kern="1200" cap="none" spc="0" normalizeH="0" baseline="0" noProof="0">
              <a:ln>
                <a:noFill/>
              </a:ln>
              <a:solidFill>
                <a:srgbClr val="0070C0"/>
              </a:solidFill>
              <a:effectLst/>
              <a:uLnTx/>
              <a:uFillTx/>
              <a:latin typeface="Franklin Gothic Book"/>
              <a:ea typeface="+mn-ea"/>
              <a:cs typeface="+mn-cs"/>
            </a:endParaRPr>
          </a:p>
        </p:txBody>
      </p:sp>
      <p:graphicFrame>
        <p:nvGraphicFramePr>
          <p:cNvPr id="6" name="Content Placeholder 3"/>
          <p:cNvGraphicFramePr>
            <a:graphicFrameLocks/>
          </p:cNvGraphicFramePr>
          <p:nvPr/>
        </p:nvGraphicFramePr>
        <p:xfrm>
          <a:off x="228600" y="1556792"/>
          <a:ext cx="8629479" cy="1849120"/>
        </p:xfrm>
        <a:graphic>
          <a:graphicData uri="http://schemas.openxmlformats.org/drawingml/2006/table">
            <a:tbl>
              <a:tblPr firstRow="1" bandRow="1">
                <a:tableStyleId>{5C22544A-7EE6-4342-B048-85BDC9FD1C3A}</a:tableStyleId>
              </a:tblPr>
              <a:tblGrid>
                <a:gridCol w="2078182">
                  <a:extLst>
                    <a:ext uri="{9D8B030D-6E8A-4147-A177-3AD203B41FA5}">
                      <a16:colId xmlns:a16="http://schemas.microsoft.com/office/drawing/2014/main" val="20000"/>
                    </a:ext>
                  </a:extLst>
                </a:gridCol>
                <a:gridCol w="2443942">
                  <a:extLst>
                    <a:ext uri="{9D8B030D-6E8A-4147-A177-3AD203B41FA5}">
                      <a16:colId xmlns:a16="http://schemas.microsoft.com/office/drawing/2014/main" val="20001"/>
                    </a:ext>
                  </a:extLst>
                </a:gridCol>
                <a:gridCol w="4107355">
                  <a:extLst>
                    <a:ext uri="{9D8B030D-6E8A-4147-A177-3AD203B41FA5}">
                      <a16:colId xmlns:a16="http://schemas.microsoft.com/office/drawing/2014/main" val="20002"/>
                    </a:ext>
                  </a:extLst>
                </a:gridCol>
              </a:tblGrid>
              <a:tr h="275687">
                <a:tc>
                  <a:txBody>
                    <a:bodyPr/>
                    <a:lstStyle/>
                    <a:p>
                      <a:r>
                        <a:rPr lang="en-US" dirty="0"/>
                        <a:t>Amortized</a:t>
                      </a:r>
                      <a:r>
                        <a:rPr lang="en-US" baseline="0" dirty="0"/>
                        <a:t> Cost*</a:t>
                      </a:r>
                      <a:endParaRPr lang="en-US" dirty="0"/>
                    </a:p>
                  </a:txBody>
                  <a:tcPr/>
                </a:tc>
                <a:tc>
                  <a:txBody>
                    <a:bodyPr/>
                    <a:lstStyle/>
                    <a:p>
                      <a:r>
                        <a:rPr lang="en-US" dirty="0"/>
                        <a:t>Component</a:t>
                      </a:r>
                    </a:p>
                  </a:txBody>
                  <a:tcPr/>
                </a:tc>
                <a:tc>
                  <a:txBody>
                    <a:bodyPr/>
                    <a:lstStyle/>
                    <a:p>
                      <a:r>
                        <a:rPr lang="en-US" dirty="0"/>
                        <a:t>Sub-Components</a:t>
                      </a:r>
                    </a:p>
                  </a:txBody>
                  <a:tcPr/>
                </a:tc>
                <a:extLst>
                  <a:ext uri="{0D108BD9-81ED-4DB2-BD59-A6C34878D82A}">
                    <a16:rowId xmlns:a16="http://schemas.microsoft.com/office/drawing/2014/main" val="10000"/>
                  </a:ext>
                </a:extLst>
              </a:tr>
              <a:tr h="370840">
                <a:tc>
                  <a:txBody>
                    <a:bodyPr/>
                    <a:lstStyle/>
                    <a:p>
                      <a:r>
                        <a:rPr lang="en-US" dirty="0"/>
                        <a:t>~45%</a:t>
                      </a:r>
                    </a:p>
                  </a:txBody>
                  <a:tcPr/>
                </a:tc>
                <a:tc>
                  <a:txBody>
                    <a:bodyPr/>
                    <a:lstStyle/>
                    <a:p>
                      <a:r>
                        <a:rPr lang="en-US" dirty="0"/>
                        <a:t>Servers</a:t>
                      </a:r>
                    </a:p>
                  </a:txBody>
                  <a:tcPr/>
                </a:tc>
                <a:tc>
                  <a:txBody>
                    <a:bodyPr/>
                    <a:lstStyle/>
                    <a:p>
                      <a:r>
                        <a:rPr lang="en-US" dirty="0"/>
                        <a:t>CPU, memory,</a:t>
                      </a:r>
                      <a:r>
                        <a:rPr lang="en-US" baseline="0" dirty="0"/>
                        <a:t> disk</a:t>
                      </a:r>
                      <a:endParaRPr lang="en-US" dirty="0"/>
                    </a:p>
                  </a:txBody>
                  <a:tcPr/>
                </a:tc>
                <a:extLst>
                  <a:ext uri="{0D108BD9-81ED-4DB2-BD59-A6C34878D82A}">
                    <a16:rowId xmlns:a16="http://schemas.microsoft.com/office/drawing/2014/main" val="10001"/>
                  </a:ext>
                </a:extLst>
              </a:tr>
              <a:tr h="370840">
                <a:tc>
                  <a:txBody>
                    <a:bodyPr/>
                    <a:lstStyle/>
                    <a:p>
                      <a:r>
                        <a:rPr lang="en-US" dirty="0"/>
                        <a:t>~25%</a:t>
                      </a:r>
                    </a:p>
                  </a:txBody>
                  <a:tcPr/>
                </a:tc>
                <a:tc>
                  <a:txBody>
                    <a:bodyPr/>
                    <a:lstStyle/>
                    <a:p>
                      <a:r>
                        <a:rPr lang="en-US" dirty="0"/>
                        <a:t>Power</a:t>
                      </a:r>
                      <a:r>
                        <a:rPr lang="en-US" baseline="0" dirty="0"/>
                        <a:t> i</a:t>
                      </a:r>
                      <a:r>
                        <a:rPr lang="en-US" dirty="0"/>
                        <a:t>nfrastructure</a:t>
                      </a:r>
                    </a:p>
                  </a:txBody>
                  <a:tcPr/>
                </a:tc>
                <a:tc>
                  <a:txBody>
                    <a:bodyPr/>
                    <a:lstStyle/>
                    <a:p>
                      <a:r>
                        <a:rPr lang="en-US" dirty="0"/>
                        <a:t>UPS, cooling, power</a:t>
                      </a:r>
                      <a:r>
                        <a:rPr lang="en-US" baseline="0" dirty="0"/>
                        <a:t> distribution</a:t>
                      </a:r>
                      <a:endParaRPr lang="en-US" dirty="0"/>
                    </a:p>
                  </a:txBody>
                  <a:tcPr/>
                </a:tc>
                <a:extLst>
                  <a:ext uri="{0D108BD9-81ED-4DB2-BD59-A6C34878D82A}">
                    <a16:rowId xmlns:a16="http://schemas.microsoft.com/office/drawing/2014/main" val="10002"/>
                  </a:ext>
                </a:extLst>
              </a:tr>
              <a:tr h="370840">
                <a:tc>
                  <a:txBody>
                    <a:bodyPr/>
                    <a:lstStyle/>
                    <a:p>
                      <a:r>
                        <a:rPr lang="en-US" dirty="0"/>
                        <a:t>~15%</a:t>
                      </a:r>
                    </a:p>
                  </a:txBody>
                  <a:tcPr/>
                </a:tc>
                <a:tc>
                  <a:txBody>
                    <a:bodyPr/>
                    <a:lstStyle/>
                    <a:p>
                      <a:r>
                        <a:rPr lang="en-US" dirty="0"/>
                        <a:t>Power draw</a:t>
                      </a:r>
                    </a:p>
                  </a:txBody>
                  <a:tcPr/>
                </a:tc>
                <a:tc>
                  <a:txBody>
                    <a:bodyPr/>
                    <a:lstStyle/>
                    <a:p>
                      <a:r>
                        <a:rPr lang="en-US" dirty="0"/>
                        <a:t>Electrical utility costs</a:t>
                      </a:r>
                    </a:p>
                  </a:txBody>
                  <a:tcPr/>
                </a:tc>
                <a:extLst>
                  <a:ext uri="{0D108BD9-81ED-4DB2-BD59-A6C34878D82A}">
                    <a16:rowId xmlns:a16="http://schemas.microsoft.com/office/drawing/2014/main" val="10003"/>
                  </a:ext>
                </a:extLst>
              </a:tr>
              <a:tr h="370840">
                <a:tc>
                  <a:txBody>
                    <a:bodyPr/>
                    <a:lstStyle/>
                    <a:p>
                      <a:r>
                        <a:rPr lang="en-US" dirty="0"/>
                        <a:t>~15%</a:t>
                      </a:r>
                    </a:p>
                  </a:txBody>
                  <a:tcPr/>
                </a:tc>
                <a:tc>
                  <a:txBody>
                    <a:bodyPr/>
                    <a:lstStyle/>
                    <a:p>
                      <a:r>
                        <a:rPr lang="en-US" dirty="0"/>
                        <a:t>Network</a:t>
                      </a:r>
                    </a:p>
                  </a:txBody>
                  <a:tcPr/>
                </a:tc>
                <a:tc>
                  <a:txBody>
                    <a:bodyPr/>
                    <a:lstStyle/>
                    <a:p>
                      <a:r>
                        <a:rPr lang="en-US" baseline="0" dirty="0"/>
                        <a:t>Switches, l</a:t>
                      </a:r>
                      <a:r>
                        <a:rPr lang="en-US" dirty="0"/>
                        <a:t>inks,</a:t>
                      </a:r>
                      <a:r>
                        <a:rPr lang="en-US" baseline="0" dirty="0"/>
                        <a:t> transit</a:t>
                      </a:r>
                      <a:endParaRPr lang="en-US" dirty="0"/>
                    </a:p>
                  </a:txBody>
                  <a:tcPr/>
                </a:tc>
                <a:extLst>
                  <a:ext uri="{0D108BD9-81ED-4DB2-BD59-A6C34878D82A}">
                    <a16:rowId xmlns:a16="http://schemas.microsoft.com/office/drawing/2014/main" val="10004"/>
                  </a:ext>
                </a:extLst>
              </a:tr>
            </a:tbl>
          </a:graphicData>
        </a:graphic>
      </p:graphicFrame>
      <p:sp>
        <p:nvSpPr>
          <p:cNvPr id="12320" name="TextBox 6"/>
          <p:cNvSpPr txBox="1">
            <a:spLocks noChangeArrowheads="1"/>
          </p:cNvSpPr>
          <p:nvPr/>
        </p:nvSpPr>
        <p:spPr bwMode="auto">
          <a:xfrm>
            <a:off x="381000" y="3461792"/>
            <a:ext cx="7923213" cy="707886"/>
          </a:xfrm>
          <a:prstGeom prst="rect">
            <a:avLst/>
          </a:prstGeom>
          <a:noFill/>
          <a:ln w="9525">
            <a:noFill/>
            <a:miter lim="800000"/>
            <a:headEnd/>
            <a:tailEnd/>
          </a:ln>
        </p:spPr>
        <p:txBody>
          <a:bodyPr>
            <a:spAutoFit/>
          </a:bodyPr>
          <a:lstStyle/>
          <a:p>
            <a:pPr marL="0" marR="0" lvl="1" indent="0" algn="l" defTabSz="914400" rtl="0" eaLnBrk="1" fontAlgn="auto" latinLnBrk="0" hangingPunct="1">
              <a:lnSpc>
                <a:spcPct val="100000"/>
              </a:lnSpc>
              <a:spcBef>
                <a:spcPts val="0"/>
              </a:spcBef>
              <a:spcAft>
                <a:spcPts val="0"/>
              </a:spcAft>
              <a:buClrTx/>
              <a:buSzTx/>
              <a:buFontTx/>
              <a:buNone/>
              <a:tabLst/>
              <a:defRPr/>
            </a:pPr>
            <a:r>
              <a:rPr kumimoji="0" lang="en-US" sz="2000" b="0" i="0" u="none" strike="noStrike" kern="1200" cap="none" spc="0" normalizeH="0" baseline="0" noProof="0" dirty="0">
                <a:ln>
                  <a:noFill/>
                </a:ln>
                <a:solidFill>
                  <a:prstClr val="black"/>
                </a:solidFill>
                <a:effectLst/>
                <a:uLnTx/>
                <a:uFillTx/>
                <a:latin typeface="Franklin Gothic Book"/>
                <a:ea typeface="+mn-ea"/>
                <a:cs typeface="+mn-cs"/>
              </a:rPr>
              <a:t>*3 yr amortization for servers, 15 yr for infrastructure; 5% cost of money</a:t>
            </a:r>
          </a:p>
          <a:p>
            <a:pPr marL="0" marR="0" lvl="1" indent="0" algn="l" defTabSz="914400" rtl="0" eaLnBrk="1" fontAlgn="auto" latinLnBrk="0" hangingPunct="1">
              <a:lnSpc>
                <a:spcPct val="100000"/>
              </a:lnSpc>
              <a:spcBef>
                <a:spcPts val="0"/>
              </a:spcBef>
              <a:spcAft>
                <a:spcPts val="0"/>
              </a:spcAft>
              <a:buClrTx/>
              <a:buSzTx/>
              <a:buFontTx/>
              <a:buNone/>
              <a:tabLst/>
              <a:defRPr/>
            </a:pPr>
            <a:endParaRPr kumimoji="0" lang="en-US" sz="2000" b="0" i="0" u="none" strike="noStrike" kern="1200" cap="none" spc="0" normalizeH="0" baseline="0" noProof="0" dirty="0">
              <a:ln>
                <a:noFill/>
              </a:ln>
              <a:solidFill>
                <a:prstClr val="black"/>
              </a:solidFill>
              <a:effectLst/>
              <a:uLnTx/>
              <a:uFillTx/>
              <a:latin typeface="Franklin Gothic Book"/>
              <a:ea typeface="+mn-ea"/>
              <a:cs typeface="+mn-cs"/>
            </a:endParaRPr>
          </a:p>
        </p:txBody>
      </p:sp>
    </p:spTree>
    <p:extLst>
      <p:ext uri="{BB962C8B-B14F-4D97-AF65-F5344CB8AC3E}">
        <p14:creationId xmlns:p14="http://schemas.microsoft.com/office/powerpoint/2010/main" val="20161849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ext Box 2">
            <a:extLst>
              <a:ext uri="{FF2B5EF4-FFF2-40B4-BE49-F238E27FC236}">
                <a16:creationId xmlns:a16="http://schemas.microsoft.com/office/drawing/2014/main" id="{FDC91A90-673B-AD45-8FC2-103422D2E92C}"/>
              </a:ext>
            </a:extLst>
          </p:cNvPr>
          <p:cNvSpPr txBox="1">
            <a:spLocks noChangeArrowheads="1"/>
          </p:cNvSpPr>
          <p:nvPr/>
        </p:nvSpPr>
        <p:spPr bwMode="auto">
          <a:xfrm>
            <a:off x="850900" y="995363"/>
            <a:ext cx="7496175" cy="579437"/>
          </a:xfrm>
          <a:prstGeom prst="rect">
            <a:avLst/>
          </a:prstGeom>
          <a:noFill/>
          <a:ln>
            <a:noFill/>
          </a:ln>
          <a:effectLst/>
          <a:extLst>
            <a:ext uri="{909E8E84-426E-40dd-AFC4-6F175D3DCCD1}"/>
            <a:ext uri="{91240B29-F687-4f45-9708-019B960494DF}"/>
            <a:ext uri="{AF507438-7753-43e0-B8FC-AC1667EBCBE1}"/>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0" lang="en-US" sz="3200" b="1" i="0" u="none" strike="noStrike" kern="1200" cap="none" spc="0" normalizeH="0" baseline="0" noProof="0">
              <a:ln>
                <a:noFill/>
              </a:ln>
              <a:solidFill>
                <a:srgbClr val="FFFFFF"/>
              </a:solidFill>
              <a:effectLst>
                <a:outerShdw blurRad="38100" dist="38100" dir="2700000" algn="tl">
                  <a:srgbClr val="000000"/>
                </a:outerShdw>
              </a:effectLst>
              <a:uLnTx/>
              <a:uFillTx/>
              <a:latin typeface="Arial" charset="0"/>
              <a:ea typeface="宋体" charset="0"/>
              <a:cs typeface="宋体" charset="0"/>
            </a:endParaRPr>
          </a:p>
        </p:txBody>
      </p:sp>
      <p:pic>
        <p:nvPicPr>
          <p:cNvPr id="32770" name="Picture 3">
            <a:extLst>
              <a:ext uri="{FF2B5EF4-FFF2-40B4-BE49-F238E27FC236}">
                <a16:creationId xmlns:a16="http://schemas.microsoft.com/office/drawing/2014/main" id="{975F9EA2-ADE1-2449-B4DC-0B6C7E2D85E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9575" y="1341438"/>
            <a:ext cx="8518525" cy="1717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1" name="Text Box 4">
            <a:extLst>
              <a:ext uri="{FF2B5EF4-FFF2-40B4-BE49-F238E27FC236}">
                <a16:creationId xmlns:a16="http://schemas.microsoft.com/office/drawing/2014/main" id="{9213CB04-C617-0146-97FE-1B6D9C6CA2F4}"/>
              </a:ext>
            </a:extLst>
          </p:cNvPr>
          <p:cNvSpPr txBox="1">
            <a:spLocks noChangeArrowheads="1"/>
          </p:cNvSpPr>
          <p:nvPr/>
        </p:nvSpPr>
        <p:spPr bwMode="auto">
          <a:xfrm>
            <a:off x="395288" y="441325"/>
            <a:ext cx="8569325" cy="701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sz="3200" b="1">
                <a:solidFill>
                  <a:schemeClr val="tx1"/>
                </a:solidFill>
                <a:latin typeface="Arial" panose="020B0604020202020204" pitchFamily="34" charset="0"/>
                <a:ea typeface="ＭＳ Ｐゴシック" panose="020B0600070205080204" pitchFamily="34" charset="-128"/>
              </a:defRPr>
            </a:lvl1pPr>
            <a:lvl2pPr marL="742950" indent="-285750">
              <a:defRPr sz="3200" b="1">
                <a:solidFill>
                  <a:schemeClr val="tx1"/>
                </a:solidFill>
                <a:latin typeface="Arial" panose="020B0604020202020204" pitchFamily="34" charset="0"/>
                <a:ea typeface="ＭＳ Ｐゴシック" panose="020B0600070205080204" pitchFamily="34" charset="-128"/>
              </a:defRPr>
            </a:lvl2pPr>
            <a:lvl3pPr marL="1143000" indent="-228600">
              <a:defRPr sz="3200" b="1">
                <a:solidFill>
                  <a:schemeClr val="tx1"/>
                </a:solidFill>
                <a:latin typeface="Arial" panose="020B0604020202020204" pitchFamily="34" charset="0"/>
                <a:ea typeface="ＭＳ Ｐゴシック" panose="020B0600070205080204" pitchFamily="34" charset="-128"/>
              </a:defRPr>
            </a:lvl3pPr>
            <a:lvl4pPr marL="1600200" indent="-228600">
              <a:defRPr sz="3200" b="1">
                <a:solidFill>
                  <a:schemeClr val="tx1"/>
                </a:solidFill>
                <a:latin typeface="Arial" panose="020B0604020202020204" pitchFamily="34" charset="0"/>
                <a:ea typeface="ＭＳ Ｐゴシック" panose="020B0600070205080204" pitchFamily="34" charset="-128"/>
              </a:defRPr>
            </a:lvl4pPr>
            <a:lvl5pPr marL="2057400" indent="-22860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1" lang="en-US" altLang="en-US" sz="2000" b="1" i="0" u="none" strike="noStrike" kern="1200" cap="none" spc="0" normalizeH="0" baseline="0" noProof="0">
                <a:ln>
                  <a:noFill/>
                </a:ln>
                <a:solidFill>
                  <a:srgbClr val="FFFF00"/>
                </a:solidFill>
                <a:effectLst/>
                <a:uLnTx/>
                <a:uFillTx/>
                <a:latin typeface="Times New Roman" panose="02020603050405020304" pitchFamily="18" charset="0"/>
                <a:ea typeface="魏碑" charset="-122"/>
              </a:rPr>
              <a:t>Table 2: Economies of Scale in 2006 for medium-sized datacenter (1000 servers) vs. very large datacenter (50,000 servers). [24]</a:t>
            </a:r>
          </a:p>
        </p:txBody>
      </p:sp>
      <p:pic>
        <p:nvPicPr>
          <p:cNvPr id="32772" name="Picture 5">
            <a:extLst>
              <a:ext uri="{FF2B5EF4-FFF2-40B4-BE49-F238E27FC236}">
                <a16:creationId xmlns:a16="http://schemas.microsoft.com/office/drawing/2014/main" id="{2E67DF04-310B-6D43-9E17-4A9DAD019D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555" r="1970"/>
          <a:stretch>
            <a:fillRect/>
          </a:stretch>
        </p:blipFill>
        <p:spPr bwMode="auto">
          <a:xfrm>
            <a:off x="423863" y="3386138"/>
            <a:ext cx="8367712" cy="2590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74474" name="Text Box 42">
            <a:extLst>
              <a:ext uri="{FF2B5EF4-FFF2-40B4-BE49-F238E27FC236}">
                <a16:creationId xmlns:a16="http://schemas.microsoft.com/office/drawing/2014/main" id="{D08DF080-2B72-F74C-9988-53926D806B0A}"/>
              </a:ext>
            </a:extLst>
          </p:cNvPr>
          <p:cNvSpPr txBox="1">
            <a:spLocks noChangeArrowheads="1"/>
          </p:cNvSpPr>
          <p:nvPr/>
        </p:nvSpPr>
        <p:spPr bwMode="auto">
          <a:xfrm>
            <a:off x="5792788" y="6048375"/>
            <a:ext cx="3138487" cy="274638"/>
          </a:xfrm>
          <a:prstGeom prst="rect">
            <a:avLst/>
          </a:prstGeom>
          <a:noFill/>
          <a:ln>
            <a:noFill/>
          </a:ln>
          <a:effectLst>
            <a:prstShdw prst="shdw17" dist="17961" dir="2700000">
              <a:schemeClr val="accent1">
                <a:gamma/>
                <a:shade val="60000"/>
                <a:invGamma/>
                <a:alpha val="74998"/>
              </a:schemeClr>
            </a:prstShdw>
          </a:effectLst>
          <a:extLst>
            <a:ext uri="{909E8E84-426E-40dd-AFC4-6F175D3DCCD1}"/>
            <a:ext uri="{91240B29-F687-4f45-9708-019B960494DF}"/>
          </a:extLst>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1" i="0" u="none" strike="noStrike" kern="1200" cap="none" spc="0" normalizeH="0" baseline="0" noProof="0">
                <a:ln>
                  <a:noFill/>
                </a:ln>
                <a:solidFill>
                  <a:srgbClr val="00FFFF"/>
                </a:solidFill>
                <a:effectLst/>
                <a:uLnTx/>
                <a:uFillTx/>
                <a:latin typeface="Arial" panose="020B0604020202020204" pitchFamily="34" charset="0"/>
                <a:ea typeface="ＭＳ Ｐゴシック" panose="020B0600070205080204" pitchFamily="34" charset="-128"/>
              </a:rPr>
              <a:t>(Courtesy of M. Ambrust, et al 2009)</a:t>
            </a:r>
            <a:endParaRPr kumimoji="0" lang="en-US" altLang="en-US" sz="3200" b="1"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713828617"/>
      </p:ext>
    </p:extLst>
  </p:cSld>
  <p:clrMapOvr>
    <a:masterClrMapping/>
  </p:clrMapOvr>
  <p:transition>
    <p:pull dir="ru"/>
  </p:transition>
</p:sld>
</file>

<file path=ppt/slides/slide2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90114" name="Text Box 2">
            <a:extLst>
              <a:ext uri="{FF2B5EF4-FFF2-40B4-BE49-F238E27FC236}">
                <a16:creationId xmlns:a16="http://schemas.microsoft.com/office/drawing/2014/main" id="{BADC8B04-88D2-9B44-8A51-C22AA380623F}"/>
              </a:ext>
            </a:extLst>
          </p:cNvPr>
          <p:cNvSpPr txBox="1">
            <a:spLocks noChangeArrowheads="1"/>
          </p:cNvSpPr>
          <p:nvPr/>
        </p:nvSpPr>
        <p:spPr bwMode="auto">
          <a:xfrm>
            <a:off x="850900" y="995363"/>
            <a:ext cx="7496175" cy="579437"/>
          </a:xfrm>
          <a:prstGeom prst="rect">
            <a:avLst/>
          </a:prstGeom>
          <a:noFill/>
          <a:ln>
            <a:noFill/>
          </a:ln>
          <a:effectLst/>
          <a:extLst>
            <a:ext uri="{909E8E84-426E-40dd-AFC4-6F175D3DCCD1}"/>
            <a:ext uri="{91240B29-F687-4f45-9708-019B960494DF}"/>
            <a:ext uri="{AF507438-7753-43e0-B8FC-AC1667EBCBE1}"/>
          </a:extLst>
        </p:spPr>
        <p:txBody>
          <a:bodyPr>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0" lang="en-US" sz="3200" b="1" i="0" u="none" strike="noStrike" kern="1200" cap="none" spc="0" normalizeH="0" baseline="0" noProof="0">
              <a:ln>
                <a:noFill/>
              </a:ln>
              <a:solidFill>
                <a:srgbClr val="FFFFFF"/>
              </a:solidFill>
              <a:effectLst>
                <a:outerShdw blurRad="38100" dist="38100" dir="2700000" algn="tl">
                  <a:srgbClr val="000000"/>
                </a:outerShdw>
              </a:effectLst>
              <a:uLnTx/>
              <a:uFillTx/>
              <a:latin typeface="Arial" charset="0"/>
              <a:ea typeface="宋体" charset="0"/>
              <a:cs typeface="宋体" charset="0"/>
            </a:endParaRPr>
          </a:p>
        </p:txBody>
      </p:sp>
      <p:pic>
        <p:nvPicPr>
          <p:cNvPr id="33794" name="Picture 3">
            <a:extLst>
              <a:ext uri="{FF2B5EF4-FFF2-40B4-BE49-F238E27FC236}">
                <a16:creationId xmlns:a16="http://schemas.microsoft.com/office/drawing/2014/main" id="{AF3D93BD-CD12-924B-80A7-2A7987C3298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r="2176"/>
          <a:stretch>
            <a:fillRect/>
          </a:stretch>
        </p:blipFill>
        <p:spPr bwMode="auto">
          <a:xfrm>
            <a:off x="187325" y="1558925"/>
            <a:ext cx="8956675" cy="4551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3795" name="Text Box 4">
            <a:extLst>
              <a:ext uri="{FF2B5EF4-FFF2-40B4-BE49-F238E27FC236}">
                <a16:creationId xmlns:a16="http://schemas.microsoft.com/office/drawing/2014/main" id="{6A6DE341-662B-484F-96B2-9B959B9AB5DF}"/>
              </a:ext>
            </a:extLst>
          </p:cNvPr>
          <p:cNvSpPr txBox="1">
            <a:spLocks noChangeArrowheads="1"/>
          </p:cNvSpPr>
          <p:nvPr/>
        </p:nvSpPr>
        <p:spPr bwMode="auto">
          <a:xfrm>
            <a:off x="539750" y="333375"/>
            <a:ext cx="7813675" cy="1190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a:defRPr sz="3200" b="1">
                <a:solidFill>
                  <a:schemeClr val="tx1"/>
                </a:solidFill>
                <a:latin typeface="Arial" panose="020B0604020202020204" pitchFamily="34" charset="0"/>
                <a:ea typeface="ＭＳ Ｐゴシック" panose="020B0600070205080204" pitchFamily="34" charset="-128"/>
              </a:defRPr>
            </a:lvl1pPr>
            <a:lvl2pPr marL="742950" indent="-285750">
              <a:defRPr sz="3200" b="1">
                <a:solidFill>
                  <a:schemeClr val="tx1"/>
                </a:solidFill>
                <a:latin typeface="Arial" panose="020B0604020202020204" pitchFamily="34" charset="0"/>
                <a:ea typeface="ＭＳ Ｐゴシック" panose="020B0600070205080204" pitchFamily="34" charset="-128"/>
              </a:defRPr>
            </a:lvl2pPr>
            <a:lvl3pPr marL="1143000" indent="-228600">
              <a:defRPr sz="3200" b="1">
                <a:solidFill>
                  <a:schemeClr val="tx1"/>
                </a:solidFill>
                <a:latin typeface="Arial" panose="020B0604020202020204" pitchFamily="34" charset="0"/>
                <a:ea typeface="ＭＳ Ｐゴシック" panose="020B0600070205080204" pitchFamily="34" charset="-128"/>
              </a:defRPr>
            </a:lvl3pPr>
            <a:lvl4pPr marL="1600200" indent="-228600">
              <a:defRPr sz="3200" b="1">
                <a:solidFill>
                  <a:schemeClr val="tx1"/>
                </a:solidFill>
                <a:latin typeface="Arial" panose="020B0604020202020204" pitchFamily="34" charset="0"/>
                <a:ea typeface="ＭＳ Ｐゴシック" panose="020B0600070205080204" pitchFamily="34" charset="-128"/>
              </a:defRPr>
            </a:lvl4pPr>
            <a:lvl5pPr marL="2057400" indent="-22860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1" lang="en-US" altLang="en-US" sz="3600" b="1" i="0" u="none" strike="noStrike" kern="1200" cap="none" spc="0" normalizeH="0" baseline="0" noProof="0">
                <a:ln>
                  <a:noFill/>
                </a:ln>
                <a:solidFill>
                  <a:srgbClr val="FFFF00"/>
                </a:solidFill>
                <a:effectLst/>
                <a:uLnTx/>
                <a:uFillTx/>
                <a:latin typeface="Times New Roman" panose="02020603050405020304" pitchFamily="18" charset="0"/>
                <a:ea typeface="魏碑" charset="-122"/>
              </a:rPr>
              <a:t>Cost Considerations : Power, Cooling, Physical Plant, and Operational Costs</a:t>
            </a:r>
          </a:p>
        </p:txBody>
      </p:sp>
      <p:sp>
        <p:nvSpPr>
          <p:cNvPr id="274474" name="Text Box 42">
            <a:extLst>
              <a:ext uri="{FF2B5EF4-FFF2-40B4-BE49-F238E27FC236}">
                <a16:creationId xmlns:a16="http://schemas.microsoft.com/office/drawing/2014/main" id="{D059CC10-F7E4-4549-B67B-924B478BC045}"/>
              </a:ext>
            </a:extLst>
          </p:cNvPr>
          <p:cNvSpPr txBox="1">
            <a:spLocks noChangeArrowheads="1"/>
          </p:cNvSpPr>
          <p:nvPr/>
        </p:nvSpPr>
        <p:spPr bwMode="auto">
          <a:xfrm>
            <a:off x="5518150" y="6216650"/>
            <a:ext cx="3136900" cy="274638"/>
          </a:xfrm>
          <a:prstGeom prst="rect">
            <a:avLst/>
          </a:prstGeom>
          <a:noFill/>
          <a:ln>
            <a:noFill/>
          </a:ln>
          <a:effectLst>
            <a:prstShdw prst="shdw17" dist="17961" dir="2700000">
              <a:schemeClr val="accent1">
                <a:gamma/>
                <a:shade val="60000"/>
                <a:invGamma/>
                <a:alpha val="74998"/>
              </a:schemeClr>
            </a:prstShdw>
          </a:effectLst>
          <a:extLst>
            <a:ext uri="{909E8E84-426E-40dd-AFC4-6F175D3DCCD1}"/>
            <a:ext uri="{91240B29-F687-4f45-9708-019B960494DF}"/>
          </a:extLst>
        </p:spPr>
        <p:txBody>
          <a:bodyPr>
            <a:spAutoFit/>
          </a:bodyPr>
          <a:lstStyle>
            <a:lvl1pPr eaLnBrk="0" hangingPunct="0">
              <a:defRPr sz="3200" b="1">
                <a:solidFill>
                  <a:schemeClr val="tx1"/>
                </a:solidFill>
                <a:latin typeface="Arial" panose="020B0604020202020204" pitchFamily="34" charset="0"/>
                <a:ea typeface="ＭＳ Ｐゴシック" panose="020B0600070205080204" pitchFamily="34" charset="-128"/>
              </a:defRPr>
            </a:lvl1pPr>
            <a:lvl2pPr marL="742950" indent="-285750" eaLnBrk="0" hangingPunct="0">
              <a:defRPr sz="3200" b="1">
                <a:solidFill>
                  <a:schemeClr val="tx1"/>
                </a:solidFill>
                <a:latin typeface="Arial" panose="020B0604020202020204" pitchFamily="34" charset="0"/>
                <a:ea typeface="ＭＳ Ｐゴシック" panose="020B0600070205080204" pitchFamily="34" charset="-128"/>
              </a:defRPr>
            </a:lvl2pPr>
            <a:lvl3pPr marL="1143000" indent="-228600" eaLnBrk="0" hangingPunct="0">
              <a:defRPr sz="3200" b="1">
                <a:solidFill>
                  <a:schemeClr val="tx1"/>
                </a:solidFill>
                <a:latin typeface="Arial" panose="020B0604020202020204" pitchFamily="34" charset="0"/>
                <a:ea typeface="ＭＳ Ｐゴシック" panose="020B0600070205080204" pitchFamily="34" charset="-128"/>
              </a:defRPr>
            </a:lvl3pPr>
            <a:lvl4pPr marL="1600200" indent="-228600" eaLnBrk="0" hangingPunct="0">
              <a:defRPr sz="3200" b="1">
                <a:solidFill>
                  <a:schemeClr val="tx1"/>
                </a:solidFill>
                <a:latin typeface="Arial" panose="020B0604020202020204" pitchFamily="34" charset="0"/>
                <a:ea typeface="ＭＳ Ｐゴシック" panose="020B0600070205080204" pitchFamily="34" charset="-128"/>
              </a:defRPr>
            </a:lvl4pPr>
            <a:lvl5pPr marL="2057400" indent="-228600" eaLnBrk="0" hangingPunct="0">
              <a:defRPr sz="3200" b="1">
                <a:solidFill>
                  <a:schemeClr val="tx1"/>
                </a:solidFill>
                <a:latin typeface="Arial" panose="020B0604020202020204" pitchFamily="34" charset="0"/>
                <a:ea typeface="ＭＳ Ｐゴシック" panose="020B0600070205080204" pitchFamily="34" charset="-128"/>
              </a:defRPr>
            </a:lvl5pPr>
            <a:lvl6pPr marL="25146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6pPr>
            <a:lvl7pPr marL="29718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7pPr>
            <a:lvl8pPr marL="34290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8pPr>
            <a:lvl9pPr marL="3886200" indent="-228600" eaLnBrk="0" fontAlgn="base" hangingPunct="0">
              <a:spcBef>
                <a:spcPct val="0"/>
              </a:spcBef>
              <a:spcAft>
                <a:spcPct val="0"/>
              </a:spcAft>
              <a:defRPr sz="3200" b="1">
                <a:solidFill>
                  <a:schemeClr val="tx1"/>
                </a:solidFill>
                <a:latin typeface="Arial" panose="020B0604020202020204" pitchFamily="34" charset="0"/>
                <a:ea typeface="ＭＳ Ｐゴシック" panose="020B0600070205080204" pitchFamily="34" charset="-128"/>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en-US" sz="1200" b="1" i="0" u="none" strike="noStrike" kern="1200" cap="none" spc="0" normalizeH="0" baseline="0" noProof="0">
                <a:ln>
                  <a:noFill/>
                </a:ln>
                <a:solidFill>
                  <a:srgbClr val="00FFFF"/>
                </a:solidFill>
                <a:effectLst/>
                <a:uLnTx/>
                <a:uFillTx/>
                <a:latin typeface="Arial" panose="020B0604020202020204" pitchFamily="34" charset="0"/>
                <a:ea typeface="ＭＳ Ｐゴシック" panose="020B0600070205080204" pitchFamily="34" charset="-128"/>
              </a:rPr>
              <a:t>(Courtesy of M. Ambrust, et al 2009)</a:t>
            </a:r>
            <a:endParaRPr kumimoji="0" lang="en-US" altLang="en-US" sz="3200" b="1" i="0" u="none" strike="noStrike" kern="1200" cap="none" spc="0" normalizeH="0" baseline="0" noProof="0">
              <a:ln>
                <a:noFill/>
              </a:ln>
              <a:solidFill>
                <a:srgbClr val="FFFFFF"/>
              </a:solidFill>
              <a:effectLst/>
              <a:uLnTx/>
              <a:uFillTx/>
              <a:latin typeface="Arial" panose="020B0604020202020204" pitchFamily="34" charset="0"/>
              <a:ea typeface="ＭＳ Ｐゴシック" panose="020B0600070205080204" pitchFamily="34" charset="-128"/>
            </a:endParaRPr>
          </a:p>
        </p:txBody>
      </p:sp>
    </p:spTree>
    <p:extLst>
      <p:ext uri="{BB962C8B-B14F-4D97-AF65-F5344CB8AC3E}">
        <p14:creationId xmlns:p14="http://schemas.microsoft.com/office/powerpoint/2010/main" val="3817831201"/>
      </p:ext>
    </p:extLst>
  </p:cSld>
  <p:clrMapOvr>
    <a:masterClrMapping/>
  </p:clrMapOvr>
  <p:transition>
    <p:pull dir="ru"/>
  </p:transition>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DC network design questions</a:t>
            </a:r>
          </a:p>
        </p:txBody>
      </p:sp>
      <p:sp>
        <p:nvSpPr>
          <p:cNvPr id="3" name="Content Placeholder 2"/>
          <p:cNvSpPr>
            <a:spLocks noGrp="1"/>
          </p:cNvSpPr>
          <p:nvPr>
            <p:ph idx="1"/>
          </p:nvPr>
        </p:nvSpPr>
        <p:spPr/>
        <p:txBody>
          <a:bodyPr/>
          <a:lstStyle/>
          <a:p>
            <a:r>
              <a:rPr lang="en-US" dirty="0"/>
              <a:t>Core and aggregation switches much faster than </a:t>
            </a:r>
            <a:r>
              <a:rPr lang="en-US" dirty="0" err="1"/>
              <a:t>ToR</a:t>
            </a:r>
            <a:r>
              <a:rPr lang="en-US" dirty="0"/>
              <a:t> switches</a:t>
            </a:r>
          </a:p>
          <a:p>
            <a:r>
              <a:rPr lang="en-US" dirty="0"/>
              <a:t>How much faster should core and aggregation switches need to be than </a:t>
            </a:r>
            <a:r>
              <a:rPr lang="en-US" dirty="0" err="1"/>
              <a:t>ToR</a:t>
            </a:r>
            <a:r>
              <a:rPr lang="en-US" dirty="0"/>
              <a:t> switches?</a:t>
            </a:r>
          </a:p>
          <a:p>
            <a:r>
              <a:rPr lang="en-US" dirty="0"/>
              <a:t>How many ports do core/aggregation switches need to support for a given number of </a:t>
            </a:r>
            <a:r>
              <a:rPr lang="en-US" dirty="0" err="1"/>
              <a:t>ToR</a:t>
            </a:r>
            <a:r>
              <a:rPr lang="en-US" dirty="0"/>
              <a:t> switch ports?</a:t>
            </a:r>
          </a:p>
          <a:p>
            <a:r>
              <a:rPr lang="en-US" dirty="0"/>
              <a:t>How many cables need to be run in total for a N machine datacenter?</a:t>
            </a:r>
          </a:p>
          <a:p>
            <a:r>
              <a:rPr lang="en-US" dirty="0"/>
              <a:t>What bisection bandwidth can be achieved?</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B13335D-4FC9-924F-B266-DEE7D65B61E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25</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sp>
        <p:nvSpPr>
          <p:cNvPr id="5" name="TextBox 4"/>
          <p:cNvSpPr txBox="1"/>
          <p:nvPr/>
        </p:nvSpPr>
        <p:spPr>
          <a:xfrm>
            <a:off x="1016000" y="5559776"/>
            <a:ext cx="7281333" cy="830997"/>
          </a:xfrm>
          <a:prstGeom prst="rect">
            <a:avLst/>
          </a:prstGeom>
          <a:solidFill>
            <a:schemeClr val="accent6">
              <a:lumMod val="40000"/>
              <a:lumOff val="60000"/>
            </a:schemeClr>
          </a:solidFill>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0" normalizeH="0" baseline="0" noProof="0" dirty="0">
                <a:ln>
                  <a:noFill/>
                </a:ln>
                <a:solidFill>
                  <a:prstClr val="black"/>
                </a:solidFill>
                <a:effectLst/>
                <a:uLnTx/>
                <a:uFillTx/>
                <a:latin typeface="Calibri"/>
                <a:ea typeface="+mn-ea"/>
                <a:cs typeface="+mn-cs"/>
              </a:rPr>
              <a:t>Q: Why can’t we just build a single BIG switch to interconnect all machines?</a:t>
            </a:r>
          </a:p>
        </p:txBody>
      </p:sp>
    </p:spTree>
    <p:extLst>
      <p:ext uri="{BB962C8B-B14F-4D97-AF65-F5344CB8AC3E}">
        <p14:creationId xmlns:p14="http://schemas.microsoft.com/office/powerpoint/2010/main" val="176635928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Title 1">
            <a:extLst>
              <a:ext uri="{FF2B5EF4-FFF2-40B4-BE49-F238E27FC236}">
                <a16:creationId xmlns:a16="http://schemas.microsoft.com/office/drawing/2014/main" id="{CB9851C3-0C64-254F-9799-B70AF12FA81C}"/>
              </a:ext>
            </a:extLst>
          </p:cNvPr>
          <p:cNvSpPr>
            <a:spLocks noGrp="1"/>
          </p:cNvSpPr>
          <p:nvPr>
            <p:ph type="title"/>
          </p:nvPr>
        </p:nvSpPr>
        <p:spPr>
          <a:xfrm>
            <a:off x="685800" y="228600"/>
            <a:ext cx="8077200" cy="914400"/>
          </a:xfrm>
        </p:spPr>
        <p:txBody>
          <a:bodyPr/>
          <a:lstStyle/>
          <a:p>
            <a:r>
              <a:rPr lang="en-US" altLang="en-US" sz="3600">
                <a:ea typeface="ＭＳ Ｐゴシック" panose="020B0600070205080204" pitchFamily="34" charset="-128"/>
              </a:rPr>
              <a:t>Data Center Design Requirements</a:t>
            </a:r>
          </a:p>
        </p:txBody>
      </p:sp>
      <p:sp>
        <p:nvSpPr>
          <p:cNvPr id="215042" name="Content Placeholder 2">
            <a:extLst>
              <a:ext uri="{FF2B5EF4-FFF2-40B4-BE49-F238E27FC236}">
                <a16:creationId xmlns:a16="http://schemas.microsoft.com/office/drawing/2014/main" id="{FAEB1C0B-5DD9-F547-93A3-54E67D62AFE9}"/>
              </a:ext>
            </a:extLst>
          </p:cNvPr>
          <p:cNvSpPr>
            <a:spLocks noGrp="1"/>
          </p:cNvSpPr>
          <p:nvPr>
            <p:ph idx="1"/>
          </p:nvPr>
        </p:nvSpPr>
        <p:spPr>
          <a:xfrm>
            <a:off x="323528" y="1143001"/>
            <a:ext cx="8640960" cy="5578474"/>
          </a:xfrm>
        </p:spPr>
        <p:txBody>
          <a:bodyPr/>
          <a:lstStyle/>
          <a:p>
            <a:pPr>
              <a:lnSpc>
                <a:spcPct val="80000"/>
              </a:lnSpc>
            </a:pPr>
            <a:r>
              <a:rPr lang="en-US" altLang="en-US" sz="2800" dirty="0">
                <a:solidFill>
                  <a:srgbClr val="000099"/>
                </a:solidFill>
                <a:ea typeface="ＭＳ Ｐゴシック" panose="020B0600070205080204" pitchFamily="34" charset="-128"/>
              </a:rPr>
              <a:t>Data centers typically run two types of applications </a:t>
            </a:r>
          </a:p>
          <a:p>
            <a:pPr lvl="1">
              <a:lnSpc>
                <a:spcPct val="80000"/>
              </a:lnSpc>
            </a:pPr>
            <a:r>
              <a:rPr lang="en-US" altLang="en-US" sz="2400" dirty="0">
                <a:ea typeface="ＭＳ Ｐゴシック" panose="020B0600070205080204" pitchFamily="34" charset="-128"/>
              </a:rPr>
              <a:t>outward facing (e.g., serving web pages to users)</a:t>
            </a:r>
          </a:p>
          <a:p>
            <a:pPr lvl="1">
              <a:lnSpc>
                <a:spcPct val="80000"/>
              </a:lnSpc>
            </a:pPr>
            <a:r>
              <a:rPr lang="en-US" altLang="en-US" sz="2400" dirty="0">
                <a:ea typeface="ＭＳ Ｐゴシック" panose="020B0600070205080204" pitchFamily="34" charset="-128"/>
              </a:rPr>
              <a:t>internal computations (e.g., MapReduce for web indexing)</a:t>
            </a:r>
          </a:p>
          <a:p>
            <a:pPr lvl="1">
              <a:lnSpc>
                <a:spcPct val="80000"/>
              </a:lnSpc>
            </a:pPr>
            <a:endParaRPr lang="en-US" altLang="en-US" sz="1400" dirty="0">
              <a:ea typeface="ＭＳ Ｐゴシック" panose="020B0600070205080204" pitchFamily="34" charset="-128"/>
            </a:endParaRPr>
          </a:p>
          <a:p>
            <a:pPr>
              <a:lnSpc>
                <a:spcPct val="80000"/>
              </a:lnSpc>
            </a:pPr>
            <a:r>
              <a:rPr lang="en-US" altLang="en-US" sz="2800" dirty="0">
                <a:solidFill>
                  <a:srgbClr val="000099"/>
                </a:solidFill>
                <a:ea typeface="ＭＳ Ｐゴシック" panose="020B0600070205080204" pitchFamily="34" charset="-128"/>
              </a:rPr>
              <a:t>Workloads are often unpredictable:</a:t>
            </a:r>
          </a:p>
          <a:p>
            <a:pPr lvl="1">
              <a:lnSpc>
                <a:spcPct val="80000"/>
              </a:lnSpc>
            </a:pPr>
            <a:r>
              <a:rPr lang="en-US" altLang="en-US" sz="2400" dirty="0">
                <a:solidFill>
                  <a:schemeClr val="tx2"/>
                </a:solidFill>
                <a:ea typeface="ＭＳ Ｐゴシック" panose="020B0600070205080204" pitchFamily="34" charset="-128"/>
              </a:rPr>
              <a:t>Multiple services run concurrently within a DC</a:t>
            </a:r>
          </a:p>
          <a:p>
            <a:pPr lvl="1">
              <a:lnSpc>
                <a:spcPct val="80000"/>
              </a:lnSpc>
            </a:pPr>
            <a:r>
              <a:rPr lang="en-US" altLang="en-US" sz="2400" dirty="0">
                <a:solidFill>
                  <a:schemeClr val="tx2"/>
                </a:solidFill>
                <a:ea typeface="ＭＳ Ｐゴシック" panose="020B0600070205080204" pitchFamily="34" charset="-128"/>
              </a:rPr>
              <a:t> Demand for new services may spike unexpectedly</a:t>
            </a:r>
          </a:p>
          <a:p>
            <a:pPr lvl="2">
              <a:lnSpc>
                <a:spcPct val="80000"/>
              </a:lnSpc>
            </a:pPr>
            <a:r>
              <a:rPr lang="en-US" altLang="en-US" sz="2000" dirty="0">
                <a:solidFill>
                  <a:srgbClr val="000099"/>
                </a:solidFill>
                <a:ea typeface="ＭＳ Ｐゴシック" panose="020B0600070205080204" pitchFamily="34" charset="-128"/>
              </a:rPr>
              <a:t>Spike of demands for new services mean success!</a:t>
            </a:r>
          </a:p>
          <a:p>
            <a:pPr lvl="2">
              <a:lnSpc>
                <a:spcPct val="80000"/>
              </a:lnSpc>
            </a:pPr>
            <a:r>
              <a:rPr lang="en-US" altLang="en-US" sz="2000" dirty="0">
                <a:solidFill>
                  <a:srgbClr val="000099"/>
                </a:solidFill>
                <a:ea typeface="ＭＳ Ｐゴシック" panose="020B0600070205080204" pitchFamily="34" charset="-128"/>
              </a:rPr>
              <a:t>But this is when success spells trouble (if one is not prepared)!  </a:t>
            </a:r>
          </a:p>
          <a:p>
            <a:pPr marL="914400" lvl="2" indent="0">
              <a:lnSpc>
                <a:spcPct val="80000"/>
              </a:lnSpc>
              <a:buNone/>
            </a:pPr>
            <a:endParaRPr lang="en-US" altLang="en-US" sz="2000" dirty="0">
              <a:solidFill>
                <a:srgbClr val="000099"/>
              </a:solidFill>
              <a:ea typeface="ＭＳ Ｐゴシック" panose="020B0600070205080204" pitchFamily="34" charset="-128"/>
            </a:endParaRPr>
          </a:p>
          <a:p>
            <a:pPr>
              <a:lnSpc>
                <a:spcPct val="80000"/>
              </a:lnSpc>
            </a:pPr>
            <a:r>
              <a:rPr lang="en-US" altLang="en-US" sz="2800" dirty="0">
                <a:ea typeface="ＭＳ Ｐゴシック" panose="020B0600070205080204" pitchFamily="34" charset="-128"/>
              </a:rPr>
              <a:t>Failures of servers are the norm</a:t>
            </a:r>
          </a:p>
          <a:p>
            <a:pPr lvl="1">
              <a:lnSpc>
                <a:spcPct val="80000"/>
              </a:lnSpc>
            </a:pPr>
            <a:r>
              <a:rPr lang="en-US" altLang="en-US" sz="2400" dirty="0">
                <a:solidFill>
                  <a:schemeClr val="tx2"/>
                </a:solidFill>
                <a:ea typeface="ＭＳ Ｐゴシック" panose="020B0600070205080204" pitchFamily="34" charset="-128"/>
              </a:rPr>
              <a:t>Recall that GFS, MapReduce, etc., resort to dynamic re-assignment of </a:t>
            </a:r>
            <a:r>
              <a:rPr lang="en-US" altLang="en-US" sz="2400" dirty="0" err="1">
                <a:solidFill>
                  <a:schemeClr val="tx2"/>
                </a:solidFill>
                <a:ea typeface="ＭＳ Ｐゴシック" panose="020B0600070205080204" pitchFamily="34" charset="-128"/>
              </a:rPr>
              <a:t>chunkservers</a:t>
            </a:r>
            <a:r>
              <a:rPr lang="en-US" altLang="en-US" sz="2400" dirty="0">
                <a:solidFill>
                  <a:schemeClr val="tx2"/>
                </a:solidFill>
                <a:ea typeface="ＭＳ Ｐゴシック" panose="020B0600070205080204" pitchFamily="34" charset="-128"/>
              </a:rPr>
              <a:t>, jobs/tasks (worker servers) to deal with failures; data is often replicated across racks, …</a:t>
            </a:r>
          </a:p>
          <a:p>
            <a:pPr lvl="1">
              <a:lnSpc>
                <a:spcPct val="80000"/>
              </a:lnSpc>
            </a:pPr>
            <a:r>
              <a:rPr lang="en-US" altLang="en-US" sz="2400" dirty="0">
                <a:solidFill>
                  <a:srgbClr val="FF0000"/>
                </a:solidFill>
                <a:ea typeface="ＭＳ Ｐゴシック" panose="020B0600070205080204" pitchFamily="34" charset="-128"/>
              </a:rPr>
              <a:t>“Traffic matrix” between servers are constantly changing </a:t>
            </a:r>
          </a:p>
          <a:p>
            <a:pPr>
              <a:lnSpc>
                <a:spcPct val="80000"/>
              </a:lnSpc>
            </a:pPr>
            <a:endParaRPr lang="en-US" altLang="en-US" sz="2500" dirty="0">
              <a:ea typeface="ＭＳ Ｐゴシック" panose="020B0600070205080204" pitchFamily="34" charset="-128"/>
            </a:endParaRPr>
          </a:p>
        </p:txBody>
      </p:sp>
      <p:sp>
        <p:nvSpPr>
          <p:cNvPr id="215043" name="Slide Number Placeholder 3">
            <a:extLst>
              <a:ext uri="{FF2B5EF4-FFF2-40B4-BE49-F238E27FC236}">
                <a16:creationId xmlns:a16="http://schemas.microsoft.com/office/drawing/2014/main" id="{FF68BF8D-62CA-BE4F-A7D5-40ADDFE84BBB}"/>
              </a:ext>
            </a:extLst>
          </p:cNvPr>
          <p:cNvSpPr>
            <a:spLocks noGrp="1"/>
          </p:cNvSpPr>
          <p:nvPr>
            <p:ph type="sldNum" sz="quarter" idx="12"/>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fld id="{7F6FE7F4-6A70-7B4E-83F5-62474FFDF3AB}" type="slidenum">
              <a:rPr kumimoji="0" lang="en-US" altLang="en-US" sz="1200" b="0" i="1" u="none" strike="noStrike" kern="1200" cap="none" spc="0" normalizeH="0" baseline="0" noProof="0" smtClean="0">
                <a:ln>
                  <a:noFill/>
                </a:ln>
                <a:solidFill>
                  <a:srgbClr val="898989"/>
                </a:solidFill>
                <a:effectLst/>
                <a:uLnTx/>
                <a:uFillTx/>
                <a:latin typeface="Calibri" panose="020F0502020204030204" pitchFamily="34"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26</a:t>
            </a:fld>
            <a:endParaRPr kumimoji="0" lang="en-US" altLang="en-US" sz="1200" b="0" i="1" u="none" strike="noStrike" kern="1200" cap="none" spc="0" normalizeH="0" baseline="0" noProof="0">
              <a:ln>
                <a:noFill/>
              </a:ln>
              <a:solidFill>
                <a:srgbClr val="898989"/>
              </a:solidFill>
              <a:effectLst/>
              <a:uLnTx/>
              <a:uFillTx/>
              <a:latin typeface="Calibri" panose="020F050202020403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15391860"/>
      </p:ext>
    </p:extLst>
  </p:cSld>
  <p:clrMapOvr>
    <a:masterClrMapping/>
  </p:clrMapOvr>
  <p:transition spd="slow"/>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17089" name="Title 1">
            <a:extLst>
              <a:ext uri="{FF2B5EF4-FFF2-40B4-BE49-F238E27FC236}">
                <a16:creationId xmlns:a16="http://schemas.microsoft.com/office/drawing/2014/main" id="{C4BE25B0-C989-A14E-ABD4-412C66FA1649}"/>
              </a:ext>
            </a:extLst>
          </p:cNvPr>
          <p:cNvSpPr>
            <a:spLocks noGrp="1"/>
          </p:cNvSpPr>
          <p:nvPr>
            <p:ph type="title"/>
          </p:nvPr>
        </p:nvSpPr>
        <p:spPr>
          <a:xfrm>
            <a:off x="685800" y="228600"/>
            <a:ext cx="7772400" cy="838200"/>
          </a:xfrm>
        </p:spPr>
        <p:txBody>
          <a:bodyPr/>
          <a:lstStyle/>
          <a:p>
            <a:r>
              <a:rPr lang="en-US" altLang="en-US">
                <a:ea typeface="ＭＳ Ｐゴシック" panose="020B0600070205080204" pitchFamily="34" charset="-128"/>
              </a:rPr>
              <a:t>Data Center Costs</a:t>
            </a:r>
          </a:p>
        </p:txBody>
      </p:sp>
      <p:sp>
        <p:nvSpPr>
          <p:cNvPr id="217090" name="Content Placeholder 2">
            <a:extLst>
              <a:ext uri="{FF2B5EF4-FFF2-40B4-BE49-F238E27FC236}">
                <a16:creationId xmlns:a16="http://schemas.microsoft.com/office/drawing/2014/main" id="{71F70566-94B8-7C4E-B4EC-D4D97CD99530}"/>
              </a:ext>
            </a:extLst>
          </p:cNvPr>
          <p:cNvSpPr>
            <a:spLocks noGrp="1"/>
          </p:cNvSpPr>
          <p:nvPr>
            <p:ph idx="1"/>
          </p:nvPr>
        </p:nvSpPr>
        <p:spPr>
          <a:xfrm>
            <a:off x="381000" y="3919538"/>
            <a:ext cx="7772400" cy="1295400"/>
          </a:xfrm>
        </p:spPr>
        <p:txBody>
          <a:bodyPr/>
          <a:lstStyle/>
          <a:p>
            <a:r>
              <a:rPr lang="en-US" altLang="en-US" sz="2000">
                <a:ea typeface="ＭＳ Ｐゴシック" panose="020B0600070205080204" pitchFamily="34" charset="-128"/>
              </a:rPr>
              <a:t>Total cost varies</a:t>
            </a:r>
          </a:p>
          <a:p>
            <a:pPr lvl="1"/>
            <a:r>
              <a:rPr lang="en-US" altLang="en-US" sz="2000">
                <a:ea typeface="ＭＳ Ｐゴシック" panose="020B0600070205080204" pitchFamily="34" charset="-128"/>
              </a:rPr>
              <a:t>upwards of $1/4 B for mega data center</a:t>
            </a:r>
          </a:p>
          <a:p>
            <a:pPr lvl="1"/>
            <a:r>
              <a:rPr lang="en-US" altLang="en-US" sz="2000">
                <a:ea typeface="ＭＳ Ｐゴシック" panose="020B0600070205080204" pitchFamily="34" charset="-128"/>
              </a:rPr>
              <a:t>server costs dominate</a:t>
            </a:r>
          </a:p>
          <a:p>
            <a:pPr lvl="1"/>
            <a:r>
              <a:rPr lang="en-US" altLang="en-US" sz="2000">
                <a:ea typeface="ＭＳ Ｐゴシック" panose="020B0600070205080204" pitchFamily="34" charset="-128"/>
              </a:rPr>
              <a:t>network costs significant</a:t>
            </a:r>
          </a:p>
          <a:p>
            <a:r>
              <a:rPr lang="en-US" altLang="en-US" sz="2000">
                <a:ea typeface="ＭＳ Ｐゴシック" panose="020B0600070205080204" pitchFamily="34" charset="-128"/>
              </a:rPr>
              <a:t>Long provisioning timescales:</a:t>
            </a:r>
          </a:p>
          <a:p>
            <a:pPr lvl="1"/>
            <a:r>
              <a:rPr lang="en-US" altLang="en-US" sz="2000">
                <a:ea typeface="ＭＳ Ｐゴシック" panose="020B0600070205080204" pitchFamily="34" charset="-128"/>
              </a:rPr>
              <a:t>new servers purchased quarterly at best</a:t>
            </a:r>
          </a:p>
          <a:p>
            <a:pPr lvl="1"/>
            <a:endParaRPr lang="en-US" altLang="en-US" sz="2000">
              <a:ea typeface="ＭＳ Ｐゴシック" panose="020B0600070205080204" pitchFamily="34" charset="-128"/>
            </a:endParaRPr>
          </a:p>
          <a:p>
            <a:endParaRPr lang="en-US" altLang="en-US" sz="2000">
              <a:ea typeface="ＭＳ Ｐゴシック" panose="020B0600070205080204" pitchFamily="34" charset="-128"/>
            </a:endParaRPr>
          </a:p>
        </p:txBody>
      </p:sp>
      <p:sp>
        <p:nvSpPr>
          <p:cNvPr id="217091" name="Slide Number Placeholder 3">
            <a:extLst>
              <a:ext uri="{FF2B5EF4-FFF2-40B4-BE49-F238E27FC236}">
                <a16:creationId xmlns:a16="http://schemas.microsoft.com/office/drawing/2014/main" id="{134B8073-1E95-E049-9B21-9788CA9CE538}"/>
              </a:ext>
            </a:extLst>
          </p:cNvPr>
          <p:cNvSpPr>
            <a:spLocks noGrp="1"/>
          </p:cNvSpPr>
          <p:nvPr>
            <p:ph type="sldNum" sz="quarter" idx="12"/>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fld id="{03DE0978-BA27-0447-8ABF-C81AD7B79578}" type="slidenum">
              <a:rPr kumimoji="0" lang="en-US" altLang="en-US" sz="1200" b="0" i="1" u="none" strike="noStrike" kern="1200" cap="none" spc="0" normalizeH="0" baseline="0" noProof="0" smtClean="0">
                <a:ln>
                  <a:noFill/>
                </a:ln>
                <a:solidFill>
                  <a:srgbClr val="898989"/>
                </a:solidFill>
                <a:effectLst/>
                <a:uLnTx/>
                <a:uFillTx/>
                <a:latin typeface="Calibri" panose="020F0502020204030204" pitchFamily="34"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27</a:t>
            </a:fld>
            <a:endParaRPr kumimoji="0" lang="en-US" altLang="en-US" sz="1200" b="0" i="1" u="none" strike="noStrike" kern="1200" cap="none" spc="0" normalizeH="0" baseline="0" noProof="0">
              <a:ln>
                <a:noFill/>
              </a:ln>
              <a:solidFill>
                <a:srgbClr val="898989"/>
              </a:solidFill>
              <a:effectLst/>
              <a:uLnTx/>
              <a:uFillTx/>
              <a:latin typeface="Calibri" panose="020F0502020204030204" pitchFamily="34" charset="0"/>
              <a:ea typeface="ＭＳ Ｐゴシック" panose="020B0600070205080204" pitchFamily="34" charset="-128"/>
              <a:cs typeface="+mn-cs"/>
            </a:endParaRPr>
          </a:p>
        </p:txBody>
      </p:sp>
      <p:graphicFrame>
        <p:nvGraphicFramePr>
          <p:cNvPr id="6" name="Content Placeholder 3">
            <a:extLst>
              <a:ext uri="{FF2B5EF4-FFF2-40B4-BE49-F238E27FC236}">
                <a16:creationId xmlns:a16="http://schemas.microsoft.com/office/drawing/2014/main" id="{4F411BFD-B895-864C-A22F-16A1B4215F5B}"/>
              </a:ext>
            </a:extLst>
          </p:cNvPr>
          <p:cNvGraphicFramePr>
            <a:graphicFrameLocks/>
          </p:cNvGraphicFramePr>
          <p:nvPr/>
        </p:nvGraphicFramePr>
        <p:xfrm>
          <a:off x="228600" y="1309688"/>
          <a:ext cx="8629649" cy="1849439"/>
        </p:xfrm>
        <a:graphic>
          <a:graphicData uri="http://schemas.openxmlformats.org/drawingml/2006/table">
            <a:tbl>
              <a:tblPr firstRow="1" bandRow="1">
                <a:tableStyleId>{5C22544A-7EE6-4342-B048-85BDC9FD1C3A}</a:tableStyleId>
              </a:tblPr>
              <a:tblGrid>
                <a:gridCol w="2078223">
                  <a:extLst>
                    <a:ext uri="{9D8B030D-6E8A-4147-A177-3AD203B41FA5}">
                      <a16:colId xmlns:a16="http://schemas.microsoft.com/office/drawing/2014/main" val="20000"/>
                    </a:ext>
                  </a:extLst>
                </a:gridCol>
                <a:gridCol w="2443990">
                  <a:extLst>
                    <a:ext uri="{9D8B030D-6E8A-4147-A177-3AD203B41FA5}">
                      <a16:colId xmlns:a16="http://schemas.microsoft.com/office/drawing/2014/main" val="20001"/>
                    </a:ext>
                  </a:extLst>
                </a:gridCol>
                <a:gridCol w="4107436">
                  <a:extLst>
                    <a:ext uri="{9D8B030D-6E8A-4147-A177-3AD203B41FA5}">
                      <a16:colId xmlns:a16="http://schemas.microsoft.com/office/drawing/2014/main" val="20002"/>
                    </a:ext>
                  </a:extLst>
                </a:gridCol>
              </a:tblGrid>
              <a:tr h="365823">
                <a:tc>
                  <a:txBody>
                    <a:bodyPr/>
                    <a:lstStyle/>
                    <a:p>
                      <a:r>
                        <a:rPr lang="en-US" sz="1800" dirty="0"/>
                        <a:t>Amortized</a:t>
                      </a:r>
                      <a:r>
                        <a:rPr lang="en-US" sz="1800" baseline="0" dirty="0"/>
                        <a:t> Cost*</a:t>
                      </a:r>
                      <a:endParaRPr lang="en-US" sz="1800" dirty="0"/>
                    </a:p>
                  </a:txBody>
                  <a:tcPr marL="91442" marR="91442" marT="45728" marB="45728"/>
                </a:tc>
                <a:tc>
                  <a:txBody>
                    <a:bodyPr/>
                    <a:lstStyle/>
                    <a:p>
                      <a:r>
                        <a:rPr lang="en-US" sz="1800" dirty="0"/>
                        <a:t>Component</a:t>
                      </a:r>
                    </a:p>
                  </a:txBody>
                  <a:tcPr marL="91442" marR="91442" marT="45728" marB="45728"/>
                </a:tc>
                <a:tc>
                  <a:txBody>
                    <a:bodyPr/>
                    <a:lstStyle/>
                    <a:p>
                      <a:r>
                        <a:rPr lang="en-US" sz="1800" dirty="0"/>
                        <a:t>Sub-Components</a:t>
                      </a:r>
                    </a:p>
                  </a:txBody>
                  <a:tcPr marL="91442" marR="91442" marT="45728" marB="45728"/>
                </a:tc>
                <a:extLst>
                  <a:ext uri="{0D108BD9-81ED-4DB2-BD59-A6C34878D82A}">
                    <a16:rowId xmlns:a16="http://schemas.microsoft.com/office/drawing/2014/main" val="10000"/>
                  </a:ext>
                </a:extLst>
              </a:tr>
              <a:tr h="370904">
                <a:tc>
                  <a:txBody>
                    <a:bodyPr/>
                    <a:lstStyle/>
                    <a:p>
                      <a:r>
                        <a:rPr lang="en-US" sz="1800" dirty="0"/>
                        <a:t>~45%</a:t>
                      </a:r>
                    </a:p>
                  </a:txBody>
                  <a:tcPr marL="91442" marR="91442" marT="45728" marB="45728"/>
                </a:tc>
                <a:tc>
                  <a:txBody>
                    <a:bodyPr/>
                    <a:lstStyle/>
                    <a:p>
                      <a:r>
                        <a:rPr lang="en-US" sz="1800" dirty="0"/>
                        <a:t>Servers</a:t>
                      </a:r>
                    </a:p>
                  </a:txBody>
                  <a:tcPr marL="91442" marR="91442" marT="45728" marB="45728"/>
                </a:tc>
                <a:tc>
                  <a:txBody>
                    <a:bodyPr/>
                    <a:lstStyle/>
                    <a:p>
                      <a:r>
                        <a:rPr lang="en-US" sz="1800" dirty="0"/>
                        <a:t>CPU, memory,</a:t>
                      </a:r>
                      <a:r>
                        <a:rPr lang="en-US" sz="1800" baseline="0" dirty="0"/>
                        <a:t> disk</a:t>
                      </a:r>
                      <a:endParaRPr lang="en-US" sz="1800" dirty="0"/>
                    </a:p>
                  </a:txBody>
                  <a:tcPr marL="91442" marR="91442" marT="45728" marB="45728"/>
                </a:tc>
                <a:extLst>
                  <a:ext uri="{0D108BD9-81ED-4DB2-BD59-A6C34878D82A}">
                    <a16:rowId xmlns:a16="http://schemas.microsoft.com/office/drawing/2014/main" val="10001"/>
                  </a:ext>
                </a:extLst>
              </a:tr>
              <a:tr h="370904">
                <a:tc>
                  <a:txBody>
                    <a:bodyPr/>
                    <a:lstStyle/>
                    <a:p>
                      <a:r>
                        <a:rPr lang="en-US" sz="1800" dirty="0"/>
                        <a:t>~25%</a:t>
                      </a:r>
                    </a:p>
                  </a:txBody>
                  <a:tcPr marL="91442" marR="91442" marT="45728" marB="45728"/>
                </a:tc>
                <a:tc>
                  <a:txBody>
                    <a:bodyPr/>
                    <a:lstStyle/>
                    <a:p>
                      <a:r>
                        <a:rPr lang="en-US" sz="1800" dirty="0"/>
                        <a:t>Power</a:t>
                      </a:r>
                      <a:r>
                        <a:rPr lang="en-US" sz="1800" baseline="0" dirty="0"/>
                        <a:t> i</a:t>
                      </a:r>
                      <a:r>
                        <a:rPr lang="en-US" sz="1800" dirty="0"/>
                        <a:t>nfrastructure</a:t>
                      </a:r>
                    </a:p>
                  </a:txBody>
                  <a:tcPr marL="91442" marR="91442" marT="45728" marB="45728"/>
                </a:tc>
                <a:tc>
                  <a:txBody>
                    <a:bodyPr/>
                    <a:lstStyle/>
                    <a:p>
                      <a:r>
                        <a:rPr lang="en-US" sz="1800" dirty="0"/>
                        <a:t>UPS, cooling, power</a:t>
                      </a:r>
                      <a:r>
                        <a:rPr lang="en-US" sz="1800" baseline="0" dirty="0"/>
                        <a:t> distribution</a:t>
                      </a:r>
                      <a:endParaRPr lang="en-US" sz="1800" dirty="0"/>
                    </a:p>
                  </a:txBody>
                  <a:tcPr marL="91442" marR="91442" marT="45728" marB="45728"/>
                </a:tc>
                <a:extLst>
                  <a:ext uri="{0D108BD9-81ED-4DB2-BD59-A6C34878D82A}">
                    <a16:rowId xmlns:a16="http://schemas.microsoft.com/office/drawing/2014/main" val="10002"/>
                  </a:ext>
                </a:extLst>
              </a:tr>
              <a:tr h="370904">
                <a:tc>
                  <a:txBody>
                    <a:bodyPr/>
                    <a:lstStyle/>
                    <a:p>
                      <a:r>
                        <a:rPr lang="en-US" sz="1800" dirty="0"/>
                        <a:t>~15%</a:t>
                      </a:r>
                    </a:p>
                  </a:txBody>
                  <a:tcPr marL="91442" marR="91442" marT="45728" marB="45728"/>
                </a:tc>
                <a:tc>
                  <a:txBody>
                    <a:bodyPr/>
                    <a:lstStyle/>
                    <a:p>
                      <a:r>
                        <a:rPr lang="en-US" sz="1800" dirty="0"/>
                        <a:t>Power draw</a:t>
                      </a:r>
                    </a:p>
                  </a:txBody>
                  <a:tcPr marL="91442" marR="91442" marT="45728" marB="45728"/>
                </a:tc>
                <a:tc>
                  <a:txBody>
                    <a:bodyPr/>
                    <a:lstStyle/>
                    <a:p>
                      <a:r>
                        <a:rPr lang="en-US" sz="1800" dirty="0"/>
                        <a:t>Electrical utility costs</a:t>
                      </a:r>
                    </a:p>
                  </a:txBody>
                  <a:tcPr marL="91442" marR="91442" marT="45728" marB="45728"/>
                </a:tc>
                <a:extLst>
                  <a:ext uri="{0D108BD9-81ED-4DB2-BD59-A6C34878D82A}">
                    <a16:rowId xmlns:a16="http://schemas.microsoft.com/office/drawing/2014/main" val="10003"/>
                  </a:ext>
                </a:extLst>
              </a:tr>
              <a:tr h="370904">
                <a:tc>
                  <a:txBody>
                    <a:bodyPr/>
                    <a:lstStyle/>
                    <a:p>
                      <a:r>
                        <a:rPr lang="en-US" sz="1800" dirty="0"/>
                        <a:t>~15%</a:t>
                      </a:r>
                    </a:p>
                  </a:txBody>
                  <a:tcPr marL="91442" marR="91442" marT="45728" marB="45728"/>
                </a:tc>
                <a:tc>
                  <a:txBody>
                    <a:bodyPr/>
                    <a:lstStyle/>
                    <a:p>
                      <a:r>
                        <a:rPr lang="en-US" sz="1800" dirty="0"/>
                        <a:t>Network</a:t>
                      </a:r>
                    </a:p>
                  </a:txBody>
                  <a:tcPr marL="91442" marR="91442" marT="45728" marB="45728"/>
                </a:tc>
                <a:tc>
                  <a:txBody>
                    <a:bodyPr/>
                    <a:lstStyle/>
                    <a:p>
                      <a:r>
                        <a:rPr lang="en-US" sz="1800" baseline="0" dirty="0"/>
                        <a:t>Switches, l</a:t>
                      </a:r>
                      <a:r>
                        <a:rPr lang="en-US" sz="1800" dirty="0"/>
                        <a:t>inks,</a:t>
                      </a:r>
                      <a:r>
                        <a:rPr lang="en-US" sz="1800" baseline="0" dirty="0"/>
                        <a:t> transit</a:t>
                      </a:r>
                      <a:endParaRPr lang="en-US" sz="1800" dirty="0"/>
                    </a:p>
                  </a:txBody>
                  <a:tcPr marL="91442" marR="91442" marT="45728" marB="45728"/>
                </a:tc>
                <a:extLst>
                  <a:ext uri="{0D108BD9-81ED-4DB2-BD59-A6C34878D82A}">
                    <a16:rowId xmlns:a16="http://schemas.microsoft.com/office/drawing/2014/main" val="10004"/>
                  </a:ext>
                </a:extLst>
              </a:tr>
            </a:tbl>
          </a:graphicData>
        </a:graphic>
      </p:graphicFrame>
      <p:sp>
        <p:nvSpPr>
          <p:cNvPr id="217118" name="TextBox 6">
            <a:extLst>
              <a:ext uri="{FF2B5EF4-FFF2-40B4-BE49-F238E27FC236}">
                <a16:creationId xmlns:a16="http://schemas.microsoft.com/office/drawing/2014/main" id="{D162B9C9-B1A3-3940-BB53-D274FF126DB0}"/>
              </a:ext>
            </a:extLst>
          </p:cNvPr>
          <p:cNvSpPr txBox="1">
            <a:spLocks noChangeArrowheads="1"/>
          </p:cNvSpPr>
          <p:nvPr/>
        </p:nvSpPr>
        <p:spPr bwMode="auto">
          <a:xfrm>
            <a:off x="381000" y="3252788"/>
            <a:ext cx="7923213" cy="708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marL="0" marR="0" lvl="1" indent="0" algn="l" defTabSz="914400" rtl="0" eaLnBrk="0" fontAlgn="base" latinLnBrk="0" hangingPunct="0">
              <a:lnSpc>
                <a:spcPct val="100000"/>
              </a:lnSpc>
              <a:spcBef>
                <a:spcPct val="0"/>
              </a:spcBef>
              <a:spcAft>
                <a:spcPct val="0"/>
              </a:spcAft>
              <a:buClrTx/>
              <a:buSzTx/>
              <a:buFontTx/>
              <a:buNone/>
              <a:tabLst/>
              <a:defRPr/>
            </a:pPr>
            <a:r>
              <a:rPr kumimoji="0" lang="en-US" altLang="en-US" sz="2000" b="0" i="1" u="none" strike="noStrike" kern="1200" cap="none" spc="0" normalizeH="0" baseline="0" noProof="0">
                <a:ln>
                  <a:noFill/>
                </a:ln>
                <a:solidFill>
                  <a:prstClr val="black"/>
                </a:solidFill>
                <a:effectLst/>
                <a:uLnTx/>
                <a:uFillTx/>
                <a:latin typeface="Comic Sans MS" panose="030F0902030302020204" pitchFamily="66" charset="0"/>
                <a:ea typeface="ＭＳ Ｐゴシック" panose="020B0600070205080204" pitchFamily="34" charset="-128"/>
                <a:cs typeface="+mn-cs"/>
              </a:rPr>
              <a:t>*3 yr amortization for servers, 15 yr for infrastructure; 5% cost of money</a:t>
            </a:r>
          </a:p>
          <a:p>
            <a:pPr marL="0" marR="0" lvl="1" indent="0" algn="l" defTabSz="914400" rtl="0" eaLnBrk="0" fontAlgn="base" latinLnBrk="0" hangingPunct="0">
              <a:lnSpc>
                <a:spcPct val="100000"/>
              </a:lnSpc>
              <a:spcBef>
                <a:spcPct val="0"/>
              </a:spcBef>
              <a:spcAft>
                <a:spcPct val="0"/>
              </a:spcAft>
              <a:buClrTx/>
              <a:buSzTx/>
              <a:buFontTx/>
              <a:buNone/>
              <a:tabLst/>
              <a:defRPr/>
            </a:pPr>
            <a:endParaRPr kumimoji="0" lang="en-US" altLang="en-US" sz="2000" b="0" i="1" u="none" strike="noStrike" kern="1200" cap="none" spc="0" normalizeH="0" baseline="0" noProof="0">
              <a:ln>
                <a:noFill/>
              </a:ln>
              <a:solidFill>
                <a:prstClr val="black"/>
              </a:solidFill>
              <a:effectLst/>
              <a:uLnTx/>
              <a:uFillTx/>
              <a:latin typeface="Comic Sans MS" panose="030F0902030302020204" pitchFamily="66" charset="0"/>
              <a:ea typeface="ＭＳ Ｐゴシック" panose="020B0600070205080204" pitchFamily="34" charset="-128"/>
              <a:cs typeface="+mn-cs"/>
            </a:endParaRPr>
          </a:p>
        </p:txBody>
      </p:sp>
    </p:spTree>
    <p:extLst>
      <p:ext uri="{BB962C8B-B14F-4D97-AF65-F5344CB8AC3E}">
        <p14:creationId xmlns:p14="http://schemas.microsoft.com/office/powerpoint/2010/main" val="3217746336"/>
      </p:ext>
    </p:extLst>
  </p:cSld>
  <p:clrMapOvr>
    <a:masterClrMapping/>
  </p:clrMapOvr>
  <p:transition spd="slow"/>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3" name="Title 1">
            <a:extLst>
              <a:ext uri="{FF2B5EF4-FFF2-40B4-BE49-F238E27FC236}">
                <a16:creationId xmlns:a16="http://schemas.microsoft.com/office/drawing/2014/main" id="{C1C246FB-40AE-6D4B-A455-EE06461810AB}"/>
              </a:ext>
            </a:extLst>
          </p:cNvPr>
          <p:cNvSpPr>
            <a:spLocks noGrp="1"/>
          </p:cNvSpPr>
          <p:nvPr>
            <p:ph type="title"/>
          </p:nvPr>
        </p:nvSpPr>
        <p:spPr>
          <a:xfrm>
            <a:off x="685800" y="228600"/>
            <a:ext cx="8077200" cy="914400"/>
          </a:xfrm>
        </p:spPr>
        <p:txBody>
          <a:bodyPr/>
          <a:lstStyle/>
          <a:p>
            <a:r>
              <a:rPr lang="en-US" altLang="en-US" sz="3600">
                <a:ea typeface="ＭＳ Ｐゴシック" panose="020B0600070205080204" pitchFamily="34" charset="-128"/>
              </a:rPr>
              <a:t>Networking Objectives </a:t>
            </a:r>
          </a:p>
        </p:txBody>
      </p:sp>
      <p:sp>
        <p:nvSpPr>
          <p:cNvPr id="223234" name="Content Placeholder 2">
            <a:extLst>
              <a:ext uri="{FF2B5EF4-FFF2-40B4-BE49-F238E27FC236}">
                <a16:creationId xmlns:a16="http://schemas.microsoft.com/office/drawing/2014/main" id="{72B13C24-8564-B743-8B94-28ABC40A99BF}"/>
              </a:ext>
            </a:extLst>
          </p:cNvPr>
          <p:cNvSpPr>
            <a:spLocks noGrp="1"/>
          </p:cNvSpPr>
          <p:nvPr>
            <p:ph idx="1"/>
          </p:nvPr>
        </p:nvSpPr>
        <p:spPr>
          <a:xfrm>
            <a:off x="468313" y="1504950"/>
            <a:ext cx="8153400" cy="4876800"/>
          </a:xfrm>
        </p:spPr>
        <p:txBody>
          <a:bodyPr/>
          <a:lstStyle/>
          <a:p>
            <a:pPr marL="457200" indent="-457200">
              <a:lnSpc>
                <a:spcPct val="80000"/>
              </a:lnSpc>
              <a:buFont typeface="Calibri" panose="020F0502020204030204" pitchFamily="34" charset="0"/>
              <a:buAutoNum type="arabicPeriod"/>
            </a:pPr>
            <a:r>
              <a:rPr lang="en-US" altLang="en-US" sz="3000" dirty="0">
                <a:ea typeface="ＭＳ Ｐゴシック" panose="020B0600070205080204" pitchFamily="34" charset="-128"/>
              </a:rPr>
              <a:t>Provide Uniform high capacity</a:t>
            </a:r>
          </a:p>
          <a:p>
            <a:pPr marL="914400" lvl="1" indent="-457200">
              <a:lnSpc>
                <a:spcPct val="80000"/>
              </a:lnSpc>
            </a:pPr>
            <a:r>
              <a:rPr lang="en-US" altLang="en-US" sz="2600" dirty="0">
                <a:ea typeface="ＭＳ Ｐゴシック" panose="020B0600070205080204" pitchFamily="34" charset="-128"/>
              </a:rPr>
              <a:t>Capacity between servers limited only by their NICs</a:t>
            </a:r>
          </a:p>
          <a:p>
            <a:pPr marL="914400" lvl="1" indent="-457200">
              <a:lnSpc>
                <a:spcPct val="80000"/>
              </a:lnSpc>
            </a:pPr>
            <a:r>
              <a:rPr lang="en-US" altLang="en-US" sz="2600" dirty="0">
                <a:ea typeface="ＭＳ Ｐゴシック" panose="020B0600070205080204" pitchFamily="34" charset="-128"/>
              </a:rPr>
              <a:t>No need to consider topology when adding servers</a:t>
            </a:r>
          </a:p>
          <a:p>
            <a:pPr marL="1314450" lvl="2" indent="-457200">
              <a:lnSpc>
                <a:spcPct val="80000"/>
              </a:lnSpc>
              <a:buFontTx/>
              <a:buNone/>
            </a:pPr>
            <a:r>
              <a:rPr lang="en-US" altLang="en-US" sz="2200" dirty="0">
                <a:ea typeface="ＭＳ Ｐゴシック" panose="020B0600070205080204" pitchFamily="34" charset="-128"/>
              </a:rPr>
              <a:t>=&gt; In other words,  high capacity between any two servers no matter which racks they are located in!</a:t>
            </a:r>
          </a:p>
          <a:p>
            <a:pPr marL="457200" indent="-457200">
              <a:lnSpc>
                <a:spcPct val="80000"/>
              </a:lnSpc>
              <a:buFont typeface="Calibri" panose="020F0502020204030204" pitchFamily="34" charset="0"/>
              <a:buAutoNum type="arabicPeriod"/>
            </a:pPr>
            <a:r>
              <a:rPr lang="en-US" altLang="en-US" sz="3000" dirty="0">
                <a:ea typeface="ＭＳ Ｐゴシック" panose="020B0600070205080204" pitchFamily="34" charset="-128"/>
              </a:rPr>
              <a:t>Have Performance isolation</a:t>
            </a:r>
          </a:p>
          <a:p>
            <a:pPr marL="914400" lvl="1" indent="-457200">
              <a:lnSpc>
                <a:spcPct val="80000"/>
              </a:lnSpc>
            </a:pPr>
            <a:r>
              <a:rPr lang="en-US" altLang="en-US" sz="2600" dirty="0">
                <a:ea typeface="ＭＳ Ｐゴシック" panose="020B0600070205080204" pitchFamily="34" charset="-128"/>
              </a:rPr>
              <a:t>Traffic of one service should be unaffected by others</a:t>
            </a:r>
          </a:p>
          <a:p>
            <a:pPr marL="457200" indent="-457200">
              <a:lnSpc>
                <a:spcPct val="80000"/>
              </a:lnSpc>
              <a:buFont typeface="Calibri" panose="020F0502020204030204" pitchFamily="34" charset="0"/>
              <a:buAutoNum type="arabicPeriod"/>
            </a:pPr>
            <a:r>
              <a:rPr lang="en-US" altLang="en-US" sz="3000" dirty="0">
                <a:ea typeface="ＭＳ Ｐゴシック" panose="020B0600070205080204" pitchFamily="34" charset="-128"/>
              </a:rPr>
              <a:t>Ease of management: “Plug-&amp;-Play</a:t>
            </a:r>
            <a:r>
              <a:rPr lang="en-US" altLang="en-US" sz="1900" dirty="0">
                <a:ea typeface="ＭＳ Ｐゴシック" panose="020B0600070205080204" pitchFamily="34" charset="-128"/>
              </a:rPr>
              <a:t>”</a:t>
            </a:r>
            <a:r>
              <a:rPr lang="en-US" altLang="ja-JP" sz="3000" dirty="0">
                <a:ea typeface="ＭＳ Ｐゴシック" panose="020B0600070205080204" pitchFamily="34" charset="-128"/>
              </a:rPr>
              <a:t> </a:t>
            </a:r>
            <a:r>
              <a:rPr lang="en-US" altLang="ja-JP" sz="1900" dirty="0">
                <a:ea typeface="ＭＳ Ｐゴシック" panose="020B0600070205080204" pitchFamily="34" charset="-128"/>
              </a:rPr>
              <a:t>(layer-2 semantics)</a:t>
            </a:r>
          </a:p>
          <a:p>
            <a:pPr marL="914400" lvl="1" indent="-457200">
              <a:lnSpc>
                <a:spcPct val="80000"/>
              </a:lnSpc>
            </a:pPr>
            <a:r>
              <a:rPr lang="en-US" altLang="en-US" sz="2600" dirty="0">
                <a:ea typeface="ＭＳ Ｐゴシック" panose="020B0600070205080204" pitchFamily="34" charset="-128"/>
              </a:rPr>
              <a:t>Flat addressing, so any server can have any IP address</a:t>
            </a:r>
          </a:p>
          <a:p>
            <a:pPr marL="914400" lvl="1" indent="-457200">
              <a:lnSpc>
                <a:spcPct val="80000"/>
              </a:lnSpc>
            </a:pPr>
            <a:r>
              <a:rPr lang="en-US" altLang="en-US" sz="2600" dirty="0">
                <a:ea typeface="ＭＳ Ｐゴシック" panose="020B0600070205080204" pitchFamily="34" charset="-128"/>
              </a:rPr>
              <a:t>Server configuration is the same as in a LAN</a:t>
            </a:r>
          </a:p>
          <a:p>
            <a:pPr marL="914400" lvl="1" indent="-457200">
              <a:lnSpc>
                <a:spcPct val="80000"/>
              </a:lnSpc>
            </a:pPr>
            <a:r>
              <a:rPr lang="en-US" altLang="en-US" sz="2600" dirty="0">
                <a:ea typeface="ＭＳ Ｐゴシック" panose="020B0600070205080204" pitchFamily="34" charset="-128"/>
              </a:rPr>
              <a:t>Legacy applications depending on broadcast must work</a:t>
            </a:r>
          </a:p>
          <a:p>
            <a:pPr marL="914400" lvl="1" indent="-457200">
              <a:lnSpc>
                <a:spcPct val="80000"/>
              </a:lnSpc>
              <a:buFontTx/>
              <a:buNone/>
            </a:pPr>
            <a:endParaRPr lang="en-US" altLang="en-US" sz="2600" dirty="0">
              <a:solidFill>
                <a:srgbClr val="FF0000"/>
              </a:solidFill>
              <a:ea typeface="ＭＳ Ｐゴシック" panose="020B0600070205080204" pitchFamily="34" charset="-128"/>
            </a:endParaRPr>
          </a:p>
        </p:txBody>
      </p:sp>
      <p:sp>
        <p:nvSpPr>
          <p:cNvPr id="223235" name="Slide Number Placeholder 3">
            <a:extLst>
              <a:ext uri="{FF2B5EF4-FFF2-40B4-BE49-F238E27FC236}">
                <a16:creationId xmlns:a16="http://schemas.microsoft.com/office/drawing/2014/main" id="{F1642192-E1A0-C34E-8F82-F820B0161F47}"/>
              </a:ext>
            </a:extLst>
          </p:cNvPr>
          <p:cNvSpPr>
            <a:spLocks noGrp="1"/>
          </p:cNvSpPr>
          <p:nvPr>
            <p:ph type="sldNum" sz="quarter" idx="12"/>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marL="0" marR="0" lvl="0" indent="0" algn="l" defTabSz="914400" rtl="0" eaLnBrk="0" fontAlgn="base" latinLnBrk="0" hangingPunct="0">
              <a:lnSpc>
                <a:spcPct val="100000"/>
              </a:lnSpc>
              <a:spcBef>
                <a:spcPct val="0"/>
              </a:spcBef>
              <a:spcAft>
                <a:spcPct val="0"/>
              </a:spcAft>
              <a:buClrTx/>
              <a:buSzTx/>
              <a:buFontTx/>
              <a:buNone/>
              <a:tabLst/>
              <a:defRPr/>
            </a:pPr>
            <a:fld id="{35B029C0-B360-504B-9310-602A937BA0FE}" type="slidenum">
              <a:rPr kumimoji="0" lang="en-US" altLang="en-US" sz="1200" b="0" i="1" u="none" strike="noStrike" kern="1200" cap="none" spc="0" normalizeH="0" baseline="0" noProof="0" smtClean="0">
                <a:ln>
                  <a:noFill/>
                </a:ln>
                <a:solidFill>
                  <a:srgbClr val="898989"/>
                </a:solidFill>
                <a:effectLst/>
                <a:uLnTx/>
                <a:uFillTx/>
                <a:latin typeface="Calibri" panose="020F0502020204030204" pitchFamily="34" charset="0"/>
                <a:ea typeface="ＭＳ Ｐゴシック" panose="020B0600070205080204" pitchFamily="34" charset="-128"/>
                <a:cs typeface="+mn-cs"/>
              </a:rPr>
              <a:pPr marL="0" marR="0" lvl="0" indent="0" algn="l" defTabSz="914400" rtl="0" eaLnBrk="0" fontAlgn="base" latinLnBrk="0" hangingPunct="0">
                <a:lnSpc>
                  <a:spcPct val="100000"/>
                </a:lnSpc>
                <a:spcBef>
                  <a:spcPct val="0"/>
                </a:spcBef>
                <a:spcAft>
                  <a:spcPct val="0"/>
                </a:spcAft>
                <a:buClrTx/>
                <a:buSzTx/>
                <a:buFontTx/>
                <a:buNone/>
                <a:tabLst/>
                <a:defRPr/>
              </a:pPr>
              <a:t>28</a:t>
            </a:fld>
            <a:endParaRPr kumimoji="0" lang="en-US" altLang="en-US" sz="1200" b="0" i="1" u="none" strike="noStrike" kern="1200" cap="none" spc="0" normalizeH="0" baseline="0" noProof="0">
              <a:ln>
                <a:noFill/>
              </a:ln>
              <a:solidFill>
                <a:srgbClr val="898989"/>
              </a:solidFill>
              <a:effectLst/>
              <a:uLnTx/>
              <a:uFillTx/>
              <a:latin typeface="Calibri" panose="020F050202020403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171611013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itle 1"/>
          <p:cNvSpPr>
            <a:spLocks noGrp="1"/>
          </p:cNvSpPr>
          <p:nvPr>
            <p:ph type="title"/>
          </p:nvPr>
        </p:nvSpPr>
        <p:spPr>
          <a:xfrm>
            <a:off x="838200" y="304800"/>
            <a:ext cx="7772400" cy="1143000"/>
          </a:xfrm>
        </p:spPr>
        <p:txBody>
          <a:bodyPr>
            <a:normAutofit fontScale="90000"/>
          </a:bodyPr>
          <a:lstStyle/>
          <a:p>
            <a:r>
              <a:rPr lang="en-US" sz="3600" dirty="0"/>
              <a:t>Cisco Recommended DC Structure: </a:t>
            </a:r>
            <a:br>
              <a:rPr lang="en-US" sz="3600" dirty="0"/>
            </a:br>
            <a:r>
              <a:rPr lang="en-US" sz="3600" dirty="0"/>
              <a:t>(Early days)</a:t>
            </a:r>
          </a:p>
        </p:txBody>
      </p:sp>
      <p:sp>
        <p:nvSpPr>
          <p:cNvPr id="9219" name="Slide Number Placeholder 2"/>
          <p:cNvSpPr>
            <a:spLocks noGrp="1"/>
          </p:cNvSpPr>
          <p:nvPr>
            <p:ph type="sldNum" sz="quarter" idx="10"/>
          </p:nvPr>
        </p:nvSpPr>
        <p:spPr>
          <a:noFill/>
        </p:spPr>
        <p:txBody>
          <a:bodyPr/>
          <a:lstStyle/>
          <a:p>
            <a:fld id="{82C8932B-8D63-4544-8DF8-289A4D12375D}" type="slidenum">
              <a:rPr lang="en-US" smtClean="0"/>
              <a:pPr/>
              <a:t>29</a:t>
            </a:fld>
            <a:endParaRPr lang="en-US"/>
          </a:p>
        </p:txBody>
      </p:sp>
      <p:grpSp>
        <p:nvGrpSpPr>
          <p:cNvPr id="2" name="Group 97"/>
          <p:cNvGrpSpPr>
            <a:grpSpLocks/>
          </p:cNvGrpSpPr>
          <p:nvPr/>
        </p:nvGrpSpPr>
        <p:grpSpPr bwMode="auto">
          <a:xfrm>
            <a:off x="762000" y="1600200"/>
            <a:ext cx="7772400" cy="4070350"/>
            <a:chOff x="762000" y="990600"/>
            <a:chExt cx="7078772" cy="4757221"/>
          </a:xfrm>
        </p:grpSpPr>
        <p:sp>
          <p:nvSpPr>
            <p:cNvPr id="6" name="Cloud"/>
            <p:cNvSpPr>
              <a:spLocks noChangeAspect="1" noEditPoints="1" noChangeArrowheads="1"/>
            </p:cNvSpPr>
            <p:nvPr/>
          </p:nvSpPr>
          <p:spPr bwMode="auto">
            <a:xfrm>
              <a:off x="3201112" y="990600"/>
              <a:ext cx="2742735" cy="610424"/>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BE7D"/>
            </a:solidFill>
            <a:ln w="9525">
              <a:solidFill>
                <a:srgbClr val="000000"/>
              </a:solidFill>
              <a:miter lim="800000"/>
              <a:headEnd/>
              <a:tailEnd/>
            </a:ln>
            <a:effectLst>
              <a:outerShdw dist="107763" dir="2700000" algn="ctr" rotWithShape="0">
                <a:srgbClr val="808080"/>
              </a:outerShdw>
            </a:effectLst>
          </p:spPr>
          <p:txBody>
            <a:bodyPr/>
            <a:lstStyle/>
            <a:p>
              <a:pPr>
                <a:defRPr/>
              </a:pPr>
              <a:r>
                <a:rPr lang="en-US" sz="2000" dirty="0"/>
                <a:t>Internet</a:t>
              </a:r>
            </a:p>
          </p:txBody>
        </p:sp>
        <p:grpSp>
          <p:nvGrpSpPr>
            <p:cNvPr id="3" name="Group 95"/>
            <p:cNvGrpSpPr>
              <a:grpSpLocks/>
            </p:cNvGrpSpPr>
            <p:nvPr/>
          </p:nvGrpSpPr>
          <p:grpSpPr bwMode="auto">
            <a:xfrm>
              <a:off x="762000" y="1066800"/>
              <a:ext cx="7078772" cy="4681021"/>
              <a:chOff x="762000" y="1066800"/>
              <a:chExt cx="7078772" cy="4681021"/>
            </a:xfrm>
          </p:grpSpPr>
          <p:grpSp>
            <p:nvGrpSpPr>
              <p:cNvPr id="4" name="Group 91"/>
              <p:cNvGrpSpPr>
                <a:grpSpLocks/>
              </p:cNvGrpSpPr>
              <p:nvPr/>
            </p:nvGrpSpPr>
            <p:grpSpPr bwMode="auto">
              <a:xfrm>
                <a:off x="762000" y="1066800"/>
                <a:ext cx="6629400" cy="4421188"/>
                <a:chOff x="762000" y="1066800"/>
                <a:chExt cx="6629400" cy="4421188"/>
              </a:xfrm>
            </p:grpSpPr>
            <p:sp>
              <p:nvSpPr>
                <p:cNvPr id="9226" name="Oval 7"/>
                <p:cNvSpPr>
                  <a:spLocks noChangeArrowheads="1"/>
                </p:cNvSpPr>
                <p:nvPr/>
              </p:nvSpPr>
              <p:spPr bwMode="auto">
                <a:xfrm>
                  <a:off x="3744913" y="1447800"/>
                  <a:ext cx="288925" cy="274638"/>
                </a:xfrm>
                <a:prstGeom prst="ellipse">
                  <a:avLst/>
                </a:prstGeom>
                <a:solidFill>
                  <a:srgbClr val="99CCFF"/>
                </a:solidFill>
                <a:ln w="9525">
                  <a:solidFill>
                    <a:schemeClr val="tx1"/>
                  </a:solidFill>
                  <a:round/>
                  <a:headEnd/>
                  <a:tailEnd/>
                </a:ln>
              </p:spPr>
              <p:txBody>
                <a:bodyPr wrap="none" anchor="ctr"/>
                <a:lstStyle/>
                <a:p>
                  <a:r>
                    <a:rPr lang="en-US" sz="1400" dirty="0">
                      <a:latin typeface="Verdana" pitchFamily="34" charset="0"/>
                    </a:rPr>
                    <a:t>CR</a:t>
                  </a:r>
                  <a:endParaRPr lang="en-US" sz="1800" dirty="0">
                    <a:latin typeface="Verdana" pitchFamily="34" charset="0"/>
                  </a:endParaRPr>
                </a:p>
              </p:txBody>
            </p:sp>
            <p:sp>
              <p:nvSpPr>
                <p:cNvPr id="9227" name="Oval 8"/>
                <p:cNvSpPr>
                  <a:spLocks noChangeArrowheads="1"/>
                </p:cNvSpPr>
                <p:nvPr/>
              </p:nvSpPr>
              <p:spPr bwMode="auto">
                <a:xfrm>
                  <a:off x="5192713" y="1447800"/>
                  <a:ext cx="288925" cy="274638"/>
                </a:xfrm>
                <a:prstGeom prst="ellipse">
                  <a:avLst/>
                </a:prstGeom>
                <a:solidFill>
                  <a:srgbClr val="99CCFF"/>
                </a:solidFill>
                <a:ln w="9525">
                  <a:solidFill>
                    <a:schemeClr val="tx1"/>
                  </a:solidFill>
                  <a:round/>
                  <a:headEnd/>
                  <a:tailEnd/>
                </a:ln>
              </p:spPr>
              <p:txBody>
                <a:bodyPr wrap="none" anchor="ctr"/>
                <a:lstStyle/>
                <a:p>
                  <a:r>
                    <a:rPr lang="en-US" sz="1400">
                      <a:latin typeface="Verdana" pitchFamily="34" charset="0"/>
                    </a:rPr>
                    <a:t>CR</a:t>
                  </a:r>
                  <a:endParaRPr lang="en-US" sz="1800">
                    <a:latin typeface="Verdana" pitchFamily="34" charset="0"/>
                  </a:endParaRPr>
                </a:p>
              </p:txBody>
            </p:sp>
            <p:sp>
              <p:nvSpPr>
                <p:cNvPr id="9228" name="Oval 9"/>
                <p:cNvSpPr>
                  <a:spLocks noChangeArrowheads="1"/>
                </p:cNvSpPr>
                <p:nvPr/>
              </p:nvSpPr>
              <p:spPr bwMode="auto">
                <a:xfrm>
                  <a:off x="2776538" y="2332038"/>
                  <a:ext cx="288925" cy="274637"/>
                </a:xfrm>
                <a:prstGeom prst="ellipse">
                  <a:avLst/>
                </a:prstGeom>
                <a:solidFill>
                  <a:srgbClr val="99CCFF"/>
                </a:solidFill>
                <a:ln w="9525">
                  <a:solidFill>
                    <a:schemeClr val="tx1"/>
                  </a:solidFill>
                  <a:round/>
                  <a:headEnd/>
                  <a:tailEnd/>
                </a:ln>
              </p:spPr>
              <p:txBody>
                <a:bodyPr wrap="none" anchor="ctr"/>
                <a:lstStyle/>
                <a:p>
                  <a:r>
                    <a:rPr lang="en-US" sz="1400">
                      <a:latin typeface="Verdana" pitchFamily="34" charset="0"/>
                    </a:rPr>
                    <a:t>AR</a:t>
                  </a:r>
                  <a:endParaRPr lang="en-US" sz="1800">
                    <a:latin typeface="Verdana" pitchFamily="34" charset="0"/>
                  </a:endParaRPr>
                </a:p>
              </p:txBody>
            </p:sp>
            <p:sp>
              <p:nvSpPr>
                <p:cNvPr id="9229" name="Oval 10"/>
                <p:cNvSpPr>
                  <a:spLocks noChangeArrowheads="1"/>
                </p:cNvSpPr>
                <p:nvPr/>
              </p:nvSpPr>
              <p:spPr bwMode="auto">
                <a:xfrm>
                  <a:off x="3690938" y="2332038"/>
                  <a:ext cx="288925" cy="274637"/>
                </a:xfrm>
                <a:prstGeom prst="ellipse">
                  <a:avLst/>
                </a:prstGeom>
                <a:solidFill>
                  <a:srgbClr val="99CCFF"/>
                </a:solidFill>
                <a:ln w="9525">
                  <a:solidFill>
                    <a:schemeClr val="tx1"/>
                  </a:solidFill>
                  <a:round/>
                  <a:headEnd/>
                  <a:tailEnd/>
                </a:ln>
              </p:spPr>
              <p:txBody>
                <a:bodyPr wrap="none" anchor="ctr"/>
                <a:lstStyle/>
                <a:p>
                  <a:r>
                    <a:rPr lang="en-US" sz="1400">
                      <a:latin typeface="Verdana" pitchFamily="34" charset="0"/>
                    </a:rPr>
                    <a:t>AR</a:t>
                  </a:r>
                  <a:endParaRPr lang="en-US" sz="1800">
                    <a:latin typeface="Verdana" pitchFamily="34" charset="0"/>
                  </a:endParaRPr>
                </a:p>
              </p:txBody>
            </p:sp>
            <p:sp>
              <p:nvSpPr>
                <p:cNvPr id="9230" name="Oval 11"/>
                <p:cNvSpPr>
                  <a:spLocks noChangeArrowheads="1"/>
                </p:cNvSpPr>
                <p:nvPr/>
              </p:nvSpPr>
              <p:spPr bwMode="auto">
                <a:xfrm>
                  <a:off x="5345113" y="2332038"/>
                  <a:ext cx="288925" cy="274637"/>
                </a:xfrm>
                <a:prstGeom prst="ellipse">
                  <a:avLst/>
                </a:prstGeom>
                <a:solidFill>
                  <a:srgbClr val="99CCFF"/>
                </a:solidFill>
                <a:ln w="9525">
                  <a:solidFill>
                    <a:schemeClr val="tx1"/>
                  </a:solidFill>
                  <a:round/>
                  <a:headEnd/>
                  <a:tailEnd/>
                </a:ln>
              </p:spPr>
              <p:txBody>
                <a:bodyPr wrap="none" anchor="ctr"/>
                <a:lstStyle/>
                <a:p>
                  <a:r>
                    <a:rPr lang="en-US" sz="1400">
                      <a:latin typeface="Verdana" pitchFamily="34" charset="0"/>
                    </a:rPr>
                    <a:t>AR</a:t>
                  </a:r>
                  <a:endParaRPr lang="en-US" sz="1800">
                    <a:latin typeface="Verdana" pitchFamily="34" charset="0"/>
                  </a:endParaRPr>
                </a:p>
              </p:txBody>
            </p:sp>
            <p:sp>
              <p:nvSpPr>
                <p:cNvPr id="9231" name="Oval 12"/>
                <p:cNvSpPr>
                  <a:spLocks noChangeArrowheads="1"/>
                </p:cNvSpPr>
                <p:nvPr/>
              </p:nvSpPr>
              <p:spPr bwMode="auto">
                <a:xfrm>
                  <a:off x="6357938" y="2332038"/>
                  <a:ext cx="288925" cy="274637"/>
                </a:xfrm>
                <a:prstGeom prst="ellipse">
                  <a:avLst/>
                </a:prstGeom>
                <a:solidFill>
                  <a:srgbClr val="99CCFF"/>
                </a:solidFill>
                <a:ln w="9525">
                  <a:solidFill>
                    <a:schemeClr val="tx1"/>
                  </a:solidFill>
                  <a:round/>
                  <a:headEnd/>
                  <a:tailEnd/>
                </a:ln>
              </p:spPr>
              <p:txBody>
                <a:bodyPr wrap="none" anchor="ctr"/>
                <a:lstStyle/>
                <a:p>
                  <a:r>
                    <a:rPr lang="en-US" sz="1400">
                      <a:latin typeface="Verdana" pitchFamily="34" charset="0"/>
                    </a:rPr>
                    <a:t>AR</a:t>
                  </a:r>
                  <a:endParaRPr lang="en-US" sz="1800">
                    <a:latin typeface="Verdana" pitchFamily="34" charset="0"/>
                  </a:endParaRPr>
                </a:p>
              </p:txBody>
            </p:sp>
            <p:cxnSp>
              <p:nvCxnSpPr>
                <p:cNvPr id="9232" name="AutoShape 13"/>
                <p:cNvCxnSpPr>
                  <a:cxnSpLocks noChangeShapeType="1"/>
                  <a:stCxn id="9226" idx="4"/>
                  <a:endCxn id="9228" idx="0"/>
                </p:cNvCxnSpPr>
                <p:nvPr/>
              </p:nvCxnSpPr>
              <p:spPr bwMode="auto">
                <a:xfrm flipH="1">
                  <a:off x="2921000" y="1722438"/>
                  <a:ext cx="968375" cy="609600"/>
                </a:xfrm>
                <a:prstGeom prst="straightConnector1">
                  <a:avLst/>
                </a:prstGeom>
                <a:noFill/>
                <a:ln w="9525">
                  <a:solidFill>
                    <a:schemeClr val="tx1"/>
                  </a:solidFill>
                  <a:round/>
                  <a:headEnd/>
                  <a:tailEnd/>
                </a:ln>
              </p:spPr>
            </p:cxnSp>
            <p:cxnSp>
              <p:nvCxnSpPr>
                <p:cNvPr id="9233" name="AutoShape 14"/>
                <p:cNvCxnSpPr>
                  <a:cxnSpLocks noChangeShapeType="1"/>
                  <a:stCxn id="9228" idx="0"/>
                  <a:endCxn id="9227" idx="4"/>
                </p:cNvCxnSpPr>
                <p:nvPr/>
              </p:nvCxnSpPr>
              <p:spPr bwMode="auto">
                <a:xfrm flipV="1">
                  <a:off x="2921000" y="1722438"/>
                  <a:ext cx="2416175" cy="609600"/>
                </a:xfrm>
                <a:prstGeom prst="straightConnector1">
                  <a:avLst/>
                </a:prstGeom>
                <a:noFill/>
                <a:ln w="9525">
                  <a:solidFill>
                    <a:schemeClr val="tx1"/>
                  </a:solidFill>
                  <a:round/>
                  <a:headEnd/>
                  <a:tailEnd/>
                </a:ln>
              </p:spPr>
            </p:cxnSp>
            <p:cxnSp>
              <p:nvCxnSpPr>
                <p:cNvPr id="9234" name="AutoShape 15"/>
                <p:cNvCxnSpPr>
                  <a:cxnSpLocks noChangeShapeType="1"/>
                  <a:stCxn id="9227" idx="4"/>
                  <a:endCxn id="9229" idx="0"/>
                </p:cNvCxnSpPr>
                <p:nvPr/>
              </p:nvCxnSpPr>
              <p:spPr bwMode="auto">
                <a:xfrm flipH="1">
                  <a:off x="3835400" y="1722438"/>
                  <a:ext cx="1501775" cy="609600"/>
                </a:xfrm>
                <a:prstGeom prst="straightConnector1">
                  <a:avLst/>
                </a:prstGeom>
                <a:noFill/>
                <a:ln w="9525">
                  <a:solidFill>
                    <a:schemeClr val="tx1"/>
                  </a:solidFill>
                  <a:round/>
                  <a:headEnd/>
                  <a:tailEnd/>
                </a:ln>
              </p:spPr>
            </p:cxnSp>
            <p:cxnSp>
              <p:nvCxnSpPr>
                <p:cNvPr id="9235" name="AutoShape 16"/>
                <p:cNvCxnSpPr>
                  <a:cxnSpLocks noChangeShapeType="1"/>
                  <a:stCxn id="9227" idx="4"/>
                  <a:endCxn id="9230" idx="0"/>
                </p:cNvCxnSpPr>
                <p:nvPr/>
              </p:nvCxnSpPr>
              <p:spPr bwMode="auto">
                <a:xfrm>
                  <a:off x="5337175" y="1722438"/>
                  <a:ext cx="152400" cy="609600"/>
                </a:xfrm>
                <a:prstGeom prst="straightConnector1">
                  <a:avLst/>
                </a:prstGeom>
                <a:noFill/>
                <a:ln w="9525">
                  <a:solidFill>
                    <a:schemeClr val="tx1"/>
                  </a:solidFill>
                  <a:round/>
                  <a:headEnd/>
                  <a:tailEnd/>
                </a:ln>
              </p:spPr>
            </p:cxnSp>
            <p:cxnSp>
              <p:nvCxnSpPr>
                <p:cNvPr id="9236" name="AutoShape 17"/>
                <p:cNvCxnSpPr>
                  <a:cxnSpLocks noChangeShapeType="1"/>
                  <a:stCxn id="9227" idx="4"/>
                  <a:endCxn id="9231" idx="0"/>
                </p:cNvCxnSpPr>
                <p:nvPr/>
              </p:nvCxnSpPr>
              <p:spPr bwMode="auto">
                <a:xfrm>
                  <a:off x="5337175" y="1722438"/>
                  <a:ext cx="1165225" cy="609600"/>
                </a:xfrm>
                <a:prstGeom prst="straightConnector1">
                  <a:avLst/>
                </a:prstGeom>
                <a:noFill/>
                <a:ln w="9525">
                  <a:solidFill>
                    <a:schemeClr val="tx1"/>
                  </a:solidFill>
                  <a:round/>
                  <a:headEnd/>
                  <a:tailEnd/>
                </a:ln>
              </p:spPr>
            </p:cxnSp>
            <p:cxnSp>
              <p:nvCxnSpPr>
                <p:cNvPr id="9237" name="AutoShape 18"/>
                <p:cNvCxnSpPr>
                  <a:cxnSpLocks noChangeShapeType="1"/>
                  <a:stCxn id="9226" idx="4"/>
                  <a:endCxn id="9231" idx="0"/>
                </p:cNvCxnSpPr>
                <p:nvPr/>
              </p:nvCxnSpPr>
              <p:spPr bwMode="auto">
                <a:xfrm>
                  <a:off x="3889375" y="1722438"/>
                  <a:ext cx="2613025" cy="609600"/>
                </a:xfrm>
                <a:prstGeom prst="straightConnector1">
                  <a:avLst/>
                </a:prstGeom>
                <a:noFill/>
                <a:ln w="9525">
                  <a:solidFill>
                    <a:schemeClr val="tx1"/>
                  </a:solidFill>
                  <a:round/>
                  <a:headEnd/>
                  <a:tailEnd/>
                </a:ln>
              </p:spPr>
            </p:cxnSp>
            <p:cxnSp>
              <p:nvCxnSpPr>
                <p:cNvPr id="9238" name="AutoShape 19"/>
                <p:cNvCxnSpPr>
                  <a:cxnSpLocks noChangeShapeType="1"/>
                  <a:stCxn id="9226" idx="4"/>
                  <a:endCxn id="9229" idx="0"/>
                </p:cNvCxnSpPr>
                <p:nvPr/>
              </p:nvCxnSpPr>
              <p:spPr bwMode="auto">
                <a:xfrm flipH="1">
                  <a:off x="3835400" y="1722438"/>
                  <a:ext cx="53975" cy="609600"/>
                </a:xfrm>
                <a:prstGeom prst="straightConnector1">
                  <a:avLst/>
                </a:prstGeom>
                <a:noFill/>
                <a:ln w="9525">
                  <a:solidFill>
                    <a:schemeClr val="tx1"/>
                  </a:solidFill>
                  <a:round/>
                  <a:headEnd/>
                  <a:tailEnd/>
                </a:ln>
              </p:spPr>
            </p:cxnSp>
            <p:cxnSp>
              <p:nvCxnSpPr>
                <p:cNvPr id="9239" name="AutoShape 20"/>
                <p:cNvCxnSpPr>
                  <a:cxnSpLocks noChangeShapeType="1"/>
                  <a:stCxn id="9226" idx="4"/>
                  <a:endCxn id="9230" idx="0"/>
                </p:cNvCxnSpPr>
                <p:nvPr/>
              </p:nvCxnSpPr>
              <p:spPr bwMode="auto">
                <a:xfrm>
                  <a:off x="3889375" y="1722438"/>
                  <a:ext cx="1600200" cy="609600"/>
                </a:xfrm>
                <a:prstGeom prst="straightConnector1">
                  <a:avLst/>
                </a:prstGeom>
                <a:noFill/>
                <a:ln w="9525">
                  <a:solidFill>
                    <a:schemeClr val="tx1"/>
                  </a:solidFill>
                  <a:round/>
                  <a:headEnd/>
                  <a:tailEnd/>
                </a:ln>
              </p:spPr>
            </p:cxnSp>
            <p:sp>
              <p:nvSpPr>
                <p:cNvPr id="9240" name="Rectangle 21"/>
                <p:cNvSpPr>
                  <a:spLocks noChangeArrowheads="1"/>
                </p:cNvSpPr>
                <p:nvPr/>
              </p:nvSpPr>
              <p:spPr bwMode="auto">
                <a:xfrm>
                  <a:off x="4452938" y="2255838"/>
                  <a:ext cx="412750" cy="366712"/>
                </a:xfrm>
                <a:prstGeom prst="rect">
                  <a:avLst/>
                </a:prstGeom>
                <a:noFill/>
                <a:ln w="9525">
                  <a:noFill/>
                  <a:miter lim="800000"/>
                  <a:headEnd/>
                  <a:tailEnd/>
                </a:ln>
              </p:spPr>
              <p:txBody>
                <a:bodyPr wrap="none">
                  <a:spAutoFit/>
                </a:bodyPr>
                <a:lstStyle/>
                <a:p>
                  <a:r>
                    <a:rPr lang="en-US" sz="1800"/>
                    <a:t>…</a:t>
                  </a:r>
                </a:p>
              </p:txBody>
            </p:sp>
            <p:sp>
              <p:nvSpPr>
                <p:cNvPr id="9241" name="Rectangle 25"/>
                <p:cNvSpPr>
                  <a:spLocks noChangeArrowheads="1"/>
                </p:cNvSpPr>
                <p:nvPr/>
              </p:nvSpPr>
              <p:spPr bwMode="auto">
                <a:xfrm>
                  <a:off x="3690938" y="3124200"/>
                  <a:ext cx="288925" cy="274638"/>
                </a:xfrm>
                <a:prstGeom prst="rect">
                  <a:avLst/>
                </a:prstGeom>
                <a:solidFill>
                  <a:srgbClr val="CCFFCC"/>
                </a:solidFill>
                <a:ln w="9525">
                  <a:solidFill>
                    <a:schemeClr val="tx1"/>
                  </a:solidFill>
                  <a:miter lim="800000"/>
                  <a:headEnd/>
                  <a:tailEnd/>
                </a:ln>
              </p:spPr>
              <p:txBody>
                <a:bodyPr wrap="none" anchor="ctr"/>
                <a:lstStyle/>
                <a:p>
                  <a:r>
                    <a:rPr lang="en-US" sz="1400">
                      <a:latin typeface="Verdana" pitchFamily="34" charset="0"/>
                    </a:rPr>
                    <a:t>S</a:t>
                  </a:r>
                </a:p>
              </p:txBody>
            </p:sp>
            <p:sp>
              <p:nvSpPr>
                <p:cNvPr id="9242" name="Rectangle 26"/>
                <p:cNvSpPr>
                  <a:spLocks noChangeArrowheads="1"/>
                </p:cNvSpPr>
                <p:nvPr/>
              </p:nvSpPr>
              <p:spPr bwMode="auto">
                <a:xfrm>
                  <a:off x="2776538" y="3124200"/>
                  <a:ext cx="288925" cy="274638"/>
                </a:xfrm>
                <a:prstGeom prst="rect">
                  <a:avLst/>
                </a:prstGeom>
                <a:solidFill>
                  <a:srgbClr val="CCFFCC"/>
                </a:solidFill>
                <a:ln w="9525">
                  <a:solidFill>
                    <a:schemeClr val="tx1"/>
                  </a:solidFill>
                  <a:miter lim="800000"/>
                  <a:headEnd/>
                  <a:tailEnd/>
                </a:ln>
              </p:spPr>
              <p:txBody>
                <a:bodyPr wrap="none" anchor="ctr"/>
                <a:lstStyle/>
                <a:p>
                  <a:r>
                    <a:rPr lang="en-US" sz="1400">
                      <a:latin typeface="Verdana" pitchFamily="34" charset="0"/>
                    </a:rPr>
                    <a:t>S</a:t>
                  </a:r>
                </a:p>
              </p:txBody>
            </p:sp>
            <p:sp>
              <p:nvSpPr>
                <p:cNvPr id="9243" name="AutoShape 40"/>
                <p:cNvSpPr>
                  <a:spLocks noChangeArrowheads="1"/>
                </p:cNvSpPr>
                <p:nvPr/>
              </p:nvSpPr>
              <p:spPr bwMode="auto">
                <a:xfrm>
                  <a:off x="1981200" y="3048000"/>
                  <a:ext cx="457200" cy="381000"/>
                </a:xfrm>
                <a:prstGeom prst="roundRect">
                  <a:avLst>
                    <a:gd name="adj" fmla="val 16667"/>
                  </a:avLst>
                </a:prstGeom>
                <a:solidFill>
                  <a:srgbClr val="FF99CC"/>
                </a:solidFill>
                <a:ln w="9525">
                  <a:solidFill>
                    <a:schemeClr val="tx1"/>
                  </a:solidFill>
                  <a:round/>
                  <a:headEnd/>
                  <a:tailEnd/>
                </a:ln>
              </p:spPr>
              <p:txBody>
                <a:bodyPr wrap="none" anchor="ctr"/>
                <a:lstStyle/>
                <a:p>
                  <a:r>
                    <a:rPr lang="en-US" sz="1400">
                      <a:latin typeface="Verdana" pitchFamily="34" charset="0"/>
                    </a:rPr>
                    <a:t>LB</a:t>
                  </a:r>
                  <a:endParaRPr lang="en-US"/>
                </a:p>
              </p:txBody>
            </p:sp>
            <p:sp>
              <p:nvSpPr>
                <p:cNvPr id="9244" name="AutoShape 42"/>
                <p:cNvSpPr>
                  <a:spLocks noChangeArrowheads="1"/>
                </p:cNvSpPr>
                <p:nvPr/>
              </p:nvSpPr>
              <p:spPr bwMode="auto">
                <a:xfrm>
                  <a:off x="4343400" y="3048000"/>
                  <a:ext cx="457200" cy="381000"/>
                </a:xfrm>
                <a:prstGeom prst="roundRect">
                  <a:avLst>
                    <a:gd name="adj" fmla="val 16667"/>
                  </a:avLst>
                </a:prstGeom>
                <a:solidFill>
                  <a:srgbClr val="FF99CC"/>
                </a:solidFill>
                <a:ln w="9525">
                  <a:solidFill>
                    <a:schemeClr val="tx1"/>
                  </a:solidFill>
                  <a:round/>
                  <a:headEnd/>
                  <a:tailEnd/>
                </a:ln>
              </p:spPr>
              <p:txBody>
                <a:bodyPr wrap="none" anchor="ctr"/>
                <a:lstStyle/>
                <a:p>
                  <a:r>
                    <a:rPr lang="en-US" sz="1400">
                      <a:latin typeface="Verdana" pitchFamily="34" charset="0"/>
                    </a:rPr>
                    <a:t>LB</a:t>
                  </a:r>
                  <a:endParaRPr lang="en-US"/>
                </a:p>
              </p:txBody>
            </p:sp>
            <p:cxnSp>
              <p:nvCxnSpPr>
                <p:cNvPr id="9245" name="AutoShape 55"/>
                <p:cNvCxnSpPr>
                  <a:cxnSpLocks noChangeShapeType="1"/>
                  <a:stCxn id="9242" idx="1"/>
                  <a:endCxn id="9243" idx="3"/>
                </p:cNvCxnSpPr>
                <p:nvPr/>
              </p:nvCxnSpPr>
              <p:spPr bwMode="auto">
                <a:xfrm rot="10800000">
                  <a:off x="2438400" y="3238501"/>
                  <a:ext cx="338138" cy="23019"/>
                </a:xfrm>
                <a:prstGeom prst="straightConnector1">
                  <a:avLst/>
                </a:prstGeom>
                <a:noFill/>
                <a:ln w="9525">
                  <a:solidFill>
                    <a:schemeClr val="tx1"/>
                  </a:solidFill>
                  <a:round/>
                  <a:headEnd/>
                  <a:tailEnd/>
                </a:ln>
              </p:spPr>
            </p:cxnSp>
            <p:cxnSp>
              <p:nvCxnSpPr>
                <p:cNvPr id="9246" name="AutoShape 57"/>
                <p:cNvCxnSpPr>
                  <a:cxnSpLocks noChangeShapeType="1"/>
                  <a:stCxn id="9244" idx="1"/>
                  <a:endCxn id="9241" idx="3"/>
                </p:cNvCxnSpPr>
                <p:nvPr/>
              </p:nvCxnSpPr>
              <p:spPr bwMode="auto">
                <a:xfrm rot="10800000" flipV="1">
                  <a:off x="3979864" y="3238499"/>
                  <a:ext cx="363537" cy="23019"/>
                </a:xfrm>
                <a:prstGeom prst="straightConnector1">
                  <a:avLst/>
                </a:prstGeom>
                <a:noFill/>
                <a:ln w="9525">
                  <a:solidFill>
                    <a:schemeClr val="tx1"/>
                  </a:solidFill>
                  <a:round/>
                  <a:headEnd/>
                  <a:tailEnd/>
                </a:ln>
              </p:spPr>
            </p:cxnSp>
            <p:cxnSp>
              <p:nvCxnSpPr>
                <p:cNvPr id="9247" name="AutoShape 59"/>
                <p:cNvCxnSpPr>
                  <a:cxnSpLocks noChangeShapeType="1"/>
                  <a:stCxn id="9242" idx="0"/>
                  <a:endCxn id="9228" idx="4"/>
                </p:cNvCxnSpPr>
                <p:nvPr/>
              </p:nvCxnSpPr>
              <p:spPr bwMode="auto">
                <a:xfrm flipV="1">
                  <a:off x="2921000" y="2606675"/>
                  <a:ext cx="0" cy="517525"/>
                </a:xfrm>
                <a:prstGeom prst="straightConnector1">
                  <a:avLst/>
                </a:prstGeom>
                <a:noFill/>
                <a:ln w="9525">
                  <a:solidFill>
                    <a:schemeClr val="tx1"/>
                  </a:solidFill>
                  <a:round/>
                  <a:headEnd/>
                  <a:tailEnd/>
                </a:ln>
              </p:spPr>
            </p:cxnSp>
            <p:cxnSp>
              <p:nvCxnSpPr>
                <p:cNvPr id="9248" name="AutoShape 60"/>
                <p:cNvCxnSpPr>
                  <a:cxnSpLocks noChangeShapeType="1"/>
                  <a:stCxn id="9241" idx="0"/>
                  <a:endCxn id="9228" idx="4"/>
                </p:cNvCxnSpPr>
                <p:nvPr/>
              </p:nvCxnSpPr>
              <p:spPr bwMode="auto">
                <a:xfrm flipH="1" flipV="1">
                  <a:off x="2921000" y="2606675"/>
                  <a:ext cx="914400" cy="517525"/>
                </a:xfrm>
                <a:prstGeom prst="straightConnector1">
                  <a:avLst/>
                </a:prstGeom>
                <a:noFill/>
                <a:ln w="9525">
                  <a:solidFill>
                    <a:schemeClr val="tx1"/>
                  </a:solidFill>
                  <a:round/>
                  <a:headEnd/>
                  <a:tailEnd/>
                </a:ln>
              </p:spPr>
            </p:cxnSp>
            <p:cxnSp>
              <p:nvCxnSpPr>
                <p:cNvPr id="9249" name="AutoShape 61"/>
                <p:cNvCxnSpPr>
                  <a:cxnSpLocks noChangeShapeType="1"/>
                  <a:stCxn id="9241" idx="0"/>
                  <a:endCxn id="9229" idx="4"/>
                </p:cNvCxnSpPr>
                <p:nvPr/>
              </p:nvCxnSpPr>
              <p:spPr bwMode="auto">
                <a:xfrm flipV="1">
                  <a:off x="3835400" y="2606675"/>
                  <a:ext cx="0" cy="517525"/>
                </a:xfrm>
                <a:prstGeom prst="straightConnector1">
                  <a:avLst/>
                </a:prstGeom>
                <a:noFill/>
                <a:ln w="9525">
                  <a:solidFill>
                    <a:schemeClr val="tx1"/>
                  </a:solidFill>
                  <a:round/>
                  <a:headEnd/>
                  <a:tailEnd/>
                </a:ln>
              </p:spPr>
            </p:cxnSp>
            <p:cxnSp>
              <p:nvCxnSpPr>
                <p:cNvPr id="9250" name="AutoShape 62"/>
                <p:cNvCxnSpPr>
                  <a:cxnSpLocks noChangeShapeType="1"/>
                  <a:stCxn id="9242" idx="0"/>
                  <a:endCxn id="9229" idx="4"/>
                </p:cNvCxnSpPr>
                <p:nvPr/>
              </p:nvCxnSpPr>
              <p:spPr bwMode="auto">
                <a:xfrm flipV="1">
                  <a:off x="2921000" y="2606675"/>
                  <a:ext cx="914400" cy="517525"/>
                </a:xfrm>
                <a:prstGeom prst="straightConnector1">
                  <a:avLst/>
                </a:prstGeom>
                <a:noFill/>
                <a:ln w="9525">
                  <a:solidFill>
                    <a:schemeClr val="tx1"/>
                  </a:solidFill>
                  <a:round/>
                  <a:headEnd/>
                  <a:tailEnd/>
                </a:ln>
              </p:spPr>
            </p:cxnSp>
            <p:cxnSp>
              <p:nvCxnSpPr>
                <p:cNvPr id="9251" name="AutoShape 63"/>
                <p:cNvCxnSpPr>
                  <a:cxnSpLocks noChangeShapeType="1"/>
                  <a:stCxn id="9242" idx="3"/>
                  <a:endCxn id="9241" idx="1"/>
                </p:cNvCxnSpPr>
                <p:nvPr/>
              </p:nvCxnSpPr>
              <p:spPr bwMode="auto">
                <a:xfrm>
                  <a:off x="3065463" y="3262313"/>
                  <a:ext cx="625475" cy="0"/>
                </a:xfrm>
                <a:prstGeom prst="straightConnector1">
                  <a:avLst/>
                </a:prstGeom>
                <a:noFill/>
                <a:ln w="9525">
                  <a:solidFill>
                    <a:schemeClr val="tx1"/>
                  </a:solidFill>
                  <a:round/>
                  <a:headEnd/>
                  <a:tailEnd/>
                </a:ln>
              </p:spPr>
            </p:cxnSp>
            <p:cxnSp>
              <p:nvCxnSpPr>
                <p:cNvPr id="9252" name="AutoShape 64"/>
                <p:cNvCxnSpPr>
                  <a:cxnSpLocks noChangeShapeType="1"/>
                  <a:stCxn id="9281" idx="0"/>
                  <a:endCxn id="9241" idx="2"/>
                </p:cNvCxnSpPr>
                <p:nvPr/>
              </p:nvCxnSpPr>
              <p:spPr bwMode="auto">
                <a:xfrm rot="5400000" flipH="1" flipV="1">
                  <a:off x="2624138" y="2827338"/>
                  <a:ext cx="639762" cy="1782763"/>
                </a:xfrm>
                <a:prstGeom prst="straightConnector1">
                  <a:avLst/>
                </a:prstGeom>
                <a:noFill/>
                <a:ln w="9525">
                  <a:solidFill>
                    <a:schemeClr val="tx1"/>
                  </a:solidFill>
                  <a:round/>
                  <a:headEnd/>
                  <a:tailEnd/>
                </a:ln>
              </p:spPr>
            </p:cxnSp>
            <p:cxnSp>
              <p:nvCxnSpPr>
                <p:cNvPr id="9253" name="AutoShape 65"/>
                <p:cNvCxnSpPr>
                  <a:cxnSpLocks noChangeShapeType="1"/>
                  <a:stCxn id="9281" idx="0"/>
                  <a:endCxn id="9242" idx="2"/>
                </p:cNvCxnSpPr>
                <p:nvPr/>
              </p:nvCxnSpPr>
              <p:spPr bwMode="auto">
                <a:xfrm rot="5400000" flipH="1" flipV="1">
                  <a:off x="2166938" y="3284538"/>
                  <a:ext cx="639762" cy="868363"/>
                </a:xfrm>
                <a:prstGeom prst="straightConnector1">
                  <a:avLst/>
                </a:prstGeom>
                <a:noFill/>
                <a:ln w="9525">
                  <a:solidFill>
                    <a:schemeClr val="tx1"/>
                  </a:solidFill>
                  <a:round/>
                  <a:headEnd/>
                  <a:tailEnd/>
                </a:ln>
              </p:spPr>
            </p:cxnSp>
            <p:cxnSp>
              <p:nvCxnSpPr>
                <p:cNvPr id="9254" name="AutoShape 66"/>
                <p:cNvCxnSpPr>
                  <a:cxnSpLocks noChangeShapeType="1"/>
                  <a:stCxn id="9280" idx="0"/>
                  <a:endCxn id="9242" idx="2"/>
                </p:cNvCxnSpPr>
                <p:nvPr/>
              </p:nvCxnSpPr>
              <p:spPr bwMode="auto">
                <a:xfrm rot="16200000" flipV="1">
                  <a:off x="2621758" y="3698082"/>
                  <a:ext cx="644525" cy="46037"/>
                </a:xfrm>
                <a:prstGeom prst="straightConnector1">
                  <a:avLst/>
                </a:prstGeom>
                <a:noFill/>
                <a:ln w="9525">
                  <a:solidFill>
                    <a:schemeClr val="tx1"/>
                  </a:solidFill>
                  <a:round/>
                  <a:headEnd/>
                  <a:tailEnd/>
                </a:ln>
              </p:spPr>
            </p:cxnSp>
            <p:cxnSp>
              <p:nvCxnSpPr>
                <p:cNvPr id="9255" name="AutoShape 67"/>
                <p:cNvCxnSpPr>
                  <a:cxnSpLocks noChangeShapeType="1"/>
                  <a:stCxn id="9280" idx="0"/>
                  <a:endCxn id="9241" idx="2"/>
                </p:cNvCxnSpPr>
                <p:nvPr/>
              </p:nvCxnSpPr>
              <p:spPr bwMode="auto">
                <a:xfrm rot="5400000" flipH="1" flipV="1">
                  <a:off x="3078957" y="3286920"/>
                  <a:ext cx="644525" cy="868363"/>
                </a:xfrm>
                <a:prstGeom prst="straightConnector1">
                  <a:avLst/>
                </a:prstGeom>
                <a:noFill/>
                <a:ln w="9525">
                  <a:solidFill>
                    <a:schemeClr val="tx1"/>
                  </a:solidFill>
                  <a:round/>
                  <a:headEnd/>
                  <a:tailEnd/>
                </a:ln>
              </p:spPr>
            </p:cxnSp>
            <p:cxnSp>
              <p:nvCxnSpPr>
                <p:cNvPr id="9256" name="Straight Connector 57"/>
                <p:cNvCxnSpPr>
                  <a:cxnSpLocks noChangeShapeType="1"/>
                </p:cNvCxnSpPr>
                <p:nvPr/>
              </p:nvCxnSpPr>
              <p:spPr bwMode="auto">
                <a:xfrm>
                  <a:off x="838200" y="1522413"/>
                  <a:ext cx="6553200" cy="1587"/>
                </a:xfrm>
                <a:prstGeom prst="line">
                  <a:avLst/>
                </a:prstGeom>
                <a:noFill/>
                <a:ln w="9525" algn="ctr">
                  <a:solidFill>
                    <a:schemeClr val="tx1"/>
                  </a:solidFill>
                  <a:prstDash val="sysDot"/>
                  <a:round/>
                  <a:headEnd/>
                  <a:tailEnd/>
                </a:ln>
              </p:spPr>
            </p:cxnSp>
            <p:sp>
              <p:nvSpPr>
                <p:cNvPr id="9257" name="TextBox 58"/>
                <p:cNvSpPr txBox="1">
                  <a:spLocks noChangeArrowheads="1"/>
                </p:cNvSpPr>
                <p:nvPr/>
              </p:nvSpPr>
              <p:spPr bwMode="auto">
                <a:xfrm>
                  <a:off x="838200" y="1600200"/>
                  <a:ext cx="1425968" cy="707886"/>
                </a:xfrm>
                <a:prstGeom prst="rect">
                  <a:avLst/>
                </a:prstGeom>
                <a:noFill/>
                <a:ln w="9525">
                  <a:noFill/>
                  <a:miter lim="800000"/>
                  <a:headEnd/>
                  <a:tailEnd/>
                </a:ln>
              </p:spPr>
              <p:txBody>
                <a:bodyPr wrap="none">
                  <a:spAutoFit/>
                </a:bodyPr>
                <a:lstStyle/>
                <a:p>
                  <a:r>
                    <a:rPr lang="en-US" sz="2000"/>
                    <a:t>Data Center</a:t>
                  </a:r>
                </a:p>
                <a:p>
                  <a:r>
                    <a:rPr lang="en-US" sz="2000"/>
                    <a:t>Layer 3</a:t>
                  </a:r>
                </a:p>
              </p:txBody>
            </p:sp>
            <p:sp>
              <p:nvSpPr>
                <p:cNvPr id="9258" name="TextBox 59"/>
                <p:cNvSpPr txBox="1">
                  <a:spLocks noChangeArrowheads="1"/>
                </p:cNvSpPr>
                <p:nvPr/>
              </p:nvSpPr>
              <p:spPr bwMode="auto">
                <a:xfrm>
                  <a:off x="838200" y="1066800"/>
                  <a:ext cx="1052512" cy="400050"/>
                </a:xfrm>
                <a:prstGeom prst="rect">
                  <a:avLst/>
                </a:prstGeom>
                <a:noFill/>
                <a:ln w="9525">
                  <a:noFill/>
                  <a:miter lim="800000"/>
                  <a:headEnd/>
                  <a:tailEnd/>
                </a:ln>
              </p:spPr>
              <p:txBody>
                <a:bodyPr wrap="none">
                  <a:spAutoFit/>
                </a:bodyPr>
                <a:lstStyle/>
                <a:p>
                  <a:r>
                    <a:rPr lang="en-US" sz="2000"/>
                    <a:t>Internet</a:t>
                  </a:r>
                </a:p>
              </p:txBody>
            </p:sp>
            <p:grpSp>
              <p:nvGrpSpPr>
                <p:cNvPr id="5" name="Group 89"/>
                <p:cNvGrpSpPr>
                  <a:grpSpLocks/>
                </p:cNvGrpSpPr>
                <p:nvPr/>
              </p:nvGrpSpPr>
              <p:grpSpPr bwMode="auto">
                <a:xfrm>
                  <a:off x="1905000" y="4038600"/>
                  <a:ext cx="1219200" cy="1449388"/>
                  <a:chOff x="1905000" y="4038600"/>
                  <a:chExt cx="1219200" cy="1449388"/>
                </a:xfrm>
              </p:grpSpPr>
              <p:sp>
                <p:nvSpPr>
                  <p:cNvPr id="9280" name="Rectangle 38"/>
                  <p:cNvSpPr>
                    <a:spLocks noChangeArrowheads="1"/>
                  </p:cNvSpPr>
                  <p:nvPr/>
                </p:nvSpPr>
                <p:spPr bwMode="auto">
                  <a:xfrm>
                    <a:off x="2822575" y="4043363"/>
                    <a:ext cx="288925" cy="274637"/>
                  </a:xfrm>
                  <a:prstGeom prst="rect">
                    <a:avLst/>
                  </a:prstGeom>
                  <a:solidFill>
                    <a:srgbClr val="CCFFCC"/>
                  </a:solidFill>
                  <a:ln w="9525">
                    <a:solidFill>
                      <a:schemeClr val="tx1"/>
                    </a:solidFill>
                    <a:miter lim="800000"/>
                    <a:headEnd/>
                    <a:tailEnd/>
                  </a:ln>
                </p:spPr>
                <p:txBody>
                  <a:bodyPr wrap="none" anchor="ctr"/>
                  <a:lstStyle/>
                  <a:p>
                    <a:r>
                      <a:rPr lang="en-US" sz="1400">
                        <a:latin typeface="Verdana" pitchFamily="34" charset="0"/>
                      </a:rPr>
                      <a:t>S</a:t>
                    </a:r>
                  </a:p>
                </p:txBody>
              </p:sp>
              <p:sp>
                <p:nvSpPr>
                  <p:cNvPr id="9281" name="Rectangle 39"/>
                  <p:cNvSpPr>
                    <a:spLocks noChangeArrowheads="1"/>
                  </p:cNvSpPr>
                  <p:nvPr/>
                </p:nvSpPr>
                <p:spPr bwMode="auto">
                  <a:xfrm>
                    <a:off x="1908175" y="4038600"/>
                    <a:ext cx="288925" cy="274638"/>
                  </a:xfrm>
                  <a:prstGeom prst="rect">
                    <a:avLst/>
                  </a:prstGeom>
                  <a:solidFill>
                    <a:srgbClr val="CCFFCC"/>
                  </a:solidFill>
                  <a:ln w="9525">
                    <a:solidFill>
                      <a:schemeClr val="tx1"/>
                    </a:solidFill>
                    <a:miter lim="800000"/>
                    <a:headEnd/>
                    <a:tailEnd/>
                  </a:ln>
                </p:spPr>
                <p:txBody>
                  <a:bodyPr wrap="none" anchor="ctr"/>
                  <a:lstStyle/>
                  <a:p>
                    <a:r>
                      <a:rPr lang="en-US" sz="1400">
                        <a:latin typeface="Verdana" pitchFamily="34" charset="0"/>
                      </a:rPr>
                      <a:t>S</a:t>
                    </a:r>
                  </a:p>
                </p:txBody>
              </p:sp>
              <p:cxnSp>
                <p:nvCxnSpPr>
                  <p:cNvPr id="9282" name="AutoShape 69"/>
                  <p:cNvCxnSpPr>
                    <a:cxnSpLocks noChangeShapeType="1"/>
                    <a:stCxn id="9286" idx="3"/>
                    <a:endCxn id="9280" idx="2"/>
                  </p:cNvCxnSpPr>
                  <p:nvPr/>
                </p:nvCxnSpPr>
                <p:spPr bwMode="auto">
                  <a:xfrm rot="5400000" flipH="1" flipV="1">
                    <a:off x="2230750" y="4142111"/>
                    <a:ext cx="560399" cy="912178"/>
                  </a:xfrm>
                  <a:prstGeom prst="straightConnector1">
                    <a:avLst/>
                  </a:prstGeom>
                  <a:noFill/>
                  <a:ln w="9525">
                    <a:solidFill>
                      <a:schemeClr val="tx1"/>
                    </a:solidFill>
                    <a:round/>
                    <a:headEnd/>
                    <a:tailEnd/>
                  </a:ln>
                </p:spPr>
              </p:cxnSp>
              <p:cxnSp>
                <p:nvCxnSpPr>
                  <p:cNvPr id="9283" name="AutoShape 70"/>
                  <p:cNvCxnSpPr>
                    <a:cxnSpLocks noChangeShapeType="1"/>
                    <a:stCxn id="9286" idx="3"/>
                    <a:endCxn id="9281" idx="2"/>
                  </p:cNvCxnSpPr>
                  <p:nvPr/>
                </p:nvCxnSpPr>
                <p:spPr bwMode="auto">
                  <a:xfrm rot="16200000" flipV="1">
                    <a:off x="1771169" y="4594708"/>
                    <a:ext cx="565161" cy="2222"/>
                  </a:xfrm>
                  <a:prstGeom prst="straightConnector1">
                    <a:avLst/>
                  </a:prstGeom>
                  <a:noFill/>
                  <a:ln w="9525">
                    <a:solidFill>
                      <a:schemeClr val="tx1"/>
                    </a:solidFill>
                    <a:round/>
                    <a:headEnd/>
                    <a:tailEnd/>
                  </a:ln>
                </p:spPr>
              </p:cxnSp>
              <p:cxnSp>
                <p:nvCxnSpPr>
                  <p:cNvPr id="9284" name="AutoShape 71"/>
                  <p:cNvCxnSpPr>
                    <a:cxnSpLocks noChangeShapeType="1"/>
                    <a:stCxn id="9287" idx="3"/>
                    <a:endCxn id="9281" idx="2"/>
                  </p:cNvCxnSpPr>
                  <p:nvPr/>
                </p:nvCxnSpPr>
                <p:spPr bwMode="auto">
                  <a:xfrm rot="16200000" flipV="1">
                    <a:off x="2228369" y="4137508"/>
                    <a:ext cx="565161" cy="916622"/>
                  </a:xfrm>
                  <a:prstGeom prst="straightConnector1">
                    <a:avLst/>
                  </a:prstGeom>
                  <a:noFill/>
                  <a:ln w="9525">
                    <a:solidFill>
                      <a:schemeClr val="tx1"/>
                    </a:solidFill>
                    <a:round/>
                    <a:headEnd/>
                    <a:tailEnd/>
                  </a:ln>
                </p:spPr>
              </p:cxnSp>
              <p:cxnSp>
                <p:nvCxnSpPr>
                  <p:cNvPr id="9285" name="AutoShape 72"/>
                  <p:cNvCxnSpPr>
                    <a:cxnSpLocks noChangeShapeType="1"/>
                    <a:stCxn id="9287" idx="3"/>
                    <a:endCxn id="9280" idx="2"/>
                  </p:cNvCxnSpPr>
                  <p:nvPr/>
                </p:nvCxnSpPr>
                <p:spPr bwMode="auto">
                  <a:xfrm rot="16200000" flipV="1">
                    <a:off x="2687950" y="4597089"/>
                    <a:ext cx="560399" cy="2222"/>
                  </a:xfrm>
                  <a:prstGeom prst="straightConnector1">
                    <a:avLst/>
                  </a:prstGeom>
                  <a:noFill/>
                  <a:ln w="9525">
                    <a:solidFill>
                      <a:schemeClr val="tx1"/>
                    </a:solidFill>
                    <a:round/>
                    <a:headEnd/>
                    <a:tailEnd/>
                  </a:ln>
                </p:spPr>
              </p:cxnSp>
              <p:sp>
                <p:nvSpPr>
                  <p:cNvPr id="9286" name="AutoShape 80"/>
                  <p:cNvSpPr>
                    <a:spLocks noChangeArrowheads="1"/>
                  </p:cNvSpPr>
                  <p:nvPr/>
                </p:nvSpPr>
                <p:spPr bwMode="auto">
                  <a:xfrm rot="-5428649">
                    <a:off x="1752600" y="5030788"/>
                    <a:ext cx="609600" cy="304800"/>
                  </a:xfrm>
                  <a:prstGeom prst="flowChartPredefinedProcess">
                    <a:avLst/>
                  </a:prstGeom>
                  <a:solidFill>
                    <a:srgbClr val="CCCCCC">
                      <a:alpha val="85097"/>
                    </a:srgbClr>
                  </a:solidFill>
                  <a:ln w="9525">
                    <a:solidFill>
                      <a:schemeClr val="tx1"/>
                    </a:solidFill>
                    <a:miter lim="800000"/>
                    <a:headEnd/>
                    <a:tailEnd/>
                  </a:ln>
                </p:spPr>
                <p:txBody>
                  <a:bodyPr vert="eaVert" wrap="none" anchor="ctr"/>
                  <a:lstStyle/>
                  <a:p>
                    <a:r>
                      <a:rPr lang="en-US" sz="1400">
                        <a:latin typeface="Verdana" pitchFamily="34" charset="0"/>
                      </a:rPr>
                      <a:t>A</a:t>
                    </a:r>
                  </a:p>
                </p:txBody>
              </p:sp>
              <p:sp>
                <p:nvSpPr>
                  <p:cNvPr id="9287" name="AutoShape 82"/>
                  <p:cNvSpPr>
                    <a:spLocks noChangeArrowheads="1"/>
                  </p:cNvSpPr>
                  <p:nvPr/>
                </p:nvSpPr>
                <p:spPr bwMode="auto">
                  <a:xfrm rot="-5428649">
                    <a:off x="2667000" y="5030788"/>
                    <a:ext cx="609600" cy="304800"/>
                  </a:xfrm>
                  <a:prstGeom prst="flowChartPredefinedProcess">
                    <a:avLst/>
                  </a:prstGeom>
                  <a:solidFill>
                    <a:srgbClr val="CCCCCC">
                      <a:alpha val="85097"/>
                    </a:srgbClr>
                  </a:solidFill>
                  <a:ln w="9525">
                    <a:solidFill>
                      <a:schemeClr val="tx1"/>
                    </a:solidFill>
                    <a:miter lim="800000"/>
                    <a:headEnd/>
                    <a:tailEnd/>
                  </a:ln>
                </p:spPr>
                <p:txBody>
                  <a:bodyPr vert="eaVert" wrap="none" anchor="ctr"/>
                  <a:lstStyle/>
                  <a:p>
                    <a:r>
                      <a:rPr lang="en-US" sz="1400">
                        <a:latin typeface="Verdana" pitchFamily="34" charset="0"/>
                      </a:rPr>
                      <a:t>A</a:t>
                    </a:r>
                  </a:p>
                </p:txBody>
              </p:sp>
              <p:sp>
                <p:nvSpPr>
                  <p:cNvPr id="9288" name="AutoShape 82"/>
                  <p:cNvSpPr>
                    <a:spLocks noChangeArrowheads="1"/>
                  </p:cNvSpPr>
                  <p:nvPr/>
                </p:nvSpPr>
                <p:spPr bwMode="auto">
                  <a:xfrm rot="-5428649">
                    <a:off x="2104385" y="5030788"/>
                    <a:ext cx="609600" cy="304800"/>
                  </a:xfrm>
                  <a:prstGeom prst="flowChartPredefinedProcess">
                    <a:avLst/>
                  </a:prstGeom>
                  <a:solidFill>
                    <a:srgbClr val="CCCCCC">
                      <a:alpha val="85097"/>
                    </a:srgbClr>
                  </a:solidFill>
                  <a:ln w="9525">
                    <a:solidFill>
                      <a:schemeClr val="tx1"/>
                    </a:solidFill>
                    <a:miter lim="800000"/>
                    <a:headEnd/>
                    <a:tailEnd/>
                  </a:ln>
                </p:spPr>
                <p:txBody>
                  <a:bodyPr vert="eaVert" wrap="none" anchor="ctr"/>
                  <a:lstStyle/>
                  <a:p>
                    <a:r>
                      <a:rPr lang="en-US" sz="1400">
                        <a:latin typeface="Verdana" pitchFamily="34" charset="0"/>
                      </a:rPr>
                      <a:t>A</a:t>
                    </a:r>
                  </a:p>
                </p:txBody>
              </p:sp>
              <p:sp>
                <p:nvSpPr>
                  <p:cNvPr id="9289" name="Rectangle 21"/>
                  <p:cNvSpPr>
                    <a:spLocks noChangeArrowheads="1"/>
                  </p:cNvSpPr>
                  <p:nvPr/>
                </p:nvSpPr>
                <p:spPr bwMode="auto">
                  <a:xfrm>
                    <a:off x="2527300" y="4984750"/>
                    <a:ext cx="412750" cy="366712"/>
                  </a:xfrm>
                  <a:prstGeom prst="rect">
                    <a:avLst/>
                  </a:prstGeom>
                  <a:noFill/>
                  <a:ln w="9525">
                    <a:noFill/>
                    <a:miter lim="800000"/>
                    <a:headEnd/>
                    <a:tailEnd/>
                  </a:ln>
                </p:spPr>
                <p:txBody>
                  <a:bodyPr wrap="none">
                    <a:spAutoFit/>
                  </a:bodyPr>
                  <a:lstStyle/>
                  <a:p>
                    <a:r>
                      <a:rPr lang="en-US" sz="1800"/>
                      <a:t>…</a:t>
                    </a:r>
                  </a:p>
                </p:txBody>
              </p:sp>
              <p:cxnSp>
                <p:nvCxnSpPr>
                  <p:cNvPr id="9290" name="AutoShape 69"/>
                  <p:cNvCxnSpPr>
                    <a:cxnSpLocks noChangeShapeType="1"/>
                    <a:endCxn id="9280" idx="2"/>
                  </p:cNvCxnSpPr>
                  <p:nvPr/>
                </p:nvCxnSpPr>
                <p:spPr bwMode="auto">
                  <a:xfrm flipV="1">
                    <a:off x="2406651" y="4318000"/>
                    <a:ext cx="560387" cy="541349"/>
                  </a:xfrm>
                  <a:prstGeom prst="straightConnector1">
                    <a:avLst/>
                  </a:prstGeom>
                  <a:noFill/>
                  <a:ln w="9525">
                    <a:solidFill>
                      <a:schemeClr val="tx1"/>
                    </a:solidFill>
                    <a:round/>
                    <a:headEnd/>
                    <a:tailEnd/>
                  </a:ln>
                </p:spPr>
              </p:cxnSp>
              <p:cxnSp>
                <p:nvCxnSpPr>
                  <p:cNvPr id="9291" name="AutoShape 69"/>
                  <p:cNvCxnSpPr>
                    <a:cxnSpLocks noChangeShapeType="1"/>
                  </p:cNvCxnSpPr>
                  <p:nvPr/>
                </p:nvCxnSpPr>
                <p:spPr bwMode="auto">
                  <a:xfrm rot="16200000" flipV="1">
                    <a:off x="1962945" y="4388644"/>
                    <a:ext cx="533399" cy="354013"/>
                  </a:xfrm>
                  <a:prstGeom prst="straightConnector1">
                    <a:avLst/>
                  </a:prstGeom>
                  <a:noFill/>
                  <a:ln w="9525">
                    <a:solidFill>
                      <a:schemeClr val="tx1"/>
                    </a:solidFill>
                    <a:round/>
                    <a:headEnd/>
                    <a:tailEnd/>
                  </a:ln>
                </p:spPr>
              </p:cxnSp>
            </p:grpSp>
            <p:grpSp>
              <p:nvGrpSpPr>
                <p:cNvPr id="7" name="Group 90"/>
                <p:cNvGrpSpPr>
                  <a:grpSpLocks/>
                </p:cNvGrpSpPr>
                <p:nvPr/>
              </p:nvGrpSpPr>
              <p:grpSpPr bwMode="auto">
                <a:xfrm>
                  <a:off x="3581400" y="4037012"/>
                  <a:ext cx="1219200" cy="1449388"/>
                  <a:chOff x="3581400" y="4037012"/>
                  <a:chExt cx="1219200" cy="1449388"/>
                </a:xfrm>
              </p:grpSpPr>
              <p:sp>
                <p:nvSpPr>
                  <p:cNvPr id="9268" name="Rectangle 38"/>
                  <p:cNvSpPr>
                    <a:spLocks noChangeArrowheads="1"/>
                  </p:cNvSpPr>
                  <p:nvPr/>
                </p:nvSpPr>
                <p:spPr bwMode="auto">
                  <a:xfrm>
                    <a:off x="4498975" y="4041775"/>
                    <a:ext cx="288925" cy="274637"/>
                  </a:xfrm>
                  <a:prstGeom prst="rect">
                    <a:avLst/>
                  </a:prstGeom>
                  <a:solidFill>
                    <a:srgbClr val="CCFFCC"/>
                  </a:solidFill>
                  <a:ln w="9525">
                    <a:solidFill>
                      <a:schemeClr val="tx1"/>
                    </a:solidFill>
                    <a:miter lim="800000"/>
                    <a:headEnd/>
                    <a:tailEnd/>
                  </a:ln>
                </p:spPr>
                <p:txBody>
                  <a:bodyPr wrap="none" anchor="ctr"/>
                  <a:lstStyle/>
                  <a:p>
                    <a:r>
                      <a:rPr lang="en-US" sz="1400">
                        <a:latin typeface="Verdana" pitchFamily="34" charset="0"/>
                      </a:rPr>
                      <a:t>S</a:t>
                    </a:r>
                  </a:p>
                </p:txBody>
              </p:sp>
              <p:sp>
                <p:nvSpPr>
                  <p:cNvPr id="9269" name="Rectangle 39"/>
                  <p:cNvSpPr>
                    <a:spLocks noChangeArrowheads="1"/>
                  </p:cNvSpPr>
                  <p:nvPr/>
                </p:nvSpPr>
                <p:spPr bwMode="auto">
                  <a:xfrm>
                    <a:off x="3584575" y="4037012"/>
                    <a:ext cx="288925" cy="274638"/>
                  </a:xfrm>
                  <a:prstGeom prst="rect">
                    <a:avLst/>
                  </a:prstGeom>
                  <a:solidFill>
                    <a:srgbClr val="CCFFCC"/>
                  </a:solidFill>
                  <a:ln w="9525">
                    <a:solidFill>
                      <a:schemeClr val="tx1"/>
                    </a:solidFill>
                    <a:miter lim="800000"/>
                    <a:headEnd/>
                    <a:tailEnd/>
                  </a:ln>
                </p:spPr>
                <p:txBody>
                  <a:bodyPr wrap="none" anchor="ctr"/>
                  <a:lstStyle/>
                  <a:p>
                    <a:r>
                      <a:rPr lang="en-US" sz="1400">
                        <a:latin typeface="Verdana" pitchFamily="34" charset="0"/>
                      </a:rPr>
                      <a:t>S</a:t>
                    </a:r>
                  </a:p>
                </p:txBody>
              </p:sp>
              <p:cxnSp>
                <p:nvCxnSpPr>
                  <p:cNvPr id="9270" name="AutoShape 69"/>
                  <p:cNvCxnSpPr>
                    <a:cxnSpLocks noChangeShapeType="1"/>
                    <a:stCxn id="9274" idx="3"/>
                    <a:endCxn id="9268" idx="2"/>
                  </p:cNvCxnSpPr>
                  <p:nvPr/>
                </p:nvCxnSpPr>
                <p:spPr bwMode="auto">
                  <a:xfrm rot="5400000" flipH="1" flipV="1">
                    <a:off x="3907150" y="4140523"/>
                    <a:ext cx="560399" cy="912178"/>
                  </a:xfrm>
                  <a:prstGeom prst="straightConnector1">
                    <a:avLst/>
                  </a:prstGeom>
                  <a:noFill/>
                  <a:ln w="9525">
                    <a:solidFill>
                      <a:schemeClr val="tx1"/>
                    </a:solidFill>
                    <a:round/>
                    <a:headEnd/>
                    <a:tailEnd/>
                  </a:ln>
                </p:spPr>
              </p:cxnSp>
              <p:cxnSp>
                <p:nvCxnSpPr>
                  <p:cNvPr id="9271" name="AutoShape 70"/>
                  <p:cNvCxnSpPr>
                    <a:cxnSpLocks noChangeShapeType="1"/>
                    <a:stCxn id="9274" idx="3"/>
                    <a:endCxn id="9269" idx="2"/>
                  </p:cNvCxnSpPr>
                  <p:nvPr/>
                </p:nvCxnSpPr>
                <p:spPr bwMode="auto">
                  <a:xfrm rot="16200000" flipV="1">
                    <a:off x="3447569" y="4593120"/>
                    <a:ext cx="565161" cy="2222"/>
                  </a:xfrm>
                  <a:prstGeom prst="straightConnector1">
                    <a:avLst/>
                  </a:prstGeom>
                  <a:noFill/>
                  <a:ln w="9525">
                    <a:solidFill>
                      <a:schemeClr val="tx1"/>
                    </a:solidFill>
                    <a:round/>
                    <a:headEnd/>
                    <a:tailEnd/>
                  </a:ln>
                </p:spPr>
              </p:cxnSp>
              <p:cxnSp>
                <p:nvCxnSpPr>
                  <p:cNvPr id="9272" name="AutoShape 71"/>
                  <p:cNvCxnSpPr>
                    <a:cxnSpLocks noChangeShapeType="1"/>
                    <a:stCxn id="9275" idx="3"/>
                    <a:endCxn id="9269" idx="2"/>
                  </p:cNvCxnSpPr>
                  <p:nvPr/>
                </p:nvCxnSpPr>
                <p:spPr bwMode="auto">
                  <a:xfrm rot="16200000" flipV="1">
                    <a:off x="3904769" y="4135920"/>
                    <a:ext cx="565161" cy="916622"/>
                  </a:xfrm>
                  <a:prstGeom prst="straightConnector1">
                    <a:avLst/>
                  </a:prstGeom>
                  <a:noFill/>
                  <a:ln w="9525">
                    <a:solidFill>
                      <a:schemeClr val="tx1"/>
                    </a:solidFill>
                    <a:round/>
                    <a:headEnd/>
                    <a:tailEnd/>
                  </a:ln>
                </p:spPr>
              </p:cxnSp>
              <p:cxnSp>
                <p:nvCxnSpPr>
                  <p:cNvPr id="9273" name="AutoShape 72"/>
                  <p:cNvCxnSpPr>
                    <a:cxnSpLocks noChangeShapeType="1"/>
                    <a:stCxn id="9275" idx="3"/>
                    <a:endCxn id="9268" idx="2"/>
                  </p:cNvCxnSpPr>
                  <p:nvPr/>
                </p:nvCxnSpPr>
                <p:spPr bwMode="auto">
                  <a:xfrm rot="16200000" flipV="1">
                    <a:off x="4364350" y="4595501"/>
                    <a:ext cx="560399" cy="2222"/>
                  </a:xfrm>
                  <a:prstGeom prst="straightConnector1">
                    <a:avLst/>
                  </a:prstGeom>
                  <a:noFill/>
                  <a:ln w="9525">
                    <a:solidFill>
                      <a:schemeClr val="tx1"/>
                    </a:solidFill>
                    <a:round/>
                    <a:headEnd/>
                    <a:tailEnd/>
                  </a:ln>
                </p:spPr>
              </p:cxnSp>
              <p:sp>
                <p:nvSpPr>
                  <p:cNvPr id="9274" name="AutoShape 80"/>
                  <p:cNvSpPr>
                    <a:spLocks noChangeArrowheads="1"/>
                  </p:cNvSpPr>
                  <p:nvPr/>
                </p:nvSpPr>
                <p:spPr bwMode="auto">
                  <a:xfrm rot="-5428649">
                    <a:off x="3429000" y="5029200"/>
                    <a:ext cx="609600" cy="304800"/>
                  </a:xfrm>
                  <a:prstGeom prst="flowChartPredefinedProcess">
                    <a:avLst/>
                  </a:prstGeom>
                  <a:solidFill>
                    <a:srgbClr val="CCCCCC">
                      <a:alpha val="85097"/>
                    </a:srgbClr>
                  </a:solidFill>
                  <a:ln w="9525">
                    <a:solidFill>
                      <a:schemeClr val="tx1"/>
                    </a:solidFill>
                    <a:miter lim="800000"/>
                    <a:headEnd/>
                    <a:tailEnd/>
                  </a:ln>
                </p:spPr>
                <p:txBody>
                  <a:bodyPr vert="eaVert" wrap="none" anchor="ctr"/>
                  <a:lstStyle/>
                  <a:p>
                    <a:r>
                      <a:rPr lang="en-US" sz="1400">
                        <a:latin typeface="Verdana" pitchFamily="34" charset="0"/>
                      </a:rPr>
                      <a:t>A</a:t>
                    </a:r>
                  </a:p>
                </p:txBody>
              </p:sp>
              <p:sp>
                <p:nvSpPr>
                  <p:cNvPr id="9275" name="AutoShape 82"/>
                  <p:cNvSpPr>
                    <a:spLocks noChangeArrowheads="1"/>
                  </p:cNvSpPr>
                  <p:nvPr/>
                </p:nvSpPr>
                <p:spPr bwMode="auto">
                  <a:xfrm rot="-5428649">
                    <a:off x="4343400" y="5029200"/>
                    <a:ext cx="609600" cy="304800"/>
                  </a:xfrm>
                  <a:prstGeom prst="flowChartPredefinedProcess">
                    <a:avLst/>
                  </a:prstGeom>
                  <a:solidFill>
                    <a:srgbClr val="CCCCCC">
                      <a:alpha val="85097"/>
                    </a:srgbClr>
                  </a:solidFill>
                  <a:ln w="9525">
                    <a:solidFill>
                      <a:schemeClr val="tx1"/>
                    </a:solidFill>
                    <a:miter lim="800000"/>
                    <a:headEnd/>
                    <a:tailEnd/>
                  </a:ln>
                </p:spPr>
                <p:txBody>
                  <a:bodyPr vert="eaVert" wrap="none" anchor="ctr"/>
                  <a:lstStyle/>
                  <a:p>
                    <a:r>
                      <a:rPr lang="en-US" sz="1400">
                        <a:latin typeface="Verdana" pitchFamily="34" charset="0"/>
                      </a:rPr>
                      <a:t>A</a:t>
                    </a:r>
                  </a:p>
                </p:txBody>
              </p:sp>
              <p:sp>
                <p:nvSpPr>
                  <p:cNvPr id="9276" name="AutoShape 82"/>
                  <p:cNvSpPr>
                    <a:spLocks noChangeArrowheads="1"/>
                  </p:cNvSpPr>
                  <p:nvPr/>
                </p:nvSpPr>
                <p:spPr bwMode="auto">
                  <a:xfrm rot="-5428649">
                    <a:off x="3780785" y="5029200"/>
                    <a:ext cx="609600" cy="304800"/>
                  </a:xfrm>
                  <a:prstGeom prst="flowChartPredefinedProcess">
                    <a:avLst/>
                  </a:prstGeom>
                  <a:solidFill>
                    <a:srgbClr val="CCCCCC">
                      <a:alpha val="85097"/>
                    </a:srgbClr>
                  </a:solidFill>
                  <a:ln w="9525">
                    <a:solidFill>
                      <a:schemeClr val="tx1"/>
                    </a:solidFill>
                    <a:miter lim="800000"/>
                    <a:headEnd/>
                    <a:tailEnd/>
                  </a:ln>
                </p:spPr>
                <p:txBody>
                  <a:bodyPr vert="eaVert" wrap="none" anchor="ctr"/>
                  <a:lstStyle/>
                  <a:p>
                    <a:r>
                      <a:rPr lang="en-US" sz="1400">
                        <a:latin typeface="Verdana" pitchFamily="34" charset="0"/>
                      </a:rPr>
                      <a:t>A</a:t>
                    </a:r>
                  </a:p>
                </p:txBody>
              </p:sp>
              <p:sp>
                <p:nvSpPr>
                  <p:cNvPr id="9277" name="Rectangle 21"/>
                  <p:cNvSpPr>
                    <a:spLocks noChangeArrowheads="1"/>
                  </p:cNvSpPr>
                  <p:nvPr/>
                </p:nvSpPr>
                <p:spPr bwMode="auto">
                  <a:xfrm>
                    <a:off x="4203700" y="4983162"/>
                    <a:ext cx="412750" cy="366712"/>
                  </a:xfrm>
                  <a:prstGeom prst="rect">
                    <a:avLst/>
                  </a:prstGeom>
                  <a:noFill/>
                  <a:ln w="9525">
                    <a:noFill/>
                    <a:miter lim="800000"/>
                    <a:headEnd/>
                    <a:tailEnd/>
                  </a:ln>
                </p:spPr>
                <p:txBody>
                  <a:bodyPr wrap="none">
                    <a:spAutoFit/>
                  </a:bodyPr>
                  <a:lstStyle/>
                  <a:p>
                    <a:r>
                      <a:rPr lang="en-US" sz="1800"/>
                      <a:t>…</a:t>
                    </a:r>
                  </a:p>
                </p:txBody>
              </p:sp>
              <p:cxnSp>
                <p:nvCxnSpPr>
                  <p:cNvPr id="9278" name="AutoShape 69"/>
                  <p:cNvCxnSpPr>
                    <a:cxnSpLocks noChangeShapeType="1"/>
                    <a:endCxn id="9268" idx="2"/>
                  </p:cNvCxnSpPr>
                  <p:nvPr/>
                </p:nvCxnSpPr>
                <p:spPr bwMode="auto">
                  <a:xfrm flipV="1">
                    <a:off x="4083051" y="4316412"/>
                    <a:ext cx="560387" cy="541349"/>
                  </a:xfrm>
                  <a:prstGeom prst="straightConnector1">
                    <a:avLst/>
                  </a:prstGeom>
                  <a:noFill/>
                  <a:ln w="9525">
                    <a:solidFill>
                      <a:schemeClr val="tx1"/>
                    </a:solidFill>
                    <a:round/>
                    <a:headEnd/>
                    <a:tailEnd/>
                  </a:ln>
                </p:spPr>
              </p:cxnSp>
              <p:cxnSp>
                <p:nvCxnSpPr>
                  <p:cNvPr id="9279" name="AutoShape 69"/>
                  <p:cNvCxnSpPr>
                    <a:cxnSpLocks noChangeShapeType="1"/>
                  </p:cNvCxnSpPr>
                  <p:nvPr/>
                </p:nvCxnSpPr>
                <p:spPr bwMode="auto">
                  <a:xfrm rot="16200000" flipV="1">
                    <a:off x="3639345" y="4387056"/>
                    <a:ext cx="533399" cy="354013"/>
                  </a:xfrm>
                  <a:prstGeom prst="straightConnector1">
                    <a:avLst/>
                  </a:prstGeom>
                  <a:noFill/>
                  <a:ln w="9525">
                    <a:solidFill>
                      <a:schemeClr val="tx1"/>
                    </a:solidFill>
                    <a:round/>
                    <a:headEnd/>
                    <a:tailEnd/>
                  </a:ln>
                </p:spPr>
              </p:cxnSp>
            </p:grpSp>
            <p:cxnSp>
              <p:nvCxnSpPr>
                <p:cNvPr id="9261" name="AutoShape 64"/>
                <p:cNvCxnSpPr>
                  <a:cxnSpLocks noChangeShapeType="1"/>
                </p:cNvCxnSpPr>
                <p:nvPr/>
              </p:nvCxnSpPr>
              <p:spPr bwMode="auto">
                <a:xfrm rot="16200000" flipV="1">
                  <a:off x="3467101" y="2822573"/>
                  <a:ext cx="639762" cy="1782763"/>
                </a:xfrm>
                <a:prstGeom prst="straightConnector1">
                  <a:avLst/>
                </a:prstGeom>
                <a:noFill/>
                <a:ln w="9525">
                  <a:solidFill>
                    <a:schemeClr val="tx1"/>
                  </a:solidFill>
                  <a:round/>
                  <a:headEnd/>
                  <a:tailEnd/>
                </a:ln>
              </p:spPr>
            </p:cxnSp>
            <p:cxnSp>
              <p:nvCxnSpPr>
                <p:cNvPr id="9262" name="AutoShape 65"/>
                <p:cNvCxnSpPr>
                  <a:cxnSpLocks noChangeShapeType="1"/>
                </p:cNvCxnSpPr>
                <p:nvPr/>
              </p:nvCxnSpPr>
              <p:spPr bwMode="auto">
                <a:xfrm rot="16200000" flipV="1">
                  <a:off x="3009901" y="3279773"/>
                  <a:ext cx="639762" cy="868363"/>
                </a:xfrm>
                <a:prstGeom prst="straightConnector1">
                  <a:avLst/>
                </a:prstGeom>
                <a:noFill/>
                <a:ln w="9525">
                  <a:solidFill>
                    <a:schemeClr val="tx1"/>
                  </a:solidFill>
                  <a:round/>
                  <a:headEnd/>
                  <a:tailEnd/>
                </a:ln>
              </p:spPr>
            </p:cxnSp>
            <p:cxnSp>
              <p:nvCxnSpPr>
                <p:cNvPr id="9263" name="AutoShape 66"/>
                <p:cNvCxnSpPr>
                  <a:cxnSpLocks noChangeShapeType="1"/>
                </p:cNvCxnSpPr>
                <p:nvPr/>
              </p:nvCxnSpPr>
              <p:spPr bwMode="auto">
                <a:xfrm rot="5400000" flipH="1" flipV="1">
                  <a:off x="3464721" y="3693317"/>
                  <a:ext cx="644525" cy="46037"/>
                </a:xfrm>
                <a:prstGeom prst="straightConnector1">
                  <a:avLst/>
                </a:prstGeom>
                <a:noFill/>
                <a:ln w="9525">
                  <a:solidFill>
                    <a:schemeClr val="tx1"/>
                  </a:solidFill>
                  <a:round/>
                  <a:headEnd/>
                  <a:tailEnd/>
                </a:ln>
              </p:spPr>
            </p:cxnSp>
            <p:cxnSp>
              <p:nvCxnSpPr>
                <p:cNvPr id="9264" name="AutoShape 67"/>
                <p:cNvCxnSpPr>
                  <a:cxnSpLocks noChangeShapeType="1"/>
                </p:cNvCxnSpPr>
                <p:nvPr/>
              </p:nvCxnSpPr>
              <p:spPr bwMode="auto">
                <a:xfrm rot="16200000" flipV="1">
                  <a:off x="3921920" y="3282155"/>
                  <a:ext cx="644525" cy="868363"/>
                </a:xfrm>
                <a:prstGeom prst="straightConnector1">
                  <a:avLst/>
                </a:prstGeom>
                <a:noFill/>
                <a:ln w="9525">
                  <a:solidFill>
                    <a:schemeClr val="tx1"/>
                  </a:solidFill>
                  <a:round/>
                  <a:headEnd/>
                  <a:tailEnd/>
                </a:ln>
              </p:spPr>
            </p:cxnSp>
            <p:sp>
              <p:nvSpPr>
                <p:cNvPr id="9265" name="Rectangle 21"/>
                <p:cNvSpPr>
                  <a:spLocks noChangeArrowheads="1"/>
                </p:cNvSpPr>
                <p:nvPr/>
              </p:nvSpPr>
              <p:spPr bwMode="auto">
                <a:xfrm>
                  <a:off x="4800600" y="3962400"/>
                  <a:ext cx="412750" cy="366712"/>
                </a:xfrm>
                <a:prstGeom prst="rect">
                  <a:avLst/>
                </a:prstGeom>
                <a:noFill/>
                <a:ln w="9525">
                  <a:noFill/>
                  <a:miter lim="800000"/>
                  <a:headEnd/>
                  <a:tailEnd/>
                </a:ln>
              </p:spPr>
              <p:txBody>
                <a:bodyPr wrap="none">
                  <a:spAutoFit/>
                </a:bodyPr>
                <a:lstStyle/>
                <a:p>
                  <a:r>
                    <a:rPr lang="en-US" sz="1800"/>
                    <a:t>…</a:t>
                  </a:r>
                </a:p>
              </p:txBody>
            </p:sp>
            <p:cxnSp>
              <p:nvCxnSpPr>
                <p:cNvPr id="9266" name="Straight Connector 57"/>
                <p:cNvCxnSpPr>
                  <a:cxnSpLocks noChangeShapeType="1"/>
                </p:cNvCxnSpPr>
                <p:nvPr/>
              </p:nvCxnSpPr>
              <p:spPr bwMode="auto">
                <a:xfrm>
                  <a:off x="762000" y="2819400"/>
                  <a:ext cx="6629400" cy="1588"/>
                </a:xfrm>
                <a:prstGeom prst="line">
                  <a:avLst/>
                </a:prstGeom>
                <a:noFill/>
                <a:ln w="9525" algn="ctr">
                  <a:solidFill>
                    <a:schemeClr val="tx1"/>
                  </a:solidFill>
                  <a:prstDash val="sysDot"/>
                  <a:round/>
                  <a:headEnd/>
                  <a:tailEnd/>
                </a:ln>
              </p:spPr>
            </p:cxnSp>
            <p:sp>
              <p:nvSpPr>
                <p:cNvPr id="9267" name="TextBox 58"/>
                <p:cNvSpPr txBox="1">
                  <a:spLocks noChangeArrowheads="1"/>
                </p:cNvSpPr>
                <p:nvPr/>
              </p:nvSpPr>
              <p:spPr bwMode="auto">
                <a:xfrm>
                  <a:off x="838200" y="2897187"/>
                  <a:ext cx="928588" cy="400110"/>
                </a:xfrm>
                <a:prstGeom prst="rect">
                  <a:avLst/>
                </a:prstGeom>
                <a:noFill/>
                <a:ln w="9525">
                  <a:noFill/>
                  <a:miter lim="800000"/>
                  <a:headEnd/>
                  <a:tailEnd/>
                </a:ln>
              </p:spPr>
              <p:txBody>
                <a:bodyPr wrap="none">
                  <a:spAutoFit/>
                </a:bodyPr>
                <a:lstStyle/>
                <a:p>
                  <a:r>
                    <a:rPr lang="en-US" sz="2000"/>
                    <a:t>Layer 2</a:t>
                  </a:r>
                </a:p>
              </p:txBody>
            </p:sp>
          </p:grpSp>
          <p:sp>
            <p:nvSpPr>
              <p:cNvPr id="9225" name="TextBox 8"/>
              <p:cNvSpPr txBox="1">
                <a:spLocks noChangeArrowheads="1"/>
              </p:cNvSpPr>
              <p:nvPr/>
            </p:nvSpPr>
            <p:spPr bwMode="auto">
              <a:xfrm>
                <a:off x="5227529" y="3683879"/>
                <a:ext cx="2613243" cy="2063942"/>
              </a:xfrm>
              <a:prstGeom prst="rect">
                <a:avLst/>
              </a:prstGeom>
              <a:noFill/>
              <a:ln w="9525">
                <a:solidFill>
                  <a:srgbClr val="000000"/>
                </a:solidFill>
                <a:miter lim="800000"/>
                <a:headEnd/>
                <a:tailEnd/>
              </a:ln>
            </p:spPr>
            <p:txBody>
              <a:bodyPr>
                <a:spAutoFit/>
              </a:bodyPr>
              <a:lstStyle/>
              <a:p>
                <a:r>
                  <a:rPr lang="en-US" sz="1400"/>
                  <a:t>Key:</a:t>
                </a:r>
              </a:p>
              <a:p>
                <a:pPr algn="l">
                  <a:buFont typeface="Arial" charset="0"/>
                  <a:buChar char="•"/>
                </a:pPr>
                <a:r>
                  <a:rPr lang="en-US" sz="1400"/>
                  <a:t> CR = L3 Core Router</a:t>
                </a:r>
              </a:p>
              <a:p>
                <a:pPr algn="l">
                  <a:buFont typeface="Arial" charset="0"/>
                  <a:buChar char="•"/>
                </a:pPr>
                <a:r>
                  <a:rPr lang="en-US" sz="1400"/>
                  <a:t> AR = L3 Access Router</a:t>
                </a:r>
              </a:p>
              <a:p>
                <a:pPr algn="l">
                  <a:buFont typeface="Arial" charset="0"/>
                  <a:buChar char="•"/>
                </a:pPr>
                <a:r>
                  <a:rPr lang="en-US" sz="1400"/>
                  <a:t> S = L2 Switch</a:t>
                </a:r>
              </a:p>
              <a:p>
                <a:pPr algn="l">
                  <a:buFont typeface="Arial" charset="0"/>
                  <a:buChar char="•"/>
                </a:pPr>
                <a:r>
                  <a:rPr lang="en-US" sz="1400"/>
                  <a:t> LB = Load Balancer</a:t>
                </a:r>
              </a:p>
              <a:p>
                <a:pPr algn="l">
                  <a:buFont typeface="Arial" charset="0"/>
                  <a:buChar char="•"/>
                </a:pPr>
                <a:r>
                  <a:rPr lang="en-US" sz="1400"/>
                  <a:t> A = Rack of 20 servers</a:t>
                </a:r>
              </a:p>
              <a:p>
                <a:pPr algn="l"/>
                <a:r>
                  <a:rPr lang="en-US" sz="1400"/>
                  <a:t>         with Top of Rack switch</a:t>
                </a:r>
              </a:p>
            </p:txBody>
          </p:sp>
        </p:grpSp>
      </p:grpSp>
    </p:spTree>
    <p:extLst>
      <p:ext uri="{BB962C8B-B14F-4D97-AF65-F5344CB8AC3E}">
        <p14:creationId xmlns:p14="http://schemas.microsoft.com/office/powerpoint/2010/main" val="323949583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18434" name="Rectangle 2">
            <a:extLst>
              <a:ext uri="{FF2B5EF4-FFF2-40B4-BE49-F238E27FC236}">
                <a16:creationId xmlns:a16="http://schemas.microsoft.com/office/drawing/2014/main" id="{CEA87066-BF72-064D-BB48-7B9DC9EDC622}"/>
              </a:ext>
            </a:extLst>
          </p:cNvPr>
          <p:cNvSpPr>
            <a:spLocks noGrp="1" noChangeArrowheads="1"/>
          </p:cNvSpPr>
          <p:nvPr>
            <p:ph type="title"/>
          </p:nvPr>
        </p:nvSpPr>
        <p:spPr>
          <a:xfrm>
            <a:off x="609600" y="457200"/>
            <a:ext cx="7772400" cy="1143000"/>
          </a:xfrm>
        </p:spPr>
        <p:txBody>
          <a:bodyPr>
            <a:normAutofit fontScale="90000"/>
          </a:bodyPr>
          <a:lstStyle/>
          <a:p>
            <a:pPr>
              <a:defRPr/>
            </a:pPr>
            <a:r>
              <a:rPr lang="en-US" sz="3600"/>
              <a:t>A Scalable, Commodity Data Center Network Architecture</a:t>
            </a:r>
            <a:br>
              <a:rPr lang="en-US" sz="3600"/>
            </a:br>
            <a:endParaRPr lang="en-US" sz="3600"/>
          </a:p>
        </p:txBody>
      </p:sp>
      <p:sp>
        <p:nvSpPr>
          <p:cNvPr id="227330" name="Rectangle 3">
            <a:extLst>
              <a:ext uri="{FF2B5EF4-FFF2-40B4-BE49-F238E27FC236}">
                <a16:creationId xmlns:a16="http://schemas.microsoft.com/office/drawing/2014/main" id="{E811041B-2193-8449-99FC-B51F3A610E1E}"/>
              </a:ext>
            </a:extLst>
          </p:cNvPr>
          <p:cNvSpPr>
            <a:spLocks noGrp="1"/>
          </p:cNvSpPr>
          <p:nvPr>
            <p:ph type="body" idx="1"/>
          </p:nvPr>
        </p:nvSpPr>
        <p:spPr>
          <a:xfrm>
            <a:off x="250825" y="1371600"/>
            <a:ext cx="8569325" cy="5226050"/>
          </a:xfrm>
        </p:spPr>
        <p:txBody>
          <a:bodyPr/>
          <a:lstStyle/>
          <a:p>
            <a:pPr>
              <a:lnSpc>
                <a:spcPct val="90000"/>
              </a:lnSpc>
            </a:pPr>
            <a:r>
              <a:rPr lang="en-US" altLang="en-US" sz="3000" dirty="0">
                <a:ea typeface="ＭＳ Ｐゴシック" panose="020B0600070205080204" pitchFamily="34" charset="-128"/>
              </a:rPr>
              <a:t>Main Goal: addressing the limitations of today’s data center network architecture</a:t>
            </a:r>
          </a:p>
          <a:p>
            <a:pPr lvl="1">
              <a:lnSpc>
                <a:spcPct val="90000"/>
              </a:lnSpc>
            </a:pPr>
            <a:r>
              <a:rPr lang="en-US" altLang="en-US" sz="2600" dirty="0">
                <a:ea typeface="ＭＳ Ｐゴシック" panose="020B0600070205080204" pitchFamily="34" charset="-128"/>
              </a:rPr>
              <a:t>single point of failure</a:t>
            </a:r>
          </a:p>
          <a:p>
            <a:pPr lvl="1">
              <a:lnSpc>
                <a:spcPct val="90000"/>
              </a:lnSpc>
            </a:pPr>
            <a:r>
              <a:rPr lang="en-US" altLang="en-US" sz="2600" dirty="0">
                <a:ea typeface="ＭＳ Ｐゴシック" panose="020B0600070205080204" pitchFamily="34" charset="-128"/>
              </a:rPr>
              <a:t>Over-subscription of links higher up in the topology</a:t>
            </a:r>
          </a:p>
          <a:p>
            <a:pPr>
              <a:lnSpc>
                <a:spcPct val="90000"/>
              </a:lnSpc>
            </a:pPr>
            <a:r>
              <a:rPr lang="en-US" altLang="en-US" sz="3000" dirty="0">
                <a:ea typeface="ＭＳ Ｐゴシック" panose="020B0600070205080204" pitchFamily="34" charset="-128"/>
              </a:rPr>
              <a:t>Key Design Considerations/Goals</a:t>
            </a:r>
          </a:p>
          <a:p>
            <a:pPr lvl="1">
              <a:lnSpc>
                <a:spcPct val="90000"/>
              </a:lnSpc>
            </a:pPr>
            <a:r>
              <a:rPr lang="en-US" altLang="en-US" sz="2600" dirty="0">
                <a:ea typeface="ＭＳ Ｐゴシック" panose="020B0600070205080204" pitchFamily="34" charset="-128"/>
              </a:rPr>
              <a:t>Allows host-host communication at line speed</a:t>
            </a:r>
          </a:p>
          <a:p>
            <a:pPr lvl="2">
              <a:lnSpc>
                <a:spcPct val="90000"/>
              </a:lnSpc>
            </a:pPr>
            <a:r>
              <a:rPr lang="en-US" altLang="en-US" sz="2200" dirty="0">
                <a:ea typeface="ＭＳ Ｐゴシック" panose="020B0600070205080204" pitchFamily="34" charset="-128"/>
              </a:rPr>
              <a:t>no matter where they are located!</a:t>
            </a:r>
          </a:p>
          <a:p>
            <a:pPr lvl="1">
              <a:lnSpc>
                <a:spcPct val="90000"/>
              </a:lnSpc>
            </a:pPr>
            <a:r>
              <a:rPr lang="en-US" altLang="en-US" sz="2600" dirty="0">
                <a:ea typeface="ＭＳ Ｐゴシック" panose="020B0600070205080204" pitchFamily="34" charset="-128"/>
              </a:rPr>
              <a:t>Backwards compatible with existing infrastructure</a:t>
            </a:r>
          </a:p>
          <a:p>
            <a:pPr lvl="2">
              <a:lnSpc>
                <a:spcPct val="90000"/>
              </a:lnSpc>
            </a:pPr>
            <a:r>
              <a:rPr lang="en-US" altLang="en-US" sz="2200" dirty="0">
                <a:ea typeface="ＭＳ Ｐゴシック" panose="020B0600070205080204" pitchFamily="34" charset="-128"/>
              </a:rPr>
              <a:t>no changes in application &amp; support of layer 2 (Ethernet)</a:t>
            </a:r>
          </a:p>
          <a:p>
            <a:pPr lvl="1">
              <a:lnSpc>
                <a:spcPct val="90000"/>
              </a:lnSpc>
            </a:pPr>
            <a:r>
              <a:rPr lang="en-US" altLang="en-US" sz="2600" dirty="0">
                <a:ea typeface="ＭＳ Ｐゴシック" panose="020B0600070205080204" pitchFamily="34" charset="-128"/>
              </a:rPr>
              <a:t>Cost effective</a:t>
            </a:r>
          </a:p>
          <a:p>
            <a:pPr lvl="2">
              <a:lnSpc>
                <a:spcPct val="90000"/>
              </a:lnSpc>
            </a:pPr>
            <a:r>
              <a:rPr lang="en-US" altLang="en-US" sz="2200" dirty="0">
                <a:ea typeface="ＭＳ Ｐゴシック" panose="020B0600070205080204" pitchFamily="34" charset="-128"/>
              </a:rPr>
              <a:t>cheap infrastructure </a:t>
            </a:r>
          </a:p>
          <a:p>
            <a:pPr lvl="2">
              <a:lnSpc>
                <a:spcPct val="90000"/>
              </a:lnSpc>
            </a:pPr>
            <a:r>
              <a:rPr lang="en-US" altLang="en-US" sz="2200" dirty="0">
                <a:ea typeface="ＭＳ Ｐゴシック" panose="020B0600070205080204" pitchFamily="34" charset="-128"/>
              </a:rPr>
              <a:t>and low power consumption &amp; heat emission</a:t>
            </a:r>
          </a:p>
          <a:p>
            <a:pPr lvl="1">
              <a:lnSpc>
                <a:spcPct val="90000"/>
              </a:lnSpc>
            </a:pPr>
            <a:endParaRPr lang="en-US" altLang="en-US" sz="2600" dirty="0">
              <a:ea typeface="ＭＳ Ｐゴシック" panose="020B0600070205080204" pitchFamily="34" charset="-128"/>
            </a:endParaRPr>
          </a:p>
          <a:p>
            <a:pPr lvl="1">
              <a:lnSpc>
                <a:spcPct val="90000"/>
              </a:lnSpc>
            </a:pPr>
            <a:endParaRPr lang="en-US" altLang="en-US" sz="2600" dirty="0">
              <a:ea typeface="ＭＳ Ｐゴシック" panose="020B0600070205080204" pitchFamily="34" charset="-128"/>
            </a:endParaRPr>
          </a:p>
          <a:p>
            <a:pPr>
              <a:lnSpc>
                <a:spcPct val="90000"/>
              </a:lnSpc>
            </a:pPr>
            <a:endParaRPr lang="en-US" altLang="en-US" sz="3000" dirty="0">
              <a:ea typeface="ＭＳ Ｐゴシック" panose="020B0600070205080204" pitchFamily="34" charset="-128"/>
            </a:endParaRPr>
          </a:p>
        </p:txBody>
      </p:sp>
      <p:sp>
        <p:nvSpPr>
          <p:cNvPr id="227331" name="Slide Number Placeholder 3">
            <a:extLst>
              <a:ext uri="{FF2B5EF4-FFF2-40B4-BE49-F238E27FC236}">
                <a16:creationId xmlns:a16="http://schemas.microsoft.com/office/drawing/2014/main" id="{1F21F349-EECB-264A-86FC-5EC62C25D682}"/>
              </a:ext>
            </a:extLst>
          </p:cNvPr>
          <p:cNvSpPr>
            <a:spLocks noGrp="1"/>
          </p:cNvSpPr>
          <p:nvPr>
            <p:ph type="sldNum" sz="quarter" idx="12"/>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marL="0" marR="0" lvl="0" indent="0" algn="l" defTabSz="914400" rtl="0" eaLnBrk="0" fontAlgn="auto" latinLnBrk="0" hangingPunct="0">
              <a:lnSpc>
                <a:spcPct val="100000"/>
              </a:lnSpc>
              <a:spcBef>
                <a:spcPct val="0"/>
              </a:spcBef>
              <a:spcAft>
                <a:spcPts val="0"/>
              </a:spcAft>
              <a:buClrTx/>
              <a:buSzTx/>
              <a:buFontTx/>
              <a:buNone/>
              <a:tabLst/>
              <a:defRPr/>
            </a:pPr>
            <a:fld id="{73FAD189-389C-3940-8173-3B054B8AD829}" type="slidenum">
              <a:rPr kumimoji="0" lang="en-US" altLang="en-US" sz="1200" b="0" i="1" u="none" strike="noStrike" kern="1200" cap="none" spc="0" normalizeH="0" baseline="0" noProof="0" smtClean="0">
                <a:ln>
                  <a:noFill/>
                </a:ln>
                <a:solidFill>
                  <a:srgbClr val="898989"/>
                </a:solidFill>
                <a:effectLst/>
                <a:uLnTx/>
                <a:uFillTx/>
                <a:latin typeface="Calibri" panose="020F0502020204030204" pitchFamily="34" charset="0"/>
                <a:ea typeface="ＭＳ Ｐゴシック" panose="020B0600070205080204" pitchFamily="34" charset="-128"/>
                <a:cs typeface="+mn-cs"/>
              </a:rPr>
              <a:pPr marL="0" marR="0" lvl="0" indent="0" algn="l" defTabSz="914400" rtl="0" eaLnBrk="0" fontAlgn="auto" latinLnBrk="0" hangingPunct="0">
                <a:lnSpc>
                  <a:spcPct val="100000"/>
                </a:lnSpc>
                <a:spcBef>
                  <a:spcPct val="0"/>
                </a:spcBef>
                <a:spcAft>
                  <a:spcPts val="0"/>
                </a:spcAft>
                <a:buClrTx/>
                <a:buSzTx/>
                <a:buFontTx/>
                <a:buNone/>
                <a:tabLst/>
                <a:defRPr/>
              </a:pPr>
              <a:t>30</a:t>
            </a:fld>
            <a:endParaRPr kumimoji="0" lang="en-US" altLang="en-US" sz="1200" b="0" i="1" u="none" strike="noStrike" kern="1200" cap="none" spc="0" normalizeH="0" baseline="0" noProof="0">
              <a:ln>
                <a:noFill/>
              </a:ln>
              <a:solidFill>
                <a:srgbClr val="898989"/>
              </a:solidFill>
              <a:effectLst/>
              <a:uLnTx/>
              <a:uFillTx/>
              <a:latin typeface="Calibri" panose="020F050202020403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4168955088"/>
      </p:ext>
    </p:extLst>
  </p:cSld>
  <p:clrMapOvr>
    <a:masterClrMapping/>
  </p:clrMapOvr>
  <p:transition spd="slow"/>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29377" name="Group 1">
            <a:extLst>
              <a:ext uri="{FF2B5EF4-FFF2-40B4-BE49-F238E27FC236}">
                <a16:creationId xmlns:a16="http://schemas.microsoft.com/office/drawing/2014/main" id="{C8388D2A-4B21-F344-A465-9EA535DE41C3}"/>
              </a:ext>
            </a:extLst>
          </p:cNvPr>
          <p:cNvGrpSpPr>
            <a:grpSpLocks/>
          </p:cNvGrpSpPr>
          <p:nvPr/>
        </p:nvGrpSpPr>
        <p:grpSpPr bwMode="auto">
          <a:xfrm>
            <a:off x="126610" y="2924944"/>
            <a:ext cx="8441128" cy="3646915"/>
            <a:chOff x="668088" y="1859772"/>
            <a:chExt cx="7950943" cy="3032546"/>
          </a:xfrm>
        </p:grpSpPr>
        <p:grpSp>
          <p:nvGrpSpPr>
            <p:cNvPr id="229381" name="Group 187">
              <a:extLst>
                <a:ext uri="{FF2B5EF4-FFF2-40B4-BE49-F238E27FC236}">
                  <a16:creationId xmlns:a16="http://schemas.microsoft.com/office/drawing/2014/main" id="{66B34755-DCC5-9543-82C2-5B8E928FC7C0}"/>
                </a:ext>
              </a:extLst>
            </p:cNvPr>
            <p:cNvGrpSpPr>
              <a:grpSpLocks/>
            </p:cNvGrpSpPr>
            <p:nvPr/>
          </p:nvGrpSpPr>
          <p:grpSpPr bwMode="auto">
            <a:xfrm>
              <a:off x="1083832" y="1870528"/>
              <a:ext cx="1052512" cy="355600"/>
              <a:chOff x="4410" y="1365"/>
              <a:chExt cx="663" cy="224"/>
            </a:xfrm>
          </p:grpSpPr>
          <p:sp>
            <p:nvSpPr>
              <p:cNvPr id="52" name="Rectangle 188">
                <a:extLst>
                  <a:ext uri="{FF2B5EF4-FFF2-40B4-BE49-F238E27FC236}">
                    <a16:creationId xmlns:a16="http://schemas.microsoft.com/office/drawing/2014/main" id="{A03A998A-D85B-D940-BD5E-222AE2F5A45A}"/>
                  </a:ext>
                </a:extLst>
              </p:cNvPr>
              <p:cNvSpPr>
                <a:spLocks noChangeArrowheads="1"/>
              </p:cNvSpPr>
              <p:nvPr/>
            </p:nvSpPr>
            <p:spPr bwMode="auto">
              <a:xfrm>
                <a:off x="4410" y="1500"/>
                <a:ext cx="495" cy="8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 name="AutoShape 189">
                <a:extLst>
                  <a:ext uri="{FF2B5EF4-FFF2-40B4-BE49-F238E27FC236}">
                    <a16:creationId xmlns:a16="http://schemas.microsoft.com/office/drawing/2014/main" id="{1B7E8824-D9A6-834D-9A4F-71903A8EE351}"/>
                  </a:ext>
                </a:extLst>
              </p:cNvPr>
              <p:cNvSpPr>
                <a:spLocks noChangeArrowheads="1"/>
              </p:cNvSpPr>
              <p:nvPr/>
            </p:nvSpPr>
            <p:spPr bwMode="auto">
              <a:xfrm>
                <a:off x="4410" y="1368"/>
                <a:ext cx="663" cy="135"/>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4" name="Freeform 190">
                <a:extLst>
                  <a:ext uri="{FF2B5EF4-FFF2-40B4-BE49-F238E27FC236}">
                    <a16:creationId xmlns:a16="http://schemas.microsoft.com/office/drawing/2014/main" id="{91892857-90C7-4B44-BC0A-FAFA2A4F0750}"/>
                  </a:ext>
                </a:extLst>
              </p:cNvPr>
              <p:cNvSpPr>
                <a:spLocks/>
              </p:cNvSpPr>
              <p:nvPr/>
            </p:nvSpPr>
            <p:spPr bwMode="auto">
              <a:xfrm>
                <a:off x="4904" y="1365"/>
                <a:ext cx="169" cy="224"/>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5" name="Freeform 191">
                <a:extLst>
                  <a:ext uri="{FF2B5EF4-FFF2-40B4-BE49-F238E27FC236}">
                    <a16:creationId xmlns:a16="http://schemas.microsoft.com/office/drawing/2014/main" id="{5B41074B-006A-E44F-AFE5-D1B5E3DAD661}"/>
                  </a:ext>
                </a:extLst>
              </p:cNvPr>
              <p:cNvSpPr>
                <a:spLocks/>
              </p:cNvSpPr>
              <p:nvPr/>
            </p:nvSpPr>
            <p:spPr bwMode="auto">
              <a:xfrm>
                <a:off x="4475" y="1395"/>
                <a:ext cx="506" cy="8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9050"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6" name="Freeform 192">
                <a:extLst>
                  <a:ext uri="{FF2B5EF4-FFF2-40B4-BE49-F238E27FC236}">
                    <a16:creationId xmlns:a16="http://schemas.microsoft.com/office/drawing/2014/main" id="{F01A4222-C867-884B-8159-4024B687BEA4}"/>
                  </a:ext>
                </a:extLst>
              </p:cNvPr>
              <p:cNvSpPr>
                <a:spLocks/>
              </p:cNvSpPr>
              <p:nvPr/>
            </p:nvSpPr>
            <p:spPr bwMode="auto">
              <a:xfrm>
                <a:off x="4593" y="1391"/>
                <a:ext cx="293" cy="93"/>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9050"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29382" name="Group 187">
              <a:extLst>
                <a:ext uri="{FF2B5EF4-FFF2-40B4-BE49-F238E27FC236}">
                  <a16:creationId xmlns:a16="http://schemas.microsoft.com/office/drawing/2014/main" id="{465B347B-5315-A14C-8161-A16C99A25DCD}"/>
                </a:ext>
              </a:extLst>
            </p:cNvPr>
            <p:cNvGrpSpPr>
              <a:grpSpLocks/>
            </p:cNvGrpSpPr>
            <p:nvPr/>
          </p:nvGrpSpPr>
          <p:grpSpPr bwMode="auto">
            <a:xfrm>
              <a:off x="4247454" y="1859772"/>
              <a:ext cx="1052512" cy="355600"/>
              <a:chOff x="4410" y="1365"/>
              <a:chExt cx="663" cy="224"/>
            </a:xfrm>
          </p:grpSpPr>
          <p:sp>
            <p:nvSpPr>
              <p:cNvPr id="58" name="Rectangle 188">
                <a:extLst>
                  <a:ext uri="{FF2B5EF4-FFF2-40B4-BE49-F238E27FC236}">
                    <a16:creationId xmlns:a16="http://schemas.microsoft.com/office/drawing/2014/main" id="{075ACDA6-CF06-344F-BAB9-2147161B8291}"/>
                  </a:ext>
                </a:extLst>
              </p:cNvPr>
              <p:cNvSpPr>
                <a:spLocks noChangeArrowheads="1"/>
              </p:cNvSpPr>
              <p:nvPr/>
            </p:nvSpPr>
            <p:spPr bwMode="auto">
              <a:xfrm>
                <a:off x="4410" y="1500"/>
                <a:ext cx="495" cy="8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9" name="AutoShape 189">
                <a:extLst>
                  <a:ext uri="{FF2B5EF4-FFF2-40B4-BE49-F238E27FC236}">
                    <a16:creationId xmlns:a16="http://schemas.microsoft.com/office/drawing/2014/main" id="{8E9D9CBE-586D-A64F-B46A-F1FBB98EB357}"/>
                  </a:ext>
                </a:extLst>
              </p:cNvPr>
              <p:cNvSpPr>
                <a:spLocks noChangeArrowheads="1"/>
              </p:cNvSpPr>
              <p:nvPr/>
            </p:nvSpPr>
            <p:spPr bwMode="auto">
              <a:xfrm>
                <a:off x="4410" y="1368"/>
                <a:ext cx="663" cy="135"/>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0" name="Freeform 190">
                <a:extLst>
                  <a:ext uri="{FF2B5EF4-FFF2-40B4-BE49-F238E27FC236}">
                    <a16:creationId xmlns:a16="http://schemas.microsoft.com/office/drawing/2014/main" id="{AACC297E-F4C3-D64A-9703-0E80DA74AB51}"/>
                  </a:ext>
                </a:extLst>
              </p:cNvPr>
              <p:cNvSpPr>
                <a:spLocks/>
              </p:cNvSpPr>
              <p:nvPr/>
            </p:nvSpPr>
            <p:spPr bwMode="auto">
              <a:xfrm>
                <a:off x="4904" y="1365"/>
                <a:ext cx="169" cy="224"/>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1" name="Freeform 191">
                <a:extLst>
                  <a:ext uri="{FF2B5EF4-FFF2-40B4-BE49-F238E27FC236}">
                    <a16:creationId xmlns:a16="http://schemas.microsoft.com/office/drawing/2014/main" id="{3CE482FF-5EDA-F647-87EF-10A7E4846608}"/>
                  </a:ext>
                </a:extLst>
              </p:cNvPr>
              <p:cNvSpPr>
                <a:spLocks/>
              </p:cNvSpPr>
              <p:nvPr/>
            </p:nvSpPr>
            <p:spPr bwMode="auto">
              <a:xfrm>
                <a:off x="4475" y="1395"/>
                <a:ext cx="506" cy="8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9050"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2" name="Freeform 192">
                <a:extLst>
                  <a:ext uri="{FF2B5EF4-FFF2-40B4-BE49-F238E27FC236}">
                    <a16:creationId xmlns:a16="http://schemas.microsoft.com/office/drawing/2014/main" id="{0B8EC007-AC04-6044-B06C-37782BC51278}"/>
                  </a:ext>
                </a:extLst>
              </p:cNvPr>
              <p:cNvSpPr>
                <a:spLocks/>
              </p:cNvSpPr>
              <p:nvPr/>
            </p:nvSpPr>
            <p:spPr bwMode="auto">
              <a:xfrm>
                <a:off x="4593" y="1391"/>
                <a:ext cx="293" cy="93"/>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9050"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sp>
          <p:nvSpPr>
            <p:cNvPr id="547" name="TextBox 546">
              <a:extLst>
                <a:ext uri="{FF2B5EF4-FFF2-40B4-BE49-F238E27FC236}">
                  <a16:creationId xmlns:a16="http://schemas.microsoft.com/office/drawing/2014/main" id="{B017035E-87CD-5E47-A019-6C5D1FBEE991}"/>
                </a:ext>
              </a:extLst>
            </p:cNvPr>
            <p:cNvSpPr txBox="1"/>
            <p:nvPr/>
          </p:nvSpPr>
          <p:spPr>
            <a:xfrm>
              <a:off x="7042811" y="3997312"/>
              <a:ext cx="1063512" cy="307857"/>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Server racks</a:t>
              </a:r>
            </a:p>
          </p:txBody>
        </p:sp>
        <p:sp>
          <p:nvSpPr>
            <p:cNvPr id="555" name="TextBox 554">
              <a:extLst>
                <a:ext uri="{FF2B5EF4-FFF2-40B4-BE49-F238E27FC236}">
                  <a16:creationId xmlns:a16="http://schemas.microsoft.com/office/drawing/2014/main" id="{A033E4A3-FE0D-D94E-A701-302301F0BB13}"/>
                </a:ext>
              </a:extLst>
            </p:cNvPr>
            <p:cNvSpPr txBox="1"/>
            <p:nvPr/>
          </p:nvSpPr>
          <p:spPr>
            <a:xfrm>
              <a:off x="7026938" y="3540288"/>
              <a:ext cx="1144466" cy="307857"/>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TOR switches</a:t>
              </a:r>
            </a:p>
          </p:txBody>
        </p:sp>
        <p:sp>
          <p:nvSpPr>
            <p:cNvPr id="432" name="TextBox 431">
              <a:extLst>
                <a:ext uri="{FF2B5EF4-FFF2-40B4-BE49-F238E27FC236}">
                  <a16:creationId xmlns:a16="http://schemas.microsoft.com/office/drawing/2014/main" id="{48C1D7A4-C4B7-8C4A-A386-F77C328BF3D8}"/>
                </a:ext>
              </a:extLst>
            </p:cNvPr>
            <p:cNvSpPr txBox="1"/>
            <p:nvPr/>
          </p:nvSpPr>
          <p:spPr>
            <a:xfrm>
              <a:off x="7026938" y="1893096"/>
              <a:ext cx="1592093" cy="307857"/>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Tier-1 switches</a:t>
              </a:r>
            </a:p>
          </p:txBody>
        </p:sp>
        <p:sp>
          <p:nvSpPr>
            <p:cNvPr id="433" name="TextBox 432">
              <a:extLst>
                <a:ext uri="{FF2B5EF4-FFF2-40B4-BE49-F238E27FC236}">
                  <a16:creationId xmlns:a16="http://schemas.microsoft.com/office/drawing/2014/main" id="{4FA1DC82-265E-1A48-8780-CD5312E7D477}"/>
                </a:ext>
              </a:extLst>
            </p:cNvPr>
            <p:cNvSpPr txBox="1"/>
            <p:nvPr/>
          </p:nvSpPr>
          <p:spPr>
            <a:xfrm>
              <a:off x="7025350" y="2730974"/>
              <a:ext cx="1592094" cy="307857"/>
            </a:xfrm>
            <a:prstGeom prst="rect">
              <a:avLst/>
            </a:prstGeom>
            <a:no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400" b="0" i="0" u="none" strike="noStrike" kern="1200" cap="none" spc="0" normalizeH="0" baseline="0" noProof="0" dirty="0">
                  <a:ln>
                    <a:noFill/>
                  </a:ln>
                  <a:solidFill>
                    <a:prstClr val="black"/>
                  </a:solidFill>
                  <a:effectLst/>
                  <a:uLnTx/>
                  <a:uFillTx/>
                  <a:latin typeface="Calibri"/>
                  <a:ea typeface="+mn-ea"/>
                  <a:cs typeface="+mn-cs"/>
                </a:rPr>
                <a:t>Tier-2 switches</a:t>
              </a:r>
            </a:p>
          </p:txBody>
        </p:sp>
        <p:grpSp>
          <p:nvGrpSpPr>
            <p:cNvPr id="229387" name="Group 24">
              <a:extLst>
                <a:ext uri="{FF2B5EF4-FFF2-40B4-BE49-F238E27FC236}">
                  <a16:creationId xmlns:a16="http://schemas.microsoft.com/office/drawing/2014/main" id="{6F8C5E1C-47BE-474E-BB45-65060F389AE3}"/>
                </a:ext>
              </a:extLst>
            </p:cNvPr>
            <p:cNvGrpSpPr>
              <a:grpSpLocks/>
            </p:cNvGrpSpPr>
            <p:nvPr/>
          </p:nvGrpSpPr>
          <p:grpSpPr bwMode="auto">
            <a:xfrm>
              <a:off x="702813" y="2731140"/>
              <a:ext cx="1470209" cy="1869141"/>
              <a:chOff x="916173" y="4038600"/>
              <a:chExt cx="1470209" cy="1869141"/>
            </a:xfrm>
          </p:grpSpPr>
          <p:grpSp>
            <p:nvGrpSpPr>
              <p:cNvPr id="230165" name="Group 187">
                <a:extLst>
                  <a:ext uri="{FF2B5EF4-FFF2-40B4-BE49-F238E27FC236}">
                    <a16:creationId xmlns:a16="http://schemas.microsoft.com/office/drawing/2014/main" id="{AAA42D0C-24B7-7545-AE43-9D25BC6E9B92}"/>
                  </a:ext>
                </a:extLst>
              </p:cNvPr>
              <p:cNvGrpSpPr>
                <a:grpSpLocks/>
              </p:cNvGrpSpPr>
              <p:nvPr/>
            </p:nvGrpSpPr>
            <p:grpSpPr bwMode="auto">
              <a:xfrm>
                <a:off x="1295400" y="4038600"/>
                <a:ext cx="1052512" cy="355600"/>
                <a:chOff x="4410" y="1365"/>
                <a:chExt cx="663" cy="224"/>
              </a:xfrm>
            </p:grpSpPr>
            <p:sp>
              <p:nvSpPr>
                <p:cNvPr id="70" name="Rectangle 188">
                  <a:extLst>
                    <a:ext uri="{FF2B5EF4-FFF2-40B4-BE49-F238E27FC236}">
                      <a16:creationId xmlns:a16="http://schemas.microsoft.com/office/drawing/2014/main" id="{F8D92795-2264-B945-B35B-652646891D36}"/>
                    </a:ext>
                  </a:extLst>
                </p:cNvPr>
                <p:cNvSpPr>
                  <a:spLocks noChangeArrowheads="1"/>
                </p:cNvSpPr>
                <p:nvPr/>
              </p:nvSpPr>
              <p:spPr bwMode="auto">
                <a:xfrm>
                  <a:off x="4410" y="1500"/>
                  <a:ext cx="495" cy="8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1" name="AutoShape 189">
                  <a:extLst>
                    <a:ext uri="{FF2B5EF4-FFF2-40B4-BE49-F238E27FC236}">
                      <a16:creationId xmlns:a16="http://schemas.microsoft.com/office/drawing/2014/main" id="{7BFD4D44-456B-AC46-A02C-DB243244CF02}"/>
                    </a:ext>
                  </a:extLst>
                </p:cNvPr>
                <p:cNvSpPr>
                  <a:spLocks noChangeArrowheads="1"/>
                </p:cNvSpPr>
                <p:nvPr/>
              </p:nvSpPr>
              <p:spPr bwMode="auto">
                <a:xfrm>
                  <a:off x="4410" y="1368"/>
                  <a:ext cx="663" cy="135"/>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2" name="Freeform 190">
                  <a:extLst>
                    <a:ext uri="{FF2B5EF4-FFF2-40B4-BE49-F238E27FC236}">
                      <a16:creationId xmlns:a16="http://schemas.microsoft.com/office/drawing/2014/main" id="{2B1E5B5B-8E2C-2847-A668-822572B768B6}"/>
                    </a:ext>
                  </a:extLst>
                </p:cNvPr>
                <p:cNvSpPr>
                  <a:spLocks/>
                </p:cNvSpPr>
                <p:nvPr/>
              </p:nvSpPr>
              <p:spPr bwMode="auto">
                <a:xfrm>
                  <a:off x="4904" y="1365"/>
                  <a:ext cx="169" cy="224"/>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3" name="Freeform 191">
                  <a:extLst>
                    <a:ext uri="{FF2B5EF4-FFF2-40B4-BE49-F238E27FC236}">
                      <a16:creationId xmlns:a16="http://schemas.microsoft.com/office/drawing/2014/main" id="{F31F32E4-3D29-7841-AA17-F8415F94958E}"/>
                    </a:ext>
                  </a:extLst>
                </p:cNvPr>
                <p:cNvSpPr>
                  <a:spLocks/>
                </p:cNvSpPr>
                <p:nvPr/>
              </p:nvSpPr>
              <p:spPr bwMode="auto">
                <a:xfrm>
                  <a:off x="4475" y="1395"/>
                  <a:ext cx="506" cy="8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9050"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4" name="Freeform 192">
                  <a:extLst>
                    <a:ext uri="{FF2B5EF4-FFF2-40B4-BE49-F238E27FC236}">
                      <a16:creationId xmlns:a16="http://schemas.microsoft.com/office/drawing/2014/main" id="{8D069834-0C43-394D-B10F-6857ACA36B29}"/>
                    </a:ext>
                  </a:extLst>
                </p:cNvPr>
                <p:cNvSpPr>
                  <a:spLocks/>
                </p:cNvSpPr>
                <p:nvPr/>
              </p:nvSpPr>
              <p:spPr bwMode="auto">
                <a:xfrm>
                  <a:off x="4593" y="1391"/>
                  <a:ext cx="293" cy="93"/>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9050"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04" name="Straight Connector 103">
                <a:extLst>
                  <a:ext uri="{FF2B5EF4-FFF2-40B4-BE49-F238E27FC236}">
                    <a16:creationId xmlns:a16="http://schemas.microsoft.com/office/drawing/2014/main" id="{3A25C3A9-6030-EF40-B585-99E8121B7156}"/>
                  </a:ext>
                </a:extLst>
              </p:cNvPr>
              <p:cNvCxnSpPr/>
              <p:nvPr/>
            </p:nvCxnSpPr>
            <p:spPr>
              <a:xfrm flipH="1">
                <a:off x="1181453" y="4381202"/>
                <a:ext cx="355562" cy="4951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 name="Straight Connector 105">
                <a:extLst>
                  <a:ext uri="{FF2B5EF4-FFF2-40B4-BE49-F238E27FC236}">
                    <a16:creationId xmlns:a16="http://schemas.microsoft.com/office/drawing/2014/main" id="{B196129A-35E2-314E-BA06-24D470DF9885}"/>
                  </a:ext>
                </a:extLst>
              </p:cNvPr>
              <p:cNvCxnSpPr>
                <a:stCxn id="70" idx="2"/>
              </p:cNvCxnSpPr>
              <p:nvPr/>
            </p:nvCxnSpPr>
            <p:spPr>
              <a:xfrm flipH="1">
                <a:off x="1486221" y="4390724"/>
                <a:ext cx="201592" cy="485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 name="Straight Connector 107">
                <a:extLst>
                  <a:ext uri="{FF2B5EF4-FFF2-40B4-BE49-F238E27FC236}">
                    <a16:creationId xmlns:a16="http://schemas.microsoft.com/office/drawing/2014/main" id="{F2E24ABB-FAFA-0F4B-B642-3DAE5CFC984B}"/>
                  </a:ext>
                </a:extLst>
              </p:cNvPr>
              <p:cNvCxnSpPr/>
              <p:nvPr/>
            </p:nvCxnSpPr>
            <p:spPr>
              <a:xfrm>
                <a:off x="1803687" y="4395485"/>
                <a:ext cx="57144" cy="4919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0" name="Straight Connector 109">
                <a:extLst>
                  <a:ext uri="{FF2B5EF4-FFF2-40B4-BE49-F238E27FC236}">
                    <a16:creationId xmlns:a16="http://schemas.microsoft.com/office/drawing/2014/main" id="{F271ED6E-006E-6147-A942-9A2AF06358EA}"/>
                  </a:ext>
                </a:extLst>
              </p:cNvPr>
              <p:cNvCxnSpPr>
                <a:endCxn id="775" idx="0"/>
              </p:cNvCxnSpPr>
              <p:nvPr/>
            </p:nvCxnSpPr>
            <p:spPr>
              <a:xfrm>
                <a:off x="1943372" y="4419288"/>
                <a:ext cx="274609" cy="457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0170" name="Group 505">
                <a:extLst>
                  <a:ext uri="{FF2B5EF4-FFF2-40B4-BE49-F238E27FC236}">
                    <a16:creationId xmlns:a16="http://schemas.microsoft.com/office/drawing/2014/main" id="{CAE89E1D-57FE-3F42-A8CF-AAE07D2AE415}"/>
                  </a:ext>
                </a:extLst>
              </p:cNvPr>
              <p:cNvGrpSpPr>
                <a:grpSpLocks/>
              </p:cNvGrpSpPr>
              <p:nvPr/>
            </p:nvGrpSpPr>
            <p:grpSpPr bwMode="auto">
              <a:xfrm>
                <a:off x="916173" y="4876800"/>
                <a:ext cx="331695" cy="1030941"/>
                <a:chOff x="6240352" y="2055335"/>
                <a:chExt cx="771307" cy="1017716"/>
              </a:xfrm>
            </p:grpSpPr>
            <p:grpSp>
              <p:nvGrpSpPr>
                <p:cNvPr id="230348" name="Group 506">
                  <a:extLst>
                    <a:ext uri="{FF2B5EF4-FFF2-40B4-BE49-F238E27FC236}">
                      <a16:creationId xmlns:a16="http://schemas.microsoft.com/office/drawing/2014/main" id="{4F7F91A7-2AA2-3B4D-8AA3-A6B47B30F2D0}"/>
                    </a:ext>
                  </a:extLst>
                </p:cNvPr>
                <p:cNvGrpSpPr>
                  <a:grpSpLocks/>
                </p:cNvGrpSpPr>
                <p:nvPr/>
              </p:nvGrpSpPr>
              <p:grpSpPr bwMode="auto">
                <a:xfrm>
                  <a:off x="6240352" y="2235573"/>
                  <a:ext cx="697981" cy="837478"/>
                  <a:chOff x="6395998" y="3062424"/>
                  <a:chExt cx="564403" cy="837478"/>
                </a:xfrm>
              </p:grpSpPr>
              <p:sp>
                <p:nvSpPr>
                  <p:cNvPr id="534" name="Rectangle 533">
                    <a:extLst>
                      <a:ext uri="{FF2B5EF4-FFF2-40B4-BE49-F238E27FC236}">
                        <a16:creationId xmlns:a16="http://schemas.microsoft.com/office/drawing/2014/main" id="{6CD326A9-5FCB-1F48-A166-818E21F67B37}"/>
                      </a:ext>
                    </a:extLst>
                  </p:cNvPr>
                  <p:cNvSpPr/>
                  <p:nvPr/>
                </p:nvSpPr>
                <p:spPr>
                  <a:xfrm>
                    <a:off x="6509786" y="3061857"/>
                    <a:ext cx="447707" cy="74253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535" name="Straight Connector 534">
                    <a:extLst>
                      <a:ext uri="{FF2B5EF4-FFF2-40B4-BE49-F238E27FC236}">
                        <a16:creationId xmlns:a16="http://schemas.microsoft.com/office/drawing/2014/main" id="{E8EC6A74-BC0A-0F40-B3B5-4F54A68239CA}"/>
                      </a:ext>
                    </a:extLst>
                  </p:cNvPr>
                  <p:cNvCxnSpPr/>
                  <p:nvPr/>
                </p:nvCxnSpPr>
                <p:spPr>
                  <a:xfrm flipV="1">
                    <a:off x="6847057" y="3061857"/>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36" name="Rectangle 535">
                    <a:extLst>
                      <a:ext uri="{FF2B5EF4-FFF2-40B4-BE49-F238E27FC236}">
                        <a16:creationId xmlns:a16="http://schemas.microsoft.com/office/drawing/2014/main" id="{C5BAC45F-8707-D84A-98DF-03D93679BD35}"/>
                      </a:ext>
                    </a:extLst>
                  </p:cNvPr>
                  <p:cNvSpPr/>
                  <p:nvPr/>
                </p:nvSpPr>
                <p:spPr>
                  <a:xfrm>
                    <a:off x="6476953" y="3071256"/>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537" name="Straight Connector 536">
                    <a:extLst>
                      <a:ext uri="{FF2B5EF4-FFF2-40B4-BE49-F238E27FC236}">
                        <a16:creationId xmlns:a16="http://schemas.microsoft.com/office/drawing/2014/main" id="{3077143B-17D3-3F44-92BB-20AB239891EA}"/>
                      </a:ext>
                    </a:extLst>
                  </p:cNvPr>
                  <p:cNvCxnSpPr/>
                  <p:nvPr/>
                </p:nvCxnSpPr>
                <p:spPr>
                  <a:xfrm flipV="1">
                    <a:off x="6396367" y="3061857"/>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540" name="Rectangle 539">
                    <a:extLst>
                      <a:ext uri="{FF2B5EF4-FFF2-40B4-BE49-F238E27FC236}">
                        <a16:creationId xmlns:a16="http://schemas.microsoft.com/office/drawing/2014/main" id="{8A047FD3-555C-1D49-8E99-AC9F2F89B63C}"/>
                      </a:ext>
                    </a:extLst>
                  </p:cNvPr>
                  <p:cNvSpPr/>
                  <p:nvPr/>
                </p:nvSpPr>
                <p:spPr>
                  <a:xfrm>
                    <a:off x="6817210" y="3702567"/>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541" name="Rectangle 540">
                    <a:extLst>
                      <a:ext uri="{FF2B5EF4-FFF2-40B4-BE49-F238E27FC236}">
                        <a16:creationId xmlns:a16="http://schemas.microsoft.com/office/drawing/2014/main" id="{FC9DD25D-78B1-0040-AF65-692C49CE2564}"/>
                      </a:ext>
                    </a:extLst>
                  </p:cNvPr>
                  <p:cNvSpPr/>
                  <p:nvPr/>
                </p:nvSpPr>
                <p:spPr>
                  <a:xfrm>
                    <a:off x="6405320" y="3157415"/>
                    <a:ext cx="444723" cy="74253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543" name="Straight Connector 542">
                    <a:extLst>
                      <a:ext uri="{FF2B5EF4-FFF2-40B4-BE49-F238E27FC236}">
                        <a16:creationId xmlns:a16="http://schemas.microsoft.com/office/drawing/2014/main" id="{C608C834-F45C-9141-BFB9-6AABCAD770DA}"/>
                      </a:ext>
                    </a:extLst>
                  </p:cNvPr>
                  <p:cNvCxnSpPr/>
                  <p:nvPr/>
                </p:nvCxnSpPr>
                <p:spPr>
                  <a:xfrm flipV="1">
                    <a:off x="6847057" y="3804392"/>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0376" name="Group 544">
                    <a:extLst>
                      <a:ext uri="{FF2B5EF4-FFF2-40B4-BE49-F238E27FC236}">
                        <a16:creationId xmlns:a16="http://schemas.microsoft.com/office/drawing/2014/main" id="{BB8A28DF-754C-8144-8223-E23A076DF77C}"/>
                      </a:ext>
                    </a:extLst>
                  </p:cNvPr>
                  <p:cNvGrpSpPr>
                    <a:grpSpLocks/>
                  </p:cNvGrpSpPr>
                  <p:nvPr/>
                </p:nvGrpSpPr>
                <p:grpSpPr bwMode="auto">
                  <a:xfrm>
                    <a:off x="6400318" y="3137421"/>
                    <a:ext cx="559121" cy="92788"/>
                    <a:chOff x="6582044" y="2846082"/>
                    <a:chExt cx="559121" cy="92788"/>
                  </a:xfrm>
                </p:grpSpPr>
                <p:cxnSp>
                  <p:nvCxnSpPr>
                    <p:cNvPr id="578" name="Straight Connector 577">
                      <a:extLst>
                        <a:ext uri="{FF2B5EF4-FFF2-40B4-BE49-F238E27FC236}">
                          <a16:creationId xmlns:a16="http://schemas.microsoft.com/office/drawing/2014/main" id="{00F2CF82-4D34-1E41-96AC-952BEA75F940}"/>
                        </a:ext>
                      </a:extLst>
                    </p:cNvPr>
                    <p:cNvCxnSpPr/>
                    <p:nvPr/>
                  </p:nvCxnSpPr>
                  <p:spPr>
                    <a:xfrm flipV="1">
                      <a:off x="7028782" y="2845711"/>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9" name="Straight Connector 578">
                      <a:extLst>
                        <a:ext uri="{FF2B5EF4-FFF2-40B4-BE49-F238E27FC236}">
                          <a16:creationId xmlns:a16="http://schemas.microsoft.com/office/drawing/2014/main" id="{E199E207-F2BB-924C-939C-2CF392E2A2BC}"/>
                        </a:ext>
                      </a:extLst>
                    </p:cNvPr>
                    <p:cNvCxnSpPr/>
                    <p:nvPr/>
                  </p:nvCxnSpPr>
                  <p:spPr>
                    <a:xfrm flipV="1">
                      <a:off x="6581076" y="2938136"/>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377" name="Group 547">
                    <a:extLst>
                      <a:ext uri="{FF2B5EF4-FFF2-40B4-BE49-F238E27FC236}">
                        <a16:creationId xmlns:a16="http://schemas.microsoft.com/office/drawing/2014/main" id="{61F05850-4AE0-E340-AA6E-DA7931A25995}"/>
                      </a:ext>
                    </a:extLst>
                  </p:cNvPr>
                  <p:cNvGrpSpPr>
                    <a:grpSpLocks/>
                  </p:cNvGrpSpPr>
                  <p:nvPr/>
                </p:nvGrpSpPr>
                <p:grpSpPr bwMode="auto">
                  <a:xfrm>
                    <a:off x="6399838" y="3203285"/>
                    <a:ext cx="559121" cy="92788"/>
                    <a:chOff x="6582044" y="2846082"/>
                    <a:chExt cx="559121" cy="92788"/>
                  </a:xfrm>
                </p:grpSpPr>
                <p:cxnSp>
                  <p:nvCxnSpPr>
                    <p:cNvPr id="576" name="Straight Connector 575">
                      <a:extLst>
                        <a:ext uri="{FF2B5EF4-FFF2-40B4-BE49-F238E27FC236}">
                          <a16:creationId xmlns:a16="http://schemas.microsoft.com/office/drawing/2014/main" id="{F64DB6F6-C2E3-CA41-A511-D5566CF7FBCE}"/>
                        </a:ext>
                      </a:extLst>
                    </p:cNvPr>
                    <p:cNvCxnSpPr/>
                    <p:nvPr/>
                  </p:nvCxnSpPr>
                  <p:spPr>
                    <a:xfrm flipV="1">
                      <a:off x="7029263" y="2845642"/>
                      <a:ext cx="140282" cy="877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7" name="Straight Connector 576">
                      <a:extLst>
                        <a:ext uri="{FF2B5EF4-FFF2-40B4-BE49-F238E27FC236}">
                          <a16:creationId xmlns:a16="http://schemas.microsoft.com/office/drawing/2014/main" id="{5036A194-A36B-704F-9A14-D2E16F25362E}"/>
                        </a:ext>
                      </a:extLst>
                    </p:cNvPr>
                    <p:cNvCxnSpPr/>
                    <p:nvPr/>
                  </p:nvCxnSpPr>
                  <p:spPr>
                    <a:xfrm flipV="1">
                      <a:off x="6581557" y="2933368"/>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378" name="Group 549">
                    <a:extLst>
                      <a:ext uri="{FF2B5EF4-FFF2-40B4-BE49-F238E27FC236}">
                        <a16:creationId xmlns:a16="http://schemas.microsoft.com/office/drawing/2014/main" id="{2331D8F0-75E4-0348-B276-61E34AB6FAEE}"/>
                      </a:ext>
                    </a:extLst>
                  </p:cNvPr>
                  <p:cNvGrpSpPr>
                    <a:grpSpLocks/>
                  </p:cNvGrpSpPr>
                  <p:nvPr/>
                </p:nvGrpSpPr>
                <p:grpSpPr bwMode="auto">
                  <a:xfrm>
                    <a:off x="6399358" y="3269149"/>
                    <a:ext cx="559121" cy="92788"/>
                    <a:chOff x="6582044" y="2846082"/>
                    <a:chExt cx="559121" cy="92788"/>
                  </a:xfrm>
                </p:grpSpPr>
                <p:cxnSp>
                  <p:nvCxnSpPr>
                    <p:cNvPr id="574" name="Straight Connector 573">
                      <a:extLst>
                        <a:ext uri="{FF2B5EF4-FFF2-40B4-BE49-F238E27FC236}">
                          <a16:creationId xmlns:a16="http://schemas.microsoft.com/office/drawing/2014/main" id="{FC98DD72-C7C2-B447-A388-5EC5B76587B1}"/>
                        </a:ext>
                      </a:extLst>
                    </p:cNvPr>
                    <p:cNvCxnSpPr/>
                    <p:nvPr/>
                  </p:nvCxnSpPr>
                  <p:spPr>
                    <a:xfrm flipV="1">
                      <a:off x="7026759" y="2845572"/>
                      <a:ext cx="113419"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5" name="Straight Connector 574">
                      <a:extLst>
                        <a:ext uri="{FF2B5EF4-FFF2-40B4-BE49-F238E27FC236}">
                          <a16:creationId xmlns:a16="http://schemas.microsoft.com/office/drawing/2014/main" id="{51CB6266-4405-C849-BCE4-B269C905F674}"/>
                        </a:ext>
                      </a:extLst>
                    </p:cNvPr>
                    <p:cNvCxnSpPr/>
                    <p:nvPr/>
                  </p:nvCxnSpPr>
                  <p:spPr>
                    <a:xfrm flipV="1">
                      <a:off x="6582036" y="2923898"/>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379" name="Group 550">
                    <a:extLst>
                      <a:ext uri="{FF2B5EF4-FFF2-40B4-BE49-F238E27FC236}">
                        <a16:creationId xmlns:a16="http://schemas.microsoft.com/office/drawing/2014/main" id="{26896E17-FC27-F64F-B8D5-8EF65B2EFA3E}"/>
                      </a:ext>
                    </a:extLst>
                  </p:cNvPr>
                  <p:cNvGrpSpPr>
                    <a:grpSpLocks/>
                  </p:cNvGrpSpPr>
                  <p:nvPr/>
                </p:nvGrpSpPr>
                <p:grpSpPr bwMode="auto">
                  <a:xfrm>
                    <a:off x="6398878" y="3335013"/>
                    <a:ext cx="559121" cy="92788"/>
                    <a:chOff x="6582044" y="2846082"/>
                    <a:chExt cx="559121" cy="92788"/>
                  </a:xfrm>
                </p:grpSpPr>
                <p:cxnSp>
                  <p:nvCxnSpPr>
                    <p:cNvPr id="572" name="Straight Connector 571">
                      <a:extLst>
                        <a:ext uri="{FF2B5EF4-FFF2-40B4-BE49-F238E27FC236}">
                          <a16:creationId xmlns:a16="http://schemas.microsoft.com/office/drawing/2014/main" id="{C4DE4428-2865-5F4C-8539-75BD59AFCF64}"/>
                        </a:ext>
                      </a:extLst>
                    </p:cNvPr>
                    <p:cNvCxnSpPr/>
                    <p:nvPr/>
                  </p:nvCxnSpPr>
                  <p:spPr>
                    <a:xfrm flipV="1">
                      <a:off x="7027238" y="2845502"/>
                      <a:ext cx="113419"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3" name="Straight Connector 572">
                      <a:extLst>
                        <a:ext uri="{FF2B5EF4-FFF2-40B4-BE49-F238E27FC236}">
                          <a16:creationId xmlns:a16="http://schemas.microsoft.com/office/drawing/2014/main" id="{C0CF0D50-267A-1846-9628-A3F1F305F7D4}"/>
                        </a:ext>
                      </a:extLst>
                    </p:cNvPr>
                    <p:cNvCxnSpPr/>
                    <p:nvPr/>
                  </p:nvCxnSpPr>
                  <p:spPr>
                    <a:xfrm flipV="1">
                      <a:off x="6582516" y="2923828"/>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380" name="Group 551">
                    <a:extLst>
                      <a:ext uri="{FF2B5EF4-FFF2-40B4-BE49-F238E27FC236}">
                        <a16:creationId xmlns:a16="http://schemas.microsoft.com/office/drawing/2014/main" id="{057C25D4-78B4-6D41-AEB9-A598EAC447D1}"/>
                      </a:ext>
                    </a:extLst>
                  </p:cNvPr>
                  <p:cNvGrpSpPr>
                    <a:grpSpLocks/>
                  </p:cNvGrpSpPr>
                  <p:nvPr/>
                </p:nvGrpSpPr>
                <p:grpSpPr bwMode="auto">
                  <a:xfrm>
                    <a:off x="6398398" y="3400877"/>
                    <a:ext cx="559121" cy="92788"/>
                    <a:chOff x="6582044" y="2846082"/>
                    <a:chExt cx="559121" cy="92788"/>
                  </a:xfrm>
                </p:grpSpPr>
                <p:cxnSp>
                  <p:nvCxnSpPr>
                    <p:cNvPr id="570" name="Straight Connector 569">
                      <a:extLst>
                        <a:ext uri="{FF2B5EF4-FFF2-40B4-BE49-F238E27FC236}">
                          <a16:creationId xmlns:a16="http://schemas.microsoft.com/office/drawing/2014/main" id="{47E66BC7-E0E5-6B4A-9617-79A7B4C5F3D6}"/>
                        </a:ext>
                      </a:extLst>
                    </p:cNvPr>
                    <p:cNvCxnSpPr/>
                    <p:nvPr/>
                  </p:nvCxnSpPr>
                  <p:spPr>
                    <a:xfrm flipV="1">
                      <a:off x="7027718" y="2845433"/>
                      <a:ext cx="113419"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71" name="Straight Connector 570">
                      <a:extLst>
                        <a:ext uri="{FF2B5EF4-FFF2-40B4-BE49-F238E27FC236}">
                          <a16:creationId xmlns:a16="http://schemas.microsoft.com/office/drawing/2014/main" id="{72CAFFAE-04C5-ED4C-8EB6-6D3C8B38B591}"/>
                        </a:ext>
                      </a:extLst>
                    </p:cNvPr>
                    <p:cNvCxnSpPr/>
                    <p:nvPr/>
                  </p:nvCxnSpPr>
                  <p:spPr>
                    <a:xfrm flipV="1">
                      <a:off x="6582995" y="2923759"/>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381" name="Group 552">
                    <a:extLst>
                      <a:ext uri="{FF2B5EF4-FFF2-40B4-BE49-F238E27FC236}">
                        <a16:creationId xmlns:a16="http://schemas.microsoft.com/office/drawing/2014/main" id="{1E5E33C6-2CFA-234B-9B01-BF83DCBAEE00}"/>
                      </a:ext>
                    </a:extLst>
                  </p:cNvPr>
                  <p:cNvGrpSpPr>
                    <a:grpSpLocks/>
                  </p:cNvGrpSpPr>
                  <p:nvPr/>
                </p:nvGrpSpPr>
                <p:grpSpPr bwMode="auto">
                  <a:xfrm>
                    <a:off x="6397918" y="3466741"/>
                    <a:ext cx="559121" cy="92788"/>
                    <a:chOff x="6582044" y="2846082"/>
                    <a:chExt cx="559121" cy="92788"/>
                  </a:xfrm>
                </p:grpSpPr>
                <p:cxnSp>
                  <p:nvCxnSpPr>
                    <p:cNvPr id="568" name="Straight Connector 567">
                      <a:extLst>
                        <a:ext uri="{FF2B5EF4-FFF2-40B4-BE49-F238E27FC236}">
                          <a16:creationId xmlns:a16="http://schemas.microsoft.com/office/drawing/2014/main" id="{542C345E-A30B-F74A-830E-43B194D329B0}"/>
                        </a:ext>
                      </a:extLst>
                    </p:cNvPr>
                    <p:cNvCxnSpPr/>
                    <p:nvPr/>
                  </p:nvCxnSpPr>
                  <p:spPr>
                    <a:xfrm flipV="1">
                      <a:off x="7028199" y="2845363"/>
                      <a:ext cx="113419" cy="939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9" name="Straight Connector 568">
                      <a:extLst>
                        <a:ext uri="{FF2B5EF4-FFF2-40B4-BE49-F238E27FC236}">
                          <a16:creationId xmlns:a16="http://schemas.microsoft.com/office/drawing/2014/main" id="{15131B99-172A-524C-B755-7C200D31E017}"/>
                        </a:ext>
                      </a:extLst>
                    </p:cNvPr>
                    <p:cNvCxnSpPr/>
                    <p:nvPr/>
                  </p:nvCxnSpPr>
                  <p:spPr>
                    <a:xfrm flipV="1">
                      <a:off x="6583477" y="2939355"/>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382" name="Group 555">
                    <a:extLst>
                      <a:ext uri="{FF2B5EF4-FFF2-40B4-BE49-F238E27FC236}">
                        <a16:creationId xmlns:a16="http://schemas.microsoft.com/office/drawing/2014/main" id="{12350D81-8633-2441-BD48-EC786024F64C}"/>
                      </a:ext>
                    </a:extLst>
                  </p:cNvPr>
                  <p:cNvGrpSpPr>
                    <a:grpSpLocks/>
                  </p:cNvGrpSpPr>
                  <p:nvPr/>
                </p:nvGrpSpPr>
                <p:grpSpPr bwMode="auto">
                  <a:xfrm>
                    <a:off x="6397438" y="3532605"/>
                    <a:ext cx="559121" cy="92788"/>
                    <a:chOff x="6582044" y="2846082"/>
                    <a:chExt cx="559121" cy="92788"/>
                  </a:xfrm>
                </p:grpSpPr>
                <p:cxnSp>
                  <p:nvCxnSpPr>
                    <p:cNvPr id="566" name="Straight Connector 565">
                      <a:extLst>
                        <a:ext uri="{FF2B5EF4-FFF2-40B4-BE49-F238E27FC236}">
                          <a16:creationId xmlns:a16="http://schemas.microsoft.com/office/drawing/2014/main" id="{FB33056A-3DF8-3742-8DB6-DF8369FFC8C8}"/>
                        </a:ext>
                      </a:extLst>
                    </p:cNvPr>
                    <p:cNvCxnSpPr/>
                    <p:nvPr/>
                  </p:nvCxnSpPr>
                  <p:spPr>
                    <a:xfrm flipV="1">
                      <a:off x="7028679" y="2831193"/>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7" name="Straight Connector 566">
                      <a:extLst>
                        <a:ext uri="{FF2B5EF4-FFF2-40B4-BE49-F238E27FC236}">
                          <a16:creationId xmlns:a16="http://schemas.microsoft.com/office/drawing/2014/main" id="{FA0EFA27-131F-B346-BF21-13E606FFD9C4}"/>
                        </a:ext>
                      </a:extLst>
                    </p:cNvPr>
                    <p:cNvCxnSpPr/>
                    <p:nvPr/>
                  </p:nvCxnSpPr>
                  <p:spPr>
                    <a:xfrm flipV="1">
                      <a:off x="6580972" y="2939284"/>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383" name="Group 556">
                    <a:extLst>
                      <a:ext uri="{FF2B5EF4-FFF2-40B4-BE49-F238E27FC236}">
                        <a16:creationId xmlns:a16="http://schemas.microsoft.com/office/drawing/2014/main" id="{15C5719A-B561-3A40-90DE-0E238E78216E}"/>
                      </a:ext>
                    </a:extLst>
                  </p:cNvPr>
                  <p:cNvGrpSpPr>
                    <a:grpSpLocks/>
                  </p:cNvGrpSpPr>
                  <p:nvPr/>
                </p:nvGrpSpPr>
                <p:grpSpPr bwMode="auto">
                  <a:xfrm>
                    <a:off x="6396958" y="3598469"/>
                    <a:ext cx="559121" cy="92788"/>
                    <a:chOff x="6582044" y="2846082"/>
                    <a:chExt cx="559121" cy="92788"/>
                  </a:xfrm>
                </p:grpSpPr>
                <p:cxnSp>
                  <p:nvCxnSpPr>
                    <p:cNvPr id="564" name="Straight Connector 563">
                      <a:extLst>
                        <a:ext uri="{FF2B5EF4-FFF2-40B4-BE49-F238E27FC236}">
                          <a16:creationId xmlns:a16="http://schemas.microsoft.com/office/drawing/2014/main" id="{8774C5CC-765D-5645-8558-C29EBACBE7C5}"/>
                        </a:ext>
                      </a:extLst>
                    </p:cNvPr>
                    <p:cNvCxnSpPr/>
                    <p:nvPr/>
                  </p:nvCxnSpPr>
                  <p:spPr>
                    <a:xfrm flipV="1">
                      <a:off x="7029158" y="2831124"/>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5" name="Straight Connector 564">
                      <a:extLst>
                        <a:ext uri="{FF2B5EF4-FFF2-40B4-BE49-F238E27FC236}">
                          <a16:creationId xmlns:a16="http://schemas.microsoft.com/office/drawing/2014/main" id="{6810690D-DA0B-3E4B-94B2-4920554FB323}"/>
                        </a:ext>
                      </a:extLst>
                    </p:cNvPr>
                    <p:cNvCxnSpPr/>
                    <p:nvPr/>
                  </p:nvCxnSpPr>
                  <p:spPr>
                    <a:xfrm flipV="1">
                      <a:off x="6581452" y="2939215"/>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384" name="Group 557">
                    <a:extLst>
                      <a:ext uri="{FF2B5EF4-FFF2-40B4-BE49-F238E27FC236}">
                        <a16:creationId xmlns:a16="http://schemas.microsoft.com/office/drawing/2014/main" id="{03A1C64A-A6B3-2C48-BF40-AB5CF9068A5B}"/>
                      </a:ext>
                    </a:extLst>
                  </p:cNvPr>
                  <p:cNvGrpSpPr>
                    <a:grpSpLocks/>
                  </p:cNvGrpSpPr>
                  <p:nvPr/>
                </p:nvGrpSpPr>
                <p:grpSpPr bwMode="auto">
                  <a:xfrm>
                    <a:off x="6396478" y="3664333"/>
                    <a:ext cx="559121" cy="92788"/>
                    <a:chOff x="6582044" y="2846082"/>
                    <a:chExt cx="559121" cy="92788"/>
                  </a:xfrm>
                </p:grpSpPr>
                <p:cxnSp>
                  <p:nvCxnSpPr>
                    <p:cNvPr id="562" name="Straight Connector 561">
                      <a:extLst>
                        <a:ext uri="{FF2B5EF4-FFF2-40B4-BE49-F238E27FC236}">
                          <a16:creationId xmlns:a16="http://schemas.microsoft.com/office/drawing/2014/main" id="{EA40AC72-3D8B-E048-9805-E55244EEA2BA}"/>
                        </a:ext>
                      </a:extLst>
                    </p:cNvPr>
                    <p:cNvCxnSpPr/>
                    <p:nvPr/>
                  </p:nvCxnSpPr>
                  <p:spPr>
                    <a:xfrm flipV="1">
                      <a:off x="7026654" y="2846719"/>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3" name="Straight Connector 562">
                      <a:extLst>
                        <a:ext uri="{FF2B5EF4-FFF2-40B4-BE49-F238E27FC236}">
                          <a16:creationId xmlns:a16="http://schemas.microsoft.com/office/drawing/2014/main" id="{46BD53C5-2D2B-D94E-B817-E4811D396DB0}"/>
                        </a:ext>
                      </a:extLst>
                    </p:cNvPr>
                    <p:cNvCxnSpPr/>
                    <p:nvPr/>
                  </p:nvCxnSpPr>
                  <p:spPr>
                    <a:xfrm flipV="1">
                      <a:off x="6581933" y="2939145"/>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385" name="Group 558">
                    <a:extLst>
                      <a:ext uri="{FF2B5EF4-FFF2-40B4-BE49-F238E27FC236}">
                        <a16:creationId xmlns:a16="http://schemas.microsoft.com/office/drawing/2014/main" id="{3C037893-979B-374F-8C3A-F6A774414AB0}"/>
                      </a:ext>
                    </a:extLst>
                  </p:cNvPr>
                  <p:cNvGrpSpPr>
                    <a:grpSpLocks/>
                  </p:cNvGrpSpPr>
                  <p:nvPr/>
                </p:nvGrpSpPr>
                <p:grpSpPr bwMode="auto">
                  <a:xfrm>
                    <a:off x="6395998" y="3730197"/>
                    <a:ext cx="559121" cy="92788"/>
                    <a:chOff x="6582044" y="2846082"/>
                    <a:chExt cx="559121" cy="92788"/>
                  </a:xfrm>
                </p:grpSpPr>
                <p:cxnSp>
                  <p:nvCxnSpPr>
                    <p:cNvPr id="560" name="Straight Connector 559">
                      <a:extLst>
                        <a:ext uri="{FF2B5EF4-FFF2-40B4-BE49-F238E27FC236}">
                          <a16:creationId xmlns:a16="http://schemas.microsoft.com/office/drawing/2014/main" id="{AEAFD268-C7EE-104E-9FAB-2AF90BD8A8D3}"/>
                        </a:ext>
                      </a:extLst>
                    </p:cNvPr>
                    <p:cNvCxnSpPr/>
                    <p:nvPr/>
                  </p:nvCxnSpPr>
                  <p:spPr>
                    <a:xfrm flipV="1">
                      <a:off x="7027133" y="2846650"/>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61" name="Straight Connector 560">
                      <a:extLst>
                        <a:ext uri="{FF2B5EF4-FFF2-40B4-BE49-F238E27FC236}">
                          <a16:creationId xmlns:a16="http://schemas.microsoft.com/office/drawing/2014/main" id="{23A500BE-89D1-B741-AD17-5DB7E795F1FC}"/>
                        </a:ext>
                      </a:extLst>
                    </p:cNvPr>
                    <p:cNvCxnSpPr/>
                    <p:nvPr/>
                  </p:nvCxnSpPr>
                  <p:spPr>
                    <a:xfrm flipV="1">
                      <a:off x="6582413" y="2939076"/>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30349" name="Group 508">
                  <a:extLst>
                    <a:ext uri="{FF2B5EF4-FFF2-40B4-BE49-F238E27FC236}">
                      <a16:creationId xmlns:a16="http://schemas.microsoft.com/office/drawing/2014/main" id="{47CCE9E5-0667-AD49-919F-CA81F17ACD04}"/>
                    </a:ext>
                  </a:extLst>
                </p:cNvPr>
                <p:cNvGrpSpPr>
                  <a:grpSpLocks/>
                </p:cNvGrpSpPr>
                <p:nvPr/>
              </p:nvGrpSpPr>
              <p:grpSpPr bwMode="auto">
                <a:xfrm>
                  <a:off x="6280049" y="2055335"/>
                  <a:ext cx="731610" cy="920732"/>
                  <a:chOff x="6280049" y="2055335"/>
                  <a:chExt cx="731610" cy="920732"/>
                </a:xfrm>
              </p:grpSpPr>
              <p:grpSp>
                <p:nvGrpSpPr>
                  <p:cNvPr id="230350" name="Group 509">
                    <a:extLst>
                      <a:ext uri="{FF2B5EF4-FFF2-40B4-BE49-F238E27FC236}">
                        <a16:creationId xmlns:a16="http://schemas.microsoft.com/office/drawing/2014/main" id="{865BEF83-71E7-0F47-BF1B-2503CEA509E7}"/>
                      </a:ext>
                    </a:extLst>
                  </p:cNvPr>
                  <p:cNvGrpSpPr>
                    <a:grpSpLocks/>
                  </p:cNvGrpSpPr>
                  <p:nvPr/>
                </p:nvGrpSpPr>
                <p:grpSpPr bwMode="auto">
                  <a:xfrm>
                    <a:off x="6280049" y="2055335"/>
                    <a:ext cx="680752" cy="139401"/>
                    <a:chOff x="5414286" y="2921098"/>
                    <a:chExt cx="680752" cy="139401"/>
                  </a:xfrm>
                </p:grpSpPr>
                <p:sp>
                  <p:nvSpPr>
                    <p:cNvPr id="526" name="Rectangle 188">
                      <a:extLst>
                        <a:ext uri="{FF2B5EF4-FFF2-40B4-BE49-F238E27FC236}">
                          <a16:creationId xmlns:a16="http://schemas.microsoft.com/office/drawing/2014/main" id="{4601AB8C-4BE0-0748-BBFE-28825404B00E}"/>
                        </a:ext>
                      </a:extLst>
                    </p:cNvPr>
                    <p:cNvSpPr>
                      <a:spLocks noChangeArrowheads="1"/>
                    </p:cNvSpPr>
                    <p:nvPr/>
                  </p:nvSpPr>
                  <p:spPr bwMode="auto">
                    <a:xfrm>
                      <a:off x="5415646" y="2995810"/>
                      <a:ext cx="549974" cy="64228"/>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27" name="AutoShape 189">
                      <a:extLst>
                        <a:ext uri="{FF2B5EF4-FFF2-40B4-BE49-F238E27FC236}">
                          <a16:creationId xmlns:a16="http://schemas.microsoft.com/office/drawing/2014/main" id="{77532863-ABA2-AE4E-AE75-9056197498D4}"/>
                        </a:ext>
                      </a:extLst>
                    </p:cNvPr>
                    <p:cNvSpPr>
                      <a:spLocks noChangeArrowheads="1"/>
                    </p:cNvSpPr>
                    <p:nvPr/>
                  </p:nvSpPr>
                  <p:spPr bwMode="auto">
                    <a:xfrm>
                      <a:off x="5415646" y="2920616"/>
                      <a:ext cx="675472"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0" name="Freeform 190">
                      <a:extLst>
                        <a:ext uri="{FF2B5EF4-FFF2-40B4-BE49-F238E27FC236}">
                          <a16:creationId xmlns:a16="http://schemas.microsoft.com/office/drawing/2014/main" id="{DA2FF651-EBC4-A84D-ABD8-7606C9FD41AA}"/>
                        </a:ext>
                      </a:extLst>
                    </p:cNvPr>
                    <p:cNvSpPr>
                      <a:spLocks/>
                    </p:cNvSpPr>
                    <p:nvPr/>
                  </p:nvSpPr>
                  <p:spPr bwMode="auto">
                    <a:xfrm>
                      <a:off x="5969311" y="2922183"/>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1" name="Freeform 191">
                      <a:extLst>
                        <a:ext uri="{FF2B5EF4-FFF2-40B4-BE49-F238E27FC236}">
                          <a16:creationId xmlns:a16="http://schemas.microsoft.com/office/drawing/2014/main" id="{AECB86A7-2969-F446-A612-F6D698094A81}"/>
                        </a:ext>
                      </a:extLst>
                    </p:cNvPr>
                    <p:cNvSpPr>
                      <a:spLocks/>
                    </p:cNvSpPr>
                    <p:nvPr/>
                  </p:nvSpPr>
                  <p:spPr bwMode="auto">
                    <a:xfrm>
                      <a:off x="5500543" y="2936282"/>
                      <a:ext cx="524136" cy="4543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533" name="Freeform 192">
                      <a:extLst>
                        <a:ext uri="{FF2B5EF4-FFF2-40B4-BE49-F238E27FC236}">
                          <a16:creationId xmlns:a16="http://schemas.microsoft.com/office/drawing/2014/main" id="{E177D894-80A7-DF44-8EEF-298C302AF984}"/>
                        </a:ext>
                      </a:extLst>
                    </p:cNvPr>
                    <p:cNvSpPr>
                      <a:spLocks/>
                    </p:cNvSpPr>
                    <p:nvPr/>
                  </p:nvSpPr>
                  <p:spPr bwMode="auto">
                    <a:xfrm>
                      <a:off x="5622348" y="2933149"/>
                      <a:ext cx="302670"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511" name="Straight Connector 510">
                    <a:extLst>
                      <a:ext uri="{FF2B5EF4-FFF2-40B4-BE49-F238E27FC236}">
                        <a16:creationId xmlns:a16="http://schemas.microsoft.com/office/drawing/2014/main" id="{E24FEB90-9103-544B-B3F6-070743EDD442}"/>
                      </a:ext>
                    </a:extLst>
                  </p:cNvPr>
                  <p:cNvCxnSpPr/>
                  <p:nvPr/>
                </p:nvCxnSpPr>
                <p:spPr>
                  <a:xfrm flipH="1">
                    <a:off x="6997483" y="2125348"/>
                    <a:ext cx="11074" cy="844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3" name="Straight Connector 512">
                    <a:extLst>
                      <a:ext uri="{FF2B5EF4-FFF2-40B4-BE49-F238E27FC236}">
                        <a16:creationId xmlns:a16="http://schemas.microsoft.com/office/drawing/2014/main" id="{D4E08FBE-FE42-7B4C-97A2-F97C8FF1F042}"/>
                      </a:ext>
                    </a:extLst>
                  </p:cNvPr>
                  <p:cNvCxnSpPr/>
                  <p:nvPr/>
                </p:nvCxnSpPr>
                <p:spPr>
                  <a:xfrm>
                    <a:off x="6875678" y="2303933"/>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4" name="Straight Connector 513">
                    <a:extLst>
                      <a:ext uri="{FF2B5EF4-FFF2-40B4-BE49-F238E27FC236}">
                        <a16:creationId xmlns:a16="http://schemas.microsoft.com/office/drawing/2014/main" id="{CB6854B6-C7A3-F443-BAA3-D5B2FCFC6C65}"/>
                      </a:ext>
                    </a:extLst>
                  </p:cNvPr>
                  <p:cNvCxnSpPr/>
                  <p:nvPr/>
                </p:nvCxnSpPr>
                <p:spPr>
                  <a:xfrm>
                    <a:off x="6871985" y="2368160"/>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5" name="Straight Connector 514">
                    <a:extLst>
                      <a:ext uri="{FF2B5EF4-FFF2-40B4-BE49-F238E27FC236}">
                        <a16:creationId xmlns:a16="http://schemas.microsoft.com/office/drawing/2014/main" id="{6D370878-EB94-234D-AAAA-EF6A9BF241FE}"/>
                      </a:ext>
                    </a:extLst>
                  </p:cNvPr>
                  <p:cNvCxnSpPr/>
                  <p:nvPr/>
                </p:nvCxnSpPr>
                <p:spPr>
                  <a:xfrm>
                    <a:off x="6871985" y="2444920"/>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6" name="Straight Connector 515">
                    <a:extLst>
                      <a:ext uri="{FF2B5EF4-FFF2-40B4-BE49-F238E27FC236}">
                        <a16:creationId xmlns:a16="http://schemas.microsoft.com/office/drawing/2014/main" id="{74FF0694-BAB8-9745-AEA4-261FDE2E1E5E}"/>
                      </a:ext>
                    </a:extLst>
                  </p:cNvPr>
                  <p:cNvCxnSpPr/>
                  <p:nvPr/>
                </p:nvCxnSpPr>
                <p:spPr>
                  <a:xfrm>
                    <a:off x="6868295" y="2509148"/>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7" name="Straight Connector 516">
                    <a:extLst>
                      <a:ext uri="{FF2B5EF4-FFF2-40B4-BE49-F238E27FC236}">
                        <a16:creationId xmlns:a16="http://schemas.microsoft.com/office/drawing/2014/main" id="{EDA1C231-5EAC-A043-BEF8-422CBCEBA378}"/>
                      </a:ext>
                    </a:extLst>
                  </p:cNvPr>
                  <p:cNvCxnSpPr/>
                  <p:nvPr/>
                </p:nvCxnSpPr>
                <p:spPr>
                  <a:xfrm>
                    <a:off x="6864603" y="2570243"/>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8" name="Straight Connector 517">
                    <a:extLst>
                      <a:ext uri="{FF2B5EF4-FFF2-40B4-BE49-F238E27FC236}">
                        <a16:creationId xmlns:a16="http://schemas.microsoft.com/office/drawing/2014/main" id="{5501AABD-D6A8-3B48-8860-3709A6FCF548}"/>
                      </a:ext>
                    </a:extLst>
                  </p:cNvPr>
                  <p:cNvCxnSpPr/>
                  <p:nvPr/>
                </p:nvCxnSpPr>
                <p:spPr>
                  <a:xfrm>
                    <a:off x="6864603" y="2637603"/>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19" name="Straight Connector 518">
                    <a:extLst>
                      <a:ext uri="{FF2B5EF4-FFF2-40B4-BE49-F238E27FC236}">
                        <a16:creationId xmlns:a16="http://schemas.microsoft.com/office/drawing/2014/main" id="{05E28E2A-A315-B642-B577-B108DCC1BE76}"/>
                      </a:ext>
                    </a:extLst>
                  </p:cNvPr>
                  <p:cNvCxnSpPr/>
                  <p:nvPr/>
                </p:nvCxnSpPr>
                <p:spPr>
                  <a:xfrm>
                    <a:off x="6860913" y="2706531"/>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0" name="Straight Connector 519">
                    <a:extLst>
                      <a:ext uri="{FF2B5EF4-FFF2-40B4-BE49-F238E27FC236}">
                        <a16:creationId xmlns:a16="http://schemas.microsoft.com/office/drawing/2014/main" id="{9FFD7151-B21C-A34E-AFF9-0FDFE30535BF}"/>
                      </a:ext>
                    </a:extLst>
                  </p:cNvPr>
                  <p:cNvCxnSpPr/>
                  <p:nvPr/>
                </p:nvCxnSpPr>
                <p:spPr>
                  <a:xfrm>
                    <a:off x="6868295" y="2775458"/>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1" name="Straight Connector 520">
                    <a:extLst>
                      <a:ext uri="{FF2B5EF4-FFF2-40B4-BE49-F238E27FC236}">
                        <a16:creationId xmlns:a16="http://schemas.microsoft.com/office/drawing/2014/main" id="{A0381427-6430-6943-AF33-191F38BE91FC}"/>
                      </a:ext>
                    </a:extLst>
                  </p:cNvPr>
                  <p:cNvCxnSpPr/>
                  <p:nvPr/>
                </p:nvCxnSpPr>
                <p:spPr>
                  <a:xfrm>
                    <a:off x="6871985" y="2842820"/>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2" name="Straight Connector 521">
                    <a:extLst>
                      <a:ext uri="{FF2B5EF4-FFF2-40B4-BE49-F238E27FC236}">
                        <a16:creationId xmlns:a16="http://schemas.microsoft.com/office/drawing/2014/main" id="{1522E464-4AE0-DC45-A10C-5CB3452E1C4B}"/>
                      </a:ext>
                    </a:extLst>
                  </p:cNvPr>
                  <p:cNvCxnSpPr/>
                  <p:nvPr/>
                </p:nvCxnSpPr>
                <p:spPr>
                  <a:xfrm>
                    <a:off x="6871985" y="2911747"/>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3" name="Straight Connector 522">
                    <a:extLst>
                      <a:ext uri="{FF2B5EF4-FFF2-40B4-BE49-F238E27FC236}">
                        <a16:creationId xmlns:a16="http://schemas.microsoft.com/office/drawing/2014/main" id="{7E020B5D-F101-D04F-A00E-56B7A5D959CE}"/>
                      </a:ext>
                    </a:extLst>
                  </p:cNvPr>
                  <p:cNvCxnSpPr/>
                  <p:nvPr/>
                </p:nvCxnSpPr>
                <p:spPr>
                  <a:xfrm>
                    <a:off x="6875678" y="2975974"/>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524" name="Straight Connector 523">
                    <a:extLst>
                      <a:ext uri="{FF2B5EF4-FFF2-40B4-BE49-F238E27FC236}">
                        <a16:creationId xmlns:a16="http://schemas.microsoft.com/office/drawing/2014/main" id="{3982C4C1-E98C-F449-B433-B74B77929629}"/>
                      </a:ext>
                    </a:extLst>
                  </p:cNvPr>
                  <p:cNvCxnSpPr/>
                  <p:nvPr/>
                </p:nvCxnSpPr>
                <p:spPr>
                  <a:xfrm flipH="1">
                    <a:off x="6875678" y="2131614"/>
                    <a:ext cx="13657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30171" name="Group 638">
                <a:extLst>
                  <a:ext uri="{FF2B5EF4-FFF2-40B4-BE49-F238E27FC236}">
                    <a16:creationId xmlns:a16="http://schemas.microsoft.com/office/drawing/2014/main" id="{E9746127-F5FA-F84B-AD0F-CF57F5382950}"/>
                  </a:ext>
                </a:extLst>
              </p:cNvPr>
              <p:cNvGrpSpPr>
                <a:grpSpLocks/>
              </p:cNvGrpSpPr>
              <p:nvPr/>
            </p:nvGrpSpPr>
            <p:grpSpPr bwMode="auto">
              <a:xfrm>
                <a:off x="1301655" y="4876798"/>
                <a:ext cx="331695" cy="1030941"/>
                <a:chOff x="6240352" y="2055335"/>
                <a:chExt cx="771307" cy="1017716"/>
              </a:xfrm>
            </p:grpSpPr>
            <p:grpSp>
              <p:nvGrpSpPr>
                <p:cNvPr id="230290" name="Group 639">
                  <a:extLst>
                    <a:ext uri="{FF2B5EF4-FFF2-40B4-BE49-F238E27FC236}">
                      <a16:creationId xmlns:a16="http://schemas.microsoft.com/office/drawing/2014/main" id="{A0DB89FE-1D94-E34B-9068-E4782C4D4CBA}"/>
                    </a:ext>
                  </a:extLst>
                </p:cNvPr>
                <p:cNvGrpSpPr>
                  <a:grpSpLocks/>
                </p:cNvGrpSpPr>
                <p:nvPr/>
              </p:nvGrpSpPr>
              <p:grpSpPr bwMode="auto">
                <a:xfrm>
                  <a:off x="6240352" y="2235573"/>
                  <a:ext cx="697981" cy="837478"/>
                  <a:chOff x="6395998" y="3062424"/>
                  <a:chExt cx="564403" cy="837478"/>
                </a:xfrm>
              </p:grpSpPr>
              <p:sp>
                <p:nvSpPr>
                  <p:cNvPr id="661" name="Rectangle 660">
                    <a:extLst>
                      <a:ext uri="{FF2B5EF4-FFF2-40B4-BE49-F238E27FC236}">
                        <a16:creationId xmlns:a16="http://schemas.microsoft.com/office/drawing/2014/main" id="{B2504501-361C-C243-AF55-286D40454467}"/>
                      </a:ext>
                    </a:extLst>
                  </p:cNvPr>
                  <p:cNvSpPr/>
                  <p:nvPr/>
                </p:nvSpPr>
                <p:spPr>
                  <a:xfrm>
                    <a:off x="6510235" y="3061859"/>
                    <a:ext cx="447707" cy="74253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662" name="Straight Connector 661">
                    <a:extLst>
                      <a:ext uri="{FF2B5EF4-FFF2-40B4-BE49-F238E27FC236}">
                        <a16:creationId xmlns:a16="http://schemas.microsoft.com/office/drawing/2014/main" id="{C42DA529-F060-954C-899F-18B6E57D722E}"/>
                      </a:ext>
                    </a:extLst>
                  </p:cNvPr>
                  <p:cNvCxnSpPr/>
                  <p:nvPr/>
                </p:nvCxnSpPr>
                <p:spPr>
                  <a:xfrm flipV="1">
                    <a:off x="6847508" y="3061859"/>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63" name="Rectangle 662">
                    <a:extLst>
                      <a:ext uri="{FF2B5EF4-FFF2-40B4-BE49-F238E27FC236}">
                        <a16:creationId xmlns:a16="http://schemas.microsoft.com/office/drawing/2014/main" id="{B16505FA-81BE-7D4E-AE22-FA65B3EB3281}"/>
                      </a:ext>
                    </a:extLst>
                  </p:cNvPr>
                  <p:cNvSpPr/>
                  <p:nvPr/>
                </p:nvSpPr>
                <p:spPr>
                  <a:xfrm>
                    <a:off x="6477404" y="3071258"/>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664" name="Straight Connector 663">
                    <a:extLst>
                      <a:ext uri="{FF2B5EF4-FFF2-40B4-BE49-F238E27FC236}">
                        <a16:creationId xmlns:a16="http://schemas.microsoft.com/office/drawing/2014/main" id="{461070BC-EFFC-BB46-8EFA-64E6342DA8B7}"/>
                      </a:ext>
                    </a:extLst>
                  </p:cNvPr>
                  <p:cNvCxnSpPr/>
                  <p:nvPr/>
                </p:nvCxnSpPr>
                <p:spPr>
                  <a:xfrm flipV="1">
                    <a:off x="6396816" y="3061859"/>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665" name="Rectangle 664">
                    <a:extLst>
                      <a:ext uri="{FF2B5EF4-FFF2-40B4-BE49-F238E27FC236}">
                        <a16:creationId xmlns:a16="http://schemas.microsoft.com/office/drawing/2014/main" id="{C146CFA7-B231-A640-929D-D6018D9D75B1}"/>
                      </a:ext>
                    </a:extLst>
                  </p:cNvPr>
                  <p:cNvSpPr/>
                  <p:nvPr/>
                </p:nvSpPr>
                <p:spPr>
                  <a:xfrm>
                    <a:off x="6817661" y="3702569"/>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666" name="Rectangle 665">
                    <a:extLst>
                      <a:ext uri="{FF2B5EF4-FFF2-40B4-BE49-F238E27FC236}">
                        <a16:creationId xmlns:a16="http://schemas.microsoft.com/office/drawing/2014/main" id="{D7726435-B58D-DA4A-833B-BE3872F151EF}"/>
                      </a:ext>
                    </a:extLst>
                  </p:cNvPr>
                  <p:cNvSpPr/>
                  <p:nvPr/>
                </p:nvSpPr>
                <p:spPr>
                  <a:xfrm>
                    <a:off x="6405771" y="3157416"/>
                    <a:ext cx="444721" cy="74253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667" name="Straight Connector 666">
                    <a:extLst>
                      <a:ext uri="{FF2B5EF4-FFF2-40B4-BE49-F238E27FC236}">
                        <a16:creationId xmlns:a16="http://schemas.microsoft.com/office/drawing/2014/main" id="{D9EA2F8D-0FDF-934D-B220-AE6627685A66}"/>
                      </a:ext>
                    </a:extLst>
                  </p:cNvPr>
                  <p:cNvCxnSpPr/>
                  <p:nvPr/>
                </p:nvCxnSpPr>
                <p:spPr>
                  <a:xfrm flipV="1">
                    <a:off x="6847508" y="3804394"/>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0318" name="Group 667">
                    <a:extLst>
                      <a:ext uri="{FF2B5EF4-FFF2-40B4-BE49-F238E27FC236}">
                        <a16:creationId xmlns:a16="http://schemas.microsoft.com/office/drawing/2014/main" id="{E9DEBE4A-5782-BF41-9BA2-21C72DC55439}"/>
                      </a:ext>
                    </a:extLst>
                  </p:cNvPr>
                  <p:cNvGrpSpPr>
                    <a:grpSpLocks/>
                  </p:cNvGrpSpPr>
                  <p:nvPr/>
                </p:nvGrpSpPr>
                <p:grpSpPr bwMode="auto">
                  <a:xfrm>
                    <a:off x="6400318" y="3137421"/>
                    <a:ext cx="559121" cy="92788"/>
                    <a:chOff x="6582044" y="2846082"/>
                    <a:chExt cx="559121" cy="92788"/>
                  </a:xfrm>
                </p:grpSpPr>
                <p:cxnSp>
                  <p:nvCxnSpPr>
                    <p:cNvPr id="696" name="Straight Connector 695">
                      <a:extLst>
                        <a:ext uri="{FF2B5EF4-FFF2-40B4-BE49-F238E27FC236}">
                          <a16:creationId xmlns:a16="http://schemas.microsoft.com/office/drawing/2014/main" id="{21207BA9-0E8F-B64C-9AFE-FE9CD96C57F8}"/>
                        </a:ext>
                      </a:extLst>
                    </p:cNvPr>
                    <p:cNvCxnSpPr/>
                    <p:nvPr/>
                  </p:nvCxnSpPr>
                  <p:spPr>
                    <a:xfrm flipV="1">
                      <a:off x="7029233" y="2845713"/>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7" name="Straight Connector 696">
                      <a:extLst>
                        <a:ext uri="{FF2B5EF4-FFF2-40B4-BE49-F238E27FC236}">
                          <a16:creationId xmlns:a16="http://schemas.microsoft.com/office/drawing/2014/main" id="{B3E49478-2C6F-CD40-8B23-EE3B04CF74A9}"/>
                        </a:ext>
                      </a:extLst>
                    </p:cNvPr>
                    <p:cNvCxnSpPr/>
                    <p:nvPr/>
                  </p:nvCxnSpPr>
                  <p:spPr>
                    <a:xfrm flipV="1">
                      <a:off x="6581527" y="2938138"/>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319" name="Group 668">
                    <a:extLst>
                      <a:ext uri="{FF2B5EF4-FFF2-40B4-BE49-F238E27FC236}">
                        <a16:creationId xmlns:a16="http://schemas.microsoft.com/office/drawing/2014/main" id="{4D373736-A5AD-3847-9582-2001414134B8}"/>
                      </a:ext>
                    </a:extLst>
                  </p:cNvPr>
                  <p:cNvGrpSpPr>
                    <a:grpSpLocks/>
                  </p:cNvGrpSpPr>
                  <p:nvPr/>
                </p:nvGrpSpPr>
                <p:grpSpPr bwMode="auto">
                  <a:xfrm>
                    <a:off x="6399838" y="3203285"/>
                    <a:ext cx="559121" cy="92788"/>
                    <a:chOff x="6582044" y="2846082"/>
                    <a:chExt cx="559121" cy="92788"/>
                  </a:xfrm>
                </p:grpSpPr>
                <p:cxnSp>
                  <p:nvCxnSpPr>
                    <p:cNvPr id="694" name="Straight Connector 693">
                      <a:extLst>
                        <a:ext uri="{FF2B5EF4-FFF2-40B4-BE49-F238E27FC236}">
                          <a16:creationId xmlns:a16="http://schemas.microsoft.com/office/drawing/2014/main" id="{14CEC091-F22B-444A-B4DC-0C6C7908E968}"/>
                        </a:ext>
                      </a:extLst>
                    </p:cNvPr>
                    <p:cNvCxnSpPr/>
                    <p:nvPr/>
                  </p:nvCxnSpPr>
                  <p:spPr>
                    <a:xfrm flipV="1">
                      <a:off x="7056576" y="2845644"/>
                      <a:ext cx="113419" cy="877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5" name="Straight Connector 694">
                      <a:extLst>
                        <a:ext uri="{FF2B5EF4-FFF2-40B4-BE49-F238E27FC236}">
                          <a16:creationId xmlns:a16="http://schemas.microsoft.com/office/drawing/2014/main" id="{A51833B6-27B8-C44D-B63F-CB1E8DCBC48E}"/>
                        </a:ext>
                      </a:extLst>
                    </p:cNvPr>
                    <p:cNvCxnSpPr/>
                    <p:nvPr/>
                  </p:nvCxnSpPr>
                  <p:spPr>
                    <a:xfrm flipV="1">
                      <a:off x="6582008" y="2933370"/>
                      <a:ext cx="4805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320" name="Group 669">
                    <a:extLst>
                      <a:ext uri="{FF2B5EF4-FFF2-40B4-BE49-F238E27FC236}">
                        <a16:creationId xmlns:a16="http://schemas.microsoft.com/office/drawing/2014/main" id="{9EB0ECDF-F563-AA4B-8153-4EC6D201B3EE}"/>
                      </a:ext>
                    </a:extLst>
                  </p:cNvPr>
                  <p:cNvGrpSpPr>
                    <a:grpSpLocks/>
                  </p:cNvGrpSpPr>
                  <p:nvPr/>
                </p:nvGrpSpPr>
                <p:grpSpPr bwMode="auto">
                  <a:xfrm>
                    <a:off x="6399358" y="3269149"/>
                    <a:ext cx="559121" cy="92788"/>
                    <a:chOff x="6582044" y="2846082"/>
                    <a:chExt cx="559121" cy="92788"/>
                  </a:xfrm>
                </p:grpSpPr>
                <p:cxnSp>
                  <p:nvCxnSpPr>
                    <p:cNvPr id="692" name="Straight Connector 691">
                      <a:extLst>
                        <a:ext uri="{FF2B5EF4-FFF2-40B4-BE49-F238E27FC236}">
                          <a16:creationId xmlns:a16="http://schemas.microsoft.com/office/drawing/2014/main" id="{BF7C7AAB-1A51-A54F-9FEC-70F8F81C93C6}"/>
                        </a:ext>
                      </a:extLst>
                    </p:cNvPr>
                    <p:cNvCxnSpPr/>
                    <p:nvPr/>
                  </p:nvCxnSpPr>
                  <p:spPr>
                    <a:xfrm flipV="1">
                      <a:off x="7027208" y="2845574"/>
                      <a:ext cx="113419"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3" name="Straight Connector 692">
                      <a:extLst>
                        <a:ext uri="{FF2B5EF4-FFF2-40B4-BE49-F238E27FC236}">
                          <a16:creationId xmlns:a16="http://schemas.microsoft.com/office/drawing/2014/main" id="{240F6A6C-A779-7841-9F26-263DA3F56E0D}"/>
                        </a:ext>
                      </a:extLst>
                    </p:cNvPr>
                    <p:cNvCxnSpPr/>
                    <p:nvPr/>
                  </p:nvCxnSpPr>
                  <p:spPr>
                    <a:xfrm flipV="1">
                      <a:off x="6582488" y="2923900"/>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321" name="Group 670">
                    <a:extLst>
                      <a:ext uri="{FF2B5EF4-FFF2-40B4-BE49-F238E27FC236}">
                        <a16:creationId xmlns:a16="http://schemas.microsoft.com/office/drawing/2014/main" id="{0A17ECA8-1551-2B41-9080-AECCEB951735}"/>
                      </a:ext>
                    </a:extLst>
                  </p:cNvPr>
                  <p:cNvGrpSpPr>
                    <a:grpSpLocks/>
                  </p:cNvGrpSpPr>
                  <p:nvPr/>
                </p:nvGrpSpPr>
                <p:grpSpPr bwMode="auto">
                  <a:xfrm>
                    <a:off x="6398878" y="3335013"/>
                    <a:ext cx="559121" cy="92788"/>
                    <a:chOff x="6582044" y="2846082"/>
                    <a:chExt cx="559121" cy="92788"/>
                  </a:xfrm>
                </p:grpSpPr>
                <p:cxnSp>
                  <p:nvCxnSpPr>
                    <p:cNvPr id="690" name="Straight Connector 689">
                      <a:extLst>
                        <a:ext uri="{FF2B5EF4-FFF2-40B4-BE49-F238E27FC236}">
                          <a16:creationId xmlns:a16="http://schemas.microsoft.com/office/drawing/2014/main" id="{30E4DA44-989C-8144-9219-7ECF9AAF414E}"/>
                        </a:ext>
                      </a:extLst>
                    </p:cNvPr>
                    <p:cNvCxnSpPr/>
                    <p:nvPr/>
                  </p:nvCxnSpPr>
                  <p:spPr>
                    <a:xfrm flipV="1">
                      <a:off x="7027688" y="2845504"/>
                      <a:ext cx="113419"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91" name="Straight Connector 690">
                      <a:extLst>
                        <a:ext uri="{FF2B5EF4-FFF2-40B4-BE49-F238E27FC236}">
                          <a16:creationId xmlns:a16="http://schemas.microsoft.com/office/drawing/2014/main" id="{63C8DF43-43CB-3E4D-AA28-FD5BF178AC89}"/>
                        </a:ext>
                      </a:extLst>
                    </p:cNvPr>
                    <p:cNvCxnSpPr/>
                    <p:nvPr/>
                  </p:nvCxnSpPr>
                  <p:spPr>
                    <a:xfrm flipV="1">
                      <a:off x="6582967" y="2923830"/>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322" name="Group 671">
                    <a:extLst>
                      <a:ext uri="{FF2B5EF4-FFF2-40B4-BE49-F238E27FC236}">
                        <a16:creationId xmlns:a16="http://schemas.microsoft.com/office/drawing/2014/main" id="{D2C35F3C-2492-8941-9324-D259386CB565}"/>
                      </a:ext>
                    </a:extLst>
                  </p:cNvPr>
                  <p:cNvGrpSpPr>
                    <a:grpSpLocks/>
                  </p:cNvGrpSpPr>
                  <p:nvPr/>
                </p:nvGrpSpPr>
                <p:grpSpPr bwMode="auto">
                  <a:xfrm>
                    <a:off x="6398398" y="3400877"/>
                    <a:ext cx="559121" cy="92788"/>
                    <a:chOff x="6582044" y="2846082"/>
                    <a:chExt cx="559121" cy="92788"/>
                  </a:xfrm>
                </p:grpSpPr>
                <p:cxnSp>
                  <p:nvCxnSpPr>
                    <p:cNvPr id="688" name="Straight Connector 687">
                      <a:extLst>
                        <a:ext uri="{FF2B5EF4-FFF2-40B4-BE49-F238E27FC236}">
                          <a16:creationId xmlns:a16="http://schemas.microsoft.com/office/drawing/2014/main" id="{5FD25E8A-84F5-5B46-A8D8-CC042D1FE5B2}"/>
                        </a:ext>
                      </a:extLst>
                    </p:cNvPr>
                    <p:cNvCxnSpPr/>
                    <p:nvPr/>
                  </p:nvCxnSpPr>
                  <p:spPr>
                    <a:xfrm flipV="1">
                      <a:off x="7028167" y="2845435"/>
                      <a:ext cx="113419"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9" name="Straight Connector 688">
                      <a:extLst>
                        <a:ext uri="{FF2B5EF4-FFF2-40B4-BE49-F238E27FC236}">
                          <a16:creationId xmlns:a16="http://schemas.microsoft.com/office/drawing/2014/main" id="{040E5122-8B26-0C45-A6E4-2D6F59287269}"/>
                        </a:ext>
                      </a:extLst>
                    </p:cNvPr>
                    <p:cNvCxnSpPr/>
                    <p:nvPr/>
                  </p:nvCxnSpPr>
                  <p:spPr>
                    <a:xfrm flipV="1">
                      <a:off x="6583447" y="2923761"/>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323" name="Group 672">
                    <a:extLst>
                      <a:ext uri="{FF2B5EF4-FFF2-40B4-BE49-F238E27FC236}">
                        <a16:creationId xmlns:a16="http://schemas.microsoft.com/office/drawing/2014/main" id="{DC3F8224-C8FC-8F4B-8BE0-CEAA44090EC3}"/>
                      </a:ext>
                    </a:extLst>
                  </p:cNvPr>
                  <p:cNvGrpSpPr>
                    <a:grpSpLocks/>
                  </p:cNvGrpSpPr>
                  <p:nvPr/>
                </p:nvGrpSpPr>
                <p:grpSpPr bwMode="auto">
                  <a:xfrm>
                    <a:off x="6397918" y="3466741"/>
                    <a:ext cx="559121" cy="92788"/>
                    <a:chOff x="6582044" y="2846082"/>
                    <a:chExt cx="559121" cy="92788"/>
                  </a:xfrm>
                </p:grpSpPr>
                <p:cxnSp>
                  <p:nvCxnSpPr>
                    <p:cNvPr id="686" name="Straight Connector 685">
                      <a:extLst>
                        <a:ext uri="{FF2B5EF4-FFF2-40B4-BE49-F238E27FC236}">
                          <a16:creationId xmlns:a16="http://schemas.microsoft.com/office/drawing/2014/main" id="{3CA50C0A-DAED-DD4F-AEF3-201595A441B8}"/>
                        </a:ext>
                      </a:extLst>
                    </p:cNvPr>
                    <p:cNvCxnSpPr/>
                    <p:nvPr/>
                  </p:nvCxnSpPr>
                  <p:spPr>
                    <a:xfrm flipV="1">
                      <a:off x="7028649" y="2845365"/>
                      <a:ext cx="113419" cy="939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7" name="Straight Connector 686">
                      <a:extLst>
                        <a:ext uri="{FF2B5EF4-FFF2-40B4-BE49-F238E27FC236}">
                          <a16:creationId xmlns:a16="http://schemas.microsoft.com/office/drawing/2014/main" id="{A1DDCDC2-8D3D-5B4C-96D5-6308164617EA}"/>
                        </a:ext>
                      </a:extLst>
                    </p:cNvPr>
                    <p:cNvCxnSpPr/>
                    <p:nvPr/>
                  </p:nvCxnSpPr>
                  <p:spPr>
                    <a:xfrm flipV="1">
                      <a:off x="6610789" y="2939356"/>
                      <a:ext cx="42382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324" name="Group 673">
                    <a:extLst>
                      <a:ext uri="{FF2B5EF4-FFF2-40B4-BE49-F238E27FC236}">
                        <a16:creationId xmlns:a16="http://schemas.microsoft.com/office/drawing/2014/main" id="{DB7C2CFE-8441-6A42-806C-A3E4BECF0145}"/>
                      </a:ext>
                    </a:extLst>
                  </p:cNvPr>
                  <p:cNvGrpSpPr>
                    <a:grpSpLocks/>
                  </p:cNvGrpSpPr>
                  <p:nvPr/>
                </p:nvGrpSpPr>
                <p:grpSpPr bwMode="auto">
                  <a:xfrm>
                    <a:off x="6397438" y="3532605"/>
                    <a:ext cx="559121" cy="92788"/>
                    <a:chOff x="6582044" y="2846082"/>
                    <a:chExt cx="559121" cy="92788"/>
                  </a:xfrm>
                </p:grpSpPr>
                <p:cxnSp>
                  <p:nvCxnSpPr>
                    <p:cNvPr id="684" name="Straight Connector 683">
                      <a:extLst>
                        <a:ext uri="{FF2B5EF4-FFF2-40B4-BE49-F238E27FC236}">
                          <a16:creationId xmlns:a16="http://schemas.microsoft.com/office/drawing/2014/main" id="{C07E64CB-BCF8-384D-BEBC-38FBB556937F}"/>
                        </a:ext>
                      </a:extLst>
                    </p:cNvPr>
                    <p:cNvCxnSpPr/>
                    <p:nvPr/>
                  </p:nvCxnSpPr>
                  <p:spPr>
                    <a:xfrm flipV="1">
                      <a:off x="7029128" y="2831195"/>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5" name="Straight Connector 684">
                      <a:extLst>
                        <a:ext uri="{FF2B5EF4-FFF2-40B4-BE49-F238E27FC236}">
                          <a16:creationId xmlns:a16="http://schemas.microsoft.com/office/drawing/2014/main" id="{B8A25DB4-35EF-8641-8750-C3CE1EA6EF3A}"/>
                        </a:ext>
                      </a:extLst>
                    </p:cNvPr>
                    <p:cNvCxnSpPr/>
                    <p:nvPr/>
                  </p:nvCxnSpPr>
                  <p:spPr>
                    <a:xfrm flipV="1">
                      <a:off x="6581422" y="2939286"/>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325" name="Group 674">
                    <a:extLst>
                      <a:ext uri="{FF2B5EF4-FFF2-40B4-BE49-F238E27FC236}">
                        <a16:creationId xmlns:a16="http://schemas.microsoft.com/office/drawing/2014/main" id="{93707E5C-C01A-5E47-8981-354C2532AC98}"/>
                      </a:ext>
                    </a:extLst>
                  </p:cNvPr>
                  <p:cNvGrpSpPr>
                    <a:grpSpLocks/>
                  </p:cNvGrpSpPr>
                  <p:nvPr/>
                </p:nvGrpSpPr>
                <p:grpSpPr bwMode="auto">
                  <a:xfrm>
                    <a:off x="6396958" y="3598469"/>
                    <a:ext cx="559121" cy="92788"/>
                    <a:chOff x="6582044" y="2846082"/>
                    <a:chExt cx="559121" cy="92788"/>
                  </a:xfrm>
                </p:grpSpPr>
                <p:cxnSp>
                  <p:nvCxnSpPr>
                    <p:cNvPr id="682" name="Straight Connector 681">
                      <a:extLst>
                        <a:ext uri="{FF2B5EF4-FFF2-40B4-BE49-F238E27FC236}">
                          <a16:creationId xmlns:a16="http://schemas.microsoft.com/office/drawing/2014/main" id="{3794723F-42D3-1F40-A84A-003F158CA0E4}"/>
                        </a:ext>
                      </a:extLst>
                    </p:cNvPr>
                    <p:cNvCxnSpPr/>
                    <p:nvPr/>
                  </p:nvCxnSpPr>
                  <p:spPr>
                    <a:xfrm flipV="1">
                      <a:off x="7029607" y="2831126"/>
                      <a:ext cx="140282"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3" name="Straight Connector 682">
                      <a:extLst>
                        <a:ext uri="{FF2B5EF4-FFF2-40B4-BE49-F238E27FC236}">
                          <a16:creationId xmlns:a16="http://schemas.microsoft.com/office/drawing/2014/main" id="{D2724F59-C9CA-3046-9F09-C36073A35E78}"/>
                        </a:ext>
                      </a:extLst>
                    </p:cNvPr>
                    <p:cNvCxnSpPr/>
                    <p:nvPr/>
                  </p:nvCxnSpPr>
                  <p:spPr>
                    <a:xfrm flipV="1">
                      <a:off x="6581901" y="2939217"/>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326" name="Group 675">
                    <a:extLst>
                      <a:ext uri="{FF2B5EF4-FFF2-40B4-BE49-F238E27FC236}">
                        <a16:creationId xmlns:a16="http://schemas.microsoft.com/office/drawing/2014/main" id="{E24CD494-D1F3-6B4D-BF37-B55BAEFBC828}"/>
                      </a:ext>
                    </a:extLst>
                  </p:cNvPr>
                  <p:cNvGrpSpPr>
                    <a:grpSpLocks/>
                  </p:cNvGrpSpPr>
                  <p:nvPr/>
                </p:nvGrpSpPr>
                <p:grpSpPr bwMode="auto">
                  <a:xfrm>
                    <a:off x="6396478" y="3664333"/>
                    <a:ext cx="559121" cy="92788"/>
                    <a:chOff x="6582044" y="2846082"/>
                    <a:chExt cx="559121" cy="92788"/>
                  </a:xfrm>
                </p:grpSpPr>
                <p:cxnSp>
                  <p:nvCxnSpPr>
                    <p:cNvPr id="680" name="Straight Connector 679">
                      <a:extLst>
                        <a:ext uri="{FF2B5EF4-FFF2-40B4-BE49-F238E27FC236}">
                          <a16:creationId xmlns:a16="http://schemas.microsoft.com/office/drawing/2014/main" id="{C3EA812E-2BAE-6C42-82D1-189CA36F0668}"/>
                        </a:ext>
                      </a:extLst>
                    </p:cNvPr>
                    <p:cNvCxnSpPr/>
                    <p:nvPr/>
                  </p:nvCxnSpPr>
                  <p:spPr>
                    <a:xfrm flipV="1">
                      <a:off x="7027105" y="2846721"/>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81" name="Straight Connector 680">
                      <a:extLst>
                        <a:ext uri="{FF2B5EF4-FFF2-40B4-BE49-F238E27FC236}">
                          <a16:creationId xmlns:a16="http://schemas.microsoft.com/office/drawing/2014/main" id="{87671903-3242-CD41-A101-F821D4B30DDB}"/>
                        </a:ext>
                      </a:extLst>
                    </p:cNvPr>
                    <p:cNvCxnSpPr/>
                    <p:nvPr/>
                  </p:nvCxnSpPr>
                  <p:spPr>
                    <a:xfrm flipV="1">
                      <a:off x="6582382" y="2939147"/>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327" name="Group 676">
                    <a:extLst>
                      <a:ext uri="{FF2B5EF4-FFF2-40B4-BE49-F238E27FC236}">
                        <a16:creationId xmlns:a16="http://schemas.microsoft.com/office/drawing/2014/main" id="{548D5E5E-5FC1-8943-8A2B-D70D9E41B02D}"/>
                      </a:ext>
                    </a:extLst>
                  </p:cNvPr>
                  <p:cNvGrpSpPr>
                    <a:grpSpLocks/>
                  </p:cNvGrpSpPr>
                  <p:nvPr/>
                </p:nvGrpSpPr>
                <p:grpSpPr bwMode="auto">
                  <a:xfrm>
                    <a:off x="6395998" y="3730197"/>
                    <a:ext cx="559121" cy="92788"/>
                    <a:chOff x="6582044" y="2846082"/>
                    <a:chExt cx="559121" cy="92788"/>
                  </a:xfrm>
                </p:grpSpPr>
                <p:cxnSp>
                  <p:nvCxnSpPr>
                    <p:cNvPr id="678" name="Straight Connector 677">
                      <a:extLst>
                        <a:ext uri="{FF2B5EF4-FFF2-40B4-BE49-F238E27FC236}">
                          <a16:creationId xmlns:a16="http://schemas.microsoft.com/office/drawing/2014/main" id="{86C530D8-5C3F-1540-8A81-36C76735E32F}"/>
                        </a:ext>
                      </a:extLst>
                    </p:cNvPr>
                    <p:cNvCxnSpPr/>
                    <p:nvPr/>
                  </p:nvCxnSpPr>
                  <p:spPr>
                    <a:xfrm flipV="1">
                      <a:off x="7027584" y="2846652"/>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79" name="Straight Connector 678">
                      <a:extLst>
                        <a:ext uri="{FF2B5EF4-FFF2-40B4-BE49-F238E27FC236}">
                          <a16:creationId xmlns:a16="http://schemas.microsoft.com/office/drawing/2014/main" id="{6C35C09D-B67D-8F43-84A6-4E1C65963A32}"/>
                        </a:ext>
                      </a:extLst>
                    </p:cNvPr>
                    <p:cNvCxnSpPr/>
                    <p:nvPr/>
                  </p:nvCxnSpPr>
                  <p:spPr>
                    <a:xfrm flipV="1">
                      <a:off x="6582862" y="2939078"/>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30291" name="Group 640">
                  <a:extLst>
                    <a:ext uri="{FF2B5EF4-FFF2-40B4-BE49-F238E27FC236}">
                      <a16:creationId xmlns:a16="http://schemas.microsoft.com/office/drawing/2014/main" id="{31F2C217-3FC3-CF4D-B724-07065DF16B52}"/>
                    </a:ext>
                  </a:extLst>
                </p:cNvPr>
                <p:cNvGrpSpPr>
                  <a:grpSpLocks/>
                </p:cNvGrpSpPr>
                <p:nvPr/>
              </p:nvGrpSpPr>
              <p:grpSpPr bwMode="auto">
                <a:xfrm>
                  <a:off x="6280049" y="2055335"/>
                  <a:ext cx="731610" cy="920732"/>
                  <a:chOff x="6280049" y="2055335"/>
                  <a:chExt cx="731610" cy="920732"/>
                </a:xfrm>
              </p:grpSpPr>
              <p:grpSp>
                <p:nvGrpSpPr>
                  <p:cNvPr id="230292" name="Group 641">
                    <a:extLst>
                      <a:ext uri="{FF2B5EF4-FFF2-40B4-BE49-F238E27FC236}">
                        <a16:creationId xmlns:a16="http://schemas.microsoft.com/office/drawing/2014/main" id="{4BBC3409-BF6D-5A41-8135-0D9447282F0D}"/>
                      </a:ext>
                    </a:extLst>
                  </p:cNvPr>
                  <p:cNvGrpSpPr>
                    <a:grpSpLocks/>
                  </p:cNvGrpSpPr>
                  <p:nvPr/>
                </p:nvGrpSpPr>
                <p:grpSpPr bwMode="auto">
                  <a:xfrm>
                    <a:off x="6280049" y="2055335"/>
                    <a:ext cx="680752" cy="139401"/>
                    <a:chOff x="5414286" y="2921098"/>
                    <a:chExt cx="680752" cy="139401"/>
                  </a:xfrm>
                </p:grpSpPr>
                <p:sp>
                  <p:nvSpPr>
                    <p:cNvPr id="656" name="Rectangle 188">
                      <a:extLst>
                        <a:ext uri="{FF2B5EF4-FFF2-40B4-BE49-F238E27FC236}">
                          <a16:creationId xmlns:a16="http://schemas.microsoft.com/office/drawing/2014/main" id="{32D39BC6-971C-5D49-9D18-63DE75A4FB2A}"/>
                        </a:ext>
                      </a:extLst>
                    </p:cNvPr>
                    <p:cNvSpPr>
                      <a:spLocks noChangeArrowheads="1"/>
                    </p:cNvSpPr>
                    <p:nvPr/>
                  </p:nvSpPr>
                  <p:spPr bwMode="auto">
                    <a:xfrm>
                      <a:off x="5445733" y="2995812"/>
                      <a:ext cx="520443" cy="64228"/>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57" name="AutoShape 189">
                      <a:extLst>
                        <a:ext uri="{FF2B5EF4-FFF2-40B4-BE49-F238E27FC236}">
                          <a16:creationId xmlns:a16="http://schemas.microsoft.com/office/drawing/2014/main" id="{846D1A96-B785-E44B-A66F-600A587E52C3}"/>
                        </a:ext>
                      </a:extLst>
                    </p:cNvPr>
                    <p:cNvSpPr>
                      <a:spLocks noChangeArrowheads="1"/>
                    </p:cNvSpPr>
                    <p:nvPr/>
                  </p:nvSpPr>
                  <p:spPr bwMode="auto">
                    <a:xfrm>
                      <a:off x="5445733" y="2920618"/>
                      <a:ext cx="645941"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58" name="Freeform 190">
                      <a:extLst>
                        <a:ext uri="{FF2B5EF4-FFF2-40B4-BE49-F238E27FC236}">
                          <a16:creationId xmlns:a16="http://schemas.microsoft.com/office/drawing/2014/main" id="{E1716D63-6C39-2547-9BA2-2C46ACDF101D}"/>
                        </a:ext>
                      </a:extLst>
                    </p:cNvPr>
                    <p:cNvSpPr>
                      <a:spLocks/>
                    </p:cNvSpPr>
                    <p:nvPr/>
                  </p:nvSpPr>
                  <p:spPr bwMode="auto">
                    <a:xfrm>
                      <a:off x="5969869" y="2922185"/>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59" name="Freeform 191">
                      <a:extLst>
                        <a:ext uri="{FF2B5EF4-FFF2-40B4-BE49-F238E27FC236}">
                          <a16:creationId xmlns:a16="http://schemas.microsoft.com/office/drawing/2014/main" id="{79F479D2-B7BD-D240-B957-F9C6EE10B336}"/>
                        </a:ext>
                      </a:extLst>
                    </p:cNvPr>
                    <p:cNvSpPr>
                      <a:spLocks/>
                    </p:cNvSpPr>
                    <p:nvPr/>
                  </p:nvSpPr>
                  <p:spPr bwMode="auto">
                    <a:xfrm>
                      <a:off x="5501098" y="2936284"/>
                      <a:ext cx="524136" cy="4543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660" name="Freeform 192">
                      <a:extLst>
                        <a:ext uri="{FF2B5EF4-FFF2-40B4-BE49-F238E27FC236}">
                          <a16:creationId xmlns:a16="http://schemas.microsoft.com/office/drawing/2014/main" id="{FD4B1DCF-54BD-2740-BF83-BC3A76B9DD32}"/>
                        </a:ext>
                      </a:extLst>
                    </p:cNvPr>
                    <p:cNvSpPr>
                      <a:spLocks/>
                    </p:cNvSpPr>
                    <p:nvPr/>
                  </p:nvSpPr>
                  <p:spPr bwMode="auto">
                    <a:xfrm>
                      <a:off x="5622906" y="2933151"/>
                      <a:ext cx="302670"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643" name="Straight Connector 642">
                    <a:extLst>
                      <a:ext uri="{FF2B5EF4-FFF2-40B4-BE49-F238E27FC236}">
                        <a16:creationId xmlns:a16="http://schemas.microsoft.com/office/drawing/2014/main" id="{E3B058CB-B4C9-2B48-95C7-DBA378FEEDEA}"/>
                      </a:ext>
                    </a:extLst>
                  </p:cNvPr>
                  <p:cNvCxnSpPr/>
                  <p:nvPr/>
                </p:nvCxnSpPr>
                <p:spPr>
                  <a:xfrm flipH="1">
                    <a:off x="6998041" y="2125350"/>
                    <a:ext cx="11072" cy="844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4" name="Straight Connector 643">
                    <a:extLst>
                      <a:ext uri="{FF2B5EF4-FFF2-40B4-BE49-F238E27FC236}">
                        <a16:creationId xmlns:a16="http://schemas.microsoft.com/office/drawing/2014/main" id="{2A5002D3-04D4-134F-ABFE-0B2D54EF4B9D}"/>
                      </a:ext>
                    </a:extLst>
                  </p:cNvPr>
                  <p:cNvCxnSpPr/>
                  <p:nvPr/>
                </p:nvCxnSpPr>
                <p:spPr>
                  <a:xfrm>
                    <a:off x="6876233" y="2303934"/>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5" name="Straight Connector 644">
                    <a:extLst>
                      <a:ext uri="{FF2B5EF4-FFF2-40B4-BE49-F238E27FC236}">
                        <a16:creationId xmlns:a16="http://schemas.microsoft.com/office/drawing/2014/main" id="{A4AE1606-01E5-1847-8EAD-4A82691E1A76}"/>
                      </a:ext>
                    </a:extLst>
                  </p:cNvPr>
                  <p:cNvCxnSpPr/>
                  <p:nvPr/>
                </p:nvCxnSpPr>
                <p:spPr>
                  <a:xfrm>
                    <a:off x="6872543" y="2368162"/>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6" name="Straight Connector 645">
                    <a:extLst>
                      <a:ext uri="{FF2B5EF4-FFF2-40B4-BE49-F238E27FC236}">
                        <a16:creationId xmlns:a16="http://schemas.microsoft.com/office/drawing/2014/main" id="{3D45C056-2754-234C-97E4-15EF9CDAF600}"/>
                      </a:ext>
                    </a:extLst>
                  </p:cNvPr>
                  <p:cNvCxnSpPr/>
                  <p:nvPr/>
                </p:nvCxnSpPr>
                <p:spPr>
                  <a:xfrm>
                    <a:off x="6872543" y="2444922"/>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7" name="Straight Connector 646">
                    <a:extLst>
                      <a:ext uri="{FF2B5EF4-FFF2-40B4-BE49-F238E27FC236}">
                        <a16:creationId xmlns:a16="http://schemas.microsoft.com/office/drawing/2014/main" id="{7E505FA9-3C59-894A-B776-AA78E8BEE422}"/>
                      </a:ext>
                    </a:extLst>
                  </p:cNvPr>
                  <p:cNvCxnSpPr/>
                  <p:nvPr/>
                </p:nvCxnSpPr>
                <p:spPr>
                  <a:xfrm>
                    <a:off x="6868851" y="2509150"/>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8" name="Straight Connector 647">
                    <a:extLst>
                      <a:ext uri="{FF2B5EF4-FFF2-40B4-BE49-F238E27FC236}">
                        <a16:creationId xmlns:a16="http://schemas.microsoft.com/office/drawing/2014/main" id="{24D4821B-8EB9-E942-BD89-C9066FE4E31B}"/>
                      </a:ext>
                    </a:extLst>
                  </p:cNvPr>
                  <p:cNvCxnSpPr/>
                  <p:nvPr/>
                </p:nvCxnSpPr>
                <p:spPr>
                  <a:xfrm>
                    <a:off x="6865161" y="2570245"/>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49" name="Straight Connector 648">
                    <a:extLst>
                      <a:ext uri="{FF2B5EF4-FFF2-40B4-BE49-F238E27FC236}">
                        <a16:creationId xmlns:a16="http://schemas.microsoft.com/office/drawing/2014/main" id="{4E2FAD49-6AC4-0940-877D-C60E48772DE3}"/>
                      </a:ext>
                    </a:extLst>
                  </p:cNvPr>
                  <p:cNvCxnSpPr/>
                  <p:nvPr/>
                </p:nvCxnSpPr>
                <p:spPr>
                  <a:xfrm>
                    <a:off x="6865161" y="2637605"/>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0" name="Straight Connector 649">
                    <a:extLst>
                      <a:ext uri="{FF2B5EF4-FFF2-40B4-BE49-F238E27FC236}">
                        <a16:creationId xmlns:a16="http://schemas.microsoft.com/office/drawing/2014/main" id="{0273873A-1A71-9A4B-947E-7CD07DF6C3B0}"/>
                      </a:ext>
                    </a:extLst>
                  </p:cNvPr>
                  <p:cNvCxnSpPr/>
                  <p:nvPr/>
                </p:nvCxnSpPr>
                <p:spPr>
                  <a:xfrm>
                    <a:off x="6861469" y="2706533"/>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1" name="Straight Connector 650">
                    <a:extLst>
                      <a:ext uri="{FF2B5EF4-FFF2-40B4-BE49-F238E27FC236}">
                        <a16:creationId xmlns:a16="http://schemas.microsoft.com/office/drawing/2014/main" id="{DE4FACAA-3C18-D847-89E8-511DEB56CF20}"/>
                      </a:ext>
                    </a:extLst>
                  </p:cNvPr>
                  <p:cNvCxnSpPr/>
                  <p:nvPr/>
                </p:nvCxnSpPr>
                <p:spPr>
                  <a:xfrm>
                    <a:off x="6868851" y="2775460"/>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2" name="Straight Connector 651">
                    <a:extLst>
                      <a:ext uri="{FF2B5EF4-FFF2-40B4-BE49-F238E27FC236}">
                        <a16:creationId xmlns:a16="http://schemas.microsoft.com/office/drawing/2014/main" id="{996B2C32-062F-B744-8527-DB5BA34A753B}"/>
                      </a:ext>
                    </a:extLst>
                  </p:cNvPr>
                  <p:cNvCxnSpPr/>
                  <p:nvPr/>
                </p:nvCxnSpPr>
                <p:spPr>
                  <a:xfrm>
                    <a:off x="6872543" y="2842821"/>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3" name="Straight Connector 652">
                    <a:extLst>
                      <a:ext uri="{FF2B5EF4-FFF2-40B4-BE49-F238E27FC236}">
                        <a16:creationId xmlns:a16="http://schemas.microsoft.com/office/drawing/2014/main" id="{C657B2CD-53CA-1445-B1A9-0BD66CA46FD2}"/>
                      </a:ext>
                    </a:extLst>
                  </p:cNvPr>
                  <p:cNvCxnSpPr/>
                  <p:nvPr/>
                </p:nvCxnSpPr>
                <p:spPr>
                  <a:xfrm>
                    <a:off x="6872543" y="2911749"/>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4" name="Straight Connector 653">
                    <a:extLst>
                      <a:ext uri="{FF2B5EF4-FFF2-40B4-BE49-F238E27FC236}">
                        <a16:creationId xmlns:a16="http://schemas.microsoft.com/office/drawing/2014/main" id="{3DF818CE-9819-C340-9944-2235F2CF8105}"/>
                      </a:ext>
                    </a:extLst>
                  </p:cNvPr>
                  <p:cNvCxnSpPr/>
                  <p:nvPr/>
                </p:nvCxnSpPr>
                <p:spPr>
                  <a:xfrm>
                    <a:off x="6876233" y="2975976"/>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655" name="Straight Connector 654">
                    <a:extLst>
                      <a:ext uri="{FF2B5EF4-FFF2-40B4-BE49-F238E27FC236}">
                        <a16:creationId xmlns:a16="http://schemas.microsoft.com/office/drawing/2014/main" id="{39443ABF-3F0C-D547-BAE4-701C0A764FD6}"/>
                      </a:ext>
                    </a:extLst>
                  </p:cNvPr>
                  <p:cNvCxnSpPr/>
                  <p:nvPr/>
                </p:nvCxnSpPr>
                <p:spPr>
                  <a:xfrm flipH="1">
                    <a:off x="6876233" y="2131616"/>
                    <a:ext cx="136572"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30172" name="Group 697">
                <a:extLst>
                  <a:ext uri="{FF2B5EF4-FFF2-40B4-BE49-F238E27FC236}">
                    <a16:creationId xmlns:a16="http://schemas.microsoft.com/office/drawing/2014/main" id="{DE467867-FECB-3248-8AD6-2F062DC327AF}"/>
                  </a:ext>
                </a:extLst>
              </p:cNvPr>
              <p:cNvGrpSpPr>
                <a:grpSpLocks/>
              </p:cNvGrpSpPr>
              <p:nvPr/>
            </p:nvGrpSpPr>
            <p:grpSpPr bwMode="auto">
              <a:xfrm>
                <a:off x="1678171" y="4876798"/>
                <a:ext cx="331695" cy="1030941"/>
                <a:chOff x="6240352" y="2055335"/>
                <a:chExt cx="771307" cy="1017716"/>
              </a:xfrm>
            </p:grpSpPr>
            <p:grpSp>
              <p:nvGrpSpPr>
                <p:cNvPr id="230232" name="Group 698">
                  <a:extLst>
                    <a:ext uri="{FF2B5EF4-FFF2-40B4-BE49-F238E27FC236}">
                      <a16:creationId xmlns:a16="http://schemas.microsoft.com/office/drawing/2014/main" id="{8E31FAC6-451E-5C4F-8BA0-D5A41DDAC1AA}"/>
                    </a:ext>
                  </a:extLst>
                </p:cNvPr>
                <p:cNvGrpSpPr>
                  <a:grpSpLocks/>
                </p:cNvGrpSpPr>
                <p:nvPr/>
              </p:nvGrpSpPr>
              <p:grpSpPr bwMode="auto">
                <a:xfrm>
                  <a:off x="6240352" y="2235573"/>
                  <a:ext cx="697981" cy="837478"/>
                  <a:chOff x="6395998" y="3062424"/>
                  <a:chExt cx="564403" cy="837478"/>
                </a:xfrm>
              </p:grpSpPr>
              <p:sp>
                <p:nvSpPr>
                  <p:cNvPr id="720" name="Rectangle 719">
                    <a:extLst>
                      <a:ext uri="{FF2B5EF4-FFF2-40B4-BE49-F238E27FC236}">
                        <a16:creationId xmlns:a16="http://schemas.microsoft.com/office/drawing/2014/main" id="{20542F12-56E0-9A4F-B6FD-5B0E0FD28039}"/>
                      </a:ext>
                    </a:extLst>
                  </p:cNvPr>
                  <p:cNvSpPr/>
                  <p:nvPr/>
                </p:nvSpPr>
                <p:spPr>
                  <a:xfrm>
                    <a:off x="6509637" y="3061859"/>
                    <a:ext cx="447707" cy="74253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721" name="Straight Connector 720">
                    <a:extLst>
                      <a:ext uri="{FF2B5EF4-FFF2-40B4-BE49-F238E27FC236}">
                        <a16:creationId xmlns:a16="http://schemas.microsoft.com/office/drawing/2014/main" id="{428B2749-9492-964B-8257-66ED640BBEE9}"/>
                      </a:ext>
                    </a:extLst>
                  </p:cNvPr>
                  <p:cNvCxnSpPr/>
                  <p:nvPr/>
                </p:nvCxnSpPr>
                <p:spPr>
                  <a:xfrm flipV="1">
                    <a:off x="6846909" y="3061859"/>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22" name="Rectangle 721">
                    <a:extLst>
                      <a:ext uri="{FF2B5EF4-FFF2-40B4-BE49-F238E27FC236}">
                        <a16:creationId xmlns:a16="http://schemas.microsoft.com/office/drawing/2014/main" id="{A08A9816-57A1-7D4B-9921-030F83E9DB55}"/>
                      </a:ext>
                    </a:extLst>
                  </p:cNvPr>
                  <p:cNvSpPr/>
                  <p:nvPr/>
                </p:nvSpPr>
                <p:spPr>
                  <a:xfrm>
                    <a:off x="6476804" y="3071258"/>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723" name="Straight Connector 722">
                    <a:extLst>
                      <a:ext uri="{FF2B5EF4-FFF2-40B4-BE49-F238E27FC236}">
                        <a16:creationId xmlns:a16="http://schemas.microsoft.com/office/drawing/2014/main" id="{8AB42FEB-1762-2B4B-9674-0792B1208292}"/>
                      </a:ext>
                    </a:extLst>
                  </p:cNvPr>
                  <p:cNvCxnSpPr/>
                  <p:nvPr/>
                </p:nvCxnSpPr>
                <p:spPr>
                  <a:xfrm flipV="1">
                    <a:off x="6396218" y="3061859"/>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24" name="Rectangle 723">
                    <a:extLst>
                      <a:ext uri="{FF2B5EF4-FFF2-40B4-BE49-F238E27FC236}">
                        <a16:creationId xmlns:a16="http://schemas.microsoft.com/office/drawing/2014/main" id="{0ADB7A0A-0A85-4241-9571-EC04FC84431B}"/>
                      </a:ext>
                    </a:extLst>
                  </p:cNvPr>
                  <p:cNvSpPr/>
                  <p:nvPr/>
                </p:nvSpPr>
                <p:spPr>
                  <a:xfrm>
                    <a:off x="6817061" y="3702569"/>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25" name="Rectangle 724">
                    <a:extLst>
                      <a:ext uri="{FF2B5EF4-FFF2-40B4-BE49-F238E27FC236}">
                        <a16:creationId xmlns:a16="http://schemas.microsoft.com/office/drawing/2014/main" id="{351C9BB7-31B5-8E44-91DB-06BD41CCBE19}"/>
                      </a:ext>
                    </a:extLst>
                  </p:cNvPr>
                  <p:cNvSpPr/>
                  <p:nvPr/>
                </p:nvSpPr>
                <p:spPr>
                  <a:xfrm>
                    <a:off x="6405171" y="3157416"/>
                    <a:ext cx="444723" cy="74253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726" name="Straight Connector 725">
                    <a:extLst>
                      <a:ext uri="{FF2B5EF4-FFF2-40B4-BE49-F238E27FC236}">
                        <a16:creationId xmlns:a16="http://schemas.microsoft.com/office/drawing/2014/main" id="{89704BD4-F52D-AC47-BC20-9A4A5FBE80BC}"/>
                      </a:ext>
                    </a:extLst>
                  </p:cNvPr>
                  <p:cNvCxnSpPr/>
                  <p:nvPr/>
                </p:nvCxnSpPr>
                <p:spPr>
                  <a:xfrm flipV="1">
                    <a:off x="6846909" y="3804394"/>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0260" name="Group 726">
                    <a:extLst>
                      <a:ext uri="{FF2B5EF4-FFF2-40B4-BE49-F238E27FC236}">
                        <a16:creationId xmlns:a16="http://schemas.microsoft.com/office/drawing/2014/main" id="{14412AC2-0153-7A4D-8128-D172C43BDBCA}"/>
                      </a:ext>
                    </a:extLst>
                  </p:cNvPr>
                  <p:cNvGrpSpPr>
                    <a:grpSpLocks/>
                  </p:cNvGrpSpPr>
                  <p:nvPr/>
                </p:nvGrpSpPr>
                <p:grpSpPr bwMode="auto">
                  <a:xfrm>
                    <a:off x="6400318" y="3137421"/>
                    <a:ext cx="559121" cy="92788"/>
                    <a:chOff x="6582044" y="2846082"/>
                    <a:chExt cx="559121" cy="92788"/>
                  </a:xfrm>
                </p:grpSpPr>
                <p:cxnSp>
                  <p:nvCxnSpPr>
                    <p:cNvPr id="755" name="Straight Connector 754">
                      <a:extLst>
                        <a:ext uri="{FF2B5EF4-FFF2-40B4-BE49-F238E27FC236}">
                          <a16:creationId xmlns:a16="http://schemas.microsoft.com/office/drawing/2014/main" id="{5A2875B5-1CCE-AF47-B226-443F439160CC}"/>
                        </a:ext>
                      </a:extLst>
                    </p:cNvPr>
                    <p:cNvCxnSpPr/>
                    <p:nvPr/>
                  </p:nvCxnSpPr>
                  <p:spPr>
                    <a:xfrm flipV="1">
                      <a:off x="7028633" y="2845713"/>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6" name="Straight Connector 755">
                      <a:extLst>
                        <a:ext uri="{FF2B5EF4-FFF2-40B4-BE49-F238E27FC236}">
                          <a16:creationId xmlns:a16="http://schemas.microsoft.com/office/drawing/2014/main" id="{4B4378D6-EFC9-7B43-958A-7CA9B1F87192}"/>
                        </a:ext>
                      </a:extLst>
                    </p:cNvPr>
                    <p:cNvCxnSpPr/>
                    <p:nvPr/>
                  </p:nvCxnSpPr>
                  <p:spPr>
                    <a:xfrm flipV="1">
                      <a:off x="6580927" y="2938138"/>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261" name="Group 727">
                    <a:extLst>
                      <a:ext uri="{FF2B5EF4-FFF2-40B4-BE49-F238E27FC236}">
                        <a16:creationId xmlns:a16="http://schemas.microsoft.com/office/drawing/2014/main" id="{5ACB12DB-DE9D-CD46-B9B0-9B0427F7FA22}"/>
                      </a:ext>
                    </a:extLst>
                  </p:cNvPr>
                  <p:cNvGrpSpPr>
                    <a:grpSpLocks/>
                  </p:cNvGrpSpPr>
                  <p:nvPr/>
                </p:nvGrpSpPr>
                <p:grpSpPr bwMode="auto">
                  <a:xfrm>
                    <a:off x="6399838" y="3203285"/>
                    <a:ext cx="559121" cy="92788"/>
                    <a:chOff x="6582044" y="2846082"/>
                    <a:chExt cx="559121" cy="92788"/>
                  </a:xfrm>
                </p:grpSpPr>
                <p:cxnSp>
                  <p:nvCxnSpPr>
                    <p:cNvPr id="753" name="Straight Connector 752">
                      <a:extLst>
                        <a:ext uri="{FF2B5EF4-FFF2-40B4-BE49-F238E27FC236}">
                          <a16:creationId xmlns:a16="http://schemas.microsoft.com/office/drawing/2014/main" id="{41FD9305-43F3-474F-A3E2-551744878BD6}"/>
                        </a:ext>
                      </a:extLst>
                    </p:cNvPr>
                    <p:cNvCxnSpPr/>
                    <p:nvPr/>
                  </p:nvCxnSpPr>
                  <p:spPr>
                    <a:xfrm flipV="1">
                      <a:off x="7029115" y="2845644"/>
                      <a:ext cx="113419" cy="877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4" name="Straight Connector 753">
                      <a:extLst>
                        <a:ext uri="{FF2B5EF4-FFF2-40B4-BE49-F238E27FC236}">
                          <a16:creationId xmlns:a16="http://schemas.microsoft.com/office/drawing/2014/main" id="{840AEADB-43CD-3847-AEB5-F1E04DDF096A}"/>
                        </a:ext>
                      </a:extLst>
                    </p:cNvPr>
                    <p:cNvCxnSpPr/>
                    <p:nvPr/>
                  </p:nvCxnSpPr>
                  <p:spPr>
                    <a:xfrm flipV="1">
                      <a:off x="6581409" y="2933370"/>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262" name="Group 728">
                    <a:extLst>
                      <a:ext uri="{FF2B5EF4-FFF2-40B4-BE49-F238E27FC236}">
                        <a16:creationId xmlns:a16="http://schemas.microsoft.com/office/drawing/2014/main" id="{DEB37DC3-B409-9F4E-A9E4-60D11AAA28A4}"/>
                      </a:ext>
                    </a:extLst>
                  </p:cNvPr>
                  <p:cNvGrpSpPr>
                    <a:grpSpLocks/>
                  </p:cNvGrpSpPr>
                  <p:nvPr/>
                </p:nvGrpSpPr>
                <p:grpSpPr bwMode="auto">
                  <a:xfrm>
                    <a:off x="6399358" y="3269149"/>
                    <a:ext cx="559121" cy="92788"/>
                    <a:chOff x="6582044" y="2846082"/>
                    <a:chExt cx="559121" cy="92788"/>
                  </a:xfrm>
                </p:grpSpPr>
                <p:cxnSp>
                  <p:nvCxnSpPr>
                    <p:cNvPr id="751" name="Straight Connector 750">
                      <a:extLst>
                        <a:ext uri="{FF2B5EF4-FFF2-40B4-BE49-F238E27FC236}">
                          <a16:creationId xmlns:a16="http://schemas.microsoft.com/office/drawing/2014/main" id="{0F1599C6-2DBD-4A42-87C0-960878F7480F}"/>
                        </a:ext>
                      </a:extLst>
                    </p:cNvPr>
                    <p:cNvCxnSpPr/>
                    <p:nvPr/>
                  </p:nvCxnSpPr>
                  <p:spPr>
                    <a:xfrm flipV="1">
                      <a:off x="7026610" y="2845574"/>
                      <a:ext cx="113419"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2" name="Straight Connector 751">
                      <a:extLst>
                        <a:ext uri="{FF2B5EF4-FFF2-40B4-BE49-F238E27FC236}">
                          <a16:creationId xmlns:a16="http://schemas.microsoft.com/office/drawing/2014/main" id="{D80F4454-2047-C446-8E63-D2BFDDC2D0A9}"/>
                        </a:ext>
                      </a:extLst>
                    </p:cNvPr>
                    <p:cNvCxnSpPr/>
                    <p:nvPr/>
                  </p:nvCxnSpPr>
                  <p:spPr>
                    <a:xfrm flipV="1">
                      <a:off x="6581888" y="2923900"/>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263" name="Group 729">
                    <a:extLst>
                      <a:ext uri="{FF2B5EF4-FFF2-40B4-BE49-F238E27FC236}">
                        <a16:creationId xmlns:a16="http://schemas.microsoft.com/office/drawing/2014/main" id="{C2A9F3D8-75C7-764C-B615-E8D4CBC1DC51}"/>
                      </a:ext>
                    </a:extLst>
                  </p:cNvPr>
                  <p:cNvGrpSpPr>
                    <a:grpSpLocks/>
                  </p:cNvGrpSpPr>
                  <p:nvPr/>
                </p:nvGrpSpPr>
                <p:grpSpPr bwMode="auto">
                  <a:xfrm>
                    <a:off x="6398878" y="3335013"/>
                    <a:ext cx="559121" cy="92788"/>
                    <a:chOff x="6582044" y="2846082"/>
                    <a:chExt cx="559121" cy="92788"/>
                  </a:xfrm>
                </p:grpSpPr>
                <p:cxnSp>
                  <p:nvCxnSpPr>
                    <p:cNvPr id="749" name="Straight Connector 748">
                      <a:extLst>
                        <a:ext uri="{FF2B5EF4-FFF2-40B4-BE49-F238E27FC236}">
                          <a16:creationId xmlns:a16="http://schemas.microsoft.com/office/drawing/2014/main" id="{873B002F-880D-B045-92C9-A66E70C13A9B}"/>
                        </a:ext>
                      </a:extLst>
                    </p:cNvPr>
                    <p:cNvCxnSpPr/>
                    <p:nvPr/>
                  </p:nvCxnSpPr>
                  <p:spPr>
                    <a:xfrm flipV="1">
                      <a:off x="7027090" y="2845504"/>
                      <a:ext cx="113419"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50" name="Straight Connector 749">
                      <a:extLst>
                        <a:ext uri="{FF2B5EF4-FFF2-40B4-BE49-F238E27FC236}">
                          <a16:creationId xmlns:a16="http://schemas.microsoft.com/office/drawing/2014/main" id="{9066444D-945E-F647-BC25-3175533E95B2}"/>
                        </a:ext>
                      </a:extLst>
                    </p:cNvPr>
                    <p:cNvCxnSpPr/>
                    <p:nvPr/>
                  </p:nvCxnSpPr>
                  <p:spPr>
                    <a:xfrm flipV="1">
                      <a:off x="6582367" y="2923830"/>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264" name="Group 730">
                    <a:extLst>
                      <a:ext uri="{FF2B5EF4-FFF2-40B4-BE49-F238E27FC236}">
                        <a16:creationId xmlns:a16="http://schemas.microsoft.com/office/drawing/2014/main" id="{FA4B3667-3FAD-4D45-A340-9630B2DBEB1D}"/>
                      </a:ext>
                    </a:extLst>
                  </p:cNvPr>
                  <p:cNvGrpSpPr>
                    <a:grpSpLocks/>
                  </p:cNvGrpSpPr>
                  <p:nvPr/>
                </p:nvGrpSpPr>
                <p:grpSpPr bwMode="auto">
                  <a:xfrm>
                    <a:off x="6398398" y="3400877"/>
                    <a:ext cx="559121" cy="92788"/>
                    <a:chOff x="6582044" y="2846082"/>
                    <a:chExt cx="559121" cy="92788"/>
                  </a:xfrm>
                </p:grpSpPr>
                <p:cxnSp>
                  <p:nvCxnSpPr>
                    <p:cNvPr id="747" name="Straight Connector 746">
                      <a:extLst>
                        <a:ext uri="{FF2B5EF4-FFF2-40B4-BE49-F238E27FC236}">
                          <a16:creationId xmlns:a16="http://schemas.microsoft.com/office/drawing/2014/main" id="{4EC75378-A5E4-6141-A78E-B9F2569DB966}"/>
                        </a:ext>
                      </a:extLst>
                    </p:cNvPr>
                    <p:cNvCxnSpPr/>
                    <p:nvPr/>
                  </p:nvCxnSpPr>
                  <p:spPr>
                    <a:xfrm flipV="1">
                      <a:off x="7027569" y="2845435"/>
                      <a:ext cx="113419"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8" name="Straight Connector 747">
                      <a:extLst>
                        <a:ext uri="{FF2B5EF4-FFF2-40B4-BE49-F238E27FC236}">
                          <a16:creationId xmlns:a16="http://schemas.microsoft.com/office/drawing/2014/main" id="{9F2FAF5D-D311-2A45-87EC-22D275188A3A}"/>
                        </a:ext>
                      </a:extLst>
                    </p:cNvPr>
                    <p:cNvCxnSpPr/>
                    <p:nvPr/>
                  </p:nvCxnSpPr>
                  <p:spPr>
                    <a:xfrm flipV="1">
                      <a:off x="6582847" y="2923761"/>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265" name="Group 731">
                    <a:extLst>
                      <a:ext uri="{FF2B5EF4-FFF2-40B4-BE49-F238E27FC236}">
                        <a16:creationId xmlns:a16="http://schemas.microsoft.com/office/drawing/2014/main" id="{3CB91D9D-6148-DE4F-9E6E-0D87701A1BBD}"/>
                      </a:ext>
                    </a:extLst>
                  </p:cNvPr>
                  <p:cNvGrpSpPr>
                    <a:grpSpLocks/>
                  </p:cNvGrpSpPr>
                  <p:nvPr/>
                </p:nvGrpSpPr>
                <p:grpSpPr bwMode="auto">
                  <a:xfrm>
                    <a:off x="6397918" y="3466741"/>
                    <a:ext cx="559121" cy="92788"/>
                    <a:chOff x="6582044" y="2846082"/>
                    <a:chExt cx="559121" cy="92788"/>
                  </a:xfrm>
                </p:grpSpPr>
                <p:cxnSp>
                  <p:nvCxnSpPr>
                    <p:cNvPr id="745" name="Straight Connector 744">
                      <a:extLst>
                        <a:ext uri="{FF2B5EF4-FFF2-40B4-BE49-F238E27FC236}">
                          <a16:creationId xmlns:a16="http://schemas.microsoft.com/office/drawing/2014/main" id="{C5ABE615-4BF2-0E46-BABB-82E68D73A49B}"/>
                        </a:ext>
                      </a:extLst>
                    </p:cNvPr>
                    <p:cNvCxnSpPr/>
                    <p:nvPr/>
                  </p:nvCxnSpPr>
                  <p:spPr>
                    <a:xfrm flipV="1">
                      <a:off x="7028051" y="2845365"/>
                      <a:ext cx="113419" cy="939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6" name="Straight Connector 745">
                      <a:extLst>
                        <a:ext uri="{FF2B5EF4-FFF2-40B4-BE49-F238E27FC236}">
                          <a16:creationId xmlns:a16="http://schemas.microsoft.com/office/drawing/2014/main" id="{5B5624A8-7F32-604A-9299-AB890618F89E}"/>
                        </a:ext>
                      </a:extLst>
                    </p:cNvPr>
                    <p:cNvCxnSpPr/>
                    <p:nvPr/>
                  </p:nvCxnSpPr>
                  <p:spPr>
                    <a:xfrm flipV="1">
                      <a:off x="6583328" y="2939356"/>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266" name="Group 732">
                    <a:extLst>
                      <a:ext uri="{FF2B5EF4-FFF2-40B4-BE49-F238E27FC236}">
                        <a16:creationId xmlns:a16="http://schemas.microsoft.com/office/drawing/2014/main" id="{E82D07CD-F3C3-7E4A-A2DD-671F9E0F778A}"/>
                      </a:ext>
                    </a:extLst>
                  </p:cNvPr>
                  <p:cNvGrpSpPr>
                    <a:grpSpLocks/>
                  </p:cNvGrpSpPr>
                  <p:nvPr/>
                </p:nvGrpSpPr>
                <p:grpSpPr bwMode="auto">
                  <a:xfrm>
                    <a:off x="6397438" y="3532605"/>
                    <a:ext cx="559121" cy="92788"/>
                    <a:chOff x="6582044" y="2846082"/>
                    <a:chExt cx="559121" cy="92788"/>
                  </a:xfrm>
                </p:grpSpPr>
                <p:cxnSp>
                  <p:nvCxnSpPr>
                    <p:cNvPr id="743" name="Straight Connector 742">
                      <a:extLst>
                        <a:ext uri="{FF2B5EF4-FFF2-40B4-BE49-F238E27FC236}">
                          <a16:creationId xmlns:a16="http://schemas.microsoft.com/office/drawing/2014/main" id="{07CEA30C-4D1F-0547-9FEB-63BD757700B8}"/>
                        </a:ext>
                      </a:extLst>
                    </p:cNvPr>
                    <p:cNvCxnSpPr/>
                    <p:nvPr/>
                  </p:nvCxnSpPr>
                  <p:spPr>
                    <a:xfrm flipV="1">
                      <a:off x="7028530" y="2831195"/>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4" name="Straight Connector 743">
                      <a:extLst>
                        <a:ext uri="{FF2B5EF4-FFF2-40B4-BE49-F238E27FC236}">
                          <a16:creationId xmlns:a16="http://schemas.microsoft.com/office/drawing/2014/main" id="{DB5B36D5-6AEE-C34B-BE3E-19C7C59A41B7}"/>
                        </a:ext>
                      </a:extLst>
                    </p:cNvPr>
                    <p:cNvCxnSpPr/>
                    <p:nvPr/>
                  </p:nvCxnSpPr>
                  <p:spPr>
                    <a:xfrm flipV="1">
                      <a:off x="6580824" y="2939286"/>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267" name="Group 733">
                    <a:extLst>
                      <a:ext uri="{FF2B5EF4-FFF2-40B4-BE49-F238E27FC236}">
                        <a16:creationId xmlns:a16="http://schemas.microsoft.com/office/drawing/2014/main" id="{4F9FEE9E-4A2B-4649-BC7D-0F31D1F9F234}"/>
                      </a:ext>
                    </a:extLst>
                  </p:cNvPr>
                  <p:cNvGrpSpPr>
                    <a:grpSpLocks/>
                  </p:cNvGrpSpPr>
                  <p:nvPr/>
                </p:nvGrpSpPr>
                <p:grpSpPr bwMode="auto">
                  <a:xfrm>
                    <a:off x="6396958" y="3598469"/>
                    <a:ext cx="559121" cy="92788"/>
                    <a:chOff x="6582044" y="2846082"/>
                    <a:chExt cx="559121" cy="92788"/>
                  </a:xfrm>
                </p:grpSpPr>
                <p:cxnSp>
                  <p:nvCxnSpPr>
                    <p:cNvPr id="741" name="Straight Connector 740">
                      <a:extLst>
                        <a:ext uri="{FF2B5EF4-FFF2-40B4-BE49-F238E27FC236}">
                          <a16:creationId xmlns:a16="http://schemas.microsoft.com/office/drawing/2014/main" id="{3AEFA728-CA29-6B4F-8659-6211B221FAA7}"/>
                        </a:ext>
                      </a:extLst>
                    </p:cNvPr>
                    <p:cNvCxnSpPr/>
                    <p:nvPr/>
                  </p:nvCxnSpPr>
                  <p:spPr>
                    <a:xfrm flipV="1">
                      <a:off x="7029010" y="2831126"/>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2" name="Straight Connector 741">
                      <a:extLst>
                        <a:ext uri="{FF2B5EF4-FFF2-40B4-BE49-F238E27FC236}">
                          <a16:creationId xmlns:a16="http://schemas.microsoft.com/office/drawing/2014/main" id="{C810ACB8-A4B5-8749-A6D1-AFDC600C8790}"/>
                        </a:ext>
                      </a:extLst>
                    </p:cNvPr>
                    <p:cNvCxnSpPr/>
                    <p:nvPr/>
                  </p:nvCxnSpPr>
                  <p:spPr>
                    <a:xfrm flipV="1">
                      <a:off x="6581303" y="2939217"/>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268" name="Group 734">
                    <a:extLst>
                      <a:ext uri="{FF2B5EF4-FFF2-40B4-BE49-F238E27FC236}">
                        <a16:creationId xmlns:a16="http://schemas.microsoft.com/office/drawing/2014/main" id="{7C33464D-5A8A-EC44-9696-4042DF6FADE8}"/>
                      </a:ext>
                    </a:extLst>
                  </p:cNvPr>
                  <p:cNvGrpSpPr>
                    <a:grpSpLocks/>
                  </p:cNvGrpSpPr>
                  <p:nvPr/>
                </p:nvGrpSpPr>
                <p:grpSpPr bwMode="auto">
                  <a:xfrm>
                    <a:off x="6396478" y="3664333"/>
                    <a:ext cx="559121" cy="92788"/>
                    <a:chOff x="6582044" y="2846082"/>
                    <a:chExt cx="559121" cy="92788"/>
                  </a:xfrm>
                </p:grpSpPr>
                <p:cxnSp>
                  <p:nvCxnSpPr>
                    <p:cNvPr id="739" name="Straight Connector 738">
                      <a:extLst>
                        <a:ext uri="{FF2B5EF4-FFF2-40B4-BE49-F238E27FC236}">
                          <a16:creationId xmlns:a16="http://schemas.microsoft.com/office/drawing/2014/main" id="{BB8F842F-43C0-604B-A364-637D5A1DE693}"/>
                        </a:ext>
                      </a:extLst>
                    </p:cNvPr>
                    <p:cNvCxnSpPr/>
                    <p:nvPr/>
                  </p:nvCxnSpPr>
                  <p:spPr>
                    <a:xfrm flipV="1">
                      <a:off x="7026505" y="2846721"/>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40" name="Straight Connector 739">
                      <a:extLst>
                        <a:ext uri="{FF2B5EF4-FFF2-40B4-BE49-F238E27FC236}">
                          <a16:creationId xmlns:a16="http://schemas.microsoft.com/office/drawing/2014/main" id="{A10A2B0A-7ED1-F446-8186-B628D3957CE5}"/>
                        </a:ext>
                      </a:extLst>
                    </p:cNvPr>
                    <p:cNvCxnSpPr/>
                    <p:nvPr/>
                  </p:nvCxnSpPr>
                  <p:spPr>
                    <a:xfrm flipV="1">
                      <a:off x="6581785" y="2939147"/>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269" name="Group 735">
                    <a:extLst>
                      <a:ext uri="{FF2B5EF4-FFF2-40B4-BE49-F238E27FC236}">
                        <a16:creationId xmlns:a16="http://schemas.microsoft.com/office/drawing/2014/main" id="{1BA090E7-4C24-6F41-A03D-DCDE04CF3288}"/>
                      </a:ext>
                    </a:extLst>
                  </p:cNvPr>
                  <p:cNvGrpSpPr>
                    <a:grpSpLocks/>
                  </p:cNvGrpSpPr>
                  <p:nvPr/>
                </p:nvGrpSpPr>
                <p:grpSpPr bwMode="auto">
                  <a:xfrm>
                    <a:off x="6395998" y="3730197"/>
                    <a:ext cx="559121" cy="92788"/>
                    <a:chOff x="6582044" y="2846082"/>
                    <a:chExt cx="559121" cy="92788"/>
                  </a:xfrm>
                </p:grpSpPr>
                <p:cxnSp>
                  <p:nvCxnSpPr>
                    <p:cNvPr id="737" name="Straight Connector 736">
                      <a:extLst>
                        <a:ext uri="{FF2B5EF4-FFF2-40B4-BE49-F238E27FC236}">
                          <a16:creationId xmlns:a16="http://schemas.microsoft.com/office/drawing/2014/main" id="{E3CC2A63-5E32-9946-96BA-773C67AC3793}"/>
                        </a:ext>
                      </a:extLst>
                    </p:cNvPr>
                    <p:cNvCxnSpPr/>
                    <p:nvPr/>
                  </p:nvCxnSpPr>
                  <p:spPr>
                    <a:xfrm flipV="1">
                      <a:off x="7026985" y="2846652"/>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38" name="Straight Connector 737">
                      <a:extLst>
                        <a:ext uri="{FF2B5EF4-FFF2-40B4-BE49-F238E27FC236}">
                          <a16:creationId xmlns:a16="http://schemas.microsoft.com/office/drawing/2014/main" id="{B064116D-0017-7B4B-BB80-039D4CE68A5F}"/>
                        </a:ext>
                      </a:extLst>
                    </p:cNvPr>
                    <p:cNvCxnSpPr/>
                    <p:nvPr/>
                  </p:nvCxnSpPr>
                  <p:spPr>
                    <a:xfrm flipV="1">
                      <a:off x="6582264" y="2939078"/>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30233" name="Group 699">
                  <a:extLst>
                    <a:ext uri="{FF2B5EF4-FFF2-40B4-BE49-F238E27FC236}">
                      <a16:creationId xmlns:a16="http://schemas.microsoft.com/office/drawing/2014/main" id="{614EDE57-E68C-5C42-B48E-427C02CB4E90}"/>
                    </a:ext>
                  </a:extLst>
                </p:cNvPr>
                <p:cNvGrpSpPr>
                  <a:grpSpLocks/>
                </p:cNvGrpSpPr>
                <p:nvPr/>
              </p:nvGrpSpPr>
              <p:grpSpPr bwMode="auto">
                <a:xfrm>
                  <a:off x="6280049" y="2055335"/>
                  <a:ext cx="731610" cy="920732"/>
                  <a:chOff x="6280049" y="2055335"/>
                  <a:chExt cx="731610" cy="920732"/>
                </a:xfrm>
              </p:grpSpPr>
              <p:grpSp>
                <p:nvGrpSpPr>
                  <p:cNvPr id="230234" name="Group 700">
                    <a:extLst>
                      <a:ext uri="{FF2B5EF4-FFF2-40B4-BE49-F238E27FC236}">
                        <a16:creationId xmlns:a16="http://schemas.microsoft.com/office/drawing/2014/main" id="{161EF8D9-8899-B543-A610-3C5932EE6B80}"/>
                      </a:ext>
                    </a:extLst>
                  </p:cNvPr>
                  <p:cNvGrpSpPr>
                    <a:grpSpLocks/>
                  </p:cNvGrpSpPr>
                  <p:nvPr/>
                </p:nvGrpSpPr>
                <p:grpSpPr bwMode="auto">
                  <a:xfrm>
                    <a:off x="6280049" y="2055335"/>
                    <a:ext cx="680752" cy="139401"/>
                    <a:chOff x="5414286" y="2921098"/>
                    <a:chExt cx="680752" cy="139401"/>
                  </a:xfrm>
                </p:grpSpPr>
                <p:sp>
                  <p:nvSpPr>
                    <p:cNvPr id="715" name="Rectangle 188">
                      <a:extLst>
                        <a:ext uri="{FF2B5EF4-FFF2-40B4-BE49-F238E27FC236}">
                          <a16:creationId xmlns:a16="http://schemas.microsoft.com/office/drawing/2014/main" id="{28B36F10-990F-BE47-8F0F-E52B5032196B}"/>
                        </a:ext>
                      </a:extLst>
                    </p:cNvPr>
                    <p:cNvSpPr>
                      <a:spLocks noChangeArrowheads="1"/>
                    </p:cNvSpPr>
                    <p:nvPr/>
                  </p:nvSpPr>
                  <p:spPr bwMode="auto">
                    <a:xfrm>
                      <a:off x="5415463" y="2995812"/>
                      <a:ext cx="549974" cy="64228"/>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16" name="AutoShape 189">
                      <a:extLst>
                        <a:ext uri="{FF2B5EF4-FFF2-40B4-BE49-F238E27FC236}">
                          <a16:creationId xmlns:a16="http://schemas.microsoft.com/office/drawing/2014/main" id="{39D34B9F-CD8F-D744-87EC-60D09EEB0CFF}"/>
                        </a:ext>
                      </a:extLst>
                    </p:cNvPr>
                    <p:cNvSpPr>
                      <a:spLocks noChangeArrowheads="1"/>
                    </p:cNvSpPr>
                    <p:nvPr/>
                  </p:nvSpPr>
                  <p:spPr bwMode="auto">
                    <a:xfrm>
                      <a:off x="5415463" y="2920618"/>
                      <a:ext cx="675472"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17" name="Freeform 190">
                      <a:extLst>
                        <a:ext uri="{FF2B5EF4-FFF2-40B4-BE49-F238E27FC236}">
                          <a16:creationId xmlns:a16="http://schemas.microsoft.com/office/drawing/2014/main" id="{1B93F511-E76D-9648-A6CC-99AE3D6F4D3A}"/>
                        </a:ext>
                      </a:extLst>
                    </p:cNvPr>
                    <p:cNvSpPr>
                      <a:spLocks/>
                    </p:cNvSpPr>
                    <p:nvPr/>
                  </p:nvSpPr>
                  <p:spPr bwMode="auto">
                    <a:xfrm>
                      <a:off x="5969127" y="2922185"/>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18" name="Freeform 191">
                      <a:extLst>
                        <a:ext uri="{FF2B5EF4-FFF2-40B4-BE49-F238E27FC236}">
                          <a16:creationId xmlns:a16="http://schemas.microsoft.com/office/drawing/2014/main" id="{B71F956D-7181-6946-BC6C-977007DF143B}"/>
                        </a:ext>
                      </a:extLst>
                    </p:cNvPr>
                    <p:cNvSpPr>
                      <a:spLocks/>
                    </p:cNvSpPr>
                    <p:nvPr/>
                  </p:nvSpPr>
                  <p:spPr bwMode="auto">
                    <a:xfrm>
                      <a:off x="5500359" y="2936284"/>
                      <a:ext cx="524136" cy="4543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19" name="Freeform 192">
                      <a:extLst>
                        <a:ext uri="{FF2B5EF4-FFF2-40B4-BE49-F238E27FC236}">
                          <a16:creationId xmlns:a16="http://schemas.microsoft.com/office/drawing/2014/main" id="{84F57C4F-7AEA-0643-A15F-BC4A419CDB84}"/>
                        </a:ext>
                      </a:extLst>
                    </p:cNvPr>
                    <p:cNvSpPr>
                      <a:spLocks/>
                    </p:cNvSpPr>
                    <p:nvPr/>
                  </p:nvSpPr>
                  <p:spPr bwMode="auto">
                    <a:xfrm>
                      <a:off x="5622164" y="2933151"/>
                      <a:ext cx="302670"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702" name="Straight Connector 701">
                    <a:extLst>
                      <a:ext uri="{FF2B5EF4-FFF2-40B4-BE49-F238E27FC236}">
                        <a16:creationId xmlns:a16="http://schemas.microsoft.com/office/drawing/2014/main" id="{F763AB39-4A95-D447-BB78-22656DC5B0EB}"/>
                      </a:ext>
                    </a:extLst>
                  </p:cNvPr>
                  <p:cNvCxnSpPr/>
                  <p:nvPr/>
                </p:nvCxnSpPr>
                <p:spPr>
                  <a:xfrm flipH="1">
                    <a:off x="6997299" y="2125350"/>
                    <a:ext cx="11074" cy="844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3" name="Straight Connector 702">
                    <a:extLst>
                      <a:ext uri="{FF2B5EF4-FFF2-40B4-BE49-F238E27FC236}">
                        <a16:creationId xmlns:a16="http://schemas.microsoft.com/office/drawing/2014/main" id="{DD736F1F-32E8-C34B-AE1A-6BBB526610A7}"/>
                      </a:ext>
                    </a:extLst>
                  </p:cNvPr>
                  <p:cNvCxnSpPr/>
                  <p:nvPr/>
                </p:nvCxnSpPr>
                <p:spPr>
                  <a:xfrm>
                    <a:off x="6875494" y="2303934"/>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4" name="Straight Connector 703">
                    <a:extLst>
                      <a:ext uri="{FF2B5EF4-FFF2-40B4-BE49-F238E27FC236}">
                        <a16:creationId xmlns:a16="http://schemas.microsoft.com/office/drawing/2014/main" id="{07557736-2DCF-8443-9EDB-D63B5B98087B}"/>
                      </a:ext>
                    </a:extLst>
                  </p:cNvPr>
                  <p:cNvCxnSpPr/>
                  <p:nvPr/>
                </p:nvCxnSpPr>
                <p:spPr>
                  <a:xfrm>
                    <a:off x="6871802" y="2368162"/>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5" name="Straight Connector 704">
                    <a:extLst>
                      <a:ext uri="{FF2B5EF4-FFF2-40B4-BE49-F238E27FC236}">
                        <a16:creationId xmlns:a16="http://schemas.microsoft.com/office/drawing/2014/main" id="{9B7185DF-A0B0-FA4E-9BFE-F4B9C12B5F9D}"/>
                      </a:ext>
                    </a:extLst>
                  </p:cNvPr>
                  <p:cNvCxnSpPr/>
                  <p:nvPr/>
                </p:nvCxnSpPr>
                <p:spPr>
                  <a:xfrm>
                    <a:off x="6871802" y="2444922"/>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6" name="Straight Connector 705">
                    <a:extLst>
                      <a:ext uri="{FF2B5EF4-FFF2-40B4-BE49-F238E27FC236}">
                        <a16:creationId xmlns:a16="http://schemas.microsoft.com/office/drawing/2014/main" id="{669F40C3-6563-5649-9FFF-DB573AE27779}"/>
                      </a:ext>
                    </a:extLst>
                  </p:cNvPr>
                  <p:cNvCxnSpPr/>
                  <p:nvPr/>
                </p:nvCxnSpPr>
                <p:spPr>
                  <a:xfrm>
                    <a:off x="6868112" y="2509150"/>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7" name="Straight Connector 706">
                    <a:extLst>
                      <a:ext uri="{FF2B5EF4-FFF2-40B4-BE49-F238E27FC236}">
                        <a16:creationId xmlns:a16="http://schemas.microsoft.com/office/drawing/2014/main" id="{781C2801-55AF-5742-8E37-6D3DDF0E41B4}"/>
                      </a:ext>
                    </a:extLst>
                  </p:cNvPr>
                  <p:cNvCxnSpPr/>
                  <p:nvPr/>
                </p:nvCxnSpPr>
                <p:spPr>
                  <a:xfrm>
                    <a:off x="6864420" y="2570245"/>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8" name="Straight Connector 707">
                    <a:extLst>
                      <a:ext uri="{FF2B5EF4-FFF2-40B4-BE49-F238E27FC236}">
                        <a16:creationId xmlns:a16="http://schemas.microsoft.com/office/drawing/2014/main" id="{5D14B9DE-FE55-8D46-8EEE-D5A100502639}"/>
                      </a:ext>
                    </a:extLst>
                  </p:cNvPr>
                  <p:cNvCxnSpPr/>
                  <p:nvPr/>
                </p:nvCxnSpPr>
                <p:spPr>
                  <a:xfrm>
                    <a:off x="6864420" y="2637605"/>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09" name="Straight Connector 708">
                    <a:extLst>
                      <a:ext uri="{FF2B5EF4-FFF2-40B4-BE49-F238E27FC236}">
                        <a16:creationId xmlns:a16="http://schemas.microsoft.com/office/drawing/2014/main" id="{A7D15AD8-C8F1-5F4D-82AA-8291304AE879}"/>
                      </a:ext>
                    </a:extLst>
                  </p:cNvPr>
                  <p:cNvCxnSpPr/>
                  <p:nvPr/>
                </p:nvCxnSpPr>
                <p:spPr>
                  <a:xfrm>
                    <a:off x="6860730" y="2706533"/>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0" name="Straight Connector 709">
                    <a:extLst>
                      <a:ext uri="{FF2B5EF4-FFF2-40B4-BE49-F238E27FC236}">
                        <a16:creationId xmlns:a16="http://schemas.microsoft.com/office/drawing/2014/main" id="{401EF6EE-BFC9-CA46-8119-89AECFC07DF5}"/>
                      </a:ext>
                    </a:extLst>
                  </p:cNvPr>
                  <p:cNvCxnSpPr/>
                  <p:nvPr/>
                </p:nvCxnSpPr>
                <p:spPr>
                  <a:xfrm>
                    <a:off x="6868112" y="2775460"/>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1" name="Straight Connector 710">
                    <a:extLst>
                      <a:ext uri="{FF2B5EF4-FFF2-40B4-BE49-F238E27FC236}">
                        <a16:creationId xmlns:a16="http://schemas.microsoft.com/office/drawing/2014/main" id="{624D531D-9E3E-2145-94CC-16BBF9CE7609}"/>
                      </a:ext>
                    </a:extLst>
                  </p:cNvPr>
                  <p:cNvCxnSpPr/>
                  <p:nvPr/>
                </p:nvCxnSpPr>
                <p:spPr>
                  <a:xfrm>
                    <a:off x="6871802" y="2842821"/>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2" name="Straight Connector 711">
                    <a:extLst>
                      <a:ext uri="{FF2B5EF4-FFF2-40B4-BE49-F238E27FC236}">
                        <a16:creationId xmlns:a16="http://schemas.microsoft.com/office/drawing/2014/main" id="{C57609D2-83A7-7F4A-AA88-54913A396C89}"/>
                      </a:ext>
                    </a:extLst>
                  </p:cNvPr>
                  <p:cNvCxnSpPr/>
                  <p:nvPr/>
                </p:nvCxnSpPr>
                <p:spPr>
                  <a:xfrm>
                    <a:off x="6871802" y="2911749"/>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3" name="Straight Connector 712">
                    <a:extLst>
                      <a:ext uri="{FF2B5EF4-FFF2-40B4-BE49-F238E27FC236}">
                        <a16:creationId xmlns:a16="http://schemas.microsoft.com/office/drawing/2014/main" id="{1A78DE28-66FB-CC42-B78B-B35EB352B93F}"/>
                      </a:ext>
                    </a:extLst>
                  </p:cNvPr>
                  <p:cNvCxnSpPr/>
                  <p:nvPr/>
                </p:nvCxnSpPr>
                <p:spPr>
                  <a:xfrm>
                    <a:off x="6875494" y="2975976"/>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14" name="Straight Connector 713">
                    <a:extLst>
                      <a:ext uri="{FF2B5EF4-FFF2-40B4-BE49-F238E27FC236}">
                        <a16:creationId xmlns:a16="http://schemas.microsoft.com/office/drawing/2014/main" id="{98413A68-EA58-7B4E-883C-AF155EE85543}"/>
                      </a:ext>
                    </a:extLst>
                  </p:cNvPr>
                  <p:cNvCxnSpPr/>
                  <p:nvPr/>
                </p:nvCxnSpPr>
                <p:spPr>
                  <a:xfrm flipH="1">
                    <a:off x="6875494" y="2131616"/>
                    <a:ext cx="13657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30173" name="Group 756">
                <a:extLst>
                  <a:ext uri="{FF2B5EF4-FFF2-40B4-BE49-F238E27FC236}">
                    <a16:creationId xmlns:a16="http://schemas.microsoft.com/office/drawing/2014/main" id="{5DB1AD60-724F-774C-8226-063FE1750044}"/>
                  </a:ext>
                </a:extLst>
              </p:cNvPr>
              <p:cNvGrpSpPr>
                <a:grpSpLocks/>
              </p:cNvGrpSpPr>
              <p:nvPr/>
            </p:nvGrpSpPr>
            <p:grpSpPr bwMode="auto">
              <a:xfrm>
                <a:off x="2054687" y="4876798"/>
                <a:ext cx="331695" cy="1030941"/>
                <a:chOff x="6240352" y="2055335"/>
                <a:chExt cx="771307" cy="1017716"/>
              </a:xfrm>
            </p:grpSpPr>
            <p:grpSp>
              <p:nvGrpSpPr>
                <p:cNvPr id="230174" name="Group 757">
                  <a:extLst>
                    <a:ext uri="{FF2B5EF4-FFF2-40B4-BE49-F238E27FC236}">
                      <a16:creationId xmlns:a16="http://schemas.microsoft.com/office/drawing/2014/main" id="{86520033-3E6F-184B-BDB4-5DF796130104}"/>
                    </a:ext>
                  </a:extLst>
                </p:cNvPr>
                <p:cNvGrpSpPr>
                  <a:grpSpLocks/>
                </p:cNvGrpSpPr>
                <p:nvPr/>
              </p:nvGrpSpPr>
              <p:grpSpPr bwMode="auto">
                <a:xfrm>
                  <a:off x="6240352" y="2235573"/>
                  <a:ext cx="697981" cy="837478"/>
                  <a:chOff x="6395998" y="3062424"/>
                  <a:chExt cx="564403" cy="837478"/>
                </a:xfrm>
              </p:grpSpPr>
              <p:sp>
                <p:nvSpPr>
                  <p:cNvPr id="779" name="Rectangle 778">
                    <a:extLst>
                      <a:ext uri="{FF2B5EF4-FFF2-40B4-BE49-F238E27FC236}">
                        <a16:creationId xmlns:a16="http://schemas.microsoft.com/office/drawing/2014/main" id="{9F0A6550-78CC-B640-A7CF-D309922A9A2B}"/>
                      </a:ext>
                    </a:extLst>
                  </p:cNvPr>
                  <p:cNvSpPr/>
                  <p:nvPr/>
                </p:nvSpPr>
                <p:spPr>
                  <a:xfrm>
                    <a:off x="6509037" y="3061859"/>
                    <a:ext cx="447707" cy="74253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780" name="Straight Connector 779">
                    <a:extLst>
                      <a:ext uri="{FF2B5EF4-FFF2-40B4-BE49-F238E27FC236}">
                        <a16:creationId xmlns:a16="http://schemas.microsoft.com/office/drawing/2014/main" id="{E4395FDA-AA26-4D48-865B-CEB037A5CA7D}"/>
                      </a:ext>
                    </a:extLst>
                  </p:cNvPr>
                  <p:cNvCxnSpPr/>
                  <p:nvPr/>
                </p:nvCxnSpPr>
                <p:spPr>
                  <a:xfrm flipV="1">
                    <a:off x="6846311" y="3061859"/>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81" name="Rectangle 780">
                    <a:extLst>
                      <a:ext uri="{FF2B5EF4-FFF2-40B4-BE49-F238E27FC236}">
                        <a16:creationId xmlns:a16="http://schemas.microsoft.com/office/drawing/2014/main" id="{3104B3A4-8F78-EE4B-B0CC-224E0E0CB45B}"/>
                      </a:ext>
                    </a:extLst>
                  </p:cNvPr>
                  <p:cNvSpPr/>
                  <p:nvPr/>
                </p:nvSpPr>
                <p:spPr>
                  <a:xfrm>
                    <a:off x="6476206" y="3071258"/>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782" name="Straight Connector 781">
                    <a:extLst>
                      <a:ext uri="{FF2B5EF4-FFF2-40B4-BE49-F238E27FC236}">
                        <a16:creationId xmlns:a16="http://schemas.microsoft.com/office/drawing/2014/main" id="{90E7C02D-52F8-5448-BCB2-A7141AD8F011}"/>
                      </a:ext>
                    </a:extLst>
                  </p:cNvPr>
                  <p:cNvCxnSpPr/>
                  <p:nvPr/>
                </p:nvCxnSpPr>
                <p:spPr>
                  <a:xfrm flipV="1">
                    <a:off x="6395618" y="3061859"/>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783" name="Rectangle 782">
                    <a:extLst>
                      <a:ext uri="{FF2B5EF4-FFF2-40B4-BE49-F238E27FC236}">
                        <a16:creationId xmlns:a16="http://schemas.microsoft.com/office/drawing/2014/main" id="{45A6DFC8-221B-8046-9E39-21AE55E19B91}"/>
                      </a:ext>
                    </a:extLst>
                  </p:cNvPr>
                  <p:cNvSpPr/>
                  <p:nvPr/>
                </p:nvSpPr>
                <p:spPr>
                  <a:xfrm>
                    <a:off x="6816464" y="3702569"/>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784" name="Rectangle 783">
                    <a:extLst>
                      <a:ext uri="{FF2B5EF4-FFF2-40B4-BE49-F238E27FC236}">
                        <a16:creationId xmlns:a16="http://schemas.microsoft.com/office/drawing/2014/main" id="{B9F3043D-C7B4-8841-B165-EA9B367B0EAE}"/>
                      </a:ext>
                    </a:extLst>
                  </p:cNvPr>
                  <p:cNvSpPr/>
                  <p:nvPr/>
                </p:nvSpPr>
                <p:spPr>
                  <a:xfrm>
                    <a:off x="6404573" y="3157416"/>
                    <a:ext cx="444721" cy="74253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785" name="Straight Connector 784">
                    <a:extLst>
                      <a:ext uri="{FF2B5EF4-FFF2-40B4-BE49-F238E27FC236}">
                        <a16:creationId xmlns:a16="http://schemas.microsoft.com/office/drawing/2014/main" id="{C22545EC-D24C-8542-B84B-5B3DD9C0972B}"/>
                      </a:ext>
                    </a:extLst>
                  </p:cNvPr>
                  <p:cNvCxnSpPr/>
                  <p:nvPr/>
                </p:nvCxnSpPr>
                <p:spPr>
                  <a:xfrm flipV="1">
                    <a:off x="6846311" y="3804394"/>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0202" name="Group 785">
                    <a:extLst>
                      <a:ext uri="{FF2B5EF4-FFF2-40B4-BE49-F238E27FC236}">
                        <a16:creationId xmlns:a16="http://schemas.microsoft.com/office/drawing/2014/main" id="{9938B607-0E92-9A43-995A-59D71FF53A6E}"/>
                      </a:ext>
                    </a:extLst>
                  </p:cNvPr>
                  <p:cNvGrpSpPr>
                    <a:grpSpLocks/>
                  </p:cNvGrpSpPr>
                  <p:nvPr/>
                </p:nvGrpSpPr>
                <p:grpSpPr bwMode="auto">
                  <a:xfrm>
                    <a:off x="6400318" y="3137421"/>
                    <a:ext cx="559121" cy="92788"/>
                    <a:chOff x="6582044" y="2846082"/>
                    <a:chExt cx="559121" cy="92788"/>
                  </a:xfrm>
                </p:grpSpPr>
                <p:cxnSp>
                  <p:nvCxnSpPr>
                    <p:cNvPr id="814" name="Straight Connector 813">
                      <a:extLst>
                        <a:ext uri="{FF2B5EF4-FFF2-40B4-BE49-F238E27FC236}">
                          <a16:creationId xmlns:a16="http://schemas.microsoft.com/office/drawing/2014/main" id="{F4F627E4-EC58-6745-9467-963A95B2BDA4}"/>
                        </a:ext>
                      </a:extLst>
                    </p:cNvPr>
                    <p:cNvCxnSpPr/>
                    <p:nvPr/>
                  </p:nvCxnSpPr>
                  <p:spPr>
                    <a:xfrm flipV="1">
                      <a:off x="7028036" y="2845713"/>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5" name="Straight Connector 814">
                      <a:extLst>
                        <a:ext uri="{FF2B5EF4-FFF2-40B4-BE49-F238E27FC236}">
                          <a16:creationId xmlns:a16="http://schemas.microsoft.com/office/drawing/2014/main" id="{F0C959A1-7D2C-0F4F-9F9F-7014851827FE}"/>
                        </a:ext>
                      </a:extLst>
                    </p:cNvPr>
                    <p:cNvCxnSpPr/>
                    <p:nvPr/>
                  </p:nvCxnSpPr>
                  <p:spPr>
                    <a:xfrm flipV="1">
                      <a:off x="6553466" y="2938138"/>
                      <a:ext cx="4805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203" name="Group 786">
                    <a:extLst>
                      <a:ext uri="{FF2B5EF4-FFF2-40B4-BE49-F238E27FC236}">
                        <a16:creationId xmlns:a16="http://schemas.microsoft.com/office/drawing/2014/main" id="{4103D641-9B8E-E347-BC49-E96C757F668B}"/>
                      </a:ext>
                    </a:extLst>
                  </p:cNvPr>
                  <p:cNvGrpSpPr>
                    <a:grpSpLocks/>
                  </p:cNvGrpSpPr>
                  <p:nvPr/>
                </p:nvGrpSpPr>
                <p:grpSpPr bwMode="auto">
                  <a:xfrm>
                    <a:off x="6399838" y="3203285"/>
                    <a:ext cx="559121" cy="92788"/>
                    <a:chOff x="6582044" y="2846082"/>
                    <a:chExt cx="559121" cy="92788"/>
                  </a:xfrm>
                </p:grpSpPr>
                <p:cxnSp>
                  <p:nvCxnSpPr>
                    <p:cNvPr id="812" name="Straight Connector 811">
                      <a:extLst>
                        <a:ext uri="{FF2B5EF4-FFF2-40B4-BE49-F238E27FC236}">
                          <a16:creationId xmlns:a16="http://schemas.microsoft.com/office/drawing/2014/main" id="{B7AC4A4B-E0B6-0344-AB2F-8846B71F78F2}"/>
                        </a:ext>
                      </a:extLst>
                    </p:cNvPr>
                    <p:cNvCxnSpPr/>
                    <p:nvPr/>
                  </p:nvCxnSpPr>
                  <p:spPr>
                    <a:xfrm flipV="1">
                      <a:off x="7028517" y="2845644"/>
                      <a:ext cx="113419" cy="877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3" name="Straight Connector 812">
                      <a:extLst>
                        <a:ext uri="{FF2B5EF4-FFF2-40B4-BE49-F238E27FC236}">
                          <a16:creationId xmlns:a16="http://schemas.microsoft.com/office/drawing/2014/main" id="{C8D1E014-6B75-C24F-B902-93D43525080C}"/>
                        </a:ext>
                      </a:extLst>
                    </p:cNvPr>
                    <p:cNvCxnSpPr/>
                    <p:nvPr/>
                  </p:nvCxnSpPr>
                  <p:spPr>
                    <a:xfrm flipV="1">
                      <a:off x="6580811" y="2933370"/>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204" name="Group 787">
                    <a:extLst>
                      <a:ext uri="{FF2B5EF4-FFF2-40B4-BE49-F238E27FC236}">
                        <a16:creationId xmlns:a16="http://schemas.microsoft.com/office/drawing/2014/main" id="{5A59E99D-1126-0543-A934-EF0BC4A01944}"/>
                      </a:ext>
                    </a:extLst>
                  </p:cNvPr>
                  <p:cNvGrpSpPr>
                    <a:grpSpLocks/>
                  </p:cNvGrpSpPr>
                  <p:nvPr/>
                </p:nvGrpSpPr>
                <p:grpSpPr bwMode="auto">
                  <a:xfrm>
                    <a:off x="6399358" y="3269149"/>
                    <a:ext cx="559121" cy="92788"/>
                    <a:chOff x="6582044" y="2846082"/>
                    <a:chExt cx="559121" cy="92788"/>
                  </a:xfrm>
                </p:grpSpPr>
                <p:cxnSp>
                  <p:nvCxnSpPr>
                    <p:cNvPr id="810" name="Straight Connector 809">
                      <a:extLst>
                        <a:ext uri="{FF2B5EF4-FFF2-40B4-BE49-F238E27FC236}">
                          <a16:creationId xmlns:a16="http://schemas.microsoft.com/office/drawing/2014/main" id="{13D8D326-19B0-FE49-B5FC-1DBF6D3D2389}"/>
                        </a:ext>
                      </a:extLst>
                    </p:cNvPr>
                    <p:cNvCxnSpPr/>
                    <p:nvPr/>
                  </p:nvCxnSpPr>
                  <p:spPr>
                    <a:xfrm flipV="1">
                      <a:off x="7002133" y="2845574"/>
                      <a:ext cx="110435"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1" name="Straight Connector 810">
                      <a:extLst>
                        <a:ext uri="{FF2B5EF4-FFF2-40B4-BE49-F238E27FC236}">
                          <a16:creationId xmlns:a16="http://schemas.microsoft.com/office/drawing/2014/main" id="{3E365965-8401-9745-807F-69898959C3CD}"/>
                        </a:ext>
                      </a:extLst>
                    </p:cNvPr>
                    <p:cNvCxnSpPr/>
                    <p:nvPr/>
                  </p:nvCxnSpPr>
                  <p:spPr>
                    <a:xfrm flipV="1">
                      <a:off x="6581290" y="2923900"/>
                      <a:ext cx="42382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205" name="Group 788">
                    <a:extLst>
                      <a:ext uri="{FF2B5EF4-FFF2-40B4-BE49-F238E27FC236}">
                        <a16:creationId xmlns:a16="http://schemas.microsoft.com/office/drawing/2014/main" id="{86270D79-F677-FC4E-8B68-9D480B17D45E}"/>
                      </a:ext>
                    </a:extLst>
                  </p:cNvPr>
                  <p:cNvGrpSpPr>
                    <a:grpSpLocks/>
                  </p:cNvGrpSpPr>
                  <p:nvPr/>
                </p:nvGrpSpPr>
                <p:grpSpPr bwMode="auto">
                  <a:xfrm>
                    <a:off x="6398878" y="3335013"/>
                    <a:ext cx="559121" cy="92788"/>
                    <a:chOff x="6582044" y="2846082"/>
                    <a:chExt cx="559121" cy="92788"/>
                  </a:xfrm>
                </p:grpSpPr>
                <p:cxnSp>
                  <p:nvCxnSpPr>
                    <p:cNvPr id="808" name="Straight Connector 807">
                      <a:extLst>
                        <a:ext uri="{FF2B5EF4-FFF2-40B4-BE49-F238E27FC236}">
                          <a16:creationId xmlns:a16="http://schemas.microsoft.com/office/drawing/2014/main" id="{5EC70973-E8D5-A647-8030-5CFEEBBC0226}"/>
                        </a:ext>
                      </a:extLst>
                    </p:cNvPr>
                    <p:cNvCxnSpPr/>
                    <p:nvPr/>
                  </p:nvCxnSpPr>
                  <p:spPr>
                    <a:xfrm flipV="1">
                      <a:off x="7026490" y="2845504"/>
                      <a:ext cx="113419"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9" name="Straight Connector 808">
                      <a:extLst>
                        <a:ext uri="{FF2B5EF4-FFF2-40B4-BE49-F238E27FC236}">
                          <a16:creationId xmlns:a16="http://schemas.microsoft.com/office/drawing/2014/main" id="{B522B1D0-906F-794D-93C5-E907D50BCDAB}"/>
                        </a:ext>
                      </a:extLst>
                    </p:cNvPr>
                    <p:cNvCxnSpPr/>
                    <p:nvPr/>
                  </p:nvCxnSpPr>
                  <p:spPr>
                    <a:xfrm flipV="1">
                      <a:off x="6581770" y="2923830"/>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206" name="Group 789">
                    <a:extLst>
                      <a:ext uri="{FF2B5EF4-FFF2-40B4-BE49-F238E27FC236}">
                        <a16:creationId xmlns:a16="http://schemas.microsoft.com/office/drawing/2014/main" id="{6CC3B5BD-615F-8544-A574-A1BF388361F4}"/>
                      </a:ext>
                    </a:extLst>
                  </p:cNvPr>
                  <p:cNvGrpSpPr>
                    <a:grpSpLocks/>
                  </p:cNvGrpSpPr>
                  <p:nvPr/>
                </p:nvGrpSpPr>
                <p:grpSpPr bwMode="auto">
                  <a:xfrm>
                    <a:off x="6398398" y="3400877"/>
                    <a:ext cx="559121" cy="92788"/>
                    <a:chOff x="6582044" y="2846082"/>
                    <a:chExt cx="559121" cy="92788"/>
                  </a:xfrm>
                </p:grpSpPr>
                <p:cxnSp>
                  <p:nvCxnSpPr>
                    <p:cNvPr id="806" name="Straight Connector 805">
                      <a:extLst>
                        <a:ext uri="{FF2B5EF4-FFF2-40B4-BE49-F238E27FC236}">
                          <a16:creationId xmlns:a16="http://schemas.microsoft.com/office/drawing/2014/main" id="{56605972-58D8-4040-9BD2-28B09510859D}"/>
                        </a:ext>
                      </a:extLst>
                    </p:cNvPr>
                    <p:cNvCxnSpPr/>
                    <p:nvPr/>
                  </p:nvCxnSpPr>
                  <p:spPr>
                    <a:xfrm flipV="1">
                      <a:off x="7026970" y="2845435"/>
                      <a:ext cx="113419"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7" name="Straight Connector 806">
                      <a:extLst>
                        <a:ext uri="{FF2B5EF4-FFF2-40B4-BE49-F238E27FC236}">
                          <a16:creationId xmlns:a16="http://schemas.microsoft.com/office/drawing/2014/main" id="{AF0EC40F-2D54-B34F-A570-2532B168A86F}"/>
                        </a:ext>
                      </a:extLst>
                    </p:cNvPr>
                    <p:cNvCxnSpPr/>
                    <p:nvPr/>
                  </p:nvCxnSpPr>
                  <p:spPr>
                    <a:xfrm flipV="1">
                      <a:off x="6582249" y="2923761"/>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207" name="Group 790">
                    <a:extLst>
                      <a:ext uri="{FF2B5EF4-FFF2-40B4-BE49-F238E27FC236}">
                        <a16:creationId xmlns:a16="http://schemas.microsoft.com/office/drawing/2014/main" id="{1FF22370-18EA-D346-92A5-0420BACD2B8B}"/>
                      </a:ext>
                    </a:extLst>
                  </p:cNvPr>
                  <p:cNvGrpSpPr>
                    <a:grpSpLocks/>
                  </p:cNvGrpSpPr>
                  <p:nvPr/>
                </p:nvGrpSpPr>
                <p:grpSpPr bwMode="auto">
                  <a:xfrm>
                    <a:off x="6397918" y="3466741"/>
                    <a:ext cx="559121" cy="92788"/>
                    <a:chOff x="6582044" y="2846082"/>
                    <a:chExt cx="559121" cy="92788"/>
                  </a:xfrm>
                </p:grpSpPr>
                <p:cxnSp>
                  <p:nvCxnSpPr>
                    <p:cNvPr id="804" name="Straight Connector 803">
                      <a:extLst>
                        <a:ext uri="{FF2B5EF4-FFF2-40B4-BE49-F238E27FC236}">
                          <a16:creationId xmlns:a16="http://schemas.microsoft.com/office/drawing/2014/main" id="{5A450EAA-C10B-684E-970C-FAF1A0B754B9}"/>
                        </a:ext>
                      </a:extLst>
                    </p:cNvPr>
                    <p:cNvCxnSpPr/>
                    <p:nvPr/>
                  </p:nvCxnSpPr>
                  <p:spPr>
                    <a:xfrm flipV="1">
                      <a:off x="7027451" y="2845365"/>
                      <a:ext cx="113419" cy="93992"/>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5" name="Straight Connector 804">
                      <a:extLst>
                        <a:ext uri="{FF2B5EF4-FFF2-40B4-BE49-F238E27FC236}">
                          <a16:creationId xmlns:a16="http://schemas.microsoft.com/office/drawing/2014/main" id="{C237094B-646F-624E-907A-804565BAB6C0}"/>
                        </a:ext>
                      </a:extLst>
                    </p:cNvPr>
                    <p:cNvCxnSpPr/>
                    <p:nvPr/>
                  </p:nvCxnSpPr>
                  <p:spPr>
                    <a:xfrm flipV="1">
                      <a:off x="6582730" y="2939356"/>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208" name="Group 791">
                    <a:extLst>
                      <a:ext uri="{FF2B5EF4-FFF2-40B4-BE49-F238E27FC236}">
                        <a16:creationId xmlns:a16="http://schemas.microsoft.com/office/drawing/2014/main" id="{AEC41576-8873-7B48-BA45-D6F5D2821D2C}"/>
                      </a:ext>
                    </a:extLst>
                  </p:cNvPr>
                  <p:cNvGrpSpPr>
                    <a:grpSpLocks/>
                  </p:cNvGrpSpPr>
                  <p:nvPr/>
                </p:nvGrpSpPr>
                <p:grpSpPr bwMode="auto">
                  <a:xfrm>
                    <a:off x="6397438" y="3532605"/>
                    <a:ext cx="559121" cy="92788"/>
                    <a:chOff x="6582044" y="2846082"/>
                    <a:chExt cx="559121" cy="92788"/>
                  </a:xfrm>
                </p:grpSpPr>
                <p:cxnSp>
                  <p:nvCxnSpPr>
                    <p:cNvPr id="802" name="Straight Connector 801">
                      <a:extLst>
                        <a:ext uri="{FF2B5EF4-FFF2-40B4-BE49-F238E27FC236}">
                          <a16:creationId xmlns:a16="http://schemas.microsoft.com/office/drawing/2014/main" id="{2C480E4C-77CC-F349-BE27-A21D22418E63}"/>
                        </a:ext>
                      </a:extLst>
                    </p:cNvPr>
                    <p:cNvCxnSpPr/>
                    <p:nvPr/>
                  </p:nvCxnSpPr>
                  <p:spPr>
                    <a:xfrm flipV="1">
                      <a:off x="7027930" y="2831195"/>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3" name="Straight Connector 802">
                      <a:extLst>
                        <a:ext uri="{FF2B5EF4-FFF2-40B4-BE49-F238E27FC236}">
                          <a16:creationId xmlns:a16="http://schemas.microsoft.com/office/drawing/2014/main" id="{CBB7F05B-920E-BA49-8894-5DD56AC4F2BD}"/>
                        </a:ext>
                      </a:extLst>
                    </p:cNvPr>
                    <p:cNvCxnSpPr/>
                    <p:nvPr/>
                  </p:nvCxnSpPr>
                  <p:spPr>
                    <a:xfrm flipV="1">
                      <a:off x="6553363" y="2939286"/>
                      <a:ext cx="4805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209" name="Group 792">
                    <a:extLst>
                      <a:ext uri="{FF2B5EF4-FFF2-40B4-BE49-F238E27FC236}">
                        <a16:creationId xmlns:a16="http://schemas.microsoft.com/office/drawing/2014/main" id="{8019789D-A80D-A441-BB9F-B91FE45CFE80}"/>
                      </a:ext>
                    </a:extLst>
                  </p:cNvPr>
                  <p:cNvGrpSpPr>
                    <a:grpSpLocks/>
                  </p:cNvGrpSpPr>
                  <p:nvPr/>
                </p:nvGrpSpPr>
                <p:grpSpPr bwMode="auto">
                  <a:xfrm>
                    <a:off x="6396958" y="3598469"/>
                    <a:ext cx="559121" cy="92788"/>
                    <a:chOff x="6582044" y="2846082"/>
                    <a:chExt cx="559121" cy="92788"/>
                  </a:xfrm>
                </p:grpSpPr>
                <p:cxnSp>
                  <p:nvCxnSpPr>
                    <p:cNvPr id="800" name="Straight Connector 799">
                      <a:extLst>
                        <a:ext uri="{FF2B5EF4-FFF2-40B4-BE49-F238E27FC236}">
                          <a16:creationId xmlns:a16="http://schemas.microsoft.com/office/drawing/2014/main" id="{8627298B-3985-8545-9BA0-D9D472270D4B}"/>
                        </a:ext>
                      </a:extLst>
                    </p:cNvPr>
                    <p:cNvCxnSpPr/>
                    <p:nvPr/>
                  </p:nvCxnSpPr>
                  <p:spPr>
                    <a:xfrm flipV="1">
                      <a:off x="7028410" y="2831126"/>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01" name="Straight Connector 800">
                      <a:extLst>
                        <a:ext uri="{FF2B5EF4-FFF2-40B4-BE49-F238E27FC236}">
                          <a16:creationId xmlns:a16="http://schemas.microsoft.com/office/drawing/2014/main" id="{840DACA9-AB08-3E41-82E6-9F44578EDDA3}"/>
                        </a:ext>
                      </a:extLst>
                    </p:cNvPr>
                    <p:cNvCxnSpPr/>
                    <p:nvPr/>
                  </p:nvCxnSpPr>
                  <p:spPr>
                    <a:xfrm flipV="1">
                      <a:off x="6580703" y="2939217"/>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210" name="Group 793">
                    <a:extLst>
                      <a:ext uri="{FF2B5EF4-FFF2-40B4-BE49-F238E27FC236}">
                        <a16:creationId xmlns:a16="http://schemas.microsoft.com/office/drawing/2014/main" id="{E0F7E25B-98BA-AC44-9355-ED9945B175CE}"/>
                      </a:ext>
                    </a:extLst>
                  </p:cNvPr>
                  <p:cNvGrpSpPr>
                    <a:grpSpLocks/>
                  </p:cNvGrpSpPr>
                  <p:nvPr/>
                </p:nvGrpSpPr>
                <p:grpSpPr bwMode="auto">
                  <a:xfrm>
                    <a:off x="6396478" y="3664333"/>
                    <a:ext cx="559121" cy="92788"/>
                    <a:chOff x="6582044" y="2846082"/>
                    <a:chExt cx="559121" cy="92788"/>
                  </a:xfrm>
                </p:grpSpPr>
                <p:cxnSp>
                  <p:nvCxnSpPr>
                    <p:cNvPr id="798" name="Straight Connector 797">
                      <a:extLst>
                        <a:ext uri="{FF2B5EF4-FFF2-40B4-BE49-F238E27FC236}">
                          <a16:creationId xmlns:a16="http://schemas.microsoft.com/office/drawing/2014/main" id="{EB422EF3-882F-9043-9747-F3EEC56E22BA}"/>
                        </a:ext>
                      </a:extLst>
                    </p:cNvPr>
                    <p:cNvCxnSpPr/>
                    <p:nvPr/>
                  </p:nvCxnSpPr>
                  <p:spPr>
                    <a:xfrm flipV="1">
                      <a:off x="6999044" y="2846721"/>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9" name="Straight Connector 798">
                      <a:extLst>
                        <a:ext uri="{FF2B5EF4-FFF2-40B4-BE49-F238E27FC236}">
                          <a16:creationId xmlns:a16="http://schemas.microsoft.com/office/drawing/2014/main" id="{83BFD3BC-C8F6-B64B-A31E-CAD7FB6391E0}"/>
                        </a:ext>
                      </a:extLst>
                    </p:cNvPr>
                    <p:cNvCxnSpPr/>
                    <p:nvPr/>
                  </p:nvCxnSpPr>
                  <p:spPr>
                    <a:xfrm flipV="1">
                      <a:off x="6581185" y="2939147"/>
                      <a:ext cx="42382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211" name="Group 794">
                    <a:extLst>
                      <a:ext uri="{FF2B5EF4-FFF2-40B4-BE49-F238E27FC236}">
                        <a16:creationId xmlns:a16="http://schemas.microsoft.com/office/drawing/2014/main" id="{87780352-050E-7942-B3FA-439C05A47B7A}"/>
                      </a:ext>
                    </a:extLst>
                  </p:cNvPr>
                  <p:cNvGrpSpPr>
                    <a:grpSpLocks/>
                  </p:cNvGrpSpPr>
                  <p:nvPr/>
                </p:nvGrpSpPr>
                <p:grpSpPr bwMode="auto">
                  <a:xfrm>
                    <a:off x="6395998" y="3730197"/>
                    <a:ext cx="559121" cy="92788"/>
                    <a:chOff x="6582044" y="2846082"/>
                    <a:chExt cx="559121" cy="92788"/>
                  </a:xfrm>
                </p:grpSpPr>
                <p:cxnSp>
                  <p:nvCxnSpPr>
                    <p:cNvPr id="796" name="Straight Connector 795">
                      <a:extLst>
                        <a:ext uri="{FF2B5EF4-FFF2-40B4-BE49-F238E27FC236}">
                          <a16:creationId xmlns:a16="http://schemas.microsoft.com/office/drawing/2014/main" id="{437F36E7-9102-1049-A7A3-085A4B2598D5}"/>
                        </a:ext>
                      </a:extLst>
                    </p:cNvPr>
                    <p:cNvCxnSpPr/>
                    <p:nvPr/>
                  </p:nvCxnSpPr>
                  <p:spPr>
                    <a:xfrm flipV="1">
                      <a:off x="7026387" y="2846652"/>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97" name="Straight Connector 796">
                      <a:extLst>
                        <a:ext uri="{FF2B5EF4-FFF2-40B4-BE49-F238E27FC236}">
                          <a16:creationId xmlns:a16="http://schemas.microsoft.com/office/drawing/2014/main" id="{B775216F-8589-044C-867A-A0C7D16A5C75}"/>
                        </a:ext>
                      </a:extLst>
                    </p:cNvPr>
                    <p:cNvCxnSpPr/>
                    <p:nvPr/>
                  </p:nvCxnSpPr>
                  <p:spPr>
                    <a:xfrm flipV="1">
                      <a:off x="6581664" y="2939078"/>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30175" name="Group 758">
                  <a:extLst>
                    <a:ext uri="{FF2B5EF4-FFF2-40B4-BE49-F238E27FC236}">
                      <a16:creationId xmlns:a16="http://schemas.microsoft.com/office/drawing/2014/main" id="{FC7B35E7-16F1-3342-9133-2C3B204630C4}"/>
                    </a:ext>
                  </a:extLst>
                </p:cNvPr>
                <p:cNvGrpSpPr>
                  <a:grpSpLocks/>
                </p:cNvGrpSpPr>
                <p:nvPr/>
              </p:nvGrpSpPr>
              <p:grpSpPr bwMode="auto">
                <a:xfrm>
                  <a:off x="6280049" y="2055335"/>
                  <a:ext cx="731610" cy="920732"/>
                  <a:chOff x="6280049" y="2055335"/>
                  <a:chExt cx="731610" cy="920732"/>
                </a:xfrm>
              </p:grpSpPr>
              <p:grpSp>
                <p:nvGrpSpPr>
                  <p:cNvPr id="230176" name="Group 759">
                    <a:extLst>
                      <a:ext uri="{FF2B5EF4-FFF2-40B4-BE49-F238E27FC236}">
                        <a16:creationId xmlns:a16="http://schemas.microsoft.com/office/drawing/2014/main" id="{24E502A3-F030-0F47-95A4-D60C9583ECC4}"/>
                      </a:ext>
                    </a:extLst>
                  </p:cNvPr>
                  <p:cNvGrpSpPr>
                    <a:grpSpLocks/>
                  </p:cNvGrpSpPr>
                  <p:nvPr/>
                </p:nvGrpSpPr>
                <p:grpSpPr bwMode="auto">
                  <a:xfrm>
                    <a:off x="6280049" y="2055335"/>
                    <a:ext cx="680752" cy="139401"/>
                    <a:chOff x="5414286" y="2921098"/>
                    <a:chExt cx="680752" cy="139401"/>
                  </a:xfrm>
                </p:grpSpPr>
                <p:sp>
                  <p:nvSpPr>
                    <p:cNvPr id="774" name="Rectangle 188">
                      <a:extLst>
                        <a:ext uri="{FF2B5EF4-FFF2-40B4-BE49-F238E27FC236}">
                          <a16:creationId xmlns:a16="http://schemas.microsoft.com/office/drawing/2014/main" id="{B2061260-A877-0A42-8206-8F821A8A7ED6}"/>
                        </a:ext>
                      </a:extLst>
                    </p:cNvPr>
                    <p:cNvSpPr>
                      <a:spLocks noChangeArrowheads="1"/>
                    </p:cNvSpPr>
                    <p:nvPr/>
                  </p:nvSpPr>
                  <p:spPr bwMode="auto">
                    <a:xfrm>
                      <a:off x="5414723" y="2995812"/>
                      <a:ext cx="549972" cy="64228"/>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75" name="AutoShape 189">
                      <a:extLst>
                        <a:ext uri="{FF2B5EF4-FFF2-40B4-BE49-F238E27FC236}">
                          <a16:creationId xmlns:a16="http://schemas.microsoft.com/office/drawing/2014/main" id="{E4D99BA4-AEB9-5B4C-A806-30F4115F0FBD}"/>
                        </a:ext>
                      </a:extLst>
                    </p:cNvPr>
                    <p:cNvSpPr>
                      <a:spLocks noChangeArrowheads="1"/>
                    </p:cNvSpPr>
                    <p:nvPr/>
                  </p:nvSpPr>
                  <p:spPr bwMode="auto">
                    <a:xfrm>
                      <a:off x="5414723" y="2920618"/>
                      <a:ext cx="675469"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76" name="Freeform 190">
                      <a:extLst>
                        <a:ext uri="{FF2B5EF4-FFF2-40B4-BE49-F238E27FC236}">
                          <a16:creationId xmlns:a16="http://schemas.microsoft.com/office/drawing/2014/main" id="{91A2479C-949A-6E4E-970E-846A0B06E600}"/>
                        </a:ext>
                      </a:extLst>
                    </p:cNvPr>
                    <p:cNvSpPr>
                      <a:spLocks/>
                    </p:cNvSpPr>
                    <p:nvPr/>
                  </p:nvSpPr>
                  <p:spPr bwMode="auto">
                    <a:xfrm>
                      <a:off x="5968387" y="2922185"/>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77" name="Freeform 191">
                      <a:extLst>
                        <a:ext uri="{FF2B5EF4-FFF2-40B4-BE49-F238E27FC236}">
                          <a16:creationId xmlns:a16="http://schemas.microsoft.com/office/drawing/2014/main" id="{EF99E143-0380-D54B-8C31-D6825C5E077D}"/>
                        </a:ext>
                      </a:extLst>
                    </p:cNvPr>
                    <p:cNvSpPr>
                      <a:spLocks/>
                    </p:cNvSpPr>
                    <p:nvPr/>
                  </p:nvSpPr>
                  <p:spPr bwMode="auto">
                    <a:xfrm>
                      <a:off x="5499617" y="2936284"/>
                      <a:ext cx="524136" cy="4543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778" name="Freeform 192">
                      <a:extLst>
                        <a:ext uri="{FF2B5EF4-FFF2-40B4-BE49-F238E27FC236}">
                          <a16:creationId xmlns:a16="http://schemas.microsoft.com/office/drawing/2014/main" id="{E8487CFE-A9CC-BD4C-8703-802B91372631}"/>
                        </a:ext>
                      </a:extLst>
                    </p:cNvPr>
                    <p:cNvSpPr>
                      <a:spLocks/>
                    </p:cNvSpPr>
                    <p:nvPr/>
                  </p:nvSpPr>
                  <p:spPr bwMode="auto">
                    <a:xfrm>
                      <a:off x="5621424" y="2933151"/>
                      <a:ext cx="302670"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761" name="Straight Connector 760">
                    <a:extLst>
                      <a:ext uri="{FF2B5EF4-FFF2-40B4-BE49-F238E27FC236}">
                        <a16:creationId xmlns:a16="http://schemas.microsoft.com/office/drawing/2014/main" id="{1CC5CC81-A5D6-F84C-A73B-ACCB4A9ACC14}"/>
                      </a:ext>
                    </a:extLst>
                  </p:cNvPr>
                  <p:cNvCxnSpPr/>
                  <p:nvPr/>
                </p:nvCxnSpPr>
                <p:spPr>
                  <a:xfrm flipH="1">
                    <a:off x="6996560" y="2125350"/>
                    <a:ext cx="11072" cy="844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2" name="Straight Connector 761">
                    <a:extLst>
                      <a:ext uri="{FF2B5EF4-FFF2-40B4-BE49-F238E27FC236}">
                        <a16:creationId xmlns:a16="http://schemas.microsoft.com/office/drawing/2014/main" id="{7B046957-F164-E541-8442-F745C05E60BD}"/>
                      </a:ext>
                    </a:extLst>
                  </p:cNvPr>
                  <p:cNvCxnSpPr/>
                  <p:nvPr/>
                </p:nvCxnSpPr>
                <p:spPr>
                  <a:xfrm>
                    <a:off x="6874752" y="2303934"/>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3" name="Straight Connector 762">
                    <a:extLst>
                      <a:ext uri="{FF2B5EF4-FFF2-40B4-BE49-F238E27FC236}">
                        <a16:creationId xmlns:a16="http://schemas.microsoft.com/office/drawing/2014/main" id="{6BF21F76-3097-A449-8608-0C36C5B88F61}"/>
                      </a:ext>
                    </a:extLst>
                  </p:cNvPr>
                  <p:cNvCxnSpPr/>
                  <p:nvPr/>
                </p:nvCxnSpPr>
                <p:spPr>
                  <a:xfrm>
                    <a:off x="6871062" y="2368162"/>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4" name="Straight Connector 763">
                    <a:extLst>
                      <a:ext uri="{FF2B5EF4-FFF2-40B4-BE49-F238E27FC236}">
                        <a16:creationId xmlns:a16="http://schemas.microsoft.com/office/drawing/2014/main" id="{68273877-9035-9849-99A3-06648E80A84F}"/>
                      </a:ext>
                    </a:extLst>
                  </p:cNvPr>
                  <p:cNvCxnSpPr/>
                  <p:nvPr/>
                </p:nvCxnSpPr>
                <p:spPr>
                  <a:xfrm>
                    <a:off x="6871062" y="2444922"/>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5" name="Straight Connector 764">
                    <a:extLst>
                      <a:ext uri="{FF2B5EF4-FFF2-40B4-BE49-F238E27FC236}">
                        <a16:creationId xmlns:a16="http://schemas.microsoft.com/office/drawing/2014/main" id="{035A955D-E725-8444-85CC-4C414F6A0593}"/>
                      </a:ext>
                    </a:extLst>
                  </p:cNvPr>
                  <p:cNvCxnSpPr/>
                  <p:nvPr/>
                </p:nvCxnSpPr>
                <p:spPr>
                  <a:xfrm>
                    <a:off x="6867370" y="2509150"/>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6" name="Straight Connector 765">
                    <a:extLst>
                      <a:ext uri="{FF2B5EF4-FFF2-40B4-BE49-F238E27FC236}">
                        <a16:creationId xmlns:a16="http://schemas.microsoft.com/office/drawing/2014/main" id="{24529ECC-57BA-704F-958E-1E8B1EFE44A5}"/>
                      </a:ext>
                    </a:extLst>
                  </p:cNvPr>
                  <p:cNvCxnSpPr/>
                  <p:nvPr/>
                </p:nvCxnSpPr>
                <p:spPr>
                  <a:xfrm>
                    <a:off x="6863680" y="2570245"/>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7" name="Straight Connector 766">
                    <a:extLst>
                      <a:ext uri="{FF2B5EF4-FFF2-40B4-BE49-F238E27FC236}">
                        <a16:creationId xmlns:a16="http://schemas.microsoft.com/office/drawing/2014/main" id="{8FE89D1D-4A37-954A-9474-DF09DCFDEBEA}"/>
                      </a:ext>
                    </a:extLst>
                  </p:cNvPr>
                  <p:cNvCxnSpPr/>
                  <p:nvPr/>
                </p:nvCxnSpPr>
                <p:spPr>
                  <a:xfrm>
                    <a:off x="6863680" y="2637605"/>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8" name="Straight Connector 767">
                    <a:extLst>
                      <a:ext uri="{FF2B5EF4-FFF2-40B4-BE49-F238E27FC236}">
                        <a16:creationId xmlns:a16="http://schemas.microsoft.com/office/drawing/2014/main" id="{DB422B1F-6B53-5643-AEF6-A50B7CD44B91}"/>
                      </a:ext>
                    </a:extLst>
                  </p:cNvPr>
                  <p:cNvCxnSpPr/>
                  <p:nvPr/>
                </p:nvCxnSpPr>
                <p:spPr>
                  <a:xfrm>
                    <a:off x="6859988" y="2706533"/>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69" name="Straight Connector 768">
                    <a:extLst>
                      <a:ext uri="{FF2B5EF4-FFF2-40B4-BE49-F238E27FC236}">
                        <a16:creationId xmlns:a16="http://schemas.microsoft.com/office/drawing/2014/main" id="{CF43DE5F-93A9-0F42-BBE7-59CF6BCCAA23}"/>
                      </a:ext>
                    </a:extLst>
                  </p:cNvPr>
                  <p:cNvCxnSpPr/>
                  <p:nvPr/>
                </p:nvCxnSpPr>
                <p:spPr>
                  <a:xfrm>
                    <a:off x="6867370" y="2775460"/>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0" name="Straight Connector 769">
                    <a:extLst>
                      <a:ext uri="{FF2B5EF4-FFF2-40B4-BE49-F238E27FC236}">
                        <a16:creationId xmlns:a16="http://schemas.microsoft.com/office/drawing/2014/main" id="{D8A5217C-F2E9-C042-B54F-AA60DAD0898A}"/>
                      </a:ext>
                    </a:extLst>
                  </p:cNvPr>
                  <p:cNvCxnSpPr/>
                  <p:nvPr/>
                </p:nvCxnSpPr>
                <p:spPr>
                  <a:xfrm>
                    <a:off x="6871062" y="2842821"/>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1" name="Straight Connector 770">
                    <a:extLst>
                      <a:ext uri="{FF2B5EF4-FFF2-40B4-BE49-F238E27FC236}">
                        <a16:creationId xmlns:a16="http://schemas.microsoft.com/office/drawing/2014/main" id="{9135F9B2-428D-CE40-88DC-0AFFC69AADA8}"/>
                      </a:ext>
                    </a:extLst>
                  </p:cNvPr>
                  <p:cNvCxnSpPr/>
                  <p:nvPr/>
                </p:nvCxnSpPr>
                <p:spPr>
                  <a:xfrm>
                    <a:off x="6871062" y="2911749"/>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2" name="Straight Connector 771">
                    <a:extLst>
                      <a:ext uri="{FF2B5EF4-FFF2-40B4-BE49-F238E27FC236}">
                        <a16:creationId xmlns:a16="http://schemas.microsoft.com/office/drawing/2014/main" id="{9501CA83-0589-724F-BC35-B130BC28451C}"/>
                      </a:ext>
                    </a:extLst>
                  </p:cNvPr>
                  <p:cNvCxnSpPr/>
                  <p:nvPr/>
                </p:nvCxnSpPr>
                <p:spPr>
                  <a:xfrm>
                    <a:off x="6874752" y="2975976"/>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773" name="Straight Connector 772">
                    <a:extLst>
                      <a:ext uri="{FF2B5EF4-FFF2-40B4-BE49-F238E27FC236}">
                        <a16:creationId xmlns:a16="http://schemas.microsoft.com/office/drawing/2014/main" id="{63789394-CF53-B340-82DB-439E19B6F21E}"/>
                      </a:ext>
                    </a:extLst>
                  </p:cNvPr>
                  <p:cNvCxnSpPr/>
                  <p:nvPr/>
                </p:nvCxnSpPr>
                <p:spPr>
                  <a:xfrm flipH="1">
                    <a:off x="6874752" y="2131616"/>
                    <a:ext cx="136572"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229388" name="Group 815">
              <a:extLst>
                <a:ext uri="{FF2B5EF4-FFF2-40B4-BE49-F238E27FC236}">
                  <a16:creationId xmlns:a16="http://schemas.microsoft.com/office/drawing/2014/main" id="{2E0D0E69-B8CB-CA49-A474-4828D26AB23E}"/>
                </a:ext>
              </a:extLst>
            </p:cNvPr>
            <p:cNvGrpSpPr>
              <a:grpSpLocks/>
            </p:cNvGrpSpPr>
            <p:nvPr/>
          </p:nvGrpSpPr>
          <p:grpSpPr bwMode="auto">
            <a:xfrm>
              <a:off x="2267009" y="2732231"/>
              <a:ext cx="1470209" cy="1869141"/>
              <a:chOff x="916173" y="4038600"/>
              <a:chExt cx="1470209" cy="1869141"/>
            </a:xfrm>
          </p:grpSpPr>
          <p:grpSp>
            <p:nvGrpSpPr>
              <p:cNvPr id="229919" name="Group 187">
                <a:extLst>
                  <a:ext uri="{FF2B5EF4-FFF2-40B4-BE49-F238E27FC236}">
                    <a16:creationId xmlns:a16="http://schemas.microsoft.com/office/drawing/2014/main" id="{B2602CD1-76CC-BE46-8362-EEA5A0F6D8C1}"/>
                  </a:ext>
                </a:extLst>
              </p:cNvPr>
              <p:cNvGrpSpPr>
                <a:grpSpLocks/>
              </p:cNvGrpSpPr>
              <p:nvPr/>
            </p:nvGrpSpPr>
            <p:grpSpPr bwMode="auto">
              <a:xfrm>
                <a:off x="1295400" y="4038600"/>
                <a:ext cx="1052512" cy="355600"/>
                <a:chOff x="4410" y="1365"/>
                <a:chExt cx="663" cy="224"/>
              </a:xfrm>
            </p:grpSpPr>
            <p:sp>
              <p:nvSpPr>
                <p:cNvPr id="1058" name="Rectangle 188">
                  <a:extLst>
                    <a:ext uri="{FF2B5EF4-FFF2-40B4-BE49-F238E27FC236}">
                      <a16:creationId xmlns:a16="http://schemas.microsoft.com/office/drawing/2014/main" id="{EFDB0B45-2410-0C4F-A40E-E04519BAE25F}"/>
                    </a:ext>
                  </a:extLst>
                </p:cNvPr>
                <p:cNvSpPr>
                  <a:spLocks noChangeArrowheads="1"/>
                </p:cNvSpPr>
                <p:nvPr/>
              </p:nvSpPr>
              <p:spPr bwMode="auto">
                <a:xfrm>
                  <a:off x="4410" y="1500"/>
                  <a:ext cx="505" cy="8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59" name="AutoShape 189">
                  <a:extLst>
                    <a:ext uri="{FF2B5EF4-FFF2-40B4-BE49-F238E27FC236}">
                      <a16:creationId xmlns:a16="http://schemas.microsoft.com/office/drawing/2014/main" id="{58D28025-D359-954A-B96A-FAFCE2B26C89}"/>
                    </a:ext>
                  </a:extLst>
                </p:cNvPr>
                <p:cNvSpPr>
                  <a:spLocks noChangeArrowheads="1"/>
                </p:cNvSpPr>
                <p:nvPr/>
              </p:nvSpPr>
              <p:spPr bwMode="auto">
                <a:xfrm>
                  <a:off x="4410" y="1368"/>
                  <a:ext cx="673" cy="135"/>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60" name="Freeform 190">
                  <a:extLst>
                    <a:ext uri="{FF2B5EF4-FFF2-40B4-BE49-F238E27FC236}">
                      <a16:creationId xmlns:a16="http://schemas.microsoft.com/office/drawing/2014/main" id="{42D4E399-A36F-DA43-AF87-61608C5D3C62}"/>
                    </a:ext>
                  </a:extLst>
                </p:cNvPr>
                <p:cNvSpPr>
                  <a:spLocks/>
                </p:cNvSpPr>
                <p:nvPr/>
              </p:nvSpPr>
              <p:spPr bwMode="auto">
                <a:xfrm>
                  <a:off x="4914" y="1365"/>
                  <a:ext cx="169" cy="224"/>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61" name="Freeform 191">
                  <a:extLst>
                    <a:ext uri="{FF2B5EF4-FFF2-40B4-BE49-F238E27FC236}">
                      <a16:creationId xmlns:a16="http://schemas.microsoft.com/office/drawing/2014/main" id="{25597BAD-7C7B-6C4E-B03B-49D89B4C113A}"/>
                    </a:ext>
                  </a:extLst>
                </p:cNvPr>
                <p:cNvSpPr>
                  <a:spLocks/>
                </p:cNvSpPr>
                <p:nvPr/>
              </p:nvSpPr>
              <p:spPr bwMode="auto">
                <a:xfrm>
                  <a:off x="4475" y="1395"/>
                  <a:ext cx="516" cy="8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9050"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62" name="Freeform 192">
                  <a:extLst>
                    <a:ext uri="{FF2B5EF4-FFF2-40B4-BE49-F238E27FC236}">
                      <a16:creationId xmlns:a16="http://schemas.microsoft.com/office/drawing/2014/main" id="{656FF57F-E1B1-074B-9AB3-C95344B5415C}"/>
                    </a:ext>
                  </a:extLst>
                </p:cNvPr>
                <p:cNvSpPr>
                  <a:spLocks/>
                </p:cNvSpPr>
                <p:nvPr/>
              </p:nvSpPr>
              <p:spPr bwMode="auto">
                <a:xfrm>
                  <a:off x="4593" y="1391"/>
                  <a:ext cx="303" cy="93"/>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9050"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818" name="Straight Connector 817">
                <a:extLst>
                  <a:ext uri="{FF2B5EF4-FFF2-40B4-BE49-F238E27FC236}">
                    <a16:creationId xmlns:a16="http://schemas.microsoft.com/office/drawing/2014/main" id="{166CA986-89C9-0B48-83B5-E58EA67B9CF4}"/>
                  </a:ext>
                </a:extLst>
              </p:cNvPr>
              <p:cNvCxnSpPr/>
              <p:nvPr/>
            </p:nvCxnSpPr>
            <p:spPr>
              <a:xfrm flipH="1">
                <a:off x="1180779" y="4381699"/>
                <a:ext cx="357149" cy="4951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19" name="Straight Connector 818">
                <a:extLst>
                  <a:ext uri="{FF2B5EF4-FFF2-40B4-BE49-F238E27FC236}">
                    <a16:creationId xmlns:a16="http://schemas.microsoft.com/office/drawing/2014/main" id="{856D4521-574C-8045-9621-46F5170E81D5}"/>
                  </a:ext>
                </a:extLst>
              </p:cNvPr>
              <p:cNvCxnSpPr>
                <a:stCxn id="1058" idx="2"/>
              </p:cNvCxnSpPr>
              <p:nvPr/>
            </p:nvCxnSpPr>
            <p:spPr>
              <a:xfrm flipH="1">
                <a:off x="1485547" y="4391220"/>
                <a:ext cx="203178" cy="485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0" name="Straight Connector 819">
                <a:extLst>
                  <a:ext uri="{FF2B5EF4-FFF2-40B4-BE49-F238E27FC236}">
                    <a16:creationId xmlns:a16="http://schemas.microsoft.com/office/drawing/2014/main" id="{C4BC479A-4FC4-DF4C-929F-2228FB97DAD4}"/>
                  </a:ext>
                </a:extLst>
              </p:cNvPr>
              <p:cNvCxnSpPr/>
              <p:nvPr/>
            </p:nvCxnSpPr>
            <p:spPr>
              <a:xfrm>
                <a:off x="1804600" y="4395981"/>
                <a:ext cx="57144" cy="4919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21" name="Straight Connector 820">
                <a:extLst>
                  <a:ext uri="{FF2B5EF4-FFF2-40B4-BE49-F238E27FC236}">
                    <a16:creationId xmlns:a16="http://schemas.microsoft.com/office/drawing/2014/main" id="{31276B0D-E15F-6242-9865-374155D55A2B}"/>
                  </a:ext>
                </a:extLst>
              </p:cNvPr>
              <p:cNvCxnSpPr>
                <a:endCxn id="843" idx="0"/>
              </p:cNvCxnSpPr>
              <p:nvPr/>
            </p:nvCxnSpPr>
            <p:spPr>
              <a:xfrm>
                <a:off x="1944285" y="4419784"/>
                <a:ext cx="274609" cy="457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9924" name="Group 821">
                <a:extLst>
                  <a:ext uri="{FF2B5EF4-FFF2-40B4-BE49-F238E27FC236}">
                    <a16:creationId xmlns:a16="http://schemas.microsoft.com/office/drawing/2014/main" id="{63788C45-44BB-0D44-B48E-1A692EB8FCA2}"/>
                  </a:ext>
                </a:extLst>
              </p:cNvPr>
              <p:cNvGrpSpPr>
                <a:grpSpLocks/>
              </p:cNvGrpSpPr>
              <p:nvPr/>
            </p:nvGrpSpPr>
            <p:grpSpPr bwMode="auto">
              <a:xfrm>
                <a:off x="916173" y="4876800"/>
                <a:ext cx="331695" cy="1030941"/>
                <a:chOff x="6240352" y="2055335"/>
                <a:chExt cx="771307" cy="1017716"/>
              </a:xfrm>
            </p:grpSpPr>
            <p:grpSp>
              <p:nvGrpSpPr>
                <p:cNvPr id="230102" name="Group 999">
                  <a:extLst>
                    <a:ext uri="{FF2B5EF4-FFF2-40B4-BE49-F238E27FC236}">
                      <a16:creationId xmlns:a16="http://schemas.microsoft.com/office/drawing/2014/main" id="{F318C544-ACD4-1342-81BD-717BA8FC0309}"/>
                    </a:ext>
                  </a:extLst>
                </p:cNvPr>
                <p:cNvGrpSpPr>
                  <a:grpSpLocks/>
                </p:cNvGrpSpPr>
                <p:nvPr/>
              </p:nvGrpSpPr>
              <p:grpSpPr bwMode="auto">
                <a:xfrm>
                  <a:off x="6240352" y="2235573"/>
                  <a:ext cx="697981" cy="837478"/>
                  <a:chOff x="6395998" y="3062424"/>
                  <a:chExt cx="564403" cy="837478"/>
                </a:xfrm>
              </p:grpSpPr>
              <p:sp>
                <p:nvSpPr>
                  <p:cNvPr id="1021" name="Rectangle 1020">
                    <a:extLst>
                      <a:ext uri="{FF2B5EF4-FFF2-40B4-BE49-F238E27FC236}">
                        <a16:creationId xmlns:a16="http://schemas.microsoft.com/office/drawing/2014/main" id="{4200BB7A-DE27-A04B-9C29-8BC5E7E5B5AF}"/>
                      </a:ext>
                    </a:extLst>
                  </p:cNvPr>
                  <p:cNvSpPr/>
                  <p:nvPr/>
                </p:nvSpPr>
                <p:spPr>
                  <a:xfrm>
                    <a:off x="6508516" y="3062346"/>
                    <a:ext cx="447707" cy="74253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22" name="Straight Connector 1021">
                    <a:extLst>
                      <a:ext uri="{FF2B5EF4-FFF2-40B4-BE49-F238E27FC236}">
                        <a16:creationId xmlns:a16="http://schemas.microsoft.com/office/drawing/2014/main" id="{D67E5D05-3086-6A49-9814-881E11487FA8}"/>
                      </a:ext>
                    </a:extLst>
                  </p:cNvPr>
                  <p:cNvCxnSpPr/>
                  <p:nvPr/>
                </p:nvCxnSpPr>
                <p:spPr>
                  <a:xfrm flipV="1">
                    <a:off x="6845790" y="3062346"/>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23" name="Rectangle 1022">
                    <a:extLst>
                      <a:ext uri="{FF2B5EF4-FFF2-40B4-BE49-F238E27FC236}">
                        <a16:creationId xmlns:a16="http://schemas.microsoft.com/office/drawing/2014/main" id="{4A5E5DCE-6E91-9346-8C51-A0F9910ACCA2}"/>
                      </a:ext>
                    </a:extLst>
                  </p:cNvPr>
                  <p:cNvSpPr/>
                  <p:nvPr/>
                </p:nvSpPr>
                <p:spPr>
                  <a:xfrm>
                    <a:off x="6475686" y="3071745"/>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24" name="Straight Connector 1023">
                    <a:extLst>
                      <a:ext uri="{FF2B5EF4-FFF2-40B4-BE49-F238E27FC236}">
                        <a16:creationId xmlns:a16="http://schemas.microsoft.com/office/drawing/2014/main" id="{D9B33788-2774-464C-B9FA-C4C42CD43FA1}"/>
                      </a:ext>
                    </a:extLst>
                  </p:cNvPr>
                  <p:cNvCxnSpPr/>
                  <p:nvPr/>
                </p:nvCxnSpPr>
                <p:spPr>
                  <a:xfrm flipV="1">
                    <a:off x="6395097" y="3062346"/>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25" name="Rectangle 1024">
                    <a:extLst>
                      <a:ext uri="{FF2B5EF4-FFF2-40B4-BE49-F238E27FC236}">
                        <a16:creationId xmlns:a16="http://schemas.microsoft.com/office/drawing/2014/main" id="{67779637-4D6C-2844-B491-249D4E31DCD5}"/>
                      </a:ext>
                    </a:extLst>
                  </p:cNvPr>
                  <p:cNvSpPr/>
                  <p:nvPr/>
                </p:nvSpPr>
                <p:spPr>
                  <a:xfrm>
                    <a:off x="6815943" y="3703058"/>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26" name="Rectangle 1025">
                    <a:extLst>
                      <a:ext uri="{FF2B5EF4-FFF2-40B4-BE49-F238E27FC236}">
                        <a16:creationId xmlns:a16="http://schemas.microsoft.com/office/drawing/2014/main" id="{3AE56B27-D3D1-AE42-BC14-C37E3BB2C577}"/>
                      </a:ext>
                    </a:extLst>
                  </p:cNvPr>
                  <p:cNvSpPr/>
                  <p:nvPr/>
                </p:nvSpPr>
                <p:spPr>
                  <a:xfrm>
                    <a:off x="6404052" y="3157905"/>
                    <a:ext cx="444721" cy="74253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27" name="Straight Connector 1026">
                    <a:extLst>
                      <a:ext uri="{FF2B5EF4-FFF2-40B4-BE49-F238E27FC236}">
                        <a16:creationId xmlns:a16="http://schemas.microsoft.com/office/drawing/2014/main" id="{86B5318C-A71C-4A4D-A5A5-F76F4D68B4F8}"/>
                      </a:ext>
                    </a:extLst>
                  </p:cNvPr>
                  <p:cNvCxnSpPr/>
                  <p:nvPr/>
                </p:nvCxnSpPr>
                <p:spPr>
                  <a:xfrm flipV="1">
                    <a:off x="6845790" y="3804882"/>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0130" name="Group 1027">
                    <a:extLst>
                      <a:ext uri="{FF2B5EF4-FFF2-40B4-BE49-F238E27FC236}">
                        <a16:creationId xmlns:a16="http://schemas.microsoft.com/office/drawing/2014/main" id="{B1D01E2D-42BC-F347-BB1F-8697637B0F2F}"/>
                      </a:ext>
                    </a:extLst>
                  </p:cNvPr>
                  <p:cNvGrpSpPr>
                    <a:grpSpLocks/>
                  </p:cNvGrpSpPr>
                  <p:nvPr/>
                </p:nvGrpSpPr>
                <p:grpSpPr bwMode="auto">
                  <a:xfrm>
                    <a:off x="6400318" y="3137421"/>
                    <a:ext cx="559121" cy="92788"/>
                    <a:chOff x="6582044" y="2846082"/>
                    <a:chExt cx="559121" cy="92788"/>
                  </a:xfrm>
                </p:grpSpPr>
                <p:cxnSp>
                  <p:nvCxnSpPr>
                    <p:cNvPr id="1056" name="Straight Connector 1055">
                      <a:extLst>
                        <a:ext uri="{FF2B5EF4-FFF2-40B4-BE49-F238E27FC236}">
                          <a16:creationId xmlns:a16="http://schemas.microsoft.com/office/drawing/2014/main" id="{4C1344C5-70CA-D74E-A8C0-0275611D710F}"/>
                        </a:ext>
                      </a:extLst>
                    </p:cNvPr>
                    <p:cNvCxnSpPr/>
                    <p:nvPr/>
                  </p:nvCxnSpPr>
                  <p:spPr>
                    <a:xfrm flipV="1">
                      <a:off x="7027515" y="2846200"/>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7" name="Straight Connector 1056">
                      <a:extLst>
                        <a:ext uri="{FF2B5EF4-FFF2-40B4-BE49-F238E27FC236}">
                          <a16:creationId xmlns:a16="http://schemas.microsoft.com/office/drawing/2014/main" id="{9640747D-5773-DF41-977D-3120718B8291}"/>
                        </a:ext>
                      </a:extLst>
                    </p:cNvPr>
                    <p:cNvCxnSpPr/>
                    <p:nvPr/>
                  </p:nvCxnSpPr>
                  <p:spPr>
                    <a:xfrm flipV="1">
                      <a:off x="6552945" y="2938626"/>
                      <a:ext cx="4805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131" name="Group 1028">
                    <a:extLst>
                      <a:ext uri="{FF2B5EF4-FFF2-40B4-BE49-F238E27FC236}">
                        <a16:creationId xmlns:a16="http://schemas.microsoft.com/office/drawing/2014/main" id="{4A6DD342-53ED-0C41-88FC-40130C826825}"/>
                      </a:ext>
                    </a:extLst>
                  </p:cNvPr>
                  <p:cNvGrpSpPr>
                    <a:grpSpLocks/>
                  </p:cNvGrpSpPr>
                  <p:nvPr/>
                </p:nvGrpSpPr>
                <p:grpSpPr bwMode="auto">
                  <a:xfrm>
                    <a:off x="6399838" y="3203285"/>
                    <a:ext cx="559121" cy="92788"/>
                    <a:chOff x="6582044" y="2846082"/>
                    <a:chExt cx="559121" cy="92788"/>
                  </a:xfrm>
                </p:grpSpPr>
                <p:cxnSp>
                  <p:nvCxnSpPr>
                    <p:cNvPr id="1054" name="Straight Connector 1053">
                      <a:extLst>
                        <a:ext uri="{FF2B5EF4-FFF2-40B4-BE49-F238E27FC236}">
                          <a16:creationId xmlns:a16="http://schemas.microsoft.com/office/drawing/2014/main" id="{A9EFADB9-9D3F-CA4C-BBE0-058CF2DEA7EF}"/>
                        </a:ext>
                      </a:extLst>
                    </p:cNvPr>
                    <p:cNvCxnSpPr/>
                    <p:nvPr/>
                  </p:nvCxnSpPr>
                  <p:spPr>
                    <a:xfrm flipV="1">
                      <a:off x="7027996" y="2846131"/>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5" name="Straight Connector 1054">
                      <a:extLst>
                        <a:ext uri="{FF2B5EF4-FFF2-40B4-BE49-F238E27FC236}">
                          <a16:creationId xmlns:a16="http://schemas.microsoft.com/office/drawing/2014/main" id="{AEC04678-810C-F143-8D33-BE1753B16C8D}"/>
                        </a:ext>
                      </a:extLst>
                    </p:cNvPr>
                    <p:cNvCxnSpPr/>
                    <p:nvPr/>
                  </p:nvCxnSpPr>
                  <p:spPr>
                    <a:xfrm flipV="1">
                      <a:off x="6553427" y="2938557"/>
                      <a:ext cx="4805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132" name="Group 1029">
                    <a:extLst>
                      <a:ext uri="{FF2B5EF4-FFF2-40B4-BE49-F238E27FC236}">
                        <a16:creationId xmlns:a16="http://schemas.microsoft.com/office/drawing/2014/main" id="{121EA7C6-7C07-8246-9A1B-88AE033F42CF}"/>
                      </a:ext>
                    </a:extLst>
                  </p:cNvPr>
                  <p:cNvGrpSpPr>
                    <a:grpSpLocks/>
                  </p:cNvGrpSpPr>
                  <p:nvPr/>
                </p:nvGrpSpPr>
                <p:grpSpPr bwMode="auto">
                  <a:xfrm>
                    <a:off x="6399358" y="3269149"/>
                    <a:ext cx="559121" cy="92788"/>
                    <a:chOff x="6582044" y="2846082"/>
                    <a:chExt cx="559121" cy="92788"/>
                  </a:xfrm>
                </p:grpSpPr>
                <p:cxnSp>
                  <p:nvCxnSpPr>
                    <p:cNvPr id="1052" name="Straight Connector 1051">
                      <a:extLst>
                        <a:ext uri="{FF2B5EF4-FFF2-40B4-BE49-F238E27FC236}">
                          <a16:creationId xmlns:a16="http://schemas.microsoft.com/office/drawing/2014/main" id="{CEC33DCA-FC67-2849-98E2-68644AC0F167}"/>
                        </a:ext>
                      </a:extLst>
                    </p:cNvPr>
                    <p:cNvCxnSpPr/>
                    <p:nvPr/>
                  </p:nvCxnSpPr>
                  <p:spPr>
                    <a:xfrm flipV="1">
                      <a:off x="6998628" y="2846061"/>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3" name="Straight Connector 1052">
                      <a:extLst>
                        <a:ext uri="{FF2B5EF4-FFF2-40B4-BE49-F238E27FC236}">
                          <a16:creationId xmlns:a16="http://schemas.microsoft.com/office/drawing/2014/main" id="{07F9BB83-AF60-0F4D-8458-841F6E65B54B}"/>
                        </a:ext>
                      </a:extLst>
                    </p:cNvPr>
                    <p:cNvCxnSpPr/>
                    <p:nvPr/>
                  </p:nvCxnSpPr>
                  <p:spPr>
                    <a:xfrm flipV="1">
                      <a:off x="6580769" y="2938487"/>
                      <a:ext cx="42382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133" name="Group 1030">
                    <a:extLst>
                      <a:ext uri="{FF2B5EF4-FFF2-40B4-BE49-F238E27FC236}">
                        <a16:creationId xmlns:a16="http://schemas.microsoft.com/office/drawing/2014/main" id="{91556F0B-0159-6E44-850B-E8F486C2925D}"/>
                      </a:ext>
                    </a:extLst>
                  </p:cNvPr>
                  <p:cNvGrpSpPr>
                    <a:grpSpLocks/>
                  </p:cNvGrpSpPr>
                  <p:nvPr/>
                </p:nvGrpSpPr>
                <p:grpSpPr bwMode="auto">
                  <a:xfrm>
                    <a:off x="6398878" y="3335013"/>
                    <a:ext cx="559121" cy="92788"/>
                    <a:chOff x="6582044" y="2846082"/>
                    <a:chExt cx="559121" cy="92788"/>
                  </a:xfrm>
                </p:grpSpPr>
                <p:cxnSp>
                  <p:nvCxnSpPr>
                    <p:cNvPr id="1050" name="Straight Connector 1049">
                      <a:extLst>
                        <a:ext uri="{FF2B5EF4-FFF2-40B4-BE49-F238E27FC236}">
                          <a16:creationId xmlns:a16="http://schemas.microsoft.com/office/drawing/2014/main" id="{DBDE249C-56C9-0F42-AE1E-AD94E67B6EEE}"/>
                        </a:ext>
                      </a:extLst>
                    </p:cNvPr>
                    <p:cNvCxnSpPr/>
                    <p:nvPr/>
                  </p:nvCxnSpPr>
                  <p:spPr>
                    <a:xfrm flipV="1">
                      <a:off x="6999108" y="2845991"/>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51" name="Straight Connector 1050">
                      <a:extLst>
                        <a:ext uri="{FF2B5EF4-FFF2-40B4-BE49-F238E27FC236}">
                          <a16:creationId xmlns:a16="http://schemas.microsoft.com/office/drawing/2014/main" id="{2885B088-2AF2-1F41-BA08-52AD88CD6E39}"/>
                        </a:ext>
                      </a:extLst>
                    </p:cNvPr>
                    <p:cNvCxnSpPr/>
                    <p:nvPr/>
                  </p:nvCxnSpPr>
                  <p:spPr>
                    <a:xfrm flipV="1">
                      <a:off x="6581249" y="2938417"/>
                      <a:ext cx="42382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134" name="Group 1031">
                    <a:extLst>
                      <a:ext uri="{FF2B5EF4-FFF2-40B4-BE49-F238E27FC236}">
                        <a16:creationId xmlns:a16="http://schemas.microsoft.com/office/drawing/2014/main" id="{CE8D3831-1E28-4A40-A421-1694485BBC66}"/>
                      </a:ext>
                    </a:extLst>
                  </p:cNvPr>
                  <p:cNvGrpSpPr>
                    <a:grpSpLocks/>
                  </p:cNvGrpSpPr>
                  <p:nvPr/>
                </p:nvGrpSpPr>
                <p:grpSpPr bwMode="auto">
                  <a:xfrm>
                    <a:off x="6398398" y="3400877"/>
                    <a:ext cx="559121" cy="92788"/>
                    <a:chOff x="6582044" y="2846082"/>
                    <a:chExt cx="559121" cy="92788"/>
                  </a:xfrm>
                </p:grpSpPr>
                <p:cxnSp>
                  <p:nvCxnSpPr>
                    <p:cNvPr id="1048" name="Straight Connector 1047">
                      <a:extLst>
                        <a:ext uri="{FF2B5EF4-FFF2-40B4-BE49-F238E27FC236}">
                          <a16:creationId xmlns:a16="http://schemas.microsoft.com/office/drawing/2014/main" id="{4AEC1206-B8A0-8243-8AE4-EDD44B103CC9}"/>
                        </a:ext>
                      </a:extLst>
                    </p:cNvPr>
                    <p:cNvCxnSpPr/>
                    <p:nvPr/>
                  </p:nvCxnSpPr>
                  <p:spPr>
                    <a:xfrm flipV="1">
                      <a:off x="7026449" y="2845922"/>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9" name="Straight Connector 1048">
                      <a:extLst>
                        <a:ext uri="{FF2B5EF4-FFF2-40B4-BE49-F238E27FC236}">
                          <a16:creationId xmlns:a16="http://schemas.microsoft.com/office/drawing/2014/main" id="{CAA53A12-A03F-144D-B81E-16C044CF9997}"/>
                        </a:ext>
                      </a:extLst>
                    </p:cNvPr>
                    <p:cNvCxnSpPr/>
                    <p:nvPr/>
                  </p:nvCxnSpPr>
                  <p:spPr>
                    <a:xfrm flipV="1">
                      <a:off x="6581728" y="2938348"/>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135" name="Group 1032">
                    <a:extLst>
                      <a:ext uri="{FF2B5EF4-FFF2-40B4-BE49-F238E27FC236}">
                        <a16:creationId xmlns:a16="http://schemas.microsoft.com/office/drawing/2014/main" id="{DE4BB7C7-AA23-D34C-96C5-7FF0984209B7}"/>
                      </a:ext>
                    </a:extLst>
                  </p:cNvPr>
                  <p:cNvGrpSpPr>
                    <a:grpSpLocks/>
                  </p:cNvGrpSpPr>
                  <p:nvPr/>
                </p:nvGrpSpPr>
                <p:grpSpPr bwMode="auto">
                  <a:xfrm>
                    <a:off x="6397918" y="3466741"/>
                    <a:ext cx="559121" cy="92788"/>
                    <a:chOff x="6582044" y="2846082"/>
                    <a:chExt cx="559121" cy="92788"/>
                  </a:xfrm>
                </p:grpSpPr>
                <p:cxnSp>
                  <p:nvCxnSpPr>
                    <p:cNvPr id="1046" name="Straight Connector 1045">
                      <a:extLst>
                        <a:ext uri="{FF2B5EF4-FFF2-40B4-BE49-F238E27FC236}">
                          <a16:creationId xmlns:a16="http://schemas.microsoft.com/office/drawing/2014/main" id="{AE4616F9-01C4-EE46-BDAE-50C86AC3C072}"/>
                        </a:ext>
                      </a:extLst>
                    </p:cNvPr>
                    <p:cNvCxnSpPr/>
                    <p:nvPr/>
                  </p:nvCxnSpPr>
                  <p:spPr>
                    <a:xfrm flipV="1">
                      <a:off x="7026930" y="2845852"/>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7" name="Straight Connector 1046">
                      <a:extLst>
                        <a:ext uri="{FF2B5EF4-FFF2-40B4-BE49-F238E27FC236}">
                          <a16:creationId xmlns:a16="http://schemas.microsoft.com/office/drawing/2014/main" id="{C6D63038-5D61-9945-B846-EE2F49238979}"/>
                        </a:ext>
                      </a:extLst>
                    </p:cNvPr>
                    <p:cNvCxnSpPr/>
                    <p:nvPr/>
                  </p:nvCxnSpPr>
                  <p:spPr>
                    <a:xfrm flipV="1">
                      <a:off x="6582209" y="2953943"/>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136" name="Group 1033">
                    <a:extLst>
                      <a:ext uri="{FF2B5EF4-FFF2-40B4-BE49-F238E27FC236}">
                        <a16:creationId xmlns:a16="http://schemas.microsoft.com/office/drawing/2014/main" id="{8D08EE92-0292-A141-B3D0-565FAB16A8FE}"/>
                      </a:ext>
                    </a:extLst>
                  </p:cNvPr>
                  <p:cNvGrpSpPr>
                    <a:grpSpLocks/>
                  </p:cNvGrpSpPr>
                  <p:nvPr/>
                </p:nvGrpSpPr>
                <p:grpSpPr bwMode="auto">
                  <a:xfrm>
                    <a:off x="6397438" y="3532605"/>
                    <a:ext cx="559121" cy="92788"/>
                    <a:chOff x="6582044" y="2846082"/>
                    <a:chExt cx="559121" cy="92788"/>
                  </a:xfrm>
                </p:grpSpPr>
                <p:cxnSp>
                  <p:nvCxnSpPr>
                    <p:cNvPr id="1044" name="Straight Connector 1043">
                      <a:extLst>
                        <a:ext uri="{FF2B5EF4-FFF2-40B4-BE49-F238E27FC236}">
                          <a16:creationId xmlns:a16="http://schemas.microsoft.com/office/drawing/2014/main" id="{09AE26EC-5DD6-6942-82F3-3C0BF71F9C4E}"/>
                        </a:ext>
                      </a:extLst>
                    </p:cNvPr>
                    <p:cNvCxnSpPr/>
                    <p:nvPr/>
                  </p:nvCxnSpPr>
                  <p:spPr>
                    <a:xfrm flipV="1">
                      <a:off x="7027410" y="2845782"/>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5" name="Straight Connector 1044">
                      <a:extLst>
                        <a:ext uri="{FF2B5EF4-FFF2-40B4-BE49-F238E27FC236}">
                          <a16:creationId xmlns:a16="http://schemas.microsoft.com/office/drawing/2014/main" id="{02A65BAB-A19A-AD41-9D78-2204529244DA}"/>
                        </a:ext>
                      </a:extLst>
                    </p:cNvPr>
                    <p:cNvCxnSpPr/>
                    <p:nvPr/>
                  </p:nvCxnSpPr>
                  <p:spPr>
                    <a:xfrm flipV="1">
                      <a:off x="6552842" y="2953873"/>
                      <a:ext cx="4805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137" name="Group 1034">
                    <a:extLst>
                      <a:ext uri="{FF2B5EF4-FFF2-40B4-BE49-F238E27FC236}">
                        <a16:creationId xmlns:a16="http://schemas.microsoft.com/office/drawing/2014/main" id="{0146D0BB-9D11-8A48-82BC-A7821B0F009C}"/>
                      </a:ext>
                    </a:extLst>
                  </p:cNvPr>
                  <p:cNvGrpSpPr>
                    <a:grpSpLocks/>
                  </p:cNvGrpSpPr>
                  <p:nvPr/>
                </p:nvGrpSpPr>
                <p:grpSpPr bwMode="auto">
                  <a:xfrm>
                    <a:off x="6396958" y="3598469"/>
                    <a:ext cx="559121" cy="92788"/>
                    <a:chOff x="6582044" y="2846082"/>
                    <a:chExt cx="559121" cy="92788"/>
                  </a:xfrm>
                </p:grpSpPr>
                <p:cxnSp>
                  <p:nvCxnSpPr>
                    <p:cNvPr id="1042" name="Straight Connector 1041">
                      <a:extLst>
                        <a:ext uri="{FF2B5EF4-FFF2-40B4-BE49-F238E27FC236}">
                          <a16:creationId xmlns:a16="http://schemas.microsoft.com/office/drawing/2014/main" id="{9D0FE9E3-9B89-9A44-BBE8-0009CB0A11F8}"/>
                        </a:ext>
                      </a:extLst>
                    </p:cNvPr>
                    <p:cNvCxnSpPr/>
                    <p:nvPr/>
                  </p:nvCxnSpPr>
                  <p:spPr>
                    <a:xfrm flipV="1">
                      <a:off x="7027889" y="2845713"/>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3" name="Straight Connector 1042">
                      <a:extLst>
                        <a:ext uri="{FF2B5EF4-FFF2-40B4-BE49-F238E27FC236}">
                          <a16:creationId xmlns:a16="http://schemas.microsoft.com/office/drawing/2014/main" id="{7EFBB715-42D1-1F41-B9B4-28AC681EBC69}"/>
                        </a:ext>
                      </a:extLst>
                    </p:cNvPr>
                    <p:cNvCxnSpPr/>
                    <p:nvPr/>
                  </p:nvCxnSpPr>
                  <p:spPr>
                    <a:xfrm flipV="1">
                      <a:off x="6553321" y="2953804"/>
                      <a:ext cx="4805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138" name="Group 1035">
                    <a:extLst>
                      <a:ext uri="{FF2B5EF4-FFF2-40B4-BE49-F238E27FC236}">
                        <a16:creationId xmlns:a16="http://schemas.microsoft.com/office/drawing/2014/main" id="{29395BE0-5D57-9840-85F0-9A0150CF753E}"/>
                      </a:ext>
                    </a:extLst>
                  </p:cNvPr>
                  <p:cNvGrpSpPr>
                    <a:grpSpLocks/>
                  </p:cNvGrpSpPr>
                  <p:nvPr/>
                </p:nvGrpSpPr>
                <p:grpSpPr bwMode="auto">
                  <a:xfrm>
                    <a:off x="6396478" y="3664333"/>
                    <a:ext cx="559121" cy="92788"/>
                    <a:chOff x="6582044" y="2846082"/>
                    <a:chExt cx="559121" cy="92788"/>
                  </a:xfrm>
                </p:grpSpPr>
                <p:cxnSp>
                  <p:nvCxnSpPr>
                    <p:cNvPr id="1040" name="Straight Connector 1039">
                      <a:extLst>
                        <a:ext uri="{FF2B5EF4-FFF2-40B4-BE49-F238E27FC236}">
                          <a16:creationId xmlns:a16="http://schemas.microsoft.com/office/drawing/2014/main" id="{FEF35610-3E1E-0D49-8479-80DE930353F2}"/>
                        </a:ext>
                      </a:extLst>
                    </p:cNvPr>
                    <p:cNvCxnSpPr/>
                    <p:nvPr/>
                  </p:nvCxnSpPr>
                  <p:spPr>
                    <a:xfrm flipV="1">
                      <a:off x="6998523" y="2861308"/>
                      <a:ext cx="113419"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41" name="Straight Connector 1040">
                      <a:extLst>
                        <a:ext uri="{FF2B5EF4-FFF2-40B4-BE49-F238E27FC236}">
                          <a16:creationId xmlns:a16="http://schemas.microsoft.com/office/drawing/2014/main" id="{8CF5E954-9B5B-B94A-A8E6-0EC420BCB7C3}"/>
                        </a:ext>
                      </a:extLst>
                    </p:cNvPr>
                    <p:cNvCxnSpPr/>
                    <p:nvPr/>
                  </p:nvCxnSpPr>
                  <p:spPr>
                    <a:xfrm flipV="1">
                      <a:off x="6580664" y="2939635"/>
                      <a:ext cx="42382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139" name="Group 1036">
                    <a:extLst>
                      <a:ext uri="{FF2B5EF4-FFF2-40B4-BE49-F238E27FC236}">
                        <a16:creationId xmlns:a16="http://schemas.microsoft.com/office/drawing/2014/main" id="{CF44F906-2D1E-134A-99A9-D2FC95863000}"/>
                      </a:ext>
                    </a:extLst>
                  </p:cNvPr>
                  <p:cNvGrpSpPr>
                    <a:grpSpLocks/>
                  </p:cNvGrpSpPr>
                  <p:nvPr/>
                </p:nvGrpSpPr>
                <p:grpSpPr bwMode="auto">
                  <a:xfrm>
                    <a:off x="6395998" y="3730197"/>
                    <a:ext cx="559121" cy="92788"/>
                    <a:chOff x="6582044" y="2846082"/>
                    <a:chExt cx="559121" cy="92788"/>
                  </a:xfrm>
                </p:grpSpPr>
                <p:cxnSp>
                  <p:nvCxnSpPr>
                    <p:cNvPr id="1038" name="Straight Connector 1037">
                      <a:extLst>
                        <a:ext uri="{FF2B5EF4-FFF2-40B4-BE49-F238E27FC236}">
                          <a16:creationId xmlns:a16="http://schemas.microsoft.com/office/drawing/2014/main" id="{38F1CF48-359E-974C-A4B7-2E6371CD5421}"/>
                        </a:ext>
                      </a:extLst>
                    </p:cNvPr>
                    <p:cNvCxnSpPr/>
                    <p:nvPr/>
                  </p:nvCxnSpPr>
                  <p:spPr>
                    <a:xfrm flipV="1">
                      <a:off x="6999003" y="2861239"/>
                      <a:ext cx="113419"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39" name="Straight Connector 1038">
                      <a:extLst>
                        <a:ext uri="{FF2B5EF4-FFF2-40B4-BE49-F238E27FC236}">
                          <a16:creationId xmlns:a16="http://schemas.microsoft.com/office/drawing/2014/main" id="{A32FC13E-ED56-9C46-AECB-98BCCAE18D74}"/>
                        </a:ext>
                      </a:extLst>
                    </p:cNvPr>
                    <p:cNvCxnSpPr/>
                    <p:nvPr/>
                  </p:nvCxnSpPr>
                  <p:spPr>
                    <a:xfrm flipV="1">
                      <a:off x="6581143" y="2939566"/>
                      <a:ext cx="42382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30103" name="Group 1000">
                  <a:extLst>
                    <a:ext uri="{FF2B5EF4-FFF2-40B4-BE49-F238E27FC236}">
                      <a16:creationId xmlns:a16="http://schemas.microsoft.com/office/drawing/2014/main" id="{27C795C7-5F99-4441-A9E7-9ADB6A3043D0}"/>
                    </a:ext>
                  </a:extLst>
                </p:cNvPr>
                <p:cNvGrpSpPr>
                  <a:grpSpLocks/>
                </p:cNvGrpSpPr>
                <p:nvPr/>
              </p:nvGrpSpPr>
              <p:grpSpPr bwMode="auto">
                <a:xfrm>
                  <a:off x="6280049" y="2055335"/>
                  <a:ext cx="731610" cy="920732"/>
                  <a:chOff x="6280049" y="2055335"/>
                  <a:chExt cx="731610" cy="920732"/>
                </a:xfrm>
              </p:grpSpPr>
              <p:grpSp>
                <p:nvGrpSpPr>
                  <p:cNvPr id="230104" name="Group 1001">
                    <a:extLst>
                      <a:ext uri="{FF2B5EF4-FFF2-40B4-BE49-F238E27FC236}">
                        <a16:creationId xmlns:a16="http://schemas.microsoft.com/office/drawing/2014/main" id="{5C438D42-F66F-2E40-95F4-F24A96674E6A}"/>
                      </a:ext>
                    </a:extLst>
                  </p:cNvPr>
                  <p:cNvGrpSpPr>
                    <a:grpSpLocks/>
                  </p:cNvGrpSpPr>
                  <p:nvPr/>
                </p:nvGrpSpPr>
                <p:grpSpPr bwMode="auto">
                  <a:xfrm>
                    <a:off x="6280049" y="2055335"/>
                    <a:ext cx="680752" cy="139401"/>
                    <a:chOff x="5414286" y="2921098"/>
                    <a:chExt cx="680752" cy="139401"/>
                  </a:xfrm>
                </p:grpSpPr>
                <p:sp>
                  <p:nvSpPr>
                    <p:cNvPr id="1016" name="Rectangle 188">
                      <a:extLst>
                        <a:ext uri="{FF2B5EF4-FFF2-40B4-BE49-F238E27FC236}">
                          <a16:creationId xmlns:a16="http://schemas.microsoft.com/office/drawing/2014/main" id="{D7AA9205-026F-2146-BEFB-BAC278ECD3B3}"/>
                        </a:ext>
                      </a:extLst>
                    </p:cNvPr>
                    <p:cNvSpPr>
                      <a:spLocks noChangeArrowheads="1"/>
                    </p:cNvSpPr>
                    <p:nvPr/>
                  </p:nvSpPr>
                  <p:spPr bwMode="auto">
                    <a:xfrm>
                      <a:off x="5414079" y="2996300"/>
                      <a:ext cx="549972" cy="6422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17" name="AutoShape 189">
                      <a:extLst>
                        <a:ext uri="{FF2B5EF4-FFF2-40B4-BE49-F238E27FC236}">
                          <a16:creationId xmlns:a16="http://schemas.microsoft.com/office/drawing/2014/main" id="{9F414335-44B0-304E-B91B-CDA7959974D5}"/>
                        </a:ext>
                      </a:extLst>
                    </p:cNvPr>
                    <p:cNvSpPr>
                      <a:spLocks noChangeArrowheads="1"/>
                    </p:cNvSpPr>
                    <p:nvPr/>
                  </p:nvSpPr>
                  <p:spPr bwMode="auto">
                    <a:xfrm>
                      <a:off x="5414079" y="2921107"/>
                      <a:ext cx="675469"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18" name="Freeform 190">
                      <a:extLst>
                        <a:ext uri="{FF2B5EF4-FFF2-40B4-BE49-F238E27FC236}">
                          <a16:creationId xmlns:a16="http://schemas.microsoft.com/office/drawing/2014/main" id="{0F906CC8-00E9-4843-AF94-B3875513B7E0}"/>
                        </a:ext>
                      </a:extLst>
                    </p:cNvPr>
                    <p:cNvSpPr>
                      <a:spLocks/>
                    </p:cNvSpPr>
                    <p:nvPr/>
                  </p:nvSpPr>
                  <p:spPr bwMode="auto">
                    <a:xfrm>
                      <a:off x="5967743" y="2922673"/>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19" name="Freeform 191">
                      <a:extLst>
                        <a:ext uri="{FF2B5EF4-FFF2-40B4-BE49-F238E27FC236}">
                          <a16:creationId xmlns:a16="http://schemas.microsoft.com/office/drawing/2014/main" id="{07A37962-4613-0142-AD2B-FC72CA889469}"/>
                        </a:ext>
                      </a:extLst>
                    </p:cNvPr>
                    <p:cNvSpPr>
                      <a:spLocks/>
                    </p:cNvSpPr>
                    <p:nvPr/>
                  </p:nvSpPr>
                  <p:spPr bwMode="auto">
                    <a:xfrm>
                      <a:off x="5498973" y="2936772"/>
                      <a:ext cx="524136" cy="45429"/>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20" name="Freeform 192">
                      <a:extLst>
                        <a:ext uri="{FF2B5EF4-FFF2-40B4-BE49-F238E27FC236}">
                          <a16:creationId xmlns:a16="http://schemas.microsoft.com/office/drawing/2014/main" id="{14FA2C3E-5E57-314C-B636-D6D85B695339}"/>
                        </a:ext>
                      </a:extLst>
                    </p:cNvPr>
                    <p:cNvSpPr>
                      <a:spLocks/>
                    </p:cNvSpPr>
                    <p:nvPr/>
                  </p:nvSpPr>
                  <p:spPr bwMode="auto">
                    <a:xfrm>
                      <a:off x="5620780" y="2933639"/>
                      <a:ext cx="302670"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003" name="Straight Connector 1002">
                    <a:extLst>
                      <a:ext uri="{FF2B5EF4-FFF2-40B4-BE49-F238E27FC236}">
                        <a16:creationId xmlns:a16="http://schemas.microsoft.com/office/drawing/2014/main" id="{74AC26CC-A33B-8548-86D3-89DD73C5BEB2}"/>
                      </a:ext>
                    </a:extLst>
                  </p:cNvPr>
                  <p:cNvCxnSpPr/>
                  <p:nvPr/>
                </p:nvCxnSpPr>
                <p:spPr>
                  <a:xfrm flipH="1">
                    <a:off x="6995916" y="2125837"/>
                    <a:ext cx="11072" cy="84436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4" name="Straight Connector 1003">
                    <a:extLst>
                      <a:ext uri="{FF2B5EF4-FFF2-40B4-BE49-F238E27FC236}">
                        <a16:creationId xmlns:a16="http://schemas.microsoft.com/office/drawing/2014/main" id="{51A9144D-A1E4-EB4E-8A28-E0C4D3CD33FD}"/>
                      </a:ext>
                    </a:extLst>
                  </p:cNvPr>
                  <p:cNvCxnSpPr/>
                  <p:nvPr/>
                </p:nvCxnSpPr>
                <p:spPr>
                  <a:xfrm>
                    <a:off x="6874108" y="2304422"/>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5" name="Straight Connector 1004">
                    <a:extLst>
                      <a:ext uri="{FF2B5EF4-FFF2-40B4-BE49-F238E27FC236}">
                        <a16:creationId xmlns:a16="http://schemas.microsoft.com/office/drawing/2014/main" id="{15027540-CE23-674C-A57C-73A62713EFBD}"/>
                      </a:ext>
                    </a:extLst>
                  </p:cNvPr>
                  <p:cNvCxnSpPr/>
                  <p:nvPr/>
                </p:nvCxnSpPr>
                <p:spPr>
                  <a:xfrm>
                    <a:off x="6870418" y="2368650"/>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6" name="Straight Connector 1005">
                    <a:extLst>
                      <a:ext uri="{FF2B5EF4-FFF2-40B4-BE49-F238E27FC236}">
                        <a16:creationId xmlns:a16="http://schemas.microsoft.com/office/drawing/2014/main" id="{C4DA5BB4-1629-DC4C-B3F2-087B94128C0F}"/>
                      </a:ext>
                    </a:extLst>
                  </p:cNvPr>
                  <p:cNvCxnSpPr/>
                  <p:nvPr/>
                </p:nvCxnSpPr>
                <p:spPr>
                  <a:xfrm>
                    <a:off x="6870418" y="2445410"/>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7" name="Straight Connector 1006">
                    <a:extLst>
                      <a:ext uri="{FF2B5EF4-FFF2-40B4-BE49-F238E27FC236}">
                        <a16:creationId xmlns:a16="http://schemas.microsoft.com/office/drawing/2014/main" id="{A00A728D-E536-6044-AD89-70FB583B0DEA}"/>
                      </a:ext>
                    </a:extLst>
                  </p:cNvPr>
                  <p:cNvCxnSpPr/>
                  <p:nvPr/>
                </p:nvCxnSpPr>
                <p:spPr>
                  <a:xfrm>
                    <a:off x="6866726" y="2509638"/>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8" name="Straight Connector 1007">
                    <a:extLst>
                      <a:ext uri="{FF2B5EF4-FFF2-40B4-BE49-F238E27FC236}">
                        <a16:creationId xmlns:a16="http://schemas.microsoft.com/office/drawing/2014/main" id="{9810DD35-D4CA-EF46-B3BB-555E949FE9AE}"/>
                      </a:ext>
                    </a:extLst>
                  </p:cNvPr>
                  <p:cNvCxnSpPr/>
                  <p:nvPr/>
                </p:nvCxnSpPr>
                <p:spPr>
                  <a:xfrm>
                    <a:off x="6863036" y="2570732"/>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09" name="Straight Connector 1008">
                    <a:extLst>
                      <a:ext uri="{FF2B5EF4-FFF2-40B4-BE49-F238E27FC236}">
                        <a16:creationId xmlns:a16="http://schemas.microsoft.com/office/drawing/2014/main" id="{B64D760A-386D-7D46-A8EA-1E59DAC72EF1}"/>
                      </a:ext>
                    </a:extLst>
                  </p:cNvPr>
                  <p:cNvCxnSpPr/>
                  <p:nvPr/>
                </p:nvCxnSpPr>
                <p:spPr>
                  <a:xfrm>
                    <a:off x="6863036" y="2638094"/>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0" name="Straight Connector 1009">
                    <a:extLst>
                      <a:ext uri="{FF2B5EF4-FFF2-40B4-BE49-F238E27FC236}">
                        <a16:creationId xmlns:a16="http://schemas.microsoft.com/office/drawing/2014/main" id="{47145C7D-E971-1148-B6CE-B708FAC1966A}"/>
                      </a:ext>
                    </a:extLst>
                  </p:cNvPr>
                  <p:cNvCxnSpPr/>
                  <p:nvPr/>
                </p:nvCxnSpPr>
                <p:spPr>
                  <a:xfrm>
                    <a:off x="6859344" y="2707021"/>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1" name="Straight Connector 1010">
                    <a:extLst>
                      <a:ext uri="{FF2B5EF4-FFF2-40B4-BE49-F238E27FC236}">
                        <a16:creationId xmlns:a16="http://schemas.microsoft.com/office/drawing/2014/main" id="{0FE0B2BD-25C6-3440-9CBE-014920ECAE19}"/>
                      </a:ext>
                    </a:extLst>
                  </p:cNvPr>
                  <p:cNvCxnSpPr/>
                  <p:nvPr/>
                </p:nvCxnSpPr>
                <p:spPr>
                  <a:xfrm>
                    <a:off x="6866726" y="2775949"/>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2" name="Straight Connector 1011">
                    <a:extLst>
                      <a:ext uri="{FF2B5EF4-FFF2-40B4-BE49-F238E27FC236}">
                        <a16:creationId xmlns:a16="http://schemas.microsoft.com/office/drawing/2014/main" id="{DB69F9EB-14D1-5244-BF6D-245B16C9E160}"/>
                      </a:ext>
                    </a:extLst>
                  </p:cNvPr>
                  <p:cNvCxnSpPr/>
                  <p:nvPr/>
                </p:nvCxnSpPr>
                <p:spPr>
                  <a:xfrm>
                    <a:off x="6870418" y="2843309"/>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3" name="Straight Connector 1012">
                    <a:extLst>
                      <a:ext uri="{FF2B5EF4-FFF2-40B4-BE49-F238E27FC236}">
                        <a16:creationId xmlns:a16="http://schemas.microsoft.com/office/drawing/2014/main" id="{6BC1B0CC-8ADB-A141-9546-6355E83E3E2A}"/>
                      </a:ext>
                    </a:extLst>
                  </p:cNvPr>
                  <p:cNvCxnSpPr/>
                  <p:nvPr/>
                </p:nvCxnSpPr>
                <p:spPr>
                  <a:xfrm>
                    <a:off x="6870418" y="2912236"/>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4" name="Straight Connector 1013">
                    <a:extLst>
                      <a:ext uri="{FF2B5EF4-FFF2-40B4-BE49-F238E27FC236}">
                        <a16:creationId xmlns:a16="http://schemas.microsoft.com/office/drawing/2014/main" id="{3F7EDCD3-1CA2-6044-B8C3-AA0559AEA655}"/>
                      </a:ext>
                    </a:extLst>
                  </p:cNvPr>
                  <p:cNvCxnSpPr/>
                  <p:nvPr/>
                </p:nvCxnSpPr>
                <p:spPr>
                  <a:xfrm>
                    <a:off x="6874108" y="2976465"/>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15" name="Straight Connector 1014">
                    <a:extLst>
                      <a:ext uri="{FF2B5EF4-FFF2-40B4-BE49-F238E27FC236}">
                        <a16:creationId xmlns:a16="http://schemas.microsoft.com/office/drawing/2014/main" id="{2DE9A4EC-1D3B-6F45-A395-443FE8B57D86}"/>
                      </a:ext>
                    </a:extLst>
                  </p:cNvPr>
                  <p:cNvCxnSpPr/>
                  <p:nvPr/>
                </p:nvCxnSpPr>
                <p:spPr>
                  <a:xfrm flipH="1">
                    <a:off x="6874108" y="2132103"/>
                    <a:ext cx="136572"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29925" name="Group 822">
                <a:extLst>
                  <a:ext uri="{FF2B5EF4-FFF2-40B4-BE49-F238E27FC236}">
                    <a16:creationId xmlns:a16="http://schemas.microsoft.com/office/drawing/2014/main" id="{F91F1AB5-9B7E-DE4D-9671-47788208196D}"/>
                  </a:ext>
                </a:extLst>
              </p:cNvPr>
              <p:cNvGrpSpPr>
                <a:grpSpLocks/>
              </p:cNvGrpSpPr>
              <p:nvPr/>
            </p:nvGrpSpPr>
            <p:grpSpPr bwMode="auto">
              <a:xfrm>
                <a:off x="1301655" y="4876798"/>
                <a:ext cx="331695" cy="1030941"/>
                <a:chOff x="6240352" y="2055335"/>
                <a:chExt cx="771307" cy="1017716"/>
              </a:xfrm>
            </p:grpSpPr>
            <p:grpSp>
              <p:nvGrpSpPr>
                <p:cNvPr id="230044" name="Group 941">
                  <a:extLst>
                    <a:ext uri="{FF2B5EF4-FFF2-40B4-BE49-F238E27FC236}">
                      <a16:creationId xmlns:a16="http://schemas.microsoft.com/office/drawing/2014/main" id="{9A4A99FC-725A-684B-BFDB-78A98616B48C}"/>
                    </a:ext>
                  </a:extLst>
                </p:cNvPr>
                <p:cNvGrpSpPr>
                  <a:grpSpLocks/>
                </p:cNvGrpSpPr>
                <p:nvPr/>
              </p:nvGrpSpPr>
              <p:grpSpPr bwMode="auto">
                <a:xfrm>
                  <a:off x="6240352" y="2235573"/>
                  <a:ext cx="697981" cy="837478"/>
                  <a:chOff x="6395998" y="3062424"/>
                  <a:chExt cx="564403" cy="837478"/>
                </a:xfrm>
              </p:grpSpPr>
              <p:sp>
                <p:nvSpPr>
                  <p:cNvPr id="963" name="Rectangle 962">
                    <a:extLst>
                      <a:ext uri="{FF2B5EF4-FFF2-40B4-BE49-F238E27FC236}">
                        <a16:creationId xmlns:a16="http://schemas.microsoft.com/office/drawing/2014/main" id="{186393E3-9A88-0847-A7CA-CB39DD69EABC}"/>
                      </a:ext>
                    </a:extLst>
                  </p:cNvPr>
                  <p:cNvSpPr/>
                  <p:nvPr/>
                </p:nvSpPr>
                <p:spPr>
                  <a:xfrm>
                    <a:off x="6508968" y="3062348"/>
                    <a:ext cx="447707" cy="74253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964" name="Straight Connector 963">
                    <a:extLst>
                      <a:ext uri="{FF2B5EF4-FFF2-40B4-BE49-F238E27FC236}">
                        <a16:creationId xmlns:a16="http://schemas.microsoft.com/office/drawing/2014/main" id="{939E103C-4D45-F74F-9B61-EDB84019786D}"/>
                      </a:ext>
                    </a:extLst>
                  </p:cNvPr>
                  <p:cNvCxnSpPr/>
                  <p:nvPr/>
                </p:nvCxnSpPr>
                <p:spPr>
                  <a:xfrm flipV="1">
                    <a:off x="6846239" y="3062348"/>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65" name="Rectangle 964">
                    <a:extLst>
                      <a:ext uri="{FF2B5EF4-FFF2-40B4-BE49-F238E27FC236}">
                        <a16:creationId xmlns:a16="http://schemas.microsoft.com/office/drawing/2014/main" id="{DF7CE73B-11EF-E348-A2C1-316C0A3A338C}"/>
                      </a:ext>
                    </a:extLst>
                  </p:cNvPr>
                  <p:cNvSpPr/>
                  <p:nvPr/>
                </p:nvSpPr>
                <p:spPr>
                  <a:xfrm>
                    <a:off x="6476135" y="3071747"/>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966" name="Straight Connector 965">
                    <a:extLst>
                      <a:ext uri="{FF2B5EF4-FFF2-40B4-BE49-F238E27FC236}">
                        <a16:creationId xmlns:a16="http://schemas.microsoft.com/office/drawing/2014/main" id="{11C3A7CC-6551-9D47-8AEC-62C0ED823AD2}"/>
                      </a:ext>
                    </a:extLst>
                  </p:cNvPr>
                  <p:cNvCxnSpPr/>
                  <p:nvPr/>
                </p:nvCxnSpPr>
                <p:spPr>
                  <a:xfrm flipV="1">
                    <a:off x="6395549" y="3062348"/>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67" name="Rectangle 966">
                    <a:extLst>
                      <a:ext uri="{FF2B5EF4-FFF2-40B4-BE49-F238E27FC236}">
                        <a16:creationId xmlns:a16="http://schemas.microsoft.com/office/drawing/2014/main" id="{68486AAF-0BE9-E448-8A2D-AC218B54093B}"/>
                      </a:ext>
                    </a:extLst>
                  </p:cNvPr>
                  <p:cNvSpPr/>
                  <p:nvPr/>
                </p:nvSpPr>
                <p:spPr>
                  <a:xfrm>
                    <a:off x="6816392" y="3703060"/>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68" name="Rectangle 967">
                    <a:extLst>
                      <a:ext uri="{FF2B5EF4-FFF2-40B4-BE49-F238E27FC236}">
                        <a16:creationId xmlns:a16="http://schemas.microsoft.com/office/drawing/2014/main" id="{AC9A43AA-6534-9E4A-9326-BD8742A39C10}"/>
                      </a:ext>
                    </a:extLst>
                  </p:cNvPr>
                  <p:cNvSpPr/>
                  <p:nvPr/>
                </p:nvSpPr>
                <p:spPr>
                  <a:xfrm>
                    <a:off x="6404502" y="3157907"/>
                    <a:ext cx="444723" cy="74253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969" name="Straight Connector 968">
                    <a:extLst>
                      <a:ext uri="{FF2B5EF4-FFF2-40B4-BE49-F238E27FC236}">
                        <a16:creationId xmlns:a16="http://schemas.microsoft.com/office/drawing/2014/main" id="{06CCBD64-491C-B141-BD42-E71E2B4036FC}"/>
                      </a:ext>
                    </a:extLst>
                  </p:cNvPr>
                  <p:cNvCxnSpPr/>
                  <p:nvPr/>
                </p:nvCxnSpPr>
                <p:spPr>
                  <a:xfrm flipV="1">
                    <a:off x="6846239" y="3804884"/>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0072" name="Group 969">
                    <a:extLst>
                      <a:ext uri="{FF2B5EF4-FFF2-40B4-BE49-F238E27FC236}">
                        <a16:creationId xmlns:a16="http://schemas.microsoft.com/office/drawing/2014/main" id="{18ADE53D-73EC-7A42-9897-0E0A8B5CA533}"/>
                      </a:ext>
                    </a:extLst>
                  </p:cNvPr>
                  <p:cNvGrpSpPr>
                    <a:grpSpLocks/>
                  </p:cNvGrpSpPr>
                  <p:nvPr/>
                </p:nvGrpSpPr>
                <p:grpSpPr bwMode="auto">
                  <a:xfrm>
                    <a:off x="6400318" y="3137421"/>
                    <a:ext cx="559121" cy="92788"/>
                    <a:chOff x="6582044" y="2846082"/>
                    <a:chExt cx="559121" cy="92788"/>
                  </a:xfrm>
                </p:grpSpPr>
                <p:cxnSp>
                  <p:nvCxnSpPr>
                    <p:cNvPr id="998" name="Straight Connector 997">
                      <a:extLst>
                        <a:ext uri="{FF2B5EF4-FFF2-40B4-BE49-F238E27FC236}">
                          <a16:creationId xmlns:a16="http://schemas.microsoft.com/office/drawing/2014/main" id="{EBB14873-F24D-F441-B540-7233FCE02B08}"/>
                        </a:ext>
                      </a:extLst>
                    </p:cNvPr>
                    <p:cNvCxnSpPr/>
                    <p:nvPr/>
                  </p:nvCxnSpPr>
                  <p:spPr>
                    <a:xfrm flipV="1">
                      <a:off x="7027964" y="2846202"/>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9" name="Straight Connector 998">
                      <a:extLst>
                        <a:ext uri="{FF2B5EF4-FFF2-40B4-BE49-F238E27FC236}">
                          <a16:creationId xmlns:a16="http://schemas.microsoft.com/office/drawing/2014/main" id="{4845E39F-638E-DB46-A27A-65E0AB699750}"/>
                        </a:ext>
                      </a:extLst>
                    </p:cNvPr>
                    <p:cNvCxnSpPr/>
                    <p:nvPr/>
                  </p:nvCxnSpPr>
                  <p:spPr>
                    <a:xfrm flipV="1">
                      <a:off x="6553396" y="2938628"/>
                      <a:ext cx="4805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073" name="Group 970">
                    <a:extLst>
                      <a:ext uri="{FF2B5EF4-FFF2-40B4-BE49-F238E27FC236}">
                        <a16:creationId xmlns:a16="http://schemas.microsoft.com/office/drawing/2014/main" id="{B2428964-12C6-014D-99CC-62A6C679A6D4}"/>
                      </a:ext>
                    </a:extLst>
                  </p:cNvPr>
                  <p:cNvGrpSpPr>
                    <a:grpSpLocks/>
                  </p:cNvGrpSpPr>
                  <p:nvPr/>
                </p:nvGrpSpPr>
                <p:grpSpPr bwMode="auto">
                  <a:xfrm>
                    <a:off x="6399838" y="3203285"/>
                    <a:ext cx="559121" cy="92788"/>
                    <a:chOff x="6582044" y="2846082"/>
                    <a:chExt cx="559121" cy="92788"/>
                  </a:xfrm>
                </p:grpSpPr>
                <p:cxnSp>
                  <p:nvCxnSpPr>
                    <p:cNvPr id="996" name="Straight Connector 995">
                      <a:extLst>
                        <a:ext uri="{FF2B5EF4-FFF2-40B4-BE49-F238E27FC236}">
                          <a16:creationId xmlns:a16="http://schemas.microsoft.com/office/drawing/2014/main" id="{D3B72FF5-E697-5749-B074-67AFA6E8E7DF}"/>
                        </a:ext>
                      </a:extLst>
                    </p:cNvPr>
                    <p:cNvCxnSpPr/>
                    <p:nvPr/>
                  </p:nvCxnSpPr>
                  <p:spPr>
                    <a:xfrm flipV="1">
                      <a:off x="7028445" y="2846133"/>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7" name="Straight Connector 996">
                      <a:extLst>
                        <a:ext uri="{FF2B5EF4-FFF2-40B4-BE49-F238E27FC236}">
                          <a16:creationId xmlns:a16="http://schemas.microsoft.com/office/drawing/2014/main" id="{867CE8DF-B677-F84D-870D-F6124E605D5D}"/>
                        </a:ext>
                      </a:extLst>
                    </p:cNvPr>
                    <p:cNvCxnSpPr/>
                    <p:nvPr/>
                  </p:nvCxnSpPr>
                  <p:spPr>
                    <a:xfrm flipV="1">
                      <a:off x="6580739" y="2938559"/>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074" name="Group 971">
                    <a:extLst>
                      <a:ext uri="{FF2B5EF4-FFF2-40B4-BE49-F238E27FC236}">
                        <a16:creationId xmlns:a16="http://schemas.microsoft.com/office/drawing/2014/main" id="{B74D1E8B-5EEA-3943-9789-0B2DF71ACC2F}"/>
                      </a:ext>
                    </a:extLst>
                  </p:cNvPr>
                  <p:cNvGrpSpPr>
                    <a:grpSpLocks/>
                  </p:cNvGrpSpPr>
                  <p:nvPr/>
                </p:nvGrpSpPr>
                <p:grpSpPr bwMode="auto">
                  <a:xfrm>
                    <a:off x="6399358" y="3269149"/>
                    <a:ext cx="559121" cy="92788"/>
                    <a:chOff x="6582044" y="2846082"/>
                    <a:chExt cx="559121" cy="92788"/>
                  </a:xfrm>
                </p:grpSpPr>
                <p:cxnSp>
                  <p:nvCxnSpPr>
                    <p:cNvPr id="994" name="Straight Connector 993">
                      <a:extLst>
                        <a:ext uri="{FF2B5EF4-FFF2-40B4-BE49-F238E27FC236}">
                          <a16:creationId xmlns:a16="http://schemas.microsoft.com/office/drawing/2014/main" id="{6069FCEC-9941-CD44-B797-F5320CE80E0A}"/>
                        </a:ext>
                      </a:extLst>
                    </p:cNvPr>
                    <p:cNvCxnSpPr/>
                    <p:nvPr/>
                  </p:nvCxnSpPr>
                  <p:spPr>
                    <a:xfrm flipV="1">
                      <a:off x="6999078" y="2846063"/>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5" name="Straight Connector 994">
                      <a:extLst>
                        <a:ext uri="{FF2B5EF4-FFF2-40B4-BE49-F238E27FC236}">
                          <a16:creationId xmlns:a16="http://schemas.microsoft.com/office/drawing/2014/main" id="{0DDE6720-1CA7-BD46-A8B3-3B6437351124}"/>
                        </a:ext>
                      </a:extLst>
                    </p:cNvPr>
                    <p:cNvCxnSpPr/>
                    <p:nvPr/>
                  </p:nvCxnSpPr>
                  <p:spPr>
                    <a:xfrm flipV="1">
                      <a:off x="6581219" y="2938489"/>
                      <a:ext cx="42382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075" name="Group 972">
                    <a:extLst>
                      <a:ext uri="{FF2B5EF4-FFF2-40B4-BE49-F238E27FC236}">
                        <a16:creationId xmlns:a16="http://schemas.microsoft.com/office/drawing/2014/main" id="{32222659-969D-2342-B2CE-1F450D7AC34E}"/>
                      </a:ext>
                    </a:extLst>
                  </p:cNvPr>
                  <p:cNvGrpSpPr>
                    <a:grpSpLocks/>
                  </p:cNvGrpSpPr>
                  <p:nvPr/>
                </p:nvGrpSpPr>
                <p:grpSpPr bwMode="auto">
                  <a:xfrm>
                    <a:off x="6398878" y="3335013"/>
                    <a:ext cx="559121" cy="92788"/>
                    <a:chOff x="6582044" y="2846082"/>
                    <a:chExt cx="559121" cy="92788"/>
                  </a:xfrm>
                </p:grpSpPr>
                <p:cxnSp>
                  <p:nvCxnSpPr>
                    <p:cNvPr id="992" name="Straight Connector 991">
                      <a:extLst>
                        <a:ext uri="{FF2B5EF4-FFF2-40B4-BE49-F238E27FC236}">
                          <a16:creationId xmlns:a16="http://schemas.microsoft.com/office/drawing/2014/main" id="{61F53C86-1C8B-1E44-B5D2-EFCDCF7A8032}"/>
                        </a:ext>
                      </a:extLst>
                    </p:cNvPr>
                    <p:cNvCxnSpPr/>
                    <p:nvPr/>
                  </p:nvCxnSpPr>
                  <p:spPr>
                    <a:xfrm flipV="1">
                      <a:off x="7026421" y="2845993"/>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3" name="Straight Connector 992">
                      <a:extLst>
                        <a:ext uri="{FF2B5EF4-FFF2-40B4-BE49-F238E27FC236}">
                          <a16:creationId xmlns:a16="http://schemas.microsoft.com/office/drawing/2014/main" id="{F063964B-17B6-ED46-8613-0FBB6616C1DF}"/>
                        </a:ext>
                      </a:extLst>
                    </p:cNvPr>
                    <p:cNvCxnSpPr/>
                    <p:nvPr/>
                  </p:nvCxnSpPr>
                  <p:spPr>
                    <a:xfrm flipV="1">
                      <a:off x="6581698" y="2938419"/>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076" name="Group 973">
                    <a:extLst>
                      <a:ext uri="{FF2B5EF4-FFF2-40B4-BE49-F238E27FC236}">
                        <a16:creationId xmlns:a16="http://schemas.microsoft.com/office/drawing/2014/main" id="{ADA05FA0-B8A4-4F4A-8B87-72DA368773E8}"/>
                      </a:ext>
                    </a:extLst>
                  </p:cNvPr>
                  <p:cNvGrpSpPr>
                    <a:grpSpLocks/>
                  </p:cNvGrpSpPr>
                  <p:nvPr/>
                </p:nvGrpSpPr>
                <p:grpSpPr bwMode="auto">
                  <a:xfrm>
                    <a:off x="6398398" y="3400877"/>
                    <a:ext cx="559121" cy="92788"/>
                    <a:chOff x="6582044" y="2846082"/>
                    <a:chExt cx="559121" cy="92788"/>
                  </a:xfrm>
                </p:grpSpPr>
                <p:cxnSp>
                  <p:nvCxnSpPr>
                    <p:cNvPr id="990" name="Straight Connector 989">
                      <a:extLst>
                        <a:ext uri="{FF2B5EF4-FFF2-40B4-BE49-F238E27FC236}">
                          <a16:creationId xmlns:a16="http://schemas.microsoft.com/office/drawing/2014/main" id="{8D665656-3884-A54F-B9BA-89F2B1D6FFF1}"/>
                        </a:ext>
                      </a:extLst>
                    </p:cNvPr>
                    <p:cNvCxnSpPr/>
                    <p:nvPr/>
                  </p:nvCxnSpPr>
                  <p:spPr>
                    <a:xfrm flipV="1">
                      <a:off x="7026900" y="2845924"/>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91" name="Straight Connector 990">
                      <a:extLst>
                        <a:ext uri="{FF2B5EF4-FFF2-40B4-BE49-F238E27FC236}">
                          <a16:creationId xmlns:a16="http://schemas.microsoft.com/office/drawing/2014/main" id="{326D4E4C-6934-0E4D-95D8-7F232340D594}"/>
                        </a:ext>
                      </a:extLst>
                    </p:cNvPr>
                    <p:cNvCxnSpPr/>
                    <p:nvPr/>
                  </p:nvCxnSpPr>
                  <p:spPr>
                    <a:xfrm flipV="1">
                      <a:off x="6582177" y="2938350"/>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077" name="Group 974">
                    <a:extLst>
                      <a:ext uri="{FF2B5EF4-FFF2-40B4-BE49-F238E27FC236}">
                        <a16:creationId xmlns:a16="http://schemas.microsoft.com/office/drawing/2014/main" id="{10897793-EB7A-B848-8EDD-3886A7159D46}"/>
                      </a:ext>
                    </a:extLst>
                  </p:cNvPr>
                  <p:cNvGrpSpPr>
                    <a:grpSpLocks/>
                  </p:cNvGrpSpPr>
                  <p:nvPr/>
                </p:nvGrpSpPr>
                <p:grpSpPr bwMode="auto">
                  <a:xfrm>
                    <a:off x="6397918" y="3466741"/>
                    <a:ext cx="559121" cy="92788"/>
                    <a:chOff x="6582044" y="2846082"/>
                    <a:chExt cx="559121" cy="92788"/>
                  </a:xfrm>
                </p:grpSpPr>
                <p:cxnSp>
                  <p:nvCxnSpPr>
                    <p:cNvPr id="988" name="Straight Connector 987">
                      <a:extLst>
                        <a:ext uri="{FF2B5EF4-FFF2-40B4-BE49-F238E27FC236}">
                          <a16:creationId xmlns:a16="http://schemas.microsoft.com/office/drawing/2014/main" id="{7DFCA8AE-8E46-8045-88CB-281EF488485C}"/>
                        </a:ext>
                      </a:extLst>
                    </p:cNvPr>
                    <p:cNvCxnSpPr/>
                    <p:nvPr/>
                  </p:nvCxnSpPr>
                  <p:spPr>
                    <a:xfrm flipV="1">
                      <a:off x="7027381" y="2845854"/>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9" name="Straight Connector 988">
                      <a:extLst>
                        <a:ext uri="{FF2B5EF4-FFF2-40B4-BE49-F238E27FC236}">
                          <a16:creationId xmlns:a16="http://schemas.microsoft.com/office/drawing/2014/main" id="{D1D807FB-E43D-5146-A9F4-CFED0DBFD87F}"/>
                        </a:ext>
                      </a:extLst>
                    </p:cNvPr>
                    <p:cNvCxnSpPr/>
                    <p:nvPr/>
                  </p:nvCxnSpPr>
                  <p:spPr>
                    <a:xfrm flipV="1">
                      <a:off x="6582659" y="2953945"/>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078" name="Group 975">
                    <a:extLst>
                      <a:ext uri="{FF2B5EF4-FFF2-40B4-BE49-F238E27FC236}">
                        <a16:creationId xmlns:a16="http://schemas.microsoft.com/office/drawing/2014/main" id="{A203A290-DD87-BA46-9DDA-7EF935623301}"/>
                      </a:ext>
                    </a:extLst>
                  </p:cNvPr>
                  <p:cNvGrpSpPr>
                    <a:grpSpLocks/>
                  </p:cNvGrpSpPr>
                  <p:nvPr/>
                </p:nvGrpSpPr>
                <p:grpSpPr bwMode="auto">
                  <a:xfrm>
                    <a:off x="6397438" y="3532605"/>
                    <a:ext cx="559121" cy="92788"/>
                    <a:chOff x="6582044" y="2846082"/>
                    <a:chExt cx="559121" cy="92788"/>
                  </a:xfrm>
                </p:grpSpPr>
                <p:cxnSp>
                  <p:nvCxnSpPr>
                    <p:cNvPr id="986" name="Straight Connector 985">
                      <a:extLst>
                        <a:ext uri="{FF2B5EF4-FFF2-40B4-BE49-F238E27FC236}">
                          <a16:creationId xmlns:a16="http://schemas.microsoft.com/office/drawing/2014/main" id="{5E694034-F022-9847-BABF-8C181D1E54FE}"/>
                        </a:ext>
                      </a:extLst>
                    </p:cNvPr>
                    <p:cNvCxnSpPr/>
                    <p:nvPr/>
                  </p:nvCxnSpPr>
                  <p:spPr>
                    <a:xfrm flipV="1">
                      <a:off x="7027861" y="2845784"/>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7" name="Straight Connector 986">
                      <a:extLst>
                        <a:ext uri="{FF2B5EF4-FFF2-40B4-BE49-F238E27FC236}">
                          <a16:creationId xmlns:a16="http://schemas.microsoft.com/office/drawing/2014/main" id="{4DDFC07D-8ECC-024C-89A9-0B28A8AE983E}"/>
                        </a:ext>
                      </a:extLst>
                    </p:cNvPr>
                    <p:cNvCxnSpPr/>
                    <p:nvPr/>
                  </p:nvCxnSpPr>
                  <p:spPr>
                    <a:xfrm flipV="1">
                      <a:off x="6553291" y="2953875"/>
                      <a:ext cx="4805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079" name="Group 976">
                    <a:extLst>
                      <a:ext uri="{FF2B5EF4-FFF2-40B4-BE49-F238E27FC236}">
                        <a16:creationId xmlns:a16="http://schemas.microsoft.com/office/drawing/2014/main" id="{7ACD5B2B-20A3-C340-8D3D-6387076160E4}"/>
                      </a:ext>
                    </a:extLst>
                  </p:cNvPr>
                  <p:cNvGrpSpPr>
                    <a:grpSpLocks/>
                  </p:cNvGrpSpPr>
                  <p:nvPr/>
                </p:nvGrpSpPr>
                <p:grpSpPr bwMode="auto">
                  <a:xfrm>
                    <a:off x="6396958" y="3598469"/>
                    <a:ext cx="559121" cy="92788"/>
                    <a:chOff x="6582044" y="2846082"/>
                    <a:chExt cx="559121" cy="92788"/>
                  </a:xfrm>
                </p:grpSpPr>
                <p:cxnSp>
                  <p:nvCxnSpPr>
                    <p:cNvPr id="984" name="Straight Connector 983">
                      <a:extLst>
                        <a:ext uri="{FF2B5EF4-FFF2-40B4-BE49-F238E27FC236}">
                          <a16:creationId xmlns:a16="http://schemas.microsoft.com/office/drawing/2014/main" id="{FEF5A91F-3228-9344-AEA1-759A9FA3AF84}"/>
                        </a:ext>
                      </a:extLst>
                    </p:cNvPr>
                    <p:cNvCxnSpPr/>
                    <p:nvPr/>
                  </p:nvCxnSpPr>
                  <p:spPr>
                    <a:xfrm flipV="1">
                      <a:off x="7028340" y="2845715"/>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5" name="Straight Connector 984">
                      <a:extLst>
                        <a:ext uri="{FF2B5EF4-FFF2-40B4-BE49-F238E27FC236}">
                          <a16:creationId xmlns:a16="http://schemas.microsoft.com/office/drawing/2014/main" id="{86C16527-4620-CE41-96ED-ECCC8D3E5660}"/>
                        </a:ext>
                      </a:extLst>
                    </p:cNvPr>
                    <p:cNvCxnSpPr/>
                    <p:nvPr/>
                  </p:nvCxnSpPr>
                  <p:spPr>
                    <a:xfrm flipV="1">
                      <a:off x="6580634" y="2953806"/>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080" name="Group 977">
                    <a:extLst>
                      <a:ext uri="{FF2B5EF4-FFF2-40B4-BE49-F238E27FC236}">
                        <a16:creationId xmlns:a16="http://schemas.microsoft.com/office/drawing/2014/main" id="{48EC0EB0-71EE-9447-AC36-17517CEC19F4}"/>
                      </a:ext>
                    </a:extLst>
                  </p:cNvPr>
                  <p:cNvGrpSpPr>
                    <a:grpSpLocks/>
                  </p:cNvGrpSpPr>
                  <p:nvPr/>
                </p:nvGrpSpPr>
                <p:grpSpPr bwMode="auto">
                  <a:xfrm>
                    <a:off x="6396478" y="3664333"/>
                    <a:ext cx="559121" cy="92788"/>
                    <a:chOff x="6582044" y="2846082"/>
                    <a:chExt cx="559121" cy="92788"/>
                  </a:xfrm>
                </p:grpSpPr>
                <p:cxnSp>
                  <p:nvCxnSpPr>
                    <p:cNvPr id="982" name="Straight Connector 981">
                      <a:extLst>
                        <a:ext uri="{FF2B5EF4-FFF2-40B4-BE49-F238E27FC236}">
                          <a16:creationId xmlns:a16="http://schemas.microsoft.com/office/drawing/2014/main" id="{07E8E593-26D6-B442-8611-1482A84EB952}"/>
                        </a:ext>
                      </a:extLst>
                    </p:cNvPr>
                    <p:cNvCxnSpPr/>
                    <p:nvPr/>
                  </p:nvCxnSpPr>
                  <p:spPr>
                    <a:xfrm flipV="1">
                      <a:off x="6998974" y="2861310"/>
                      <a:ext cx="113419"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3" name="Straight Connector 982">
                      <a:extLst>
                        <a:ext uri="{FF2B5EF4-FFF2-40B4-BE49-F238E27FC236}">
                          <a16:creationId xmlns:a16="http://schemas.microsoft.com/office/drawing/2014/main" id="{EE732763-245A-BB42-893C-48C6FCAA8A89}"/>
                        </a:ext>
                      </a:extLst>
                    </p:cNvPr>
                    <p:cNvCxnSpPr/>
                    <p:nvPr/>
                  </p:nvCxnSpPr>
                  <p:spPr>
                    <a:xfrm flipV="1">
                      <a:off x="6581115" y="2939637"/>
                      <a:ext cx="42382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081" name="Group 978">
                    <a:extLst>
                      <a:ext uri="{FF2B5EF4-FFF2-40B4-BE49-F238E27FC236}">
                        <a16:creationId xmlns:a16="http://schemas.microsoft.com/office/drawing/2014/main" id="{279255A3-F514-8940-A4F2-847FED05224F}"/>
                      </a:ext>
                    </a:extLst>
                  </p:cNvPr>
                  <p:cNvGrpSpPr>
                    <a:grpSpLocks/>
                  </p:cNvGrpSpPr>
                  <p:nvPr/>
                </p:nvGrpSpPr>
                <p:grpSpPr bwMode="auto">
                  <a:xfrm>
                    <a:off x="6395998" y="3730197"/>
                    <a:ext cx="559121" cy="92788"/>
                    <a:chOff x="6582044" y="2846082"/>
                    <a:chExt cx="559121" cy="92788"/>
                  </a:xfrm>
                </p:grpSpPr>
                <p:cxnSp>
                  <p:nvCxnSpPr>
                    <p:cNvPr id="980" name="Straight Connector 979">
                      <a:extLst>
                        <a:ext uri="{FF2B5EF4-FFF2-40B4-BE49-F238E27FC236}">
                          <a16:creationId xmlns:a16="http://schemas.microsoft.com/office/drawing/2014/main" id="{88DCEE6D-A14C-DB47-8B61-4459E23E67ED}"/>
                        </a:ext>
                      </a:extLst>
                    </p:cNvPr>
                    <p:cNvCxnSpPr/>
                    <p:nvPr/>
                  </p:nvCxnSpPr>
                  <p:spPr>
                    <a:xfrm flipV="1">
                      <a:off x="7026315" y="2861241"/>
                      <a:ext cx="113419"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81" name="Straight Connector 980">
                      <a:extLst>
                        <a:ext uri="{FF2B5EF4-FFF2-40B4-BE49-F238E27FC236}">
                          <a16:creationId xmlns:a16="http://schemas.microsoft.com/office/drawing/2014/main" id="{71E2622E-A134-E54B-B948-C72CF9DFE915}"/>
                        </a:ext>
                      </a:extLst>
                    </p:cNvPr>
                    <p:cNvCxnSpPr/>
                    <p:nvPr/>
                  </p:nvCxnSpPr>
                  <p:spPr>
                    <a:xfrm flipV="1">
                      <a:off x="6581595" y="2939568"/>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30045" name="Group 942">
                  <a:extLst>
                    <a:ext uri="{FF2B5EF4-FFF2-40B4-BE49-F238E27FC236}">
                      <a16:creationId xmlns:a16="http://schemas.microsoft.com/office/drawing/2014/main" id="{3A9FAE22-DA95-394E-B24B-35E569CA4CFA}"/>
                    </a:ext>
                  </a:extLst>
                </p:cNvPr>
                <p:cNvGrpSpPr>
                  <a:grpSpLocks/>
                </p:cNvGrpSpPr>
                <p:nvPr/>
              </p:nvGrpSpPr>
              <p:grpSpPr bwMode="auto">
                <a:xfrm>
                  <a:off x="6280049" y="2055335"/>
                  <a:ext cx="731610" cy="920732"/>
                  <a:chOff x="6280049" y="2055335"/>
                  <a:chExt cx="731610" cy="920732"/>
                </a:xfrm>
              </p:grpSpPr>
              <p:grpSp>
                <p:nvGrpSpPr>
                  <p:cNvPr id="230046" name="Group 943">
                    <a:extLst>
                      <a:ext uri="{FF2B5EF4-FFF2-40B4-BE49-F238E27FC236}">
                        <a16:creationId xmlns:a16="http://schemas.microsoft.com/office/drawing/2014/main" id="{0FDB0DA7-F5E7-8A4A-932C-9650D17F4372}"/>
                      </a:ext>
                    </a:extLst>
                  </p:cNvPr>
                  <p:cNvGrpSpPr>
                    <a:grpSpLocks/>
                  </p:cNvGrpSpPr>
                  <p:nvPr/>
                </p:nvGrpSpPr>
                <p:grpSpPr bwMode="auto">
                  <a:xfrm>
                    <a:off x="6280049" y="2055335"/>
                    <a:ext cx="680752" cy="139401"/>
                    <a:chOff x="5414286" y="2921098"/>
                    <a:chExt cx="680752" cy="139401"/>
                  </a:xfrm>
                </p:grpSpPr>
                <p:sp>
                  <p:nvSpPr>
                    <p:cNvPr id="958" name="Rectangle 188">
                      <a:extLst>
                        <a:ext uri="{FF2B5EF4-FFF2-40B4-BE49-F238E27FC236}">
                          <a16:creationId xmlns:a16="http://schemas.microsoft.com/office/drawing/2014/main" id="{6D9B5F9A-8436-4342-91B4-A5A95CE0C3CD}"/>
                        </a:ext>
                      </a:extLst>
                    </p:cNvPr>
                    <p:cNvSpPr>
                      <a:spLocks noChangeArrowheads="1"/>
                    </p:cNvSpPr>
                    <p:nvPr/>
                  </p:nvSpPr>
                  <p:spPr bwMode="auto">
                    <a:xfrm>
                      <a:off x="5414635" y="2996302"/>
                      <a:ext cx="549974" cy="6422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59" name="AutoShape 189">
                      <a:extLst>
                        <a:ext uri="{FF2B5EF4-FFF2-40B4-BE49-F238E27FC236}">
                          <a16:creationId xmlns:a16="http://schemas.microsoft.com/office/drawing/2014/main" id="{88D54836-DB61-B14C-AD80-59D6D1EDFAC2}"/>
                        </a:ext>
                      </a:extLst>
                    </p:cNvPr>
                    <p:cNvSpPr>
                      <a:spLocks noChangeArrowheads="1"/>
                    </p:cNvSpPr>
                    <p:nvPr/>
                  </p:nvSpPr>
                  <p:spPr bwMode="auto">
                    <a:xfrm>
                      <a:off x="5414635" y="2921109"/>
                      <a:ext cx="675472"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60" name="Freeform 190">
                      <a:extLst>
                        <a:ext uri="{FF2B5EF4-FFF2-40B4-BE49-F238E27FC236}">
                          <a16:creationId xmlns:a16="http://schemas.microsoft.com/office/drawing/2014/main" id="{7B450FEB-89E8-CE4B-98C9-1ACADC900288}"/>
                        </a:ext>
                      </a:extLst>
                    </p:cNvPr>
                    <p:cNvSpPr>
                      <a:spLocks/>
                    </p:cNvSpPr>
                    <p:nvPr/>
                  </p:nvSpPr>
                  <p:spPr bwMode="auto">
                    <a:xfrm>
                      <a:off x="5968299" y="2922675"/>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61" name="Freeform 191">
                      <a:extLst>
                        <a:ext uri="{FF2B5EF4-FFF2-40B4-BE49-F238E27FC236}">
                          <a16:creationId xmlns:a16="http://schemas.microsoft.com/office/drawing/2014/main" id="{A02B69B3-DFAD-FE48-82DC-7A3E5B44A017}"/>
                        </a:ext>
                      </a:extLst>
                    </p:cNvPr>
                    <p:cNvSpPr>
                      <a:spLocks/>
                    </p:cNvSpPr>
                    <p:nvPr/>
                  </p:nvSpPr>
                  <p:spPr bwMode="auto">
                    <a:xfrm>
                      <a:off x="5499531" y="2936774"/>
                      <a:ext cx="524136" cy="45429"/>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62" name="Freeform 192">
                      <a:extLst>
                        <a:ext uri="{FF2B5EF4-FFF2-40B4-BE49-F238E27FC236}">
                          <a16:creationId xmlns:a16="http://schemas.microsoft.com/office/drawing/2014/main" id="{53F48C4A-E556-654C-926B-1083174B0406}"/>
                        </a:ext>
                      </a:extLst>
                    </p:cNvPr>
                    <p:cNvSpPr>
                      <a:spLocks/>
                    </p:cNvSpPr>
                    <p:nvPr/>
                  </p:nvSpPr>
                  <p:spPr bwMode="auto">
                    <a:xfrm>
                      <a:off x="5621336" y="2933641"/>
                      <a:ext cx="302670"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945" name="Straight Connector 944">
                    <a:extLst>
                      <a:ext uri="{FF2B5EF4-FFF2-40B4-BE49-F238E27FC236}">
                        <a16:creationId xmlns:a16="http://schemas.microsoft.com/office/drawing/2014/main" id="{5BDED2E7-3B45-4240-87B3-185ADE8D9B26}"/>
                      </a:ext>
                    </a:extLst>
                  </p:cNvPr>
                  <p:cNvCxnSpPr/>
                  <p:nvPr/>
                </p:nvCxnSpPr>
                <p:spPr>
                  <a:xfrm flipH="1">
                    <a:off x="6996471" y="2125839"/>
                    <a:ext cx="11074" cy="84436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6" name="Straight Connector 945">
                    <a:extLst>
                      <a:ext uri="{FF2B5EF4-FFF2-40B4-BE49-F238E27FC236}">
                        <a16:creationId xmlns:a16="http://schemas.microsoft.com/office/drawing/2014/main" id="{8A654E10-B572-CF45-9449-562F5FAC3C45}"/>
                      </a:ext>
                    </a:extLst>
                  </p:cNvPr>
                  <p:cNvCxnSpPr/>
                  <p:nvPr/>
                </p:nvCxnSpPr>
                <p:spPr>
                  <a:xfrm>
                    <a:off x="6874666" y="2304424"/>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7" name="Straight Connector 946">
                    <a:extLst>
                      <a:ext uri="{FF2B5EF4-FFF2-40B4-BE49-F238E27FC236}">
                        <a16:creationId xmlns:a16="http://schemas.microsoft.com/office/drawing/2014/main" id="{9176BB96-4A1F-D544-9C39-87183C6A8D9A}"/>
                      </a:ext>
                    </a:extLst>
                  </p:cNvPr>
                  <p:cNvCxnSpPr/>
                  <p:nvPr/>
                </p:nvCxnSpPr>
                <p:spPr>
                  <a:xfrm>
                    <a:off x="6870974" y="2368652"/>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8" name="Straight Connector 947">
                    <a:extLst>
                      <a:ext uri="{FF2B5EF4-FFF2-40B4-BE49-F238E27FC236}">
                        <a16:creationId xmlns:a16="http://schemas.microsoft.com/office/drawing/2014/main" id="{F99A56B1-C334-2343-BADB-923A417C6AD9}"/>
                      </a:ext>
                    </a:extLst>
                  </p:cNvPr>
                  <p:cNvCxnSpPr/>
                  <p:nvPr/>
                </p:nvCxnSpPr>
                <p:spPr>
                  <a:xfrm>
                    <a:off x="6870974" y="2445412"/>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9" name="Straight Connector 948">
                    <a:extLst>
                      <a:ext uri="{FF2B5EF4-FFF2-40B4-BE49-F238E27FC236}">
                        <a16:creationId xmlns:a16="http://schemas.microsoft.com/office/drawing/2014/main" id="{938C1DD8-7B5A-8043-87FF-075FB8885174}"/>
                      </a:ext>
                    </a:extLst>
                  </p:cNvPr>
                  <p:cNvCxnSpPr/>
                  <p:nvPr/>
                </p:nvCxnSpPr>
                <p:spPr>
                  <a:xfrm>
                    <a:off x="6867284" y="2509640"/>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0" name="Straight Connector 949">
                    <a:extLst>
                      <a:ext uri="{FF2B5EF4-FFF2-40B4-BE49-F238E27FC236}">
                        <a16:creationId xmlns:a16="http://schemas.microsoft.com/office/drawing/2014/main" id="{889DB348-BF8C-324D-A693-A9C8420E23FA}"/>
                      </a:ext>
                    </a:extLst>
                  </p:cNvPr>
                  <p:cNvCxnSpPr/>
                  <p:nvPr/>
                </p:nvCxnSpPr>
                <p:spPr>
                  <a:xfrm>
                    <a:off x="6863592" y="2570734"/>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1" name="Straight Connector 950">
                    <a:extLst>
                      <a:ext uri="{FF2B5EF4-FFF2-40B4-BE49-F238E27FC236}">
                        <a16:creationId xmlns:a16="http://schemas.microsoft.com/office/drawing/2014/main" id="{7DE9F33E-D0F5-6C49-B490-21BE080407AD}"/>
                      </a:ext>
                    </a:extLst>
                  </p:cNvPr>
                  <p:cNvCxnSpPr/>
                  <p:nvPr/>
                </p:nvCxnSpPr>
                <p:spPr>
                  <a:xfrm>
                    <a:off x="6863592" y="2638096"/>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2" name="Straight Connector 951">
                    <a:extLst>
                      <a:ext uri="{FF2B5EF4-FFF2-40B4-BE49-F238E27FC236}">
                        <a16:creationId xmlns:a16="http://schemas.microsoft.com/office/drawing/2014/main" id="{1D45E2BF-FDAA-9242-B181-845C649F9572}"/>
                      </a:ext>
                    </a:extLst>
                  </p:cNvPr>
                  <p:cNvCxnSpPr/>
                  <p:nvPr/>
                </p:nvCxnSpPr>
                <p:spPr>
                  <a:xfrm>
                    <a:off x="6859902" y="2707023"/>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3" name="Straight Connector 952">
                    <a:extLst>
                      <a:ext uri="{FF2B5EF4-FFF2-40B4-BE49-F238E27FC236}">
                        <a16:creationId xmlns:a16="http://schemas.microsoft.com/office/drawing/2014/main" id="{D443F7F3-74CD-2746-A321-262EF59AD86C}"/>
                      </a:ext>
                    </a:extLst>
                  </p:cNvPr>
                  <p:cNvCxnSpPr/>
                  <p:nvPr/>
                </p:nvCxnSpPr>
                <p:spPr>
                  <a:xfrm>
                    <a:off x="6867284" y="2775951"/>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4" name="Straight Connector 953">
                    <a:extLst>
                      <a:ext uri="{FF2B5EF4-FFF2-40B4-BE49-F238E27FC236}">
                        <a16:creationId xmlns:a16="http://schemas.microsoft.com/office/drawing/2014/main" id="{3498A206-AE0D-3544-BEE6-AC0DF216BDF9}"/>
                      </a:ext>
                    </a:extLst>
                  </p:cNvPr>
                  <p:cNvCxnSpPr/>
                  <p:nvPr/>
                </p:nvCxnSpPr>
                <p:spPr>
                  <a:xfrm>
                    <a:off x="6870974" y="2843311"/>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5" name="Straight Connector 954">
                    <a:extLst>
                      <a:ext uri="{FF2B5EF4-FFF2-40B4-BE49-F238E27FC236}">
                        <a16:creationId xmlns:a16="http://schemas.microsoft.com/office/drawing/2014/main" id="{D9070E9C-1928-AD4B-8848-CBBEA718FA05}"/>
                      </a:ext>
                    </a:extLst>
                  </p:cNvPr>
                  <p:cNvCxnSpPr/>
                  <p:nvPr/>
                </p:nvCxnSpPr>
                <p:spPr>
                  <a:xfrm>
                    <a:off x="6870974" y="2912238"/>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6" name="Straight Connector 955">
                    <a:extLst>
                      <a:ext uri="{FF2B5EF4-FFF2-40B4-BE49-F238E27FC236}">
                        <a16:creationId xmlns:a16="http://schemas.microsoft.com/office/drawing/2014/main" id="{6AF45F43-E2F6-F940-8185-B3F2D2A895AA}"/>
                      </a:ext>
                    </a:extLst>
                  </p:cNvPr>
                  <p:cNvCxnSpPr/>
                  <p:nvPr/>
                </p:nvCxnSpPr>
                <p:spPr>
                  <a:xfrm>
                    <a:off x="6874666" y="2976467"/>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57" name="Straight Connector 956">
                    <a:extLst>
                      <a:ext uri="{FF2B5EF4-FFF2-40B4-BE49-F238E27FC236}">
                        <a16:creationId xmlns:a16="http://schemas.microsoft.com/office/drawing/2014/main" id="{58616D3E-9290-4047-B83F-3652DB43BB1E}"/>
                      </a:ext>
                    </a:extLst>
                  </p:cNvPr>
                  <p:cNvCxnSpPr/>
                  <p:nvPr/>
                </p:nvCxnSpPr>
                <p:spPr>
                  <a:xfrm flipH="1">
                    <a:off x="6874666" y="2132105"/>
                    <a:ext cx="13657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29926" name="Group 823">
                <a:extLst>
                  <a:ext uri="{FF2B5EF4-FFF2-40B4-BE49-F238E27FC236}">
                    <a16:creationId xmlns:a16="http://schemas.microsoft.com/office/drawing/2014/main" id="{46ED0C03-940D-2741-A30E-2534AF92ECBB}"/>
                  </a:ext>
                </a:extLst>
              </p:cNvPr>
              <p:cNvGrpSpPr>
                <a:grpSpLocks/>
              </p:cNvGrpSpPr>
              <p:nvPr/>
            </p:nvGrpSpPr>
            <p:grpSpPr bwMode="auto">
              <a:xfrm>
                <a:off x="1678171" y="4876798"/>
                <a:ext cx="331695" cy="1030941"/>
                <a:chOff x="6240352" y="2055335"/>
                <a:chExt cx="771307" cy="1017716"/>
              </a:xfrm>
            </p:grpSpPr>
            <p:grpSp>
              <p:nvGrpSpPr>
                <p:cNvPr id="229986" name="Group 883">
                  <a:extLst>
                    <a:ext uri="{FF2B5EF4-FFF2-40B4-BE49-F238E27FC236}">
                      <a16:creationId xmlns:a16="http://schemas.microsoft.com/office/drawing/2014/main" id="{C2FC4A37-2D37-FD4C-B9A9-2F49AD78BDBB}"/>
                    </a:ext>
                  </a:extLst>
                </p:cNvPr>
                <p:cNvGrpSpPr>
                  <a:grpSpLocks/>
                </p:cNvGrpSpPr>
                <p:nvPr/>
              </p:nvGrpSpPr>
              <p:grpSpPr bwMode="auto">
                <a:xfrm>
                  <a:off x="6240352" y="2235573"/>
                  <a:ext cx="697981" cy="837478"/>
                  <a:chOff x="6395998" y="3062424"/>
                  <a:chExt cx="564403" cy="837478"/>
                </a:xfrm>
              </p:grpSpPr>
              <p:sp>
                <p:nvSpPr>
                  <p:cNvPr id="905" name="Rectangle 904">
                    <a:extLst>
                      <a:ext uri="{FF2B5EF4-FFF2-40B4-BE49-F238E27FC236}">
                        <a16:creationId xmlns:a16="http://schemas.microsoft.com/office/drawing/2014/main" id="{48E8F5D2-3D95-5F48-949D-D94FEA9F6526}"/>
                      </a:ext>
                    </a:extLst>
                  </p:cNvPr>
                  <p:cNvSpPr/>
                  <p:nvPr/>
                </p:nvSpPr>
                <p:spPr>
                  <a:xfrm>
                    <a:off x="6508368" y="3062348"/>
                    <a:ext cx="477554" cy="74253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906" name="Straight Connector 905">
                    <a:extLst>
                      <a:ext uri="{FF2B5EF4-FFF2-40B4-BE49-F238E27FC236}">
                        <a16:creationId xmlns:a16="http://schemas.microsoft.com/office/drawing/2014/main" id="{EE3A3421-2D29-AA4F-90ED-2DEA3823AF45}"/>
                      </a:ext>
                    </a:extLst>
                  </p:cNvPr>
                  <p:cNvCxnSpPr/>
                  <p:nvPr/>
                </p:nvCxnSpPr>
                <p:spPr>
                  <a:xfrm flipV="1">
                    <a:off x="6848625" y="3062348"/>
                    <a:ext cx="140282"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07" name="Rectangle 906">
                    <a:extLst>
                      <a:ext uri="{FF2B5EF4-FFF2-40B4-BE49-F238E27FC236}">
                        <a16:creationId xmlns:a16="http://schemas.microsoft.com/office/drawing/2014/main" id="{C74E1D56-2258-2A49-81A9-9D4C82F48891}"/>
                      </a:ext>
                    </a:extLst>
                  </p:cNvPr>
                  <p:cNvSpPr/>
                  <p:nvPr/>
                </p:nvSpPr>
                <p:spPr>
                  <a:xfrm>
                    <a:off x="6475537" y="3071747"/>
                    <a:ext cx="134311"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908" name="Straight Connector 907">
                    <a:extLst>
                      <a:ext uri="{FF2B5EF4-FFF2-40B4-BE49-F238E27FC236}">
                        <a16:creationId xmlns:a16="http://schemas.microsoft.com/office/drawing/2014/main" id="{CBECD776-D673-F941-A140-9684FCEA827A}"/>
                      </a:ext>
                    </a:extLst>
                  </p:cNvPr>
                  <p:cNvCxnSpPr/>
                  <p:nvPr/>
                </p:nvCxnSpPr>
                <p:spPr>
                  <a:xfrm flipV="1">
                    <a:off x="6394949" y="3062348"/>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909" name="Rectangle 908">
                    <a:extLst>
                      <a:ext uri="{FF2B5EF4-FFF2-40B4-BE49-F238E27FC236}">
                        <a16:creationId xmlns:a16="http://schemas.microsoft.com/office/drawing/2014/main" id="{EEB79837-74A2-2A4E-85A0-DC0F2213A51C}"/>
                      </a:ext>
                    </a:extLst>
                  </p:cNvPr>
                  <p:cNvSpPr/>
                  <p:nvPr/>
                </p:nvSpPr>
                <p:spPr>
                  <a:xfrm>
                    <a:off x="6815794" y="3703060"/>
                    <a:ext cx="161174"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910" name="Rectangle 909">
                    <a:extLst>
                      <a:ext uri="{FF2B5EF4-FFF2-40B4-BE49-F238E27FC236}">
                        <a16:creationId xmlns:a16="http://schemas.microsoft.com/office/drawing/2014/main" id="{A30F0DAD-0F51-5B40-9E13-79973EAE8459}"/>
                      </a:ext>
                    </a:extLst>
                  </p:cNvPr>
                  <p:cNvSpPr/>
                  <p:nvPr/>
                </p:nvSpPr>
                <p:spPr>
                  <a:xfrm>
                    <a:off x="6403904" y="3157907"/>
                    <a:ext cx="447707" cy="74253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911" name="Straight Connector 910">
                    <a:extLst>
                      <a:ext uri="{FF2B5EF4-FFF2-40B4-BE49-F238E27FC236}">
                        <a16:creationId xmlns:a16="http://schemas.microsoft.com/office/drawing/2014/main" id="{91235BE1-D0BA-AA42-8877-ED0B1D54C820}"/>
                      </a:ext>
                    </a:extLst>
                  </p:cNvPr>
                  <p:cNvCxnSpPr/>
                  <p:nvPr/>
                </p:nvCxnSpPr>
                <p:spPr>
                  <a:xfrm flipV="1">
                    <a:off x="6848625" y="3804884"/>
                    <a:ext cx="140282"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30014" name="Group 911">
                    <a:extLst>
                      <a:ext uri="{FF2B5EF4-FFF2-40B4-BE49-F238E27FC236}">
                        <a16:creationId xmlns:a16="http://schemas.microsoft.com/office/drawing/2014/main" id="{75848E34-ED56-654B-91AF-39BBF54ABE1B}"/>
                      </a:ext>
                    </a:extLst>
                  </p:cNvPr>
                  <p:cNvGrpSpPr>
                    <a:grpSpLocks/>
                  </p:cNvGrpSpPr>
                  <p:nvPr/>
                </p:nvGrpSpPr>
                <p:grpSpPr bwMode="auto">
                  <a:xfrm>
                    <a:off x="6400318" y="3137421"/>
                    <a:ext cx="559121" cy="92788"/>
                    <a:chOff x="6582044" y="2846082"/>
                    <a:chExt cx="559121" cy="92788"/>
                  </a:xfrm>
                </p:grpSpPr>
                <p:cxnSp>
                  <p:nvCxnSpPr>
                    <p:cNvPr id="940" name="Straight Connector 939">
                      <a:extLst>
                        <a:ext uri="{FF2B5EF4-FFF2-40B4-BE49-F238E27FC236}">
                          <a16:creationId xmlns:a16="http://schemas.microsoft.com/office/drawing/2014/main" id="{B4087980-F46E-B74B-A481-626755EE9E8C}"/>
                        </a:ext>
                      </a:extLst>
                    </p:cNvPr>
                    <p:cNvCxnSpPr/>
                    <p:nvPr/>
                  </p:nvCxnSpPr>
                  <p:spPr>
                    <a:xfrm flipV="1">
                      <a:off x="7057213" y="2846202"/>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41" name="Straight Connector 940">
                      <a:extLst>
                        <a:ext uri="{FF2B5EF4-FFF2-40B4-BE49-F238E27FC236}">
                          <a16:creationId xmlns:a16="http://schemas.microsoft.com/office/drawing/2014/main" id="{861A85BF-2EBA-4C49-A391-9B8DA7CBC94B}"/>
                        </a:ext>
                      </a:extLst>
                    </p:cNvPr>
                    <p:cNvCxnSpPr/>
                    <p:nvPr/>
                  </p:nvCxnSpPr>
                  <p:spPr>
                    <a:xfrm flipV="1">
                      <a:off x="6552797" y="2938628"/>
                      <a:ext cx="5103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015" name="Group 912">
                    <a:extLst>
                      <a:ext uri="{FF2B5EF4-FFF2-40B4-BE49-F238E27FC236}">
                        <a16:creationId xmlns:a16="http://schemas.microsoft.com/office/drawing/2014/main" id="{BB4572D1-45A1-884F-BA26-5F6089B4E6B8}"/>
                      </a:ext>
                    </a:extLst>
                  </p:cNvPr>
                  <p:cNvGrpSpPr>
                    <a:grpSpLocks/>
                  </p:cNvGrpSpPr>
                  <p:nvPr/>
                </p:nvGrpSpPr>
                <p:grpSpPr bwMode="auto">
                  <a:xfrm>
                    <a:off x="6399838" y="3203285"/>
                    <a:ext cx="559121" cy="92788"/>
                    <a:chOff x="6582044" y="2846082"/>
                    <a:chExt cx="559121" cy="92788"/>
                  </a:xfrm>
                </p:grpSpPr>
                <p:cxnSp>
                  <p:nvCxnSpPr>
                    <p:cNvPr id="938" name="Straight Connector 937">
                      <a:extLst>
                        <a:ext uri="{FF2B5EF4-FFF2-40B4-BE49-F238E27FC236}">
                          <a16:creationId xmlns:a16="http://schemas.microsoft.com/office/drawing/2014/main" id="{BA508F33-C1C2-7249-B865-D95B88AE996F}"/>
                        </a:ext>
                      </a:extLst>
                    </p:cNvPr>
                    <p:cNvCxnSpPr/>
                    <p:nvPr/>
                  </p:nvCxnSpPr>
                  <p:spPr>
                    <a:xfrm flipV="1">
                      <a:off x="7057695" y="2846133"/>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9" name="Straight Connector 938">
                      <a:extLst>
                        <a:ext uri="{FF2B5EF4-FFF2-40B4-BE49-F238E27FC236}">
                          <a16:creationId xmlns:a16="http://schemas.microsoft.com/office/drawing/2014/main" id="{8A36BC58-31FE-F94B-B552-E60325639376}"/>
                        </a:ext>
                      </a:extLst>
                    </p:cNvPr>
                    <p:cNvCxnSpPr/>
                    <p:nvPr/>
                  </p:nvCxnSpPr>
                  <p:spPr>
                    <a:xfrm flipV="1">
                      <a:off x="6553278" y="2938559"/>
                      <a:ext cx="51038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016" name="Group 913">
                    <a:extLst>
                      <a:ext uri="{FF2B5EF4-FFF2-40B4-BE49-F238E27FC236}">
                        <a16:creationId xmlns:a16="http://schemas.microsoft.com/office/drawing/2014/main" id="{90171EC9-350A-4540-A3D8-C64EF95838A8}"/>
                      </a:ext>
                    </a:extLst>
                  </p:cNvPr>
                  <p:cNvGrpSpPr>
                    <a:grpSpLocks/>
                  </p:cNvGrpSpPr>
                  <p:nvPr/>
                </p:nvGrpSpPr>
                <p:grpSpPr bwMode="auto">
                  <a:xfrm>
                    <a:off x="6399358" y="3269149"/>
                    <a:ext cx="559121" cy="92788"/>
                    <a:chOff x="6582044" y="2846082"/>
                    <a:chExt cx="559121" cy="92788"/>
                  </a:xfrm>
                </p:grpSpPr>
                <p:cxnSp>
                  <p:nvCxnSpPr>
                    <p:cNvPr id="936" name="Straight Connector 935">
                      <a:extLst>
                        <a:ext uri="{FF2B5EF4-FFF2-40B4-BE49-F238E27FC236}">
                          <a16:creationId xmlns:a16="http://schemas.microsoft.com/office/drawing/2014/main" id="{B77F06C4-EC4C-A346-9147-700D0EA36851}"/>
                        </a:ext>
                      </a:extLst>
                    </p:cNvPr>
                    <p:cNvCxnSpPr/>
                    <p:nvPr/>
                  </p:nvCxnSpPr>
                  <p:spPr>
                    <a:xfrm flipV="1">
                      <a:off x="7028327" y="2846063"/>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7" name="Straight Connector 936">
                      <a:extLst>
                        <a:ext uri="{FF2B5EF4-FFF2-40B4-BE49-F238E27FC236}">
                          <a16:creationId xmlns:a16="http://schemas.microsoft.com/office/drawing/2014/main" id="{3228E386-A437-6E48-8BC7-238039CECD62}"/>
                        </a:ext>
                      </a:extLst>
                    </p:cNvPr>
                    <p:cNvCxnSpPr/>
                    <p:nvPr/>
                  </p:nvCxnSpPr>
                  <p:spPr>
                    <a:xfrm flipV="1">
                      <a:off x="6580621" y="2938489"/>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017" name="Group 914">
                    <a:extLst>
                      <a:ext uri="{FF2B5EF4-FFF2-40B4-BE49-F238E27FC236}">
                        <a16:creationId xmlns:a16="http://schemas.microsoft.com/office/drawing/2014/main" id="{FEFA4080-24AB-8D46-A005-696AD4ADCDE2}"/>
                      </a:ext>
                    </a:extLst>
                  </p:cNvPr>
                  <p:cNvGrpSpPr>
                    <a:grpSpLocks/>
                  </p:cNvGrpSpPr>
                  <p:nvPr/>
                </p:nvGrpSpPr>
                <p:grpSpPr bwMode="auto">
                  <a:xfrm>
                    <a:off x="6398878" y="3335013"/>
                    <a:ext cx="559121" cy="92788"/>
                    <a:chOff x="6582044" y="2846082"/>
                    <a:chExt cx="559121" cy="92788"/>
                  </a:xfrm>
                </p:grpSpPr>
                <p:cxnSp>
                  <p:nvCxnSpPr>
                    <p:cNvPr id="934" name="Straight Connector 933">
                      <a:extLst>
                        <a:ext uri="{FF2B5EF4-FFF2-40B4-BE49-F238E27FC236}">
                          <a16:creationId xmlns:a16="http://schemas.microsoft.com/office/drawing/2014/main" id="{C4E9D2BF-A2EC-6D4A-BD6E-41D1C340EA29}"/>
                        </a:ext>
                      </a:extLst>
                    </p:cNvPr>
                    <p:cNvCxnSpPr/>
                    <p:nvPr/>
                  </p:nvCxnSpPr>
                  <p:spPr>
                    <a:xfrm flipV="1">
                      <a:off x="7028806" y="2845993"/>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5" name="Straight Connector 934">
                      <a:extLst>
                        <a:ext uri="{FF2B5EF4-FFF2-40B4-BE49-F238E27FC236}">
                          <a16:creationId xmlns:a16="http://schemas.microsoft.com/office/drawing/2014/main" id="{D47DCBCC-B649-A742-8096-C6E6C1886003}"/>
                        </a:ext>
                      </a:extLst>
                    </p:cNvPr>
                    <p:cNvCxnSpPr/>
                    <p:nvPr/>
                  </p:nvCxnSpPr>
                  <p:spPr>
                    <a:xfrm flipV="1">
                      <a:off x="6581100" y="2938419"/>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018" name="Group 915">
                    <a:extLst>
                      <a:ext uri="{FF2B5EF4-FFF2-40B4-BE49-F238E27FC236}">
                        <a16:creationId xmlns:a16="http://schemas.microsoft.com/office/drawing/2014/main" id="{E3527F6B-7187-3A4E-82F2-CBA515BB742B}"/>
                      </a:ext>
                    </a:extLst>
                  </p:cNvPr>
                  <p:cNvGrpSpPr>
                    <a:grpSpLocks/>
                  </p:cNvGrpSpPr>
                  <p:nvPr/>
                </p:nvGrpSpPr>
                <p:grpSpPr bwMode="auto">
                  <a:xfrm>
                    <a:off x="6398398" y="3400877"/>
                    <a:ext cx="559121" cy="92788"/>
                    <a:chOff x="6582044" y="2846082"/>
                    <a:chExt cx="559121" cy="92788"/>
                  </a:xfrm>
                </p:grpSpPr>
                <p:cxnSp>
                  <p:nvCxnSpPr>
                    <p:cNvPr id="932" name="Straight Connector 931">
                      <a:extLst>
                        <a:ext uri="{FF2B5EF4-FFF2-40B4-BE49-F238E27FC236}">
                          <a16:creationId xmlns:a16="http://schemas.microsoft.com/office/drawing/2014/main" id="{B483628A-006B-E940-B1FD-53B57BC5E50B}"/>
                        </a:ext>
                      </a:extLst>
                    </p:cNvPr>
                    <p:cNvCxnSpPr/>
                    <p:nvPr/>
                  </p:nvCxnSpPr>
                  <p:spPr>
                    <a:xfrm flipV="1">
                      <a:off x="7029286" y="2845924"/>
                      <a:ext cx="140280"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3" name="Straight Connector 932">
                      <a:extLst>
                        <a:ext uri="{FF2B5EF4-FFF2-40B4-BE49-F238E27FC236}">
                          <a16:creationId xmlns:a16="http://schemas.microsoft.com/office/drawing/2014/main" id="{BFEDF8CA-DCFD-814A-8380-2D6CAD7FA203}"/>
                        </a:ext>
                      </a:extLst>
                    </p:cNvPr>
                    <p:cNvCxnSpPr/>
                    <p:nvPr/>
                  </p:nvCxnSpPr>
                  <p:spPr>
                    <a:xfrm flipV="1">
                      <a:off x="6581580" y="2938350"/>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019" name="Group 916">
                    <a:extLst>
                      <a:ext uri="{FF2B5EF4-FFF2-40B4-BE49-F238E27FC236}">
                        <a16:creationId xmlns:a16="http://schemas.microsoft.com/office/drawing/2014/main" id="{1374D226-AA54-0A49-9A01-0973B406B6D9}"/>
                      </a:ext>
                    </a:extLst>
                  </p:cNvPr>
                  <p:cNvGrpSpPr>
                    <a:grpSpLocks/>
                  </p:cNvGrpSpPr>
                  <p:nvPr/>
                </p:nvGrpSpPr>
                <p:grpSpPr bwMode="auto">
                  <a:xfrm>
                    <a:off x="6397918" y="3466741"/>
                    <a:ext cx="559121" cy="92788"/>
                    <a:chOff x="6582044" y="2846082"/>
                    <a:chExt cx="559121" cy="92788"/>
                  </a:xfrm>
                </p:grpSpPr>
                <p:cxnSp>
                  <p:nvCxnSpPr>
                    <p:cNvPr id="930" name="Straight Connector 929">
                      <a:extLst>
                        <a:ext uri="{FF2B5EF4-FFF2-40B4-BE49-F238E27FC236}">
                          <a16:creationId xmlns:a16="http://schemas.microsoft.com/office/drawing/2014/main" id="{6FA2DF00-0415-9B45-A669-D41446FA5EC1}"/>
                        </a:ext>
                      </a:extLst>
                    </p:cNvPr>
                    <p:cNvCxnSpPr/>
                    <p:nvPr/>
                  </p:nvCxnSpPr>
                  <p:spPr>
                    <a:xfrm flipV="1">
                      <a:off x="7056629" y="2845854"/>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31" name="Straight Connector 930">
                      <a:extLst>
                        <a:ext uri="{FF2B5EF4-FFF2-40B4-BE49-F238E27FC236}">
                          <a16:creationId xmlns:a16="http://schemas.microsoft.com/office/drawing/2014/main" id="{644C84D7-E399-9441-957E-E52FF6AE9B4D}"/>
                        </a:ext>
                      </a:extLst>
                    </p:cNvPr>
                    <p:cNvCxnSpPr/>
                    <p:nvPr/>
                  </p:nvCxnSpPr>
                  <p:spPr>
                    <a:xfrm flipV="1">
                      <a:off x="6582061" y="2953945"/>
                      <a:ext cx="4805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020" name="Group 917">
                    <a:extLst>
                      <a:ext uri="{FF2B5EF4-FFF2-40B4-BE49-F238E27FC236}">
                        <a16:creationId xmlns:a16="http://schemas.microsoft.com/office/drawing/2014/main" id="{3C7D2C1D-9C4A-2542-A781-33D5E701E00D}"/>
                      </a:ext>
                    </a:extLst>
                  </p:cNvPr>
                  <p:cNvGrpSpPr>
                    <a:grpSpLocks/>
                  </p:cNvGrpSpPr>
                  <p:nvPr/>
                </p:nvGrpSpPr>
                <p:grpSpPr bwMode="auto">
                  <a:xfrm>
                    <a:off x="6397438" y="3532605"/>
                    <a:ext cx="559121" cy="92788"/>
                    <a:chOff x="6582044" y="2846082"/>
                    <a:chExt cx="559121" cy="92788"/>
                  </a:xfrm>
                </p:grpSpPr>
                <p:cxnSp>
                  <p:nvCxnSpPr>
                    <p:cNvPr id="928" name="Straight Connector 927">
                      <a:extLst>
                        <a:ext uri="{FF2B5EF4-FFF2-40B4-BE49-F238E27FC236}">
                          <a16:creationId xmlns:a16="http://schemas.microsoft.com/office/drawing/2014/main" id="{1C43062E-8907-1940-A228-6D396622A24D}"/>
                        </a:ext>
                      </a:extLst>
                    </p:cNvPr>
                    <p:cNvCxnSpPr/>
                    <p:nvPr/>
                  </p:nvCxnSpPr>
                  <p:spPr>
                    <a:xfrm flipV="1">
                      <a:off x="7057108" y="2845784"/>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9" name="Straight Connector 928">
                      <a:extLst>
                        <a:ext uri="{FF2B5EF4-FFF2-40B4-BE49-F238E27FC236}">
                          <a16:creationId xmlns:a16="http://schemas.microsoft.com/office/drawing/2014/main" id="{233E199C-A28B-3A46-AE46-77C8D4B9C1DD}"/>
                        </a:ext>
                      </a:extLst>
                    </p:cNvPr>
                    <p:cNvCxnSpPr/>
                    <p:nvPr/>
                  </p:nvCxnSpPr>
                  <p:spPr>
                    <a:xfrm flipV="1">
                      <a:off x="6552693" y="2953875"/>
                      <a:ext cx="5103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021" name="Group 918">
                    <a:extLst>
                      <a:ext uri="{FF2B5EF4-FFF2-40B4-BE49-F238E27FC236}">
                        <a16:creationId xmlns:a16="http://schemas.microsoft.com/office/drawing/2014/main" id="{528069BA-F978-EC44-AF9D-DDF1D1060464}"/>
                      </a:ext>
                    </a:extLst>
                  </p:cNvPr>
                  <p:cNvGrpSpPr>
                    <a:grpSpLocks/>
                  </p:cNvGrpSpPr>
                  <p:nvPr/>
                </p:nvGrpSpPr>
                <p:grpSpPr bwMode="auto">
                  <a:xfrm>
                    <a:off x="6396958" y="3598469"/>
                    <a:ext cx="559121" cy="92788"/>
                    <a:chOff x="6582044" y="2846082"/>
                    <a:chExt cx="559121" cy="92788"/>
                  </a:xfrm>
                </p:grpSpPr>
                <p:cxnSp>
                  <p:nvCxnSpPr>
                    <p:cNvPr id="926" name="Straight Connector 925">
                      <a:extLst>
                        <a:ext uri="{FF2B5EF4-FFF2-40B4-BE49-F238E27FC236}">
                          <a16:creationId xmlns:a16="http://schemas.microsoft.com/office/drawing/2014/main" id="{A8CD7449-7233-564E-B838-F4EDEC993638}"/>
                        </a:ext>
                      </a:extLst>
                    </p:cNvPr>
                    <p:cNvCxnSpPr/>
                    <p:nvPr/>
                  </p:nvCxnSpPr>
                  <p:spPr>
                    <a:xfrm flipV="1">
                      <a:off x="7057588" y="2845715"/>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7" name="Straight Connector 926">
                      <a:extLst>
                        <a:ext uri="{FF2B5EF4-FFF2-40B4-BE49-F238E27FC236}">
                          <a16:creationId xmlns:a16="http://schemas.microsoft.com/office/drawing/2014/main" id="{D21CEAF6-428D-854D-BBA7-9900864C210A}"/>
                        </a:ext>
                      </a:extLst>
                    </p:cNvPr>
                    <p:cNvCxnSpPr/>
                    <p:nvPr/>
                  </p:nvCxnSpPr>
                  <p:spPr>
                    <a:xfrm flipV="1">
                      <a:off x="6553173" y="2953806"/>
                      <a:ext cx="510384"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022" name="Group 919">
                    <a:extLst>
                      <a:ext uri="{FF2B5EF4-FFF2-40B4-BE49-F238E27FC236}">
                        <a16:creationId xmlns:a16="http://schemas.microsoft.com/office/drawing/2014/main" id="{2DE4EA79-C077-264E-B54E-6D01CBEE7230}"/>
                      </a:ext>
                    </a:extLst>
                  </p:cNvPr>
                  <p:cNvGrpSpPr>
                    <a:grpSpLocks/>
                  </p:cNvGrpSpPr>
                  <p:nvPr/>
                </p:nvGrpSpPr>
                <p:grpSpPr bwMode="auto">
                  <a:xfrm>
                    <a:off x="6396478" y="3664333"/>
                    <a:ext cx="559121" cy="92788"/>
                    <a:chOff x="6582044" y="2846082"/>
                    <a:chExt cx="559121" cy="92788"/>
                  </a:xfrm>
                </p:grpSpPr>
                <p:cxnSp>
                  <p:nvCxnSpPr>
                    <p:cNvPr id="924" name="Straight Connector 923">
                      <a:extLst>
                        <a:ext uri="{FF2B5EF4-FFF2-40B4-BE49-F238E27FC236}">
                          <a16:creationId xmlns:a16="http://schemas.microsoft.com/office/drawing/2014/main" id="{3BB6BD88-7768-BA47-BAA4-16D8FB20F4AC}"/>
                        </a:ext>
                      </a:extLst>
                    </p:cNvPr>
                    <p:cNvCxnSpPr/>
                    <p:nvPr/>
                  </p:nvCxnSpPr>
                  <p:spPr>
                    <a:xfrm flipV="1">
                      <a:off x="7028222" y="2861310"/>
                      <a:ext cx="113419"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5" name="Straight Connector 924">
                      <a:extLst>
                        <a:ext uri="{FF2B5EF4-FFF2-40B4-BE49-F238E27FC236}">
                          <a16:creationId xmlns:a16="http://schemas.microsoft.com/office/drawing/2014/main" id="{A29E1451-8701-204F-9B5D-1C5F43A60900}"/>
                        </a:ext>
                      </a:extLst>
                    </p:cNvPr>
                    <p:cNvCxnSpPr/>
                    <p:nvPr/>
                  </p:nvCxnSpPr>
                  <p:spPr>
                    <a:xfrm flipV="1">
                      <a:off x="6553654" y="2939637"/>
                      <a:ext cx="4805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30023" name="Group 920">
                    <a:extLst>
                      <a:ext uri="{FF2B5EF4-FFF2-40B4-BE49-F238E27FC236}">
                        <a16:creationId xmlns:a16="http://schemas.microsoft.com/office/drawing/2014/main" id="{FD5FF696-B9A4-3D46-9A87-0288E08AEDC6}"/>
                      </a:ext>
                    </a:extLst>
                  </p:cNvPr>
                  <p:cNvGrpSpPr>
                    <a:grpSpLocks/>
                  </p:cNvGrpSpPr>
                  <p:nvPr/>
                </p:nvGrpSpPr>
                <p:grpSpPr bwMode="auto">
                  <a:xfrm>
                    <a:off x="6395998" y="3730197"/>
                    <a:ext cx="559121" cy="92788"/>
                    <a:chOff x="6582044" y="2846082"/>
                    <a:chExt cx="559121" cy="92788"/>
                  </a:xfrm>
                </p:grpSpPr>
                <p:cxnSp>
                  <p:nvCxnSpPr>
                    <p:cNvPr id="922" name="Straight Connector 921">
                      <a:extLst>
                        <a:ext uri="{FF2B5EF4-FFF2-40B4-BE49-F238E27FC236}">
                          <a16:creationId xmlns:a16="http://schemas.microsoft.com/office/drawing/2014/main" id="{451E92EC-584F-A945-BC13-71F593D00227}"/>
                        </a:ext>
                      </a:extLst>
                    </p:cNvPr>
                    <p:cNvCxnSpPr/>
                    <p:nvPr/>
                  </p:nvCxnSpPr>
                  <p:spPr>
                    <a:xfrm flipV="1">
                      <a:off x="7028701" y="2861241"/>
                      <a:ext cx="113419"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923" name="Straight Connector 922">
                      <a:extLst>
                        <a:ext uri="{FF2B5EF4-FFF2-40B4-BE49-F238E27FC236}">
                          <a16:creationId xmlns:a16="http://schemas.microsoft.com/office/drawing/2014/main" id="{527DB9D2-9176-CB4D-862D-B544C180028B}"/>
                        </a:ext>
                      </a:extLst>
                    </p:cNvPr>
                    <p:cNvCxnSpPr/>
                    <p:nvPr/>
                  </p:nvCxnSpPr>
                  <p:spPr>
                    <a:xfrm flipV="1">
                      <a:off x="6580995" y="2939568"/>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29987" name="Group 884">
                  <a:extLst>
                    <a:ext uri="{FF2B5EF4-FFF2-40B4-BE49-F238E27FC236}">
                      <a16:creationId xmlns:a16="http://schemas.microsoft.com/office/drawing/2014/main" id="{52DF53B6-F762-4548-B8A7-860BEFC3A512}"/>
                    </a:ext>
                  </a:extLst>
                </p:cNvPr>
                <p:cNvGrpSpPr>
                  <a:grpSpLocks/>
                </p:cNvGrpSpPr>
                <p:nvPr/>
              </p:nvGrpSpPr>
              <p:grpSpPr bwMode="auto">
                <a:xfrm>
                  <a:off x="6280049" y="2055335"/>
                  <a:ext cx="731610" cy="920732"/>
                  <a:chOff x="6280049" y="2055335"/>
                  <a:chExt cx="731610" cy="920732"/>
                </a:xfrm>
              </p:grpSpPr>
              <p:grpSp>
                <p:nvGrpSpPr>
                  <p:cNvPr id="229988" name="Group 885">
                    <a:extLst>
                      <a:ext uri="{FF2B5EF4-FFF2-40B4-BE49-F238E27FC236}">
                        <a16:creationId xmlns:a16="http://schemas.microsoft.com/office/drawing/2014/main" id="{2124AD1D-A1C3-724E-9871-A211BCFB5E4C}"/>
                      </a:ext>
                    </a:extLst>
                  </p:cNvPr>
                  <p:cNvGrpSpPr>
                    <a:grpSpLocks/>
                  </p:cNvGrpSpPr>
                  <p:nvPr/>
                </p:nvGrpSpPr>
                <p:grpSpPr bwMode="auto">
                  <a:xfrm>
                    <a:off x="6280049" y="2055335"/>
                    <a:ext cx="680752" cy="139401"/>
                    <a:chOff x="5414286" y="2921098"/>
                    <a:chExt cx="680752" cy="139401"/>
                  </a:xfrm>
                </p:grpSpPr>
                <p:sp>
                  <p:nvSpPr>
                    <p:cNvPr id="900" name="Rectangle 188">
                      <a:extLst>
                        <a:ext uri="{FF2B5EF4-FFF2-40B4-BE49-F238E27FC236}">
                          <a16:creationId xmlns:a16="http://schemas.microsoft.com/office/drawing/2014/main" id="{A54B11E2-322F-4C40-8D66-D5B97838B71C}"/>
                        </a:ext>
                      </a:extLst>
                    </p:cNvPr>
                    <p:cNvSpPr>
                      <a:spLocks noChangeArrowheads="1"/>
                    </p:cNvSpPr>
                    <p:nvPr/>
                  </p:nvSpPr>
                  <p:spPr bwMode="auto">
                    <a:xfrm>
                      <a:off x="5413895" y="2996302"/>
                      <a:ext cx="553664" cy="6422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01" name="AutoShape 189">
                      <a:extLst>
                        <a:ext uri="{FF2B5EF4-FFF2-40B4-BE49-F238E27FC236}">
                          <a16:creationId xmlns:a16="http://schemas.microsoft.com/office/drawing/2014/main" id="{C0783117-EB97-9147-896B-C5C125605343}"/>
                        </a:ext>
                      </a:extLst>
                    </p:cNvPr>
                    <p:cNvSpPr>
                      <a:spLocks noChangeArrowheads="1"/>
                    </p:cNvSpPr>
                    <p:nvPr/>
                  </p:nvSpPr>
                  <p:spPr bwMode="auto">
                    <a:xfrm>
                      <a:off x="5413895" y="2921109"/>
                      <a:ext cx="679162"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02" name="Freeform 190">
                      <a:extLst>
                        <a:ext uri="{FF2B5EF4-FFF2-40B4-BE49-F238E27FC236}">
                          <a16:creationId xmlns:a16="http://schemas.microsoft.com/office/drawing/2014/main" id="{FAFB7D63-19B9-F14F-B7F4-23D088ADDEAE}"/>
                        </a:ext>
                      </a:extLst>
                    </p:cNvPr>
                    <p:cNvSpPr>
                      <a:spLocks/>
                    </p:cNvSpPr>
                    <p:nvPr/>
                  </p:nvSpPr>
                  <p:spPr bwMode="auto">
                    <a:xfrm>
                      <a:off x="5971250" y="2922675"/>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03" name="Freeform 191">
                      <a:extLst>
                        <a:ext uri="{FF2B5EF4-FFF2-40B4-BE49-F238E27FC236}">
                          <a16:creationId xmlns:a16="http://schemas.microsoft.com/office/drawing/2014/main" id="{25421F6E-A1EF-A74A-A270-09D3B951FA94}"/>
                        </a:ext>
                      </a:extLst>
                    </p:cNvPr>
                    <p:cNvSpPr>
                      <a:spLocks/>
                    </p:cNvSpPr>
                    <p:nvPr/>
                  </p:nvSpPr>
                  <p:spPr bwMode="auto">
                    <a:xfrm>
                      <a:off x="5498789" y="2936774"/>
                      <a:ext cx="527828" cy="45429"/>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904" name="Freeform 192">
                      <a:extLst>
                        <a:ext uri="{FF2B5EF4-FFF2-40B4-BE49-F238E27FC236}">
                          <a16:creationId xmlns:a16="http://schemas.microsoft.com/office/drawing/2014/main" id="{8CBA7D55-D364-6F4B-925F-E81AF84D61E8}"/>
                        </a:ext>
                      </a:extLst>
                    </p:cNvPr>
                    <p:cNvSpPr>
                      <a:spLocks/>
                    </p:cNvSpPr>
                    <p:nvPr/>
                  </p:nvSpPr>
                  <p:spPr bwMode="auto">
                    <a:xfrm>
                      <a:off x="5624287" y="2933641"/>
                      <a:ext cx="302670"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887" name="Straight Connector 886">
                    <a:extLst>
                      <a:ext uri="{FF2B5EF4-FFF2-40B4-BE49-F238E27FC236}">
                        <a16:creationId xmlns:a16="http://schemas.microsoft.com/office/drawing/2014/main" id="{982DA8AD-28DE-CA47-9695-D28BD407F3FA}"/>
                      </a:ext>
                    </a:extLst>
                  </p:cNvPr>
                  <p:cNvCxnSpPr/>
                  <p:nvPr/>
                </p:nvCxnSpPr>
                <p:spPr>
                  <a:xfrm flipH="1">
                    <a:off x="7032643" y="2125839"/>
                    <a:ext cx="11072" cy="84436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8" name="Straight Connector 887">
                    <a:extLst>
                      <a:ext uri="{FF2B5EF4-FFF2-40B4-BE49-F238E27FC236}">
                        <a16:creationId xmlns:a16="http://schemas.microsoft.com/office/drawing/2014/main" id="{53A3DB62-FF08-824A-B659-4E28AA909D91}"/>
                      </a:ext>
                    </a:extLst>
                  </p:cNvPr>
                  <p:cNvCxnSpPr/>
                  <p:nvPr/>
                </p:nvCxnSpPr>
                <p:spPr>
                  <a:xfrm>
                    <a:off x="6910836" y="2304424"/>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9" name="Straight Connector 888">
                    <a:extLst>
                      <a:ext uri="{FF2B5EF4-FFF2-40B4-BE49-F238E27FC236}">
                        <a16:creationId xmlns:a16="http://schemas.microsoft.com/office/drawing/2014/main" id="{74BACF1E-8CF1-704F-A139-39796E7A5D93}"/>
                      </a:ext>
                    </a:extLst>
                  </p:cNvPr>
                  <p:cNvCxnSpPr/>
                  <p:nvPr/>
                </p:nvCxnSpPr>
                <p:spPr>
                  <a:xfrm>
                    <a:off x="6907146" y="2368652"/>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0" name="Straight Connector 889">
                    <a:extLst>
                      <a:ext uri="{FF2B5EF4-FFF2-40B4-BE49-F238E27FC236}">
                        <a16:creationId xmlns:a16="http://schemas.microsoft.com/office/drawing/2014/main" id="{E6F8587F-2B3E-9B45-830B-F39E68761CDC}"/>
                      </a:ext>
                    </a:extLst>
                  </p:cNvPr>
                  <p:cNvCxnSpPr/>
                  <p:nvPr/>
                </p:nvCxnSpPr>
                <p:spPr>
                  <a:xfrm>
                    <a:off x="6903453" y="2445412"/>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1" name="Straight Connector 890">
                    <a:extLst>
                      <a:ext uri="{FF2B5EF4-FFF2-40B4-BE49-F238E27FC236}">
                        <a16:creationId xmlns:a16="http://schemas.microsoft.com/office/drawing/2014/main" id="{57F319A5-E400-1848-B266-3CFD53E28F08}"/>
                      </a:ext>
                    </a:extLst>
                  </p:cNvPr>
                  <p:cNvCxnSpPr/>
                  <p:nvPr/>
                </p:nvCxnSpPr>
                <p:spPr>
                  <a:xfrm>
                    <a:off x="6903453" y="2509640"/>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2" name="Straight Connector 891">
                    <a:extLst>
                      <a:ext uri="{FF2B5EF4-FFF2-40B4-BE49-F238E27FC236}">
                        <a16:creationId xmlns:a16="http://schemas.microsoft.com/office/drawing/2014/main" id="{B8C85278-EA62-2845-9408-B0BA4DC0C847}"/>
                      </a:ext>
                    </a:extLst>
                  </p:cNvPr>
                  <p:cNvCxnSpPr/>
                  <p:nvPr/>
                </p:nvCxnSpPr>
                <p:spPr>
                  <a:xfrm>
                    <a:off x="6899763" y="2570734"/>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3" name="Straight Connector 892">
                    <a:extLst>
                      <a:ext uri="{FF2B5EF4-FFF2-40B4-BE49-F238E27FC236}">
                        <a16:creationId xmlns:a16="http://schemas.microsoft.com/office/drawing/2014/main" id="{CC2C2E15-855C-234E-B865-6DD59B7EB9E6}"/>
                      </a:ext>
                    </a:extLst>
                  </p:cNvPr>
                  <p:cNvCxnSpPr/>
                  <p:nvPr/>
                </p:nvCxnSpPr>
                <p:spPr>
                  <a:xfrm>
                    <a:off x="6899763" y="2638096"/>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4" name="Straight Connector 893">
                    <a:extLst>
                      <a:ext uri="{FF2B5EF4-FFF2-40B4-BE49-F238E27FC236}">
                        <a16:creationId xmlns:a16="http://schemas.microsoft.com/office/drawing/2014/main" id="{C47ECE9D-B0C0-7F46-8E93-CF205E41AEE7}"/>
                      </a:ext>
                    </a:extLst>
                  </p:cNvPr>
                  <p:cNvCxnSpPr/>
                  <p:nvPr/>
                </p:nvCxnSpPr>
                <p:spPr>
                  <a:xfrm>
                    <a:off x="6896071" y="2707023"/>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5" name="Straight Connector 894">
                    <a:extLst>
                      <a:ext uri="{FF2B5EF4-FFF2-40B4-BE49-F238E27FC236}">
                        <a16:creationId xmlns:a16="http://schemas.microsoft.com/office/drawing/2014/main" id="{F7865B33-8E95-4C4C-9DA3-4EC77EF3CB77}"/>
                      </a:ext>
                    </a:extLst>
                  </p:cNvPr>
                  <p:cNvCxnSpPr/>
                  <p:nvPr/>
                </p:nvCxnSpPr>
                <p:spPr>
                  <a:xfrm>
                    <a:off x="6903453" y="2775951"/>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6" name="Straight Connector 895">
                    <a:extLst>
                      <a:ext uri="{FF2B5EF4-FFF2-40B4-BE49-F238E27FC236}">
                        <a16:creationId xmlns:a16="http://schemas.microsoft.com/office/drawing/2014/main" id="{2E13D5B0-B651-4A48-B82D-EA8943151AE3}"/>
                      </a:ext>
                    </a:extLst>
                  </p:cNvPr>
                  <p:cNvCxnSpPr/>
                  <p:nvPr/>
                </p:nvCxnSpPr>
                <p:spPr>
                  <a:xfrm>
                    <a:off x="6907146" y="2843311"/>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7" name="Straight Connector 896">
                    <a:extLst>
                      <a:ext uri="{FF2B5EF4-FFF2-40B4-BE49-F238E27FC236}">
                        <a16:creationId xmlns:a16="http://schemas.microsoft.com/office/drawing/2014/main" id="{0E55CEE9-DBB3-D74C-B961-787417AF32F4}"/>
                      </a:ext>
                    </a:extLst>
                  </p:cNvPr>
                  <p:cNvCxnSpPr/>
                  <p:nvPr/>
                </p:nvCxnSpPr>
                <p:spPr>
                  <a:xfrm>
                    <a:off x="6903453" y="2912238"/>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8" name="Straight Connector 897">
                    <a:extLst>
                      <a:ext uri="{FF2B5EF4-FFF2-40B4-BE49-F238E27FC236}">
                        <a16:creationId xmlns:a16="http://schemas.microsoft.com/office/drawing/2014/main" id="{7E0723D4-7FBC-D04E-BCB9-26566F161E23}"/>
                      </a:ext>
                    </a:extLst>
                  </p:cNvPr>
                  <p:cNvCxnSpPr/>
                  <p:nvPr/>
                </p:nvCxnSpPr>
                <p:spPr>
                  <a:xfrm>
                    <a:off x="6910836" y="2976467"/>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9" name="Straight Connector 898">
                    <a:extLst>
                      <a:ext uri="{FF2B5EF4-FFF2-40B4-BE49-F238E27FC236}">
                        <a16:creationId xmlns:a16="http://schemas.microsoft.com/office/drawing/2014/main" id="{7FA8157D-CEC3-1649-82A6-047E2AD7A18A}"/>
                      </a:ext>
                    </a:extLst>
                  </p:cNvPr>
                  <p:cNvCxnSpPr/>
                  <p:nvPr/>
                </p:nvCxnSpPr>
                <p:spPr>
                  <a:xfrm flipH="1">
                    <a:off x="6910836" y="2132105"/>
                    <a:ext cx="136572"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29927" name="Group 824">
                <a:extLst>
                  <a:ext uri="{FF2B5EF4-FFF2-40B4-BE49-F238E27FC236}">
                    <a16:creationId xmlns:a16="http://schemas.microsoft.com/office/drawing/2014/main" id="{33852B1B-AE4E-D040-AF29-498A32FA1680}"/>
                  </a:ext>
                </a:extLst>
              </p:cNvPr>
              <p:cNvGrpSpPr>
                <a:grpSpLocks/>
              </p:cNvGrpSpPr>
              <p:nvPr/>
            </p:nvGrpSpPr>
            <p:grpSpPr bwMode="auto">
              <a:xfrm>
                <a:off x="2054687" y="4876798"/>
                <a:ext cx="331695" cy="1030941"/>
                <a:chOff x="6240352" y="2055335"/>
                <a:chExt cx="771307" cy="1017716"/>
              </a:xfrm>
            </p:grpSpPr>
            <p:grpSp>
              <p:nvGrpSpPr>
                <p:cNvPr id="229928" name="Group 825">
                  <a:extLst>
                    <a:ext uri="{FF2B5EF4-FFF2-40B4-BE49-F238E27FC236}">
                      <a16:creationId xmlns:a16="http://schemas.microsoft.com/office/drawing/2014/main" id="{DCF5B6AA-791B-2545-8E02-7A929E61AA87}"/>
                    </a:ext>
                  </a:extLst>
                </p:cNvPr>
                <p:cNvGrpSpPr>
                  <a:grpSpLocks/>
                </p:cNvGrpSpPr>
                <p:nvPr/>
              </p:nvGrpSpPr>
              <p:grpSpPr bwMode="auto">
                <a:xfrm>
                  <a:off x="6240352" y="2235573"/>
                  <a:ext cx="697981" cy="837478"/>
                  <a:chOff x="6395998" y="3062424"/>
                  <a:chExt cx="564403" cy="837478"/>
                </a:xfrm>
              </p:grpSpPr>
              <p:sp>
                <p:nvSpPr>
                  <p:cNvPr id="847" name="Rectangle 846">
                    <a:extLst>
                      <a:ext uri="{FF2B5EF4-FFF2-40B4-BE49-F238E27FC236}">
                        <a16:creationId xmlns:a16="http://schemas.microsoft.com/office/drawing/2014/main" id="{CF7C6A74-629E-7642-8D5F-C2CFAD224851}"/>
                      </a:ext>
                    </a:extLst>
                  </p:cNvPr>
                  <p:cNvSpPr/>
                  <p:nvPr/>
                </p:nvSpPr>
                <p:spPr>
                  <a:xfrm>
                    <a:off x="6510754" y="3062348"/>
                    <a:ext cx="447707" cy="742536"/>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848" name="Straight Connector 847">
                    <a:extLst>
                      <a:ext uri="{FF2B5EF4-FFF2-40B4-BE49-F238E27FC236}">
                        <a16:creationId xmlns:a16="http://schemas.microsoft.com/office/drawing/2014/main" id="{8D743886-3C89-1845-BBE2-427F476F79CF}"/>
                      </a:ext>
                    </a:extLst>
                  </p:cNvPr>
                  <p:cNvCxnSpPr/>
                  <p:nvPr/>
                </p:nvCxnSpPr>
                <p:spPr>
                  <a:xfrm flipV="1">
                    <a:off x="6848027" y="3062348"/>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49" name="Rectangle 848">
                    <a:extLst>
                      <a:ext uri="{FF2B5EF4-FFF2-40B4-BE49-F238E27FC236}">
                        <a16:creationId xmlns:a16="http://schemas.microsoft.com/office/drawing/2014/main" id="{E86EAB9D-975B-F44A-B140-9848243A6A1D}"/>
                      </a:ext>
                    </a:extLst>
                  </p:cNvPr>
                  <p:cNvSpPr/>
                  <p:nvPr/>
                </p:nvSpPr>
                <p:spPr>
                  <a:xfrm>
                    <a:off x="6477923" y="3071747"/>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850" name="Straight Connector 849">
                    <a:extLst>
                      <a:ext uri="{FF2B5EF4-FFF2-40B4-BE49-F238E27FC236}">
                        <a16:creationId xmlns:a16="http://schemas.microsoft.com/office/drawing/2014/main" id="{06EE7AB8-9D5D-5648-8A68-75262B891A06}"/>
                      </a:ext>
                    </a:extLst>
                  </p:cNvPr>
                  <p:cNvCxnSpPr/>
                  <p:nvPr/>
                </p:nvCxnSpPr>
                <p:spPr>
                  <a:xfrm flipV="1">
                    <a:off x="6397335" y="3062348"/>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851" name="Rectangle 850">
                    <a:extLst>
                      <a:ext uri="{FF2B5EF4-FFF2-40B4-BE49-F238E27FC236}">
                        <a16:creationId xmlns:a16="http://schemas.microsoft.com/office/drawing/2014/main" id="{6F4090CE-76BE-484F-9EA8-6B36E746BD1C}"/>
                      </a:ext>
                    </a:extLst>
                  </p:cNvPr>
                  <p:cNvSpPr/>
                  <p:nvPr/>
                </p:nvSpPr>
                <p:spPr>
                  <a:xfrm>
                    <a:off x="6818180" y="3703060"/>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852" name="Rectangle 851">
                    <a:extLst>
                      <a:ext uri="{FF2B5EF4-FFF2-40B4-BE49-F238E27FC236}">
                        <a16:creationId xmlns:a16="http://schemas.microsoft.com/office/drawing/2014/main" id="{ABE93435-477B-C94F-8E51-22D67936B2B3}"/>
                      </a:ext>
                    </a:extLst>
                  </p:cNvPr>
                  <p:cNvSpPr/>
                  <p:nvPr/>
                </p:nvSpPr>
                <p:spPr>
                  <a:xfrm>
                    <a:off x="6406290" y="3157907"/>
                    <a:ext cx="444721" cy="74253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853" name="Straight Connector 852">
                    <a:extLst>
                      <a:ext uri="{FF2B5EF4-FFF2-40B4-BE49-F238E27FC236}">
                        <a16:creationId xmlns:a16="http://schemas.microsoft.com/office/drawing/2014/main" id="{724AB83C-C4A9-9B42-A52D-DBA61D2A7CA6}"/>
                      </a:ext>
                    </a:extLst>
                  </p:cNvPr>
                  <p:cNvCxnSpPr/>
                  <p:nvPr/>
                </p:nvCxnSpPr>
                <p:spPr>
                  <a:xfrm flipV="1">
                    <a:off x="6848027" y="3804884"/>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9956" name="Group 853">
                    <a:extLst>
                      <a:ext uri="{FF2B5EF4-FFF2-40B4-BE49-F238E27FC236}">
                        <a16:creationId xmlns:a16="http://schemas.microsoft.com/office/drawing/2014/main" id="{8A6BBF6A-90F5-E646-9213-C801674484A9}"/>
                      </a:ext>
                    </a:extLst>
                  </p:cNvPr>
                  <p:cNvGrpSpPr>
                    <a:grpSpLocks/>
                  </p:cNvGrpSpPr>
                  <p:nvPr/>
                </p:nvGrpSpPr>
                <p:grpSpPr bwMode="auto">
                  <a:xfrm>
                    <a:off x="6400318" y="3137421"/>
                    <a:ext cx="559121" cy="92788"/>
                    <a:chOff x="6582044" y="2846082"/>
                    <a:chExt cx="559121" cy="92788"/>
                  </a:xfrm>
                </p:grpSpPr>
                <p:cxnSp>
                  <p:nvCxnSpPr>
                    <p:cNvPr id="882" name="Straight Connector 881">
                      <a:extLst>
                        <a:ext uri="{FF2B5EF4-FFF2-40B4-BE49-F238E27FC236}">
                          <a16:creationId xmlns:a16="http://schemas.microsoft.com/office/drawing/2014/main" id="{2B749DD4-2FFC-F043-AD4D-147F54BC2854}"/>
                        </a:ext>
                      </a:extLst>
                    </p:cNvPr>
                    <p:cNvCxnSpPr/>
                    <p:nvPr/>
                  </p:nvCxnSpPr>
                  <p:spPr>
                    <a:xfrm flipV="1">
                      <a:off x="7056614" y="2846202"/>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3" name="Straight Connector 882">
                      <a:extLst>
                        <a:ext uri="{FF2B5EF4-FFF2-40B4-BE49-F238E27FC236}">
                          <a16:creationId xmlns:a16="http://schemas.microsoft.com/office/drawing/2014/main" id="{54FD581F-840A-9F47-A559-A2AD52418560}"/>
                        </a:ext>
                      </a:extLst>
                    </p:cNvPr>
                    <p:cNvCxnSpPr/>
                    <p:nvPr/>
                  </p:nvCxnSpPr>
                  <p:spPr>
                    <a:xfrm flipV="1">
                      <a:off x="6582046" y="2938628"/>
                      <a:ext cx="4805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957" name="Group 854">
                    <a:extLst>
                      <a:ext uri="{FF2B5EF4-FFF2-40B4-BE49-F238E27FC236}">
                        <a16:creationId xmlns:a16="http://schemas.microsoft.com/office/drawing/2014/main" id="{6835DA66-042C-0548-8844-FA5F1D4180F5}"/>
                      </a:ext>
                    </a:extLst>
                  </p:cNvPr>
                  <p:cNvGrpSpPr>
                    <a:grpSpLocks/>
                  </p:cNvGrpSpPr>
                  <p:nvPr/>
                </p:nvGrpSpPr>
                <p:grpSpPr bwMode="auto">
                  <a:xfrm>
                    <a:off x="6399838" y="3203285"/>
                    <a:ext cx="559121" cy="92788"/>
                    <a:chOff x="6582044" y="2846082"/>
                    <a:chExt cx="559121" cy="92788"/>
                  </a:xfrm>
                </p:grpSpPr>
                <p:cxnSp>
                  <p:nvCxnSpPr>
                    <p:cNvPr id="880" name="Straight Connector 879">
                      <a:extLst>
                        <a:ext uri="{FF2B5EF4-FFF2-40B4-BE49-F238E27FC236}">
                          <a16:creationId xmlns:a16="http://schemas.microsoft.com/office/drawing/2014/main" id="{40E51DE0-8870-0840-90B1-5D176B86352A}"/>
                        </a:ext>
                      </a:extLst>
                    </p:cNvPr>
                    <p:cNvCxnSpPr/>
                    <p:nvPr/>
                  </p:nvCxnSpPr>
                  <p:spPr>
                    <a:xfrm flipV="1">
                      <a:off x="7057095" y="2846133"/>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81" name="Straight Connector 880">
                      <a:extLst>
                        <a:ext uri="{FF2B5EF4-FFF2-40B4-BE49-F238E27FC236}">
                          <a16:creationId xmlns:a16="http://schemas.microsoft.com/office/drawing/2014/main" id="{063B84B3-DA14-0241-A813-544642270B95}"/>
                        </a:ext>
                      </a:extLst>
                    </p:cNvPr>
                    <p:cNvCxnSpPr/>
                    <p:nvPr/>
                  </p:nvCxnSpPr>
                  <p:spPr>
                    <a:xfrm flipV="1">
                      <a:off x="6582527" y="2938559"/>
                      <a:ext cx="4805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958" name="Group 855">
                    <a:extLst>
                      <a:ext uri="{FF2B5EF4-FFF2-40B4-BE49-F238E27FC236}">
                        <a16:creationId xmlns:a16="http://schemas.microsoft.com/office/drawing/2014/main" id="{EF5DEA16-2DC9-3049-B62E-A6301D9640DE}"/>
                      </a:ext>
                    </a:extLst>
                  </p:cNvPr>
                  <p:cNvGrpSpPr>
                    <a:grpSpLocks/>
                  </p:cNvGrpSpPr>
                  <p:nvPr/>
                </p:nvGrpSpPr>
                <p:grpSpPr bwMode="auto">
                  <a:xfrm>
                    <a:off x="6399358" y="3269149"/>
                    <a:ext cx="559121" cy="92788"/>
                    <a:chOff x="6582044" y="2846082"/>
                    <a:chExt cx="559121" cy="92788"/>
                  </a:xfrm>
                </p:grpSpPr>
                <p:cxnSp>
                  <p:nvCxnSpPr>
                    <p:cNvPr id="878" name="Straight Connector 877">
                      <a:extLst>
                        <a:ext uri="{FF2B5EF4-FFF2-40B4-BE49-F238E27FC236}">
                          <a16:creationId xmlns:a16="http://schemas.microsoft.com/office/drawing/2014/main" id="{E8B88E19-A21D-E247-868C-47340DDFBF3A}"/>
                        </a:ext>
                      </a:extLst>
                    </p:cNvPr>
                    <p:cNvCxnSpPr/>
                    <p:nvPr/>
                  </p:nvCxnSpPr>
                  <p:spPr>
                    <a:xfrm flipV="1">
                      <a:off x="7027727" y="2846063"/>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9" name="Straight Connector 878">
                      <a:extLst>
                        <a:ext uri="{FF2B5EF4-FFF2-40B4-BE49-F238E27FC236}">
                          <a16:creationId xmlns:a16="http://schemas.microsoft.com/office/drawing/2014/main" id="{E9479D86-78C0-5C4E-9E02-E3FE7FAACA1F}"/>
                        </a:ext>
                      </a:extLst>
                    </p:cNvPr>
                    <p:cNvCxnSpPr/>
                    <p:nvPr/>
                  </p:nvCxnSpPr>
                  <p:spPr>
                    <a:xfrm flipV="1">
                      <a:off x="6583007" y="2938489"/>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959" name="Group 856">
                    <a:extLst>
                      <a:ext uri="{FF2B5EF4-FFF2-40B4-BE49-F238E27FC236}">
                        <a16:creationId xmlns:a16="http://schemas.microsoft.com/office/drawing/2014/main" id="{F55B9609-C7B8-E045-A09E-1537F5BF9EDD}"/>
                      </a:ext>
                    </a:extLst>
                  </p:cNvPr>
                  <p:cNvGrpSpPr>
                    <a:grpSpLocks/>
                  </p:cNvGrpSpPr>
                  <p:nvPr/>
                </p:nvGrpSpPr>
                <p:grpSpPr bwMode="auto">
                  <a:xfrm>
                    <a:off x="6398878" y="3335013"/>
                    <a:ext cx="559121" cy="92788"/>
                    <a:chOff x="6582044" y="2846082"/>
                    <a:chExt cx="559121" cy="92788"/>
                  </a:xfrm>
                </p:grpSpPr>
                <p:cxnSp>
                  <p:nvCxnSpPr>
                    <p:cNvPr id="876" name="Straight Connector 875">
                      <a:extLst>
                        <a:ext uri="{FF2B5EF4-FFF2-40B4-BE49-F238E27FC236}">
                          <a16:creationId xmlns:a16="http://schemas.microsoft.com/office/drawing/2014/main" id="{C9F4DBBE-A508-744D-A596-8D1676CA29B2}"/>
                        </a:ext>
                      </a:extLst>
                    </p:cNvPr>
                    <p:cNvCxnSpPr/>
                    <p:nvPr/>
                  </p:nvCxnSpPr>
                  <p:spPr>
                    <a:xfrm flipV="1">
                      <a:off x="7028207" y="2845993"/>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7" name="Straight Connector 876">
                      <a:extLst>
                        <a:ext uri="{FF2B5EF4-FFF2-40B4-BE49-F238E27FC236}">
                          <a16:creationId xmlns:a16="http://schemas.microsoft.com/office/drawing/2014/main" id="{1FAF5BF1-4AE1-3149-A147-B11EDF355703}"/>
                        </a:ext>
                      </a:extLst>
                    </p:cNvPr>
                    <p:cNvCxnSpPr/>
                    <p:nvPr/>
                  </p:nvCxnSpPr>
                  <p:spPr>
                    <a:xfrm flipV="1">
                      <a:off x="6583486" y="2938419"/>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960" name="Group 857">
                    <a:extLst>
                      <a:ext uri="{FF2B5EF4-FFF2-40B4-BE49-F238E27FC236}">
                        <a16:creationId xmlns:a16="http://schemas.microsoft.com/office/drawing/2014/main" id="{D468E473-6136-9C41-B37D-9F2EBF81CF39}"/>
                      </a:ext>
                    </a:extLst>
                  </p:cNvPr>
                  <p:cNvGrpSpPr>
                    <a:grpSpLocks/>
                  </p:cNvGrpSpPr>
                  <p:nvPr/>
                </p:nvGrpSpPr>
                <p:grpSpPr bwMode="auto">
                  <a:xfrm>
                    <a:off x="6398398" y="3400877"/>
                    <a:ext cx="559121" cy="92788"/>
                    <a:chOff x="6582044" y="2846082"/>
                    <a:chExt cx="559121" cy="92788"/>
                  </a:xfrm>
                </p:grpSpPr>
                <p:cxnSp>
                  <p:nvCxnSpPr>
                    <p:cNvPr id="874" name="Straight Connector 873">
                      <a:extLst>
                        <a:ext uri="{FF2B5EF4-FFF2-40B4-BE49-F238E27FC236}">
                          <a16:creationId xmlns:a16="http://schemas.microsoft.com/office/drawing/2014/main" id="{B4E4BF25-8341-FA41-81BD-3A247BF3C6B3}"/>
                        </a:ext>
                      </a:extLst>
                    </p:cNvPr>
                    <p:cNvCxnSpPr/>
                    <p:nvPr/>
                  </p:nvCxnSpPr>
                  <p:spPr>
                    <a:xfrm flipV="1">
                      <a:off x="7028686" y="2845924"/>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5" name="Straight Connector 874">
                      <a:extLst>
                        <a:ext uri="{FF2B5EF4-FFF2-40B4-BE49-F238E27FC236}">
                          <a16:creationId xmlns:a16="http://schemas.microsoft.com/office/drawing/2014/main" id="{3CF6D627-EA23-D442-B6A7-64DDF40B5F07}"/>
                        </a:ext>
                      </a:extLst>
                    </p:cNvPr>
                    <p:cNvCxnSpPr/>
                    <p:nvPr/>
                  </p:nvCxnSpPr>
                  <p:spPr>
                    <a:xfrm flipV="1">
                      <a:off x="6610827" y="2938350"/>
                      <a:ext cx="42382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961" name="Group 858">
                    <a:extLst>
                      <a:ext uri="{FF2B5EF4-FFF2-40B4-BE49-F238E27FC236}">
                        <a16:creationId xmlns:a16="http://schemas.microsoft.com/office/drawing/2014/main" id="{6ED3CDE2-ECB9-354D-B981-0570A0290FD9}"/>
                      </a:ext>
                    </a:extLst>
                  </p:cNvPr>
                  <p:cNvGrpSpPr>
                    <a:grpSpLocks/>
                  </p:cNvGrpSpPr>
                  <p:nvPr/>
                </p:nvGrpSpPr>
                <p:grpSpPr bwMode="auto">
                  <a:xfrm>
                    <a:off x="6397918" y="3466741"/>
                    <a:ext cx="559121" cy="92788"/>
                    <a:chOff x="6582044" y="2846082"/>
                    <a:chExt cx="559121" cy="92788"/>
                  </a:xfrm>
                </p:grpSpPr>
                <p:cxnSp>
                  <p:nvCxnSpPr>
                    <p:cNvPr id="872" name="Straight Connector 871">
                      <a:extLst>
                        <a:ext uri="{FF2B5EF4-FFF2-40B4-BE49-F238E27FC236}">
                          <a16:creationId xmlns:a16="http://schemas.microsoft.com/office/drawing/2014/main" id="{57954BC3-22A4-4F4A-AA6E-8FF054D66AFB}"/>
                        </a:ext>
                      </a:extLst>
                    </p:cNvPr>
                    <p:cNvCxnSpPr/>
                    <p:nvPr/>
                  </p:nvCxnSpPr>
                  <p:spPr>
                    <a:xfrm flipV="1">
                      <a:off x="7056031" y="2845854"/>
                      <a:ext cx="86556"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3" name="Straight Connector 872">
                      <a:extLst>
                        <a:ext uri="{FF2B5EF4-FFF2-40B4-BE49-F238E27FC236}">
                          <a16:creationId xmlns:a16="http://schemas.microsoft.com/office/drawing/2014/main" id="{0FF6C03B-8709-284C-94AE-7C1AF7FAC320}"/>
                        </a:ext>
                      </a:extLst>
                    </p:cNvPr>
                    <p:cNvCxnSpPr/>
                    <p:nvPr/>
                  </p:nvCxnSpPr>
                  <p:spPr>
                    <a:xfrm flipV="1">
                      <a:off x="6611308" y="2953945"/>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962" name="Group 859">
                    <a:extLst>
                      <a:ext uri="{FF2B5EF4-FFF2-40B4-BE49-F238E27FC236}">
                        <a16:creationId xmlns:a16="http://schemas.microsoft.com/office/drawing/2014/main" id="{C36B6E12-3752-A644-B443-500EF3566056}"/>
                      </a:ext>
                    </a:extLst>
                  </p:cNvPr>
                  <p:cNvGrpSpPr>
                    <a:grpSpLocks/>
                  </p:cNvGrpSpPr>
                  <p:nvPr/>
                </p:nvGrpSpPr>
                <p:grpSpPr bwMode="auto">
                  <a:xfrm>
                    <a:off x="6397438" y="3532605"/>
                    <a:ext cx="559121" cy="92788"/>
                    <a:chOff x="6582044" y="2846082"/>
                    <a:chExt cx="559121" cy="92788"/>
                  </a:xfrm>
                </p:grpSpPr>
                <p:cxnSp>
                  <p:nvCxnSpPr>
                    <p:cNvPr id="870" name="Straight Connector 869">
                      <a:extLst>
                        <a:ext uri="{FF2B5EF4-FFF2-40B4-BE49-F238E27FC236}">
                          <a16:creationId xmlns:a16="http://schemas.microsoft.com/office/drawing/2014/main" id="{F608FFAB-FDCC-E64D-B28E-619F5C59BCFC}"/>
                        </a:ext>
                      </a:extLst>
                    </p:cNvPr>
                    <p:cNvCxnSpPr/>
                    <p:nvPr/>
                  </p:nvCxnSpPr>
                  <p:spPr>
                    <a:xfrm flipV="1">
                      <a:off x="7056510" y="2845784"/>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71" name="Straight Connector 870">
                      <a:extLst>
                        <a:ext uri="{FF2B5EF4-FFF2-40B4-BE49-F238E27FC236}">
                          <a16:creationId xmlns:a16="http://schemas.microsoft.com/office/drawing/2014/main" id="{9E5EEA4D-797A-7A44-903C-D368AF78CDD1}"/>
                        </a:ext>
                      </a:extLst>
                    </p:cNvPr>
                    <p:cNvCxnSpPr/>
                    <p:nvPr/>
                  </p:nvCxnSpPr>
                  <p:spPr>
                    <a:xfrm flipV="1">
                      <a:off x="6581941" y="2953875"/>
                      <a:ext cx="4805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963" name="Group 860">
                    <a:extLst>
                      <a:ext uri="{FF2B5EF4-FFF2-40B4-BE49-F238E27FC236}">
                        <a16:creationId xmlns:a16="http://schemas.microsoft.com/office/drawing/2014/main" id="{E79F01D0-EA7F-CD45-BF1A-62000736A188}"/>
                      </a:ext>
                    </a:extLst>
                  </p:cNvPr>
                  <p:cNvGrpSpPr>
                    <a:grpSpLocks/>
                  </p:cNvGrpSpPr>
                  <p:nvPr/>
                </p:nvGrpSpPr>
                <p:grpSpPr bwMode="auto">
                  <a:xfrm>
                    <a:off x="6396958" y="3598469"/>
                    <a:ext cx="559121" cy="92788"/>
                    <a:chOff x="6582044" y="2846082"/>
                    <a:chExt cx="559121" cy="92788"/>
                  </a:xfrm>
                </p:grpSpPr>
                <p:cxnSp>
                  <p:nvCxnSpPr>
                    <p:cNvPr id="868" name="Straight Connector 867">
                      <a:extLst>
                        <a:ext uri="{FF2B5EF4-FFF2-40B4-BE49-F238E27FC236}">
                          <a16:creationId xmlns:a16="http://schemas.microsoft.com/office/drawing/2014/main" id="{582A3E2B-F74E-AE45-A7D3-FE147C2B37C9}"/>
                        </a:ext>
                      </a:extLst>
                    </p:cNvPr>
                    <p:cNvCxnSpPr/>
                    <p:nvPr/>
                  </p:nvCxnSpPr>
                  <p:spPr>
                    <a:xfrm flipV="1">
                      <a:off x="7056990" y="2845715"/>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9" name="Straight Connector 868">
                      <a:extLst>
                        <a:ext uri="{FF2B5EF4-FFF2-40B4-BE49-F238E27FC236}">
                          <a16:creationId xmlns:a16="http://schemas.microsoft.com/office/drawing/2014/main" id="{37E428AD-62B9-C044-A606-069D27DD4AE4}"/>
                        </a:ext>
                      </a:extLst>
                    </p:cNvPr>
                    <p:cNvCxnSpPr/>
                    <p:nvPr/>
                  </p:nvCxnSpPr>
                  <p:spPr>
                    <a:xfrm flipV="1">
                      <a:off x="6582420" y="2953806"/>
                      <a:ext cx="4805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964" name="Group 861">
                    <a:extLst>
                      <a:ext uri="{FF2B5EF4-FFF2-40B4-BE49-F238E27FC236}">
                        <a16:creationId xmlns:a16="http://schemas.microsoft.com/office/drawing/2014/main" id="{FA969172-0CC4-2149-A2F4-F77DE9942EEA}"/>
                      </a:ext>
                    </a:extLst>
                  </p:cNvPr>
                  <p:cNvGrpSpPr>
                    <a:grpSpLocks/>
                  </p:cNvGrpSpPr>
                  <p:nvPr/>
                </p:nvGrpSpPr>
                <p:grpSpPr bwMode="auto">
                  <a:xfrm>
                    <a:off x="6396478" y="3664333"/>
                    <a:ext cx="559121" cy="92788"/>
                    <a:chOff x="6582044" y="2846082"/>
                    <a:chExt cx="559121" cy="92788"/>
                  </a:xfrm>
                </p:grpSpPr>
                <p:cxnSp>
                  <p:nvCxnSpPr>
                    <p:cNvPr id="866" name="Straight Connector 865">
                      <a:extLst>
                        <a:ext uri="{FF2B5EF4-FFF2-40B4-BE49-F238E27FC236}">
                          <a16:creationId xmlns:a16="http://schemas.microsoft.com/office/drawing/2014/main" id="{6956DC22-316B-4E45-86BE-922F611FAA06}"/>
                        </a:ext>
                      </a:extLst>
                    </p:cNvPr>
                    <p:cNvCxnSpPr/>
                    <p:nvPr/>
                  </p:nvCxnSpPr>
                  <p:spPr>
                    <a:xfrm flipV="1">
                      <a:off x="7027624" y="2861310"/>
                      <a:ext cx="113419"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7" name="Straight Connector 866">
                      <a:extLst>
                        <a:ext uri="{FF2B5EF4-FFF2-40B4-BE49-F238E27FC236}">
                          <a16:creationId xmlns:a16="http://schemas.microsoft.com/office/drawing/2014/main" id="{EF7A060F-F3F2-0D4F-A02A-4BA08F223535}"/>
                        </a:ext>
                      </a:extLst>
                    </p:cNvPr>
                    <p:cNvCxnSpPr/>
                    <p:nvPr/>
                  </p:nvCxnSpPr>
                  <p:spPr>
                    <a:xfrm flipV="1">
                      <a:off x="6582901" y="2939637"/>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965" name="Group 862">
                    <a:extLst>
                      <a:ext uri="{FF2B5EF4-FFF2-40B4-BE49-F238E27FC236}">
                        <a16:creationId xmlns:a16="http://schemas.microsoft.com/office/drawing/2014/main" id="{FEA8911B-1492-1D4E-B409-B4BA9265A3DD}"/>
                      </a:ext>
                    </a:extLst>
                  </p:cNvPr>
                  <p:cNvGrpSpPr>
                    <a:grpSpLocks/>
                  </p:cNvGrpSpPr>
                  <p:nvPr/>
                </p:nvGrpSpPr>
                <p:grpSpPr bwMode="auto">
                  <a:xfrm>
                    <a:off x="6395998" y="3730197"/>
                    <a:ext cx="559121" cy="92788"/>
                    <a:chOff x="6582044" y="2846082"/>
                    <a:chExt cx="559121" cy="92788"/>
                  </a:xfrm>
                </p:grpSpPr>
                <p:cxnSp>
                  <p:nvCxnSpPr>
                    <p:cNvPr id="864" name="Straight Connector 863">
                      <a:extLst>
                        <a:ext uri="{FF2B5EF4-FFF2-40B4-BE49-F238E27FC236}">
                          <a16:creationId xmlns:a16="http://schemas.microsoft.com/office/drawing/2014/main" id="{A38E5941-5801-B942-85C7-3C16BED1579F}"/>
                        </a:ext>
                      </a:extLst>
                    </p:cNvPr>
                    <p:cNvCxnSpPr/>
                    <p:nvPr/>
                  </p:nvCxnSpPr>
                  <p:spPr>
                    <a:xfrm flipV="1">
                      <a:off x="7028103" y="2861241"/>
                      <a:ext cx="113419"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65" name="Straight Connector 864">
                      <a:extLst>
                        <a:ext uri="{FF2B5EF4-FFF2-40B4-BE49-F238E27FC236}">
                          <a16:creationId xmlns:a16="http://schemas.microsoft.com/office/drawing/2014/main" id="{F2318603-25CF-AA45-8141-04C37695EA20}"/>
                        </a:ext>
                      </a:extLst>
                    </p:cNvPr>
                    <p:cNvCxnSpPr/>
                    <p:nvPr/>
                  </p:nvCxnSpPr>
                  <p:spPr>
                    <a:xfrm flipV="1">
                      <a:off x="6583381" y="2939568"/>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29929" name="Group 826">
                  <a:extLst>
                    <a:ext uri="{FF2B5EF4-FFF2-40B4-BE49-F238E27FC236}">
                      <a16:creationId xmlns:a16="http://schemas.microsoft.com/office/drawing/2014/main" id="{0AEEB850-101D-3C42-9546-42099669673C}"/>
                    </a:ext>
                  </a:extLst>
                </p:cNvPr>
                <p:cNvGrpSpPr>
                  <a:grpSpLocks/>
                </p:cNvGrpSpPr>
                <p:nvPr/>
              </p:nvGrpSpPr>
              <p:grpSpPr bwMode="auto">
                <a:xfrm>
                  <a:off x="6280049" y="2055335"/>
                  <a:ext cx="731610" cy="920732"/>
                  <a:chOff x="6280049" y="2055335"/>
                  <a:chExt cx="731610" cy="920732"/>
                </a:xfrm>
              </p:grpSpPr>
              <p:grpSp>
                <p:nvGrpSpPr>
                  <p:cNvPr id="229930" name="Group 827">
                    <a:extLst>
                      <a:ext uri="{FF2B5EF4-FFF2-40B4-BE49-F238E27FC236}">
                        <a16:creationId xmlns:a16="http://schemas.microsoft.com/office/drawing/2014/main" id="{5DD1F5F1-F7C3-154F-BFF4-E6DEBCD2514E}"/>
                      </a:ext>
                    </a:extLst>
                  </p:cNvPr>
                  <p:cNvGrpSpPr>
                    <a:grpSpLocks/>
                  </p:cNvGrpSpPr>
                  <p:nvPr/>
                </p:nvGrpSpPr>
                <p:grpSpPr bwMode="auto">
                  <a:xfrm>
                    <a:off x="6280049" y="2055335"/>
                    <a:ext cx="680752" cy="139401"/>
                    <a:chOff x="5414286" y="2921098"/>
                    <a:chExt cx="680752" cy="139401"/>
                  </a:xfrm>
                </p:grpSpPr>
                <p:sp>
                  <p:nvSpPr>
                    <p:cNvPr id="842" name="Rectangle 188">
                      <a:extLst>
                        <a:ext uri="{FF2B5EF4-FFF2-40B4-BE49-F238E27FC236}">
                          <a16:creationId xmlns:a16="http://schemas.microsoft.com/office/drawing/2014/main" id="{7FF4FAE2-A039-FE46-B1F8-3F82DE1DF759}"/>
                        </a:ext>
                      </a:extLst>
                    </p:cNvPr>
                    <p:cNvSpPr>
                      <a:spLocks noChangeArrowheads="1"/>
                    </p:cNvSpPr>
                    <p:nvPr/>
                  </p:nvSpPr>
                  <p:spPr bwMode="auto">
                    <a:xfrm>
                      <a:off x="5450065" y="2996302"/>
                      <a:ext cx="516753" cy="6422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43" name="AutoShape 189">
                      <a:extLst>
                        <a:ext uri="{FF2B5EF4-FFF2-40B4-BE49-F238E27FC236}">
                          <a16:creationId xmlns:a16="http://schemas.microsoft.com/office/drawing/2014/main" id="{8B4B35C3-EF56-3047-92EB-0E4BA67DE34A}"/>
                        </a:ext>
                      </a:extLst>
                    </p:cNvPr>
                    <p:cNvSpPr>
                      <a:spLocks noChangeArrowheads="1"/>
                    </p:cNvSpPr>
                    <p:nvPr/>
                  </p:nvSpPr>
                  <p:spPr bwMode="auto">
                    <a:xfrm>
                      <a:off x="5450065" y="2921109"/>
                      <a:ext cx="642251"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44" name="Freeform 190">
                      <a:extLst>
                        <a:ext uri="{FF2B5EF4-FFF2-40B4-BE49-F238E27FC236}">
                          <a16:creationId xmlns:a16="http://schemas.microsoft.com/office/drawing/2014/main" id="{43326A49-BDF3-9A4A-B3BD-B5D8FCA7916B}"/>
                        </a:ext>
                      </a:extLst>
                    </p:cNvPr>
                    <p:cNvSpPr>
                      <a:spLocks/>
                    </p:cNvSpPr>
                    <p:nvPr/>
                  </p:nvSpPr>
                  <p:spPr bwMode="auto">
                    <a:xfrm>
                      <a:off x="5970510" y="2922675"/>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45" name="Freeform 191">
                      <a:extLst>
                        <a:ext uri="{FF2B5EF4-FFF2-40B4-BE49-F238E27FC236}">
                          <a16:creationId xmlns:a16="http://schemas.microsoft.com/office/drawing/2014/main" id="{B887CB51-8612-5242-A51E-A42870C90222}"/>
                        </a:ext>
                      </a:extLst>
                    </p:cNvPr>
                    <p:cNvSpPr>
                      <a:spLocks/>
                    </p:cNvSpPr>
                    <p:nvPr/>
                  </p:nvSpPr>
                  <p:spPr bwMode="auto">
                    <a:xfrm>
                      <a:off x="5534961" y="2936774"/>
                      <a:ext cx="490915" cy="45429"/>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846" name="Freeform 192">
                      <a:extLst>
                        <a:ext uri="{FF2B5EF4-FFF2-40B4-BE49-F238E27FC236}">
                          <a16:creationId xmlns:a16="http://schemas.microsoft.com/office/drawing/2014/main" id="{250069DA-C37B-C544-8618-825AC7A66E41}"/>
                        </a:ext>
                      </a:extLst>
                    </p:cNvPr>
                    <p:cNvSpPr>
                      <a:spLocks/>
                    </p:cNvSpPr>
                    <p:nvPr/>
                  </p:nvSpPr>
                  <p:spPr bwMode="auto">
                    <a:xfrm>
                      <a:off x="5656766" y="2933641"/>
                      <a:ext cx="269451"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829" name="Straight Connector 828">
                    <a:extLst>
                      <a:ext uri="{FF2B5EF4-FFF2-40B4-BE49-F238E27FC236}">
                        <a16:creationId xmlns:a16="http://schemas.microsoft.com/office/drawing/2014/main" id="{C20E38D9-E7AA-B549-8E55-E5756B18400B}"/>
                      </a:ext>
                    </a:extLst>
                  </p:cNvPr>
                  <p:cNvCxnSpPr/>
                  <p:nvPr/>
                </p:nvCxnSpPr>
                <p:spPr>
                  <a:xfrm flipH="1">
                    <a:off x="6998683" y="2125839"/>
                    <a:ext cx="11072" cy="844361"/>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0" name="Straight Connector 829">
                    <a:extLst>
                      <a:ext uri="{FF2B5EF4-FFF2-40B4-BE49-F238E27FC236}">
                        <a16:creationId xmlns:a16="http://schemas.microsoft.com/office/drawing/2014/main" id="{4365B90D-56F8-1D41-8704-1DED067F1971}"/>
                      </a:ext>
                    </a:extLst>
                  </p:cNvPr>
                  <p:cNvCxnSpPr/>
                  <p:nvPr/>
                </p:nvCxnSpPr>
                <p:spPr>
                  <a:xfrm>
                    <a:off x="6910096" y="2304424"/>
                    <a:ext cx="1033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1" name="Straight Connector 830">
                    <a:extLst>
                      <a:ext uri="{FF2B5EF4-FFF2-40B4-BE49-F238E27FC236}">
                        <a16:creationId xmlns:a16="http://schemas.microsoft.com/office/drawing/2014/main" id="{40DBE006-B181-0442-996A-A78DF5668897}"/>
                      </a:ext>
                    </a:extLst>
                  </p:cNvPr>
                  <p:cNvCxnSpPr/>
                  <p:nvPr/>
                </p:nvCxnSpPr>
                <p:spPr>
                  <a:xfrm>
                    <a:off x="6906404" y="2368652"/>
                    <a:ext cx="1033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2" name="Straight Connector 831">
                    <a:extLst>
                      <a:ext uri="{FF2B5EF4-FFF2-40B4-BE49-F238E27FC236}">
                        <a16:creationId xmlns:a16="http://schemas.microsoft.com/office/drawing/2014/main" id="{B90EFCCB-4244-4343-93DA-99A36718DB39}"/>
                      </a:ext>
                    </a:extLst>
                  </p:cNvPr>
                  <p:cNvCxnSpPr/>
                  <p:nvPr/>
                </p:nvCxnSpPr>
                <p:spPr>
                  <a:xfrm>
                    <a:off x="6906404" y="2445412"/>
                    <a:ext cx="1033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3" name="Straight Connector 832">
                    <a:extLst>
                      <a:ext uri="{FF2B5EF4-FFF2-40B4-BE49-F238E27FC236}">
                        <a16:creationId xmlns:a16="http://schemas.microsoft.com/office/drawing/2014/main" id="{14AD48B2-15FD-FF48-B8B2-8AB59937D847}"/>
                      </a:ext>
                    </a:extLst>
                  </p:cNvPr>
                  <p:cNvCxnSpPr/>
                  <p:nvPr/>
                </p:nvCxnSpPr>
                <p:spPr>
                  <a:xfrm>
                    <a:off x="6902714" y="2509640"/>
                    <a:ext cx="1033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4" name="Straight Connector 833">
                    <a:extLst>
                      <a:ext uri="{FF2B5EF4-FFF2-40B4-BE49-F238E27FC236}">
                        <a16:creationId xmlns:a16="http://schemas.microsoft.com/office/drawing/2014/main" id="{00C3ABF7-ED68-9041-BB34-5A50C0791250}"/>
                      </a:ext>
                    </a:extLst>
                  </p:cNvPr>
                  <p:cNvCxnSpPr/>
                  <p:nvPr/>
                </p:nvCxnSpPr>
                <p:spPr>
                  <a:xfrm>
                    <a:off x="6899022" y="2570734"/>
                    <a:ext cx="107043"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5" name="Straight Connector 834">
                    <a:extLst>
                      <a:ext uri="{FF2B5EF4-FFF2-40B4-BE49-F238E27FC236}">
                        <a16:creationId xmlns:a16="http://schemas.microsoft.com/office/drawing/2014/main" id="{02692D2F-D335-FB44-B53E-623309F4FA2F}"/>
                      </a:ext>
                    </a:extLst>
                  </p:cNvPr>
                  <p:cNvCxnSpPr/>
                  <p:nvPr/>
                </p:nvCxnSpPr>
                <p:spPr>
                  <a:xfrm>
                    <a:off x="6899022" y="2638096"/>
                    <a:ext cx="1033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6" name="Straight Connector 835">
                    <a:extLst>
                      <a:ext uri="{FF2B5EF4-FFF2-40B4-BE49-F238E27FC236}">
                        <a16:creationId xmlns:a16="http://schemas.microsoft.com/office/drawing/2014/main" id="{12AE7D1D-0ABC-7147-8BB9-2CE899377A0C}"/>
                      </a:ext>
                    </a:extLst>
                  </p:cNvPr>
                  <p:cNvCxnSpPr/>
                  <p:nvPr/>
                </p:nvCxnSpPr>
                <p:spPr>
                  <a:xfrm>
                    <a:off x="6895332" y="2707023"/>
                    <a:ext cx="1033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7" name="Straight Connector 836">
                    <a:extLst>
                      <a:ext uri="{FF2B5EF4-FFF2-40B4-BE49-F238E27FC236}">
                        <a16:creationId xmlns:a16="http://schemas.microsoft.com/office/drawing/2014/main" id="{A46C9B00-40E9-5B44-BAAE-D917A829B5E7}"/>
                      </a:ext>
                    </a:extLst>
                  </p:cNvPr>
                  <p:cNvCxnSpPr/>
                  <p:nvPr/>
                </p:nvCxnSpPr>
                <p:spPr>
                  <a:xfrm>
                    <a:off x="6902714" y="2775951"/>
                    <a:ext cx="1033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8" name="Straight Connector 837">
                    <a:extLst>
                      <a:ext uri="{FF2B5EF4-FFF2-40B4-BE49-F238E27FC236}">
                        <a16:creationId xmlns:a16="http://schemas.microsoft.com/office/drawing/2014/main" id="{DE869C16-EA7A-A043-966F-6617D2DAD8BE}"/>
                      </a:ext>
                    </a:extLst>
                  </p:cNvPr>
                  <p:cNvCxnSpPr/>
                  <p:nvPr/>
                </p:nvCxnSpPr>
                <p:spPr>
                  <a:xfrm>
                    <a:off x="6906404" y="2843311"/>
                    <a:ext cx="1033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39" name="Straight Connector 838">
                    <a:extLst>
                      <a:ext uri="{FF2B5EF4-FFF2-40B4-BE49-F238E27FC236}">
                        <a16:creationId xmlns:a16="http://schemas.microsoft.com/office/drawing/2014/main" id="{46A22A1D-38F9-8440-BFAA-45DAA2E26C13}"/>
                      </a:ext>
                    </a:extLst>
                  </p:cNvPr>
                  <p:cNvCxnSpPr/>
                  <p:nvPr/>
                </p:nvCxnSpPr>
                <p:spPr>
                  <a:xfrm>
                    <a:off x="6906404" y="2912238"/>
                    <a:ext cx="1033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0" name="Straight Connector 839">
                    <a:extLst>
                      <a:ext uri="{FF2B5EF4-FFF2-40B4-BE49-F238E27FC236}">
                        <a16:creationId xmlns:a16="http://schemas.microsoft.com/office/drawing/2014/main" id="{20B00837-FD6F-FB46-AC2B-321DE3B0937C}"/>
                      </a:ext>
                    </a:extLst>
                  </p:cNvPr>
                  <p:cNvCxnSpPr/>
                  <p:nvPr/>
                </p:nvCxnSpPr>
                <p:spPr>
                  <a:xfrm>
                    <a:off x="6910096" y="2976467"/>
                    <a:ext cx="1033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41" name="Straight Connector 840">
                    <a:extLst>
                      <a:ext uri="{FF2B5EF4-FFF2-40B4-BE49-F238E27FC236}">
                        <a16:creationId xmlns:a16="http://schemas.microsoft.com/office/drawing/2014/main" id="{0E2CED83-8477-3040-9A53-F3502AE4912F}"/>
                      </a:ext>
                    </a:extLst>
                  </p:cNvPr>
                  <p:cNvCxnSpPr/>
                  <p:nvPr/>
                </p:nvCxnSpPr>
                <p:spPr>
                  <a:xfrm flipH="1">
                    <a:off x="6910096" y="2132105"/>
                    <a:ext cx="103351"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229389" name="Group 1062">
              <a:extLst>
                <a:ext uri="{FF2B5EF4-FFF2-40B4-BE49-F238E27FC236}">
                  <a16:creationId xmlns:a16="http://schemas.microsoft.com/office/drawing/2014/main" id="{4D7DE267-79C6-7140-9641-85C2B0BADAB5}"/>
                </a:ext>
              </a:extLst>
            </p:cNvPr>
            <p:cNvGrpSpPr>
              <a:grpSpLocks/>
            </p:cNvGrpSpPr>
            <p:nvPr/>
          </p:nvGrpSpPr>
          <p:grpSpPr bwMode="auto">
            <a:xfrm>
              <a:off x="3857904" y="2759971"/>
              <a:ext cx="1470209" cy="1869141"/>
              <a:chOff x="916173" y="4038600"/>
              <a:chExt cx="1470209" cy="1869141"/>
            </a:xfrm>
          </p:grpSpPr>
          <p:grpSp>
            <p:nvGrpSpPr>
              <p:cNvPr id="229673" name="Group 187">
                <a:extLst>
                  <a:ext uri="{FF2B5EF4-FFF2-40B4-BE49-F238E27FC236}">
                    <a16:creationId xmlns:a16="http://schemas.microsoft.com/office/drawing/2014/main" id="{DF3FEBE6-4674-D34C-99D5-117647D542B5}"/>
                  </a:ext>
                </a:extLst>
              </p:cNvPr>
              <p:cNvGrpSpPr>
                <a:grpSpLocks/>
              </p:cNvGrpSpPr>
              <p:nvPr/>
            </p:nvGrpSpPr>
            <p:grpSpPr bwMode="auto">
              <a:xfrm>
                <a:off x="1295400" y="4038600"/>
                <a:ext cx="1052512" cy="355600"/>
                <a:chOff x="4410" y="1365"/>
                <a:chExt cx="663" cy="224"/>
              </a:xfrm>
            </p:grpSpPr>
            <p:sp>
              <p:nvSpPr>
                <p:cNvPr id="1305" name="Rectangle 188">
                  <a:extLst>
                    <a:ext uri="{FF2B5EF4-FFF2-40B4-BE49-F238E27FC236}">
                      <a16:creationId xmlns:a16="http://schemas.microsoft.com/office/drawing/2014/main" id="{49C67BDC-6625-F24B-8D2E-BE654E91F16D}"/>
                    </a:ext>
                  </a:extLst>
                </p:cNvPr>
                <p:cNvSpPr>
                  <a:spLocks noChangeArrowheads="1"/>
                </p:cNvSpPr>
                <p:nvPr/>
              </p:nvSpPr>
              <p:spPr bwMode="auto">
                <a:xfrm>
                  <a:off x="4420" y="1500"/>
                  <a:ext cx="495" cy="8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06" name="AutoShape 189">
                  <a:extLst>
                    <a:ext uri="{FF2B5EF4-FFF2-40B4-BE49-F238E27FC236}">
                      <a16:creationId xmlns:a16="http://schemas.microsoft.com/office/drawing/2014/main" id="{5A431F61-023C-3342-8997-1A81F1AFC169}"/>
                    </a:ext>
                  </a:extLst>
                </p:cNvPr>
                <p:cNvSpPr>
                  <a:spLocks noChangeArrowheads="1"/>
                </p:cNvSpPr>
                <p:nvPr/>
              </p:nvSpPr>
              <p:spPr bwMode="auto">
                <a:xfrm>
                  <a:off x="4420" y="1368"/>
                  <a:ext cx="663" cy="135"/>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07" name="Freeform 190">
                  <a:extLst>
                    <a:ext uri="{FF2B5EF4-FFF2-40B4-BE49-F238E27FC236}">
                      <a16:creationId xmlns:a16="http://schemas.microsoft.com/office/drawing/2014/main" id="{758D0042-43AD-9745-BF04-8F6C25CA2700}"/>
                    </a:ext>
                  </a:extLst>
                </p:cNvPr>
                <p:cNvSpPr>
                  <a:spLocks/>
                </p:cNvSpPr>
                <p:nvPr/>
              </p:nvSpPr>
              <p:spPr bwMode="auto">
                <a:xfrm>
                  <a:off x="4904" y="1365"/>
                  <a:ext cx="169" cy="224"/>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08" name="Freeform 191">
                  <a:extLst>
                    <a:ext uri="{FF2B5EF4-FFF2-40B4-BE49-F238E27FC236}">
                      <a16:creationId xmlns:a16="http://schemas.microsoft.com/office/drawing/2014/main" id="{D324D145-DD02-394D-B6BC-B6818A7F36B0}"/>
                    </a:ext>
                  </a:extLst>
                </p:cNvPr>
                <p:cNvSpPr>
                  <a:spLocks/>
                </p:cNvSpPr>
                <p:nvPr/>
              </p:nvSpPr>
              <p:spPr bwMode="auto">
                <a:xfrm>
                  <a:off x="4485" y="1395"/>
                  <a:ext cx="506" cy="8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9050"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09" name="Freeform 192">
                  <a:extLst>
                    <a:ext uri="{FF2B5EF4-FFF2-40B4-BE49-F238E27FC236}">
                      <a16:creationId xmlns:a16="http://schemas.microsoft.com/office/drawing/2014/main" id="{D3E71847-45DB-2143-BFFD-97865A9BAD10}"/>
                    </a:ext>
                  </a:extLst>
                </p:cNvPr>
                <p:cNvSpPr>
                  <a:spLocks/>
                </p:cNvSpPr>
                <p:nvPr/>
              </p:nvSpPr>
              <p:spPr bwMode="auto">
                <a:xfrm>
                  <a:off x="4603" y="1391"/>
                  <a:ext cx="293" cy="93"/>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9050"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065" name="Straight Connector 1064">
                <a:extLst>
                  <a:ext uri="{FF2B5EF4-FFF2-40B4-BE49-F238E27FC236}">
                    <a16:creationId xmlns:a16="http://schemas.microsoft.com/office/drawing/2014/main" id="{3BDF99C7-9CCF-B941-BD18-67A242406173}"/>
                  </a:ext>
                </a:extLst>
              </p:cNvPr>
              <p:cNvCxnSpPr/>
              <p:nvPr/>
            </p:nvCxnSpPr>
            <p:spPr>
              <a:xfrm flipH="1">
                <a:off x="1181977" y="4380935"/>
                <a:ext cx="355562" cy="4951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6" name="Straight Connector 1065">
                <a:extLst>
                  <a:ext uri="{FF2B5EF4-FFF2-40B4-BE49-F238E27FC236}">
                    <a16:creationId xmlns:a16="http://schemas.microsoft.com/office/drawing/2014/main" id="{B03434DF-30BA-C34B-B5B7-D4CFFFD49A1B}"/>
                  </a:ext>
                </a:extLst>
              </p:cNvPr>
              <p:cNvCxnSpPr>
                <a:stCxn id="1305" idx="2"/>
              </p:cNvCxnSpPr>
              <p:nvPr/>
            </p:nvCxnSpPr>
            <p:spPr>
              <a:xfrm flipH="1">
                <a:off x="1486744" y="4390457"/>
                <a:ext cx="201592" cy="485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7" name="Straight Connector 1066">
                <a:extLst>
                  <a:ext uri="{FF2B5EF4-FFF2-40B4-BE49-F238E27FC236}">
                    <a16:creationId xmlns:a16="http://schemas.microsoft.com/office/drawing/2014/main" id="{0E9F1C52-D77F-2A4F-92B6-2A9D390438B4}"/>
                  </a:ext>
                </a:extLst>
              </p:cNvPr>
              <p:cNvCxnSpPr/>
              <p:nvPr/>
            </p:nvCxnSpPr>
            <p:spPr>
              <a:xfrm>
                <a:off x="1804211" y="4395218"/>
                <a:ext cx="57144" cy="4919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68" name="Straight Connector 1067">
                <a:extLst>
                  <a:ext uri="{FF2B5EF4-FFF2-40B4-BE49-F238E27FC236}">
                    <a16:creationId xmlns:a16="http://schemas.microsoft.com/office/drawing/2014/main" id="{7D4F8200-0581-8143-85D7-772F6D5A6E19}"/>
                  </a:ext>
                </a:extLst>
              </p:cNvPr>
              <p:cNvCxnSpPr>
                <a:endCxn id="1090" idx="0"/>
              </p:cNvCxnSpPr>
              <p:nvPr/>
            </p:nvCxnSpPr>
            <p:spPr>
              <a:xfrm>
                <a:off x="1943896" y="4419021"/>
                <a:ext cx="274609" cy="457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9678" name="Group 1068">
                <a:extLst>
                  <a:ext uri="{FF2B5EF4-FFF2-40B4-BE49-F238E27FC236}">
                    <a16:creationId xmlns:a16="http://schemas.microsoft.com/office/drawing/2014/main" id="{6D63C409-16DB-A248-AC4F-35D3E6788745}"/>
                  </a:ext>
                </a:extLst>
              </p:cNvPr>
              <p:cNvGrpSpPr>
                <a:grpSpLocks/>
              </p:cNvGrpSpPr>
              <p:nvPr/>
            </p:nvGrpSpPr>
            <p:grpSpPr bwMode="auto">
              <a:xfrm>
                <a:off x="916173" y="4876800"/>
                <a:ext cx="331695" cy="1030941"/>
                <a:chOff x="6240352" y="2055335"/>
                <a:chExt cx="771307" cy="1017716"/>
              </a:xfrm>
            </p:grpSpPr>
            <p:grpSp>
              <p:nvGrpSpPr>
                <p:cNvPr id="229856" name="Group 1246">
                  <a:extLst>
                    <a:ext uri="{FF2B5EF4-FFF2-40B4-BE49-F238E27FC236}">
                      <a16:creationId xmlns:a16="http://schemas.microsoft.com/office/drawing/2014/main" id="{BF15BD9B-4E1E-6A44-9FC8-B8DBB3C0A983}"/>
                    </a:ext>
                  </a:extLst>
                </p:cNvPr>
                <p:cNvGrpSpPr>
                  <a:grpSpLocks/>
                </p:cNvGrpSpPr>
                <p:nvPr/>
              </p:nvGrpSpPr>
              <p:grpSpPr bwMode="auto">
                <a:xfrm>
                  <a:off x="6240352" y="2235573"/>
                  <a:ext cx="697981" cy="837478"/>
                  <a:chOff x="6395998" y="3062424"/>
                  <a:chExt cx="564403" cy="837478"/>
                </a:xfrm>
              </p:grpSpPr>
              <p:sp>
                <p:nvSpPr>
                  <p:cNvPr id="1268" name="Rectangle 1267">
                    <a:extLst>
                      <a:ext uri="{FF2B5EF4-FFF2-40B4-BE49-F238E27FC236}">
                        <a16:creationId xmlns:a16="http://schemas.microsoft.com/office/drawing/2014/main" id="{F0CCC6F2-68D0-0244-B19C-EF77B156C444}"/>
                      </a:ext>
                    </a:extLst>
                  </p:cNvPr>
                  <p:cNvSpPr/>
                  <p:nvPr/>
                </p:nvSpPr>
                <p:spPr>
                  <a:xfrm>
                    <a:off x="6510771" y="3047494"/>
                    <a:ext cx="447707" cy="75663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269" name="Straight Connector 1268">
                    <a:extLst>
                      <a:ext uri="{FF2B5EF4-FFF2-40B4-BE49-F238E27FC236}">
                        <a16:creationId xmlns:a16="http://schemas.microsoft.com/office/drawing/2014/main" id="{0FB87DF2-B53A-F848-8829-57E76AB34D82}"/>
                      </a:ext>
                    </a:extLst>
                  </p:cNvPr>
                  <p:cNvCxnSpPr/>
                  <p:nvPr/>
                </p:nvCxnSpPr>
                <p:spPr>
                  <a:xfrm flipV="1">
                    <a:off x="6848042" y="3047494"/>
                    <a:ext cx="113419" cy="1065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70" name="Rectangle 1269">
                    <a:extLst>
                      <a:ext uri="{FF2B5EF4-FFF2-40B4-BE49-F238E27FC236}">
                        <a16:creationId xmlns:a16="http://schemas.microsoft.com/office/drawing/2014/main" id="{F5743C90-7F93-B84E-8869-BBBD3BAF4EE8}"/>
                      </a:ext>
                    </a:extLst>
                  </p:cNvPr>
                  <p:cNvSpPr/>
                  <p:nvPr/>
                </p:nvSpPr>
                <p:spPr>
                  <a:xfrm>
                    <a:off x="6477938" y="3056893"/>
                    <a:ext cx="131327" cy="1300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271" name="Straight Connector 1270">
                    <a:extLst>
                      <a:ext uri="{FF2B5EF4-FFF2-40B4-BE49-F238E27FC236}">
                        <a16:creationId xmlns:a16="http://schemas.microsoft.com/office/drawing/2014/main" id="{256296BF-CAD9-7B47-AF4B-CF9E89CB9E55}"/>
                      </a:ext>
                    </a:extLst>
                  </p:cNvPr>
                  <p:cNvCxnSpPr/>
                  <p:nvPr/>
                </p:nvCxnSpPr>
                <p:spPr>
                  <a:xfrm flipV="1">
                    <a:off x="6397352" y="3047494"/>
                    <a:ext cx="113419" cy="1065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72" name="Rectangle 1271">
                    <a:extLst>
                      <a:ext uri="{FF2B5EF4-FFF2-40B4-BE49-F238E27FC236}">
                        <a16:creationId xmlns:a16="http://schemas.microsoft.com/office/drawing/2014/main" id="{2D30CBBE-A82F-AA49-8081-48130128AF1F}"/>
                      </a:ext>
                    </a:extLst>
                  </p:cNvPr>
                  <p:cNvSpPr/>
                  <p:nvPr/>
                </p:nvSpPr>
                <p:spPr>
                  <a:xfrm>
                    <a:off x="6818195" y="3702304"/>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73" name="Rectangle 1272">
                    <a:extLst>
                      <a:ext uri="{FF2B5EF4-FFF2-40B4-BE49-F238E27FC236}">
                        <a16:creationId xmlns:a16="http://schemas.microsoft.com/office/drawing/2014/main" id="{62598590-3678-B148-A312-807155B112DE}"/>
                      </a:ext>
                    </a:extLst>
                  </p:cNvPr>
                  <p:cNvSpPr/>
                  <p:nvPr/>
                </p:nvSpPr>
                <p:spPr>
                  <a:xfrm>
                    <a:off x="6406305" y="3157151"/>
                    <a:ext cx="444723" cy="74253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274" name="Straight Connector 1273">
                    <a:extLst>
                      <a:ext uri="{FF2B5EF4-FFF2-40B4-BE49-F238E27FC236}">
                        <a16:creationId xmlns:a16="http://schemas.microsoft.com/office/drawing/2014/main" id="{70812A1F-D413-D64D-9B23-50B14D7D2D23}"/>
                      </a:ext>
                    </a:extLst>
                  </p:cNvPr>
                  <p:cNvCxnSpPr/>
                  <p:nvPr/>
                </p:nvCxnSpPr>
                <p:spPr>
                  <a:xfrm flipV="1">
                    <a:off x="6848042" y="3804129"/>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9884" name="Group 1274">
                    <a:extLst>
                      <a:ext uri="{FF2B5EF4-FFF2-40B4-BE49-F238E27FC236}">
                        <a16:creationId xmlns:a16="http://schemas.microsoft.com/office/drawing/2014/main" id="{D93BC9EF-9108-6648-A2F4-3210427945C9}"/>
                      </a:ext>
                    </a:extLst>
                  </p:cNvPr>
                  <p:cNvGrpSpPr>
                    <a:grpSpLocks/>
                  </p:cNvGrpSpPr>
                  <p:nvPr/>
                </p:nvGrpSpPr>
                <p:grpSpPr bwMode="auto">
                  <a:xfrm>
                    <a:off x="6400318" y="3137421"/>
                    <a:ext cx="559121" cy="92788"/>
                    <a:chOff x="6582044" y="2846082"/>
                    <a:chExt cx="559121" cy="92788"/>
                  </a:xfrm>
                </p:grpSpPr>
                <p:cxnSp>
                  <p:nvCxnSpPr>
                    <p:cNvPr id="1303" name="Straight Connector 1302">
                      <a:extLst>
                        <a:ext uri="{FF2B5EF4-FFF2-40B4-BE49-F238E27FC236}">
                          <a16:creationId xmlns:a16="http://schemas.microsoft.com/office/drawing/2014/main" id="{9A6C8FDC-F1FA-8849-A1D5-0A526FD42CE7}"/>
                        </a:ext>
                      </a:extLst>
                    </p:cNvPr>
                    <p:cNvCxnSpPr/>
                    <p:nvPr/>
                  </p:nvCxnSpPr>
                  <p:spPr>
                    <a:xfrm flipV="1">
                      <a:off x="7056631" y="2845447"/>
                      <a:ext cx="113419"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4" name="Straight Connector 1303">
                      <a:extLst>
                        <a:ext uri="{FF2B5EF4-FFF2-40B4-BE49-F238E27FC236}">
                          <a16:creationId xmlns:a16="http://schemas.microsoft.com/office/drawing/2014/main" id="{D72882AD-F9A2-9545-8CD8-C5F6F509665B}"/>
                        </a:ext>
                      </a:extLst>
                    </p:cNvPr>
                    <p:cNvCxnSpPr/>
                    <p:nvPr/>
                  </p:nvCxnSpPr>
                  <p:spPr>
                    <a:xfrm flipV="1">
                      <a:off x="6582061" y="2923774"/>
                      <a:ext cx="4805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885" name="Group 1275">
                    <a:extLst>
                      <a:ext uri="{FF2B5EF4-FFF2-40B4-BE49-F238E27FC236}">
                        <a16:creationId xmlns:a16="http://schemas.microsoft.com/office/drawing/2014/main" id="{F774EDD3-F849-754B-AE85-6A0B2E536C87}"/>
                      </a:ext>
                    </a:extLst>
                  </p:cNvPr>
                  <p:cNvGrpSpPr>
                    <a:grpSpLocks/>
                  </p:cNvGrpSpPr>
                  <p:nvPr/>
                </p:nvGrpSpPr>
                <p:grpSpPr bwMode="auto">
                  <a:xfrm>
                    <a:off x="6399838" y="3203285"/>
                    <a:ext cx="559121" cy="92788"/>
                    <a:chOff x="6582044" y="2846082"/>
                    <a:chExt cx="559121" cy="92788"/>
                  </a:xfrm>
                </p:grpSpPr>
                <p:cxnSp>
                  <p:nvCxnSpPr>
                    <p:cNvPr id="1301" name="Straight Connector 1300">
                      <a:extLst>
                        <a:ext uri="{FF2B5EF4-FFF2-40B4-BE49-F238E27FC236}">
                          <a16:creationId xmlns:a16="http://schemas.microsoft.com/office/drawing/2014/main" id="{1752DD6D-4EC7-3249-B355-FD19BEC543F8}"/>
                        </a:ext>
                      </a:extLst>
                    </p:cNvPr>
                    <p:cNvCxnSpPr/>
                    <p:nvPr/>
                  </p:nvCxnSpPr>
                  <p:spPr>
                    <a:xfrm flipV="1">
                      <a:off x="7057112" y="2845378"/>
                      <a:ext cx="113419"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2" name="Straight Connector 1301">
                      <a:extLst>
                        <a:ext uri="{FF2B5EF4-FFF2-40B4-BE49-F238E27FC236}">
                          <a16:creationId xmlns:a16="http://schemas.microsoft.com/office/drawing/2014/main" id="{AA552EE1-39C3-2F4E-B341-AA55333AA9C8}"/>
                        </a:ext>
                      </a:extLst>
                    </p:cNvPr>
                    <p:cNvCxnSpPr/>
                    <p:nvPr/>
                  </p:nvCxnSpPr>
                  <p:spPr>
                    <a:xfrm flipV="1">
                      <a:off x="6582542" y="2923705"/>
                      <a:ext cx="4805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886" name="Group 1276">
                    <a:extLst>
                      <a:ext uri="{FF2B5EF4-FFF2-40B4-BE49-F238E27FC236}">
                        <a16:creationId xmlns:a16="http://schemas.microsoft.com/office/drawing/2014/main" id="{7A259AC7-1A2B-664A-B2AC-3BCCAE74759C}"/>
                      </a:ext>
                    </a:extLst>
                  </p:cNvPr>
                  <p:cNvGrpSpPr>
                    <a:grpSpLocks/>
                  </p:cNvGrpSpPr>
                  <p:nvPr/>
                </p:nvGrpSpPr>
                <p:grpSpPr bwMode="auto">
                  <a:xfrm>
                    <a:off x="6399358" y="3269149"/>
                    <a:ext cx="559121" cy="92788"/>
                    <a:chOff x="6582044" y="2846082"/>
                    <a:chExt cx="559121" cy="92788"/>
                  </a:xfrm>
                </p:grpSpPr>
                <p:cxnSp>
                  <p:nvCxnSpPr>
                    <p:cNvPr id="1299" name="Straight Connector 1298">
                      <a:extLst>
                        <a:ext uri="{FF2B5EF4-FFF2-40B4-BE49-F238E27FC236}">
                          <a16:creationId xmlns:a16="http://schemas.microsoft.com/office/drawing/2014/main" id="{32B58444-DB7A-F142-BC0F-6A6B47A76A5F}"/>
                        </a:ext>
                      </a:extLst>
                    </p:cNvPr>
                    <p:cNvCxnSpPr/>
                    <p:nvPr/>
                  </p:nvCxnSpPr>
                  <p:spPr>
                    <a:xfrm flipV="1">
                      <a:off x="7027744" y="2845308"/>
                      <a:ext cx="113419"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00" name="Straight Connector 1299">
                      <a:extLst>
                        <a:ext uri="{FF2B5EF4-FFF2-40B4-BE49-F238E27FC236}">
                          <a16:creationId xmlns:a16="http://schemas.microsoft.com/office/drawing/2014/main" id="{E105BA7A-DB39-A849-8FD3-1F18155A38CD}"/>
                        </a:ext>
                      </a:extLst>
                    </p:cNvPr>
                    <p:cNvCxnSpPr/>
                    <p:nvPr/>
                  </p:nvCxnSpPr>
                  <p:spPr>
                    <a:xfrm flipV="1">
                      <a:off x="6583022" y="2923635"/>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887" name="Group 1277">
                    <a:extLst>
                      <a:ext uri="{FF2B5EF4-FFF2-40B4-BE49-F238E27FC236}">
                        <a16:creationId xmlns:a16="http://schemas.microsoft.com/office/drawing/2014/main" id="{341B9230-EB54-A142-9170-E2E785F56A64}"/>
                      </a:ext>
                    </a:extLst>
                  </p:cNvPr>
                  <p:cNvGrpSpPr>
                    <a:grpSpLocks/>
                  </p:cNvGrpSpPr>
                  <p:nvPr/>
                </p:nvGrpSpPr>
                <p:grpSpPr bwMode="auto">
                  <a:xfrm>
                    <a:off x="6398878" y="3335013"/>
                    <a:ext cx="559121" cy="92788"/>
                    <a:chOff x="6582044" y="2846082"/>
                    <a:chExt cx="559121" cy="92788"/>
                  </a:xfrm>
                </p:grpSpPr>
                <p:cxnSp>
                  <p:nvCxnSpPr>
                    <p:cNvPr id="1297" name="Straight Connector 1296">
                      <a:extLst>
                        <a:ext uri="{FF2B5EF4-FFF2-40B4-BE49-F238E27FC236}">
                          <a16:creationId xmlns:a16="http://schemas.microsoft.com/office/drawing/2014/main" id="{1CB67B36-2E36-F245-A826-93047FD6D271}"/>
                        </a:ext>
                      </a:extLst>
                    </p:cNvPr>
                    <p:cNvCxnSpPr/>
                    <p:nvPr/>
                  </p:nvCxnSpPr>
                  <p:spPr>
                    <a:xfrm flipV="1">
                      <a:off x="7028224" y="2831139"/>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8" name="Straight Connector 1297">
                      <a:extLst>
                        <a:ext uri="{FF2B5EF4-FFF2-40B4-BE49-F238E27FC236}">
                          <a16:creationId xmlns:a16="http://schemas.microsoft.com/office/drawing/2014/main" id="{B7D38F26-AD71-D745-8643-565AB8E19D31}"/>
                        </a:ext>
                      </a:extLst>
                    </p:cNvPr>
                    <p:cNvCxnSpPr/>
                    <p:nvPr/>
                  </p:nvCxnSpPr>
                  <p:spPr>
                    <a:xfrm flipV="1">
                      <a:off x="6583501" y="2923565"/>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888" name="Group 1278">
                    <a:extLst>
                      <a:ext uri="{FF2B5EF4-FFF2-40B4-BE49-F238E27FC236}">
                        <a16:creationId xmlns:a16="http://schemas.microsoft.com/office/drawing/2014/main" id="{7407327E-F845-5A4E-80B5-09EA6749A1F4}"/>
                      </a:ext>
                    </a:extLst>
                  </p:cNvPr>
                  <p:cNvGrpSpPr>
                    <a:grpSpLocks/>
                  </p:cNvGrpSpPr>
                  <p:nvPr/>
                </p:nvGrpSpPr>
                <p:grpSpPr bwMode="auto">
                  <a:xfrm>
                    <a:off x="6398398" y="3400877"/>
                    <a:ext cx="559121" cy="92788"/>
                    <a:chOff x="6582044" y="2846082"/>
                    <a:chExt cx="559121" cy="92788"/>
                  </a:xfrm>
                </p:grpSpPr>
                <p:cxnSp>
                  <p:nvCxnSpPr>
                    <p:cNvPr id="1295" name="Straight Connector 1294">
                      <a:extLst>
                        <a:ext uri="{FF2B5EF4-FFF2-40B4-BE49-F238E27FC236}">
                          <a16:creationId xmlns:a16="http://schemas.microsoft.com/office/drawing/2014/main" id="{DFA0ABAA-CDC1-494F-A966-1A8FD8915BEB}"/>
                        </a:ext>
                      </a:extLst>
                    </p:cNvPr>
                    <p:cNvCxnSpPr/>
                    <p:nvPr/>
                  </p:nvCxnSpPr>
                  <p:spPr>
                    <a:xfrm flipV="1">
                      <a:off x="7028703" y="2831070"/>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6" name="Straight Connector 1295">
                      <a:extLst>
                        <a:ext uri="{FF2B5EF4-FFF2-40B4-BE49-F238E27FC236}">
                          <a16:creationId xmlns:a16="http://schemas.microsoft.com/office/drawing/2014/main" id="{0B1AEC5C-3F2F-A544-A92E-C044CA23A807}"/>
                        </a:ext>
                      </a:extLst>
                    </p:cNvPr>
                    <p:cNvCxnSpPr/>
                    <p:nvPr/>
                  </p:nvCxnSpPr>
                  <p:spPr>
                    <a:xfrm flipV="1">
                      <a:off x="6610844" y="2923496"/>
                      <a:ext cx="42382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889" name="Group 1279">
                    <a:extLst>
                      <a:ext uri="{FF2B5EF4-FFF2-40B4-BE49-F238E27FC236}">
                        <a16:creationId xmlns:a16="http://schemas.microsoft.com/office/drawing/2014/main" id="{37885B6E-E31F-B546-BB3B-7CE32EAE9294}"/>
                      </a:ext>
                    </a:extLst>
                  </p:cNvPr>
                  <p:cNvGrpSpPr>
                    <a:grpSpLocks/>
                  </p:cNvGrpSpPr>
                  <p:nvPr/>
                </p:nvGrpSpPr>
                <p:grpSpPr bwMode="auto">
                  <a:xfrm>
                    <a:off x="6397918" y="3466741"/>
                    <a:ext cx="559121" cy="92788"/>
                    <a:chOff x="6582044" y="2846082"/>
                    <a:chExt cx="559121" cy="92788"/>
                  </a:xfrm>
                </p:grpSpPr>
                <p:cxnSp>
                  <p:nvCxnSpPr>
                    <p:cNvPr id="1293" name="Straight Connector 1292">
                      <a:extLst>
                        <a:ext uri="{FF2B5EF4-FFF2-40B4-BE49-F238E27FC236}">
                          <a16:creationId xmlns:a16="http://schemas.microsoft.com/office/drawing/2014/main" id="{BAB9BCDD-9134-F04F-8456-274A5D817610}"/>
                        </a:ext>
                      </a:extLst>
                    </p:cNvPr>
                    <p:cNvCxnSpPr/>
                    <p:nvPr/>
                  </p:nvCxnSpPr>
                  <p:spPr>
                    <a:xfrm flipV="1">
                      <a:off x="7056046" y="2831000"/>
                      <a:ext cx="86557"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4" name="Straight Connector 1293">
                      <a:extLst>
                        <a:ext uri="{FF2B5EF4-FFF2-40B4-BE49-F238E27FC236}">
                          <a16:creationId xmlns:a16="http://schemas.microsoft.com/office/drawing/2014/main" id="{23F8508F-E170-1C4A-8708-3A4BBA86171D}"/>
                        </a:ext>
                      </a:extLst>
                    </p:cNvPr>
                    <p:cNvCxnSpPr/>
                    <p:nvPr/>
                  </p:nvCxnSpPr>
                  <p:spPr>
                    <a:xfrm flipV="1">
                      <a:off x="6611325" y="2939091"/>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890" name="Group 1280">
                    <a:extLst>
                      <a:ext uri="{FF2B5EF4-FFF2-40B4-BE49-F238E27FC236}">
                        <a16:creationId xmlns:a16="http://schemas.microsoft.com/office/drawing/2014/main" id="{7E14BFEA-DEFA-514C-BE3C-87DDD4B0DF8C}"/>
                      </a:ext>
                    </a:extLst>
                  </p:cNvPr>
                  <p:cNvGrpSpPr>
                    <a:grpSpLocks/>
                  </p:cNvGrpSpPr>
                  <p:nvPr/>
                </p:nvGrpSpPr>
                <p:grpSpPr bwMode="auto">
                  <a:xfrm>
                    <a:off x="6397438" y="3532605"/>
                    <a:ext cx="559121" cy="92788"/>
                    <a:chOff x="6582044" y="2846082"/>
                    <a:chExt cx="559121" cy="92788"/>
                  </a:xfrm>
                </p:grpSpPr>
                <p:cxnSp>
                  <p:nvCxnSpPr>
                    <p:cNvPr id="1291" name="Straight Connector 1290">
                      <a:extLst>
                        <a:ext uri="{FF2B5EF4-FFF2-40B4-BE49-F238E27FC236}">
                          <a16:creationId xmlns:a16="http://schemas.microsoft.com/office/drawing/2014/main" id="{179B6BBC-72B3-0643-9FD7-B2EF382CD145}"/>
                        </a:ext>
                      </a:extLst>
                    </p:cNvPr>
                    <p:cNvCxnSpPr/>
                    <p:nvPr/>
                  </p:nvCxnSpPr>
                  <p:spPr>
                    <a:xfrm flipV="1">
                      <a:off x="7056525" y="2830930"/>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2" name="Straight Connector 1291">
                      <a:extLst>
                        <a:ext uri="{FF2B5EF4-FFF2-40B4-BE49-F238E27FC236}">
                          <a16:creationId xmlns:a16="http://schemas.microsoft.com/office/drawing/2014/main" id="{F72141A9-FD76-0E43-AF23-BC55DB5D9A5C}"/>
                        </a:ext>
                      </a:extLst>
                    </p:cNvPr>
                    <p:cNvCxnSpPr/>
                    <p:nvPr/>
                  </p:nvCxnSpPr>
                  <p:spPr>
                    <a:xfrm flipV="1">
                      <a:off x="6581958" y="2939021"/>
                      <a:ext cx="4805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891" name="Group 1281">
                    <a:extLst>
                      <a:ext uri="{FF2B5EF4-FFF2-40B4-BE49-F238E27FC236}">
                        <a16:creationId xmlns:a16="http://schemas.microsoft.com/office/drawing/2014/main" id="{663774E8-7ADA-AC46-887D-E93FC4C9B3E8}"/>
                      </a:ext>
                    </a:extLst>
                  </p:cNvPr>
                  <p:cNvGrpSpPr>
                    <a:grpSpLocks/>
                  </p:cNvGrpSpPr>
                  <p:nvPr/>
                </p:nvGrpSpPr>
                <p:grpSpPr bwMode="auto">
                  <a:xfrm>
                    <a:off x="6396958" y="3598469"/>
                    <a:ext cx="559121" cy="92788"/>
                    <a:chOff x="6582044" y="2846082"/>
                    <a:chExt cx="559121" cy="92788"/>
                  </a:xfrm>
                </p:grpSpPr>
                <p:cxnSp>
                  <p:nvCxnSpPr>
                    <p:cNvPr id="1289" name="Straight Connector 1288">
                      <a:extLst>
                        <a:ext uri="{FF2B5EF4-FFF2-40B4-BE49-F238E27FC236}">
                          <a16:creationId xmlns:a16="http://schemas.microsoft.com/office/drawing/2014/main" id="{ED3DD2B5-58E5-4246-9055-5851D79E595E}"/>
                        </a:ext>
                      </a:extLst>
                    </p:cNvPr>
                    <p:cNvCxnSpPr/>
                    <p:nvPr/>
                  </p:nvCxnSpPr>
                  <p:spPr>
                    <a:xfrm flipV="1">
                      <a:off x="7057005" y="2830861"/>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90" name="Straight Connector 1289">
                      <a:extLst>
                        <a:ext uri="{FF2B5EF4-FFF2-40B4-BE49-F238E27FC236}">
                          <a16:creationId xmlns:a16="http://schemas.microsoft.com/office/drawing/2014/main" id="{77F25AF1-2C9A-2343-92DE-E1E8780E3D26}"/>
                        </a:ext>
                      </a:extLst>
                    </p:cNvPr>
                    <p:cNvCxnSpPr/>
                    <p:nvPr/>
                  </p:nvCxnSpPr>
                  <p:spPr>
                    <a:xfrm flipV="1">
                      <a:off x="6582437" y="2938952"/>
                      <a:ext cx="4805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892" name="Group 1282">
                    <a:extLst>
                      <a:ext uri="{FF2B5EF4-FFF2-40B4-BE49-F238E27FC236}">
                        <a16:creationId xmlns:a16="http://schemas.microsoft.com/office/drawing/2014/main" id="{48F39ABC-8BE5-5141-BC8F-269F8A35B5E3}"/>
                      </a:ext>
                    </a:extLst>
                  </p:cNvPr>
                  <p:cNvGrpSpPr>
                    <a:grpSpLocks/>
                  </p:cNvGrpSpPr>
                  <p:nvPr/>
                </p:nvGrpSpPr>
                <p:grpSpPr bwMode="auto">
                  <a:xfrm>
                    <a:off x="6396478" y="3664333"/>
                    <a:ext cx="559121" cy="92788"/>
                    <a:chOff x="6582044" y="2846082"/>
                    <a:chExt cx="559121" cy="92788"/>
                  </a:xfrm>
                </p:grpSpPr>
                <p:cxnSp>
                  <p:nvCxnSpPr>
                    <p:cNvPr id="1287" name="Straight Connector 1286">
                      <a:extLst>
                        <a:ext uri="{FF2B5EF4-FFF2-40B4-BE49-F238E27FC236}">
                          <a16:creationId xmlns:a16="http://schemas.microsoft.com/office/drawing/2014/main" id="{D302BAFA-D2E0-7442-91B1-0D2397EE1502}"/>
                        </a:ext>
                      </a:extLst>
                    </p:cNvPr>
                    <p:cNvCxnSpPr/>
                    <p:nvPr/>
                  </p:nvCxnSpPr>
                  <p:spPr>
                    <a:xfrm flipV="1">
                      <a:off x="7027639" y="2846456"/>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8" name="Straight Connector 1287">
                      <a:extLst>
                        <a:ext uri="{FF2B5EF4-FFF2-40B4-BE49-F238E27FC236}">
                          <a16:creationId xmlns:a16="http://schemas.microsoft.com/office/drawing/2014/main" id="{51DC7869-9CB7-7343-AAE0-BB2D59882C39}"/>
                        </a:ext>
                      </a:extLst>
                    </p:cNvPr>
                    <p:cNvCxnSpPr/>
                    <p:nvPr/>
                  </p:nvCxnSpPr>
                  <p:spPr>
                    <a:xfrm flipV="1">
                      <a:off x="6582918" y="2938882"/>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893" name="Group 1283">
                    <a:extLst>
                      <a:ext uri="{FF2B5EF4-FFF2-40B4-BE49-F238E27FC236}">
                        <a16:creationId xmlns:a16="http://schemas.microsoft.com/office/drawing/2014/main" id="{FFA3BC55-6F38-8441-B50D-D2B20408F88E}"/>
                      </a:ext>
                    </a:extLst>
                  </p:cNvPr>
                  <p:cNvGrpSpPr>
                    <a:grpSpLocks/>
                  </p:cNvGrpSpPr>
                  <p:nvPr/>
                </p:nvGrpSpPr>
                <p:grpSpPr bwMode="auto">
                  <a:xfrm>
                    <a:off x="6395998" y="3730197"/>
                    <a:ext cx="559121" cy="92788"/>
                    <a:chOff x="6582044" y="2846082"/>
                    <a:chExt cx="559121" cy="92788"/>
                  </a:xfrm>
                </p:grpSpPr>
                <p:cxnSp>
                  <p:nvCxnSpPr>
                    <p:cNvPr id="1285" name="Straight Connector 1284">
                      <a:extLst>
                        <a:ext uri="{FF2B5EF4-FFF2-40B4-BE49-F238E27FC236}">
                          <a16:creationId xmlns:a16="http://schemas.microsoft.com/office/drawing/2014/main" id="{874EE653-AECC-DB43-B692-592D2121E684}"/>
                        </a:ext>
                      </a:extLst>
                    </p:cNvPr>
                    <p:cNvCxnSpPr/>
                    <p:nvPr/>
                  </p:nvCxnSpPr>
                  <p:spPr>
                    <a:xfrm flipV="1">
                      <a:off x="7028118" y="2846387"/>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86" name="Straight Connector 1285">
                      <a:extLst>
                        <a:ext uri="{FF2B5EF4-FFF2-40B4-BE49-F238E27FC236}">
                          <a16:creationId xmlns:a16="http://schemas.microsoft.com/office/drawing/2014/main" id="{9FF21E43-6144-DC47-A2AD-24058351BAF3}"/>
                        </a:ext>
                      </a:extLst>
                    </p:cNvPr>
                    <p:cNvCxnSpPr/>
                    <p:nvPr/>
                  </p:nvCxnSpPr>
                  <p:spPr>
                    <a:xfrm flipV="1">
                      <a:off x="6583398" y="2938813"/>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29857" name="Group 1247">
                  <a:extLst>
                    <a:ext uri="{FF2B5EF4-FFF2-40B4-BE49-F238E27FC236}">
                      <a16:creationId xmlns:a16="http://schemas.microsoft.com/office/drawing/2014/main" id="{80F58752-6606-0747-B62E-8741F345C6F6}"/>
                    </a:ext>
                  </a:extLst>
                </p:cNvPr>
                <p:cNvGrpSpPr>
                  <a:grpSpLocks/>
                </p:cNvGrpSpPr>
                <p:nvPr/>
              </p:nvGrpSpPr>
              <p:grpSpPr bwMode="auto">
                <a:xfrm>
                  <a:off x="6280049" y="2055335"/>
                  <a:ext cx="731610" cy="920732"/>
                  <a:chOff x="6280049" y="2055335"/>
                  <a:chExt cx="731610" cy="920732"/>
                </a:xfrm>
              </p:grpSpPr>
              <p:grpSp>
                <p:nvGrpSpPr>
                  <p:cNvPr id="229858" name="Group 1248">
                    <a:extLst>
                      <a:ext uri="{FF2B5EF4-FFF2-40B4-BE49-F238E27FC236}">
                        <a16:creationId xmlns:a16="http://schemas.microsoft.com/office/drawing/2014/main" id="{142E3E2F-D51E-634D-B5B1-60EA7340A49A}"/>
                      </a:ext>
                    </a:extLst>
                  </p:cNvPr>
                  <p:cNvGrpSpPr>
                    <a:grpSpLocks/>
                  </p:cNvGrpSpPr>
                  <p:nvPr/>
                </p:nvGrpSpPr>
                <p:grpSpPr bwMode="auto">
                  <a:xfrm>
                    <a:off x="6280049" y="2055335"/>
                    <a:ext cx="680752" cy="139401"/>
                    <a:chOff x="5414286" y="2921098"/>
                    <a:chExt cx="680752" cy="139401"/>
                  </a:xfrm>
                </p:grpSpPr>
                <p:sp>
                  <p:nvSpPr>
                    <p:cNvPr id="1263" name="Rectangle 188">
                      <a:extLst>
                        <a:ext uri="{FF2B5EF4-FFF2-40B4-BE49-F238E27FC236}">
                          <a16:creationId xmlns:a16="http://schemas.microsoft.com/office/drawing/2014/main" id="{CFC41ED3-6FC0-7641-B17A-39DAA2CC7901}"/>
                        </a:ext>
                      </a:extLst>
                    </p:cNvPr>
                    <p:cNvSpPr>
                      <a:spLocks noChangeArrowheads="1"/>
                    </p:cNvSpPr>
                    <p:nvPr/>
                  </p:nvSpPr>
                  <p:spPr bwMode="auto">
                    <a:xfrm>
                      <a:off x="5450086" y="2995546"/>
                      <a:ext cx="516753" cy="64228"/>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64" name="AutoShape 189">
                      <a:extLst>
                        <a:ext uri="{FF2B5EF4-FFF2-40B4-BE49-F238E27FC236}">
                          <a16:creationId xmlns:a16="http://schemas.microsoft.com/office/drawing/2014/main" id="{6255E5CB-920D-2546-8CBC-DF01E5B3AC4B}"/>
                        </a:ext>
                      </a:extLst>
                    </p:cNvPr>
                    <p:cNvSpPr>
                      <a:spLocks noChangeArrowheads="1"/>
                    </p:cNvSpPr>
                    <p:nvPr/>
                  </p:nvSpPr>
                  <p:spPr bwMode="auto">
                    <a:xfrm>
                      <a:off x="5450086" y="2920353"/>
                      <a:ext cx="642251"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65" name="Freeform 190">
                      <a:extLst>
                        <a:ext uri="{FF2B5EF4-FFF2-40B4-BE49-F238E27FC236}">
                          <a16:creationId xmlns:a16="http://schemas.microsoft.com/office/drawing/2014/main" id="{2EE7E43C-9B39-234B-AD0F-D9A7086C8AAA}"/>
                        </a:ext>
                      </a:extLst>
                    </p:cNvPr>
                    <p:cNvSpPr>
                      <a:spLocks/>
                    </p:cNvSpPr>
                    <p:nvPr/>
                  </p:nvSpPr>
                  <p:spPr bwMode="auto">
                    <a:xfrm>
                      <a:off x="5970529" y="2921920"/>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66" name="Freeform 191">
                      <a:extLst>
                        <a:ext uri="{FF2B5EF4-FFF2-40B4-BE49-F238E27FC236}">
                          <a16:creationId xmlns:a16="http://schemas.microsoft.com/office/drawing/2014/main" id="{D6DF2433-46B5-5942-8FCB-D55E42136AFF}"/>
                        </a:ext>
                      </a:extLst>
                    </p:cNvPr>
                    <p:cNvSpPr>
                      <a:spLocks/>
                    </p:cNvSpPr>
                    <p:nvPr/>
                  </p:nvSpPr>
                  <p:spPr bwMode="auto">
                    <a:xfrm>
                      <a:off x="5534980" y="2936018"/>
                      <a:ext cx="490917" cy="4543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67" name="Freeform 192">
                      <a:extLst>
                        <a:ext uri="{FF2B5EF4-FFF2-40B4-BE49-F238E27FC236}">
                          <a16:creationId xmlns:a16="http://schemas.microsoft.com/office/drawing/2014/main" id="{10B4EEF3-9444-9440-8557-4D0A127C122E}"/>
                        </a:ext>
                      </a:extLst>
                    </p:cNvPr>
                    <p:cNvSpPr>
                      <a:spLocks/>
                    </p:cNvSpPr>
                    <p:nvPr/>
                  </p:nvSpPr>
                  <p:spPr bwMode="auto">
                    <a:xfrm>
                      <a:off x="5656787" y="2932885"/>
                      <a:ext cx="269449"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250" name="Straight Connector 1249">
                    <a:extLst>
                      <a:ext uri="{FF2B5EF4-FFF2-40B4-BE49-F238E27FC236}">
                        <a16:creationId xmlns:a16="http://schemas.microsoft.com/office/drawing/2014/main" id="{4354A9B6-739E-3542-89E5-4F79DE68FFD5}"/>
                      </a:ext>
                    </a:extLst>
                  </p:cNvPr>
                  <p:cNvCxnSpPr/>
                  <p:nvPr/>
                </p:nvCxnSpPr>
                <p:spPr>
                  <a:xfrm flipH="1">
                    <a:off x="6998701" y="2125084"/>
                    <a:ext cx="11074" cy="844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1" name="Straight Connector 1250">
                    <a:extLst>
                      <a:ext uri="{FF2B5EF4-FFF2-40B4-BE49-F238E27FC236}">
                        <a16:creationId xmlns:a16="http://schemas.microsoft.com/office/drawing/2014/main" id="{779C8643-AB35-C940-B609-355855EB2089}"/>
                      </a:ext>
                    </a:extLst>
                  </p:cNvPr>
                  <p:cNvCxnSpPr/>
                  <p:nvPr/>
                </p:nvCxnSpPr>
                <p:spPr>
                  <a:xfrm>
                    <a:off x="6910115" y="2303669"/>
                    <a:ext cx="1033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2" name="Straight Connector 1251">
                    <a:extLst>
                      <a:ext uri="{FF2B5EF4-FFF2-40B4-BE49-F238E27FC236}">
                        <a16:creationId xmlns:a16="http://schemas.microsoft.com/office/drawing/2014/main" id="{0E11980D-93F4-6549-B4D7-4362F440ECE4}"/>
                      </a:ext>
                    </a:extLst>
                  </p:cNvPr>
                  <p:cNvCxnSpPr/>
                  <p:nvPr/>
                </p:nvCxnSpPr>
                <p:spPr>
                  <a:xfrm>
                    <a:off x="6906425" y="2367896"/>
                    <a:ext cx="1033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3" name="Straight Connector 1252">
                    <a:extLst>
                      <a:ext uri="{FF2B5EF4-FFF2-40B4-BE49-F238E27FC236}">
                        <a16:creationId xmlns:a16="http://schemas.microsoft.com/office/drawing/2014/main" id="{7A6E54BE-CA91-CC4C-8DCF-083F35C82BE5}"/>
                      </a:ext>
                    </a:extLst>
                  </p:cNvPr>
                  <p:cNvCxnSpPr/>
                  <p:nvPr/>
                </p:nvCxnSpPr>
                <p:spPr>
                  <a:xfrm>
                    <a:off x="6906425" y="2444657"/>
                    <a:ext cx="1033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4" name="Straight Connector 1253">
                    <a:extLst>
                      <a:ext uri="{FF2B5EF4-FFF2-40B4-BE49-F238E27FC236}">
                        <a16:creationId xmlns:a16="http://schemas.microsoft.com/office/drawing/2014/main" id="{9DCEDFA4-673A-1245-8DA0-B3455E55E7DA}"/>
                      </a:ext>
                    </a:extLst>
                  </p:cNvPr>
                  <p:cNvCxnSpPr/>
                  <p:nvPr/>
                </p:nvCxnSpPr>
                <p:spPr>
                  <a:xfrm>
                    <a:off x="6902733" y="2508884"/>
                    <a:ext cx="1033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5" name="Straight Connector 1254">
                    <a:extLst>
                      <a:ext uri="{FF2B5EF4-FFF2-40B4-BE49-F238E27FC236}">
                        <a16:creationId xmlns:a16="http://schemas.microsoft.com/office/drawing/2014/main" id="{48246446-FC75-C440-8CDD-6455C159AC01}"/>
                      </a:ext>
                    </a:extLst>
                  </p:cNvPr>
                  <p:cNvCxnSpPr/>
                  <p:nvPr/>
                </p:nvCxnSpPr>
                <p:spPr>
                  <a:xfrm>
                    <a:off x="6899043" y="2569979"/>
                    <a:ext cx="10704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6" name="Straight Connector 1255">
                    <a:extLst>
                      <a:ext uri="{FF2B5EF4-FFF2-40B4-BE49-F238E27FC236}">
                        <a16:creationId xmlns:a16="http://schemas.microsoft.com/office/drawing/2014/main" id="{9E555AA2-02DB-C44C-BE92-6CF66CB0CE8E}"/>
                      </a:ext>
                    </a:extLst>
                  </p:cNvPr>
                  <p:cNvCxnSpPr/>
                  <p:nvPr/>
                </p:nvCxnSpPr>
                <p:spPr>
                  <a:xfrm>
                    <a:off x="6899043" y="2637340"/>
                    <a:ext cx="1033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7" name="Straight Connector 1256">
                    <a:extLst>
                      <a:ext uri="{FF2B5EF4-FFF2-40B4-BE49-F238E27FC236}">
                        <a16:creationId xmlns:a16="http://schemas.microsoft.com/office/drawing/2014/main" id="{D62AE889-A1CB-2E40-AB39-5933ED5BE751}"/>
                      </a:ext>
                    </a:extLst>
                  </p:cNvPr>
                  <p:cNvCxnSpPr/>
                  <p:nvPr/>
                </p:nvCxnSpPr>
                <p:spPr>
                  <a:xfrm>
                    <a:off x="6895350" y="2706267"/>
                    <a:ext cx="1033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8" name="Straight Connector 1257">
                    <a:extLst>
                      <a:ext uri="{FF2B5EF4-FFF2-40B4-BE49-F238E27FC236}">
                        <a16:creationId xmlns:a16="http://schemas.microsoft.com/office/drawing/2014/main" id="{B646CA38-C5C3-A24C-B20A-AB3EE32C997B}"/>
                      </a:ext>
                    </a:extLst>
                  </p:cNvPr>
                  <p:cNvCxnSpPr/>
                  <p:nvPr/>
                </p:nvCxnSpPr>
                <p:spPr>
                  <a:xfrm>
                    <a:off x="6902733" y="2775195"/>
                    <a:ext cx="1033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59" name="Straight Connector 1258">
                    <a:extLst>
                      <a:ext uri="{FF2B5EF4-FFF2-40B4-BE49-F238E27FC236}">
                        <a16:creationId xmlns:a16="http://schemas.microsoft.com/office/drawing/2014/main" id="{6FD53EA9-2B4A-474A-8268-E4DF0FE2622E}"/>
                      </a:ext>
                    </a:extLst>
                  </p:cNvPr>
                  <p:cNvCxnSpPr/>
                  <p:nvPr/>
                </p:nvCxnSpPr>
                <p:spPr>
                  <a:xfrm>
                    <a:off x="6906425" y="2842556"/>
                    <a:ext cx="1033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0" name="Straight Connector 1259">
                    <a:extLst>
                      <a:ext uri="{FF2B5EF4-FFF2-40B4-BE49-F238E27FC236}">
                        <a16:creationId xmlns:a16="http://schemas.microsoft.com/office/drawing/2014/main" id="{2527172A-397E-2A4C-AD76-A912A1A15C79}"/>
                      </a:ext>
                    </a:extLst>
                  </p:cNvPr>
                  <p:cNvCxnSpPr/>
                  <p:nvPr/>
                </p:nvCxnSpPr>
                <p:spPr>
                  <a:xfrm>
                    <a:off x="6906425" y="2911483"/>
                    <a:ext cx="1033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1" name="Straight Connector 1260">
                    <a:extLst>
                      <a:ext uri="{FF2B5EF4-FFF2-40B4-BE49-F238E27FC236}">
                        <a16:creationId xmlns:a16="http://schemas.microsoft.com/office/drawing/2014/main" id="{A09CBD5D-78C1-7A43-B145-F68989C4BB85}"/>
                      </a:ext>
                    </a:extLst>
                  </p:cNvPr>
                  <p:cNvCxnSpPr/>
                  <p:nvPr/>
                </p:nvCxnSpPr>
                <p:spPr>
                  <a:xfrm>
                    <a:off x="6910115" y="2975711"/>
                    <a:ext cx="103351"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62" name="Straight Connector 1261">
                    <a:extLst>
                      <a:ext uri="{FF2B5EF4-FFF2-40B4-BE49-F238E27FC236}">
                        <a16:creationId xmlns:a16="http://schemas.microsoft.com/office/drawing/2014/main" id="{3155F207-32B3-2643-AAF8-79402D4B834B}"/>
                      </a:ext>
                    </a:extLst>
                  </p:cNvPr>
                  <p:cNvCxnSpPr/>
                  <p:nvPr/>
                </p:nvCxnSpPr>
                <p:spPr>
                  <a:xfrm flipH="1">
                    <a:off x="6910115" y="2131351"/>
                    <a:ext cx="103351"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29679" name="Group 1069">
                <a:extLst>
                  <a:ext uri="{FF2B5EF4-FFF2-40B4-BE49-F238E27FC236}">
                    <a16:creationId xmlns:a16="http://schemas.microsoft.com/office/drawing/2014/main" id="{87CB42E2-AFCD-BF49-AEA5-F4ECF2372A26}"/>
                  </a:ext>
                </a:extLst>
              </p:cNvPr>
              <p:cNvGrpSpPr>
                <a:grpSpLocks/>
              </p:cNvGrpSpPr>
              <p:nvPr/>
            </p:nvGrpSpPr>
            <p:grpSpPr bwMode="auto">
              <a:xfrm>
                <a:off x="1301655" y="4876798"/>
                <a:ext cx="331695" cy="1030941"/>
                <a:chOff x="6240352" y="2055335"/>
                <a:chExt cx="771307" cy="1017716"/>
              </a:xfrm>
            </p:grpSpPr>
            <p:grpSp>
              <p:nvGrpSpPr>
                <p:cNvPr id="229798" name="Group 1188">
                  <a:extLst>
                    <a:ext uri="{FF2B5EF4-FFF2-40B4-BE49-F238E27FC236}">
                      <a16:creationId xmlns:a16="http://schemas.microsoft.com/office/drawing/2014/main" id="{4C7E52F0-03ED-2340-84C1-D606AE42BFFC}"/>
                    </a:ext>
                  </a:extLst>
                </p:cNvPr>
                <p:cNvGrpSpPr>
                  <a:grpSpLocks/>
                </p:cNvGrpSpPr>
                <p:nvPr/>
              </p:nvGrpSpPr>
              <p:grpSpPr bwMode="auto">
                <a:xfrm>
                  <a:off x="6240352" y="2235573"/>
                  <a:ext cx="697981" cy="837478"/>
                  <a:chOff x="6395998" y="3062424"/>
                  <a:chExt cx="564403" cy="837478"/>
                </a:xfrm>
              </p:grpSpPr>
              <p:sp>
                <p:nvSpPr>
                  <p:cNvPr id="1210" name="Rectangle 1209">
                    <a:extLst>
                      <a:ext uri="{FF2B5EF4-FFF2-40B4-BE49-F238E27FC236}">
                        <a16:creationId xmlns:a16="http://schemas.microsoft.com/office/drawing/2014/main" id="{41C06BF4-9507-CE42-80BA-3F9707D0E615}"/>
                      </a:ext>
                    </a:extLst>
                  </p:cNvPr>
                  <p:cNvSpPr/>
                  <p:nvPr/>
                </p:nvSpPr>
                <p:spPr>
                  <a:xfrm>
                    <a:off x="6538083" y="3047496"/>
                    <a:ext cx="447707" cy="75663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211" name="Straight Connector 1210">
                    <a:extLst>
                      <a:ext uri="{FF2B5EF4-FFF2-40B4-BE49-F238E27FC236}">
                        <a16:creationId xmlns:a16="http://schemas.microsoft.com/office/drawing/2014/main" id="{0794BAC2-CA76-4F4B-BFA6-41B440DE6C25}"/>
                      </a:ext>
                    </a:extLst>
                  </p:cNvPr>
                  <p:cNvCxnSpPr/>
                  <p:nvPr/>
                </p:nvCxnSpPr>
                <p:spPr>
                  <a:xfrm flipV="1">
                    <a:off x="6875355" y="3047496"/>
                    <a:ext cx="113419" cy="1065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12" name="Rectangle 1211">
                    <a:extLst>
                      <a:ext uri="{FF2B5EF4-FFF2-40B4-BE49-F238E27FC236}">
                        <a16:creationId xmlns:a16="http://schemas.microsoft.com/office/drawing/2014/main" id="{23454D3D-7FB2-A64F-85B6-A8A0098AEFBA}"/>
                      </a:ext>
                    </a:extLst>
                  </p:cNvPr>
                  <p:cNvSpPr/>
                  <p:nvPr/>
                </p:nvSpPr>
                <p:spPr>
                  <a:xfrm>
                    <a:off x="6505251" y="3056895"/>
                    <a:ext cx="131327" cy="1300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213" name="Straight Connector 1212">
                    <a:extLst>
                      <a:ext uri="{FF2B5EF4-FFF2-40B4-BE49-F238E27FC236}">
                        <a16:creationId xmlns:a16="http://schemas.microsoft.com/office/drawing/2014/main" id="{45F046EC-82AA-2C45-9E9F-3754C207ADBC}"/>
                      </a:ext>
                    </a:extLst>
                  </p:cNvPr>
                  <p:cNvCxnSpPr/>
                  <p:nvPr/>
                </p:nvCxnSpPr>
                <p:spPr>
                  <a:xfrm flipV="1">
                    <a:off x="6424664" y="3047496"/>
                    <a:ext cx="113419" cy="1065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214" name="Rectangle 1213">
                    <a:extLst>
                      <a:ext uri="{FF2B5EF4-FFF2-40B4-BE49-F238E27FC236}">
                        <a16:creationId xmlns:a16="http://schemas.microsoft.com/office/drawing/2014/main" id="{4EC2F9E5-B43D-6A4D-ABC1-2495B84EB4EB}"/>
                      </a:ext>
                    </a:extLst>
                  </p:cNvPr>
                  <p:cNvSpPr/>
                  <p:nvPr/>
                </p:nvSpPr>
                <p:spPr>
                  <a:xfrm>
                    <a:off x="6845508" y="3702306"/>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215" name="Rectangle 1214">
                    <a:extLst>
                      <a:ext uri="{FF2B5EF4-FFF2-40B4-BE49-F238E27FC236}">
                        <a16:creationId xmlns:a16="http://schemas.microsoft.com/office/drawing/2014/main" id="{0BC29892-00B7-1744-87A1-29DC4E0724EB}"/>
                      </a:ext>
                    </a:extLst>
                  </p:cNvPr>
                  <p:cNvSpPr/>
                  <p:nvPr/>
                </p:nvSpPr>
                <p:spPr>
                  <a:xfrm>
                    <a:off x="6433618" y="3157153"/>
                    <a:ext cx="444723" cy="74253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216" name="Straight Connector 1215">
                    <a:extLst>
                      <a:ext uri="{FF2B5EF4-FFF2-40B4-BE49-F238E27FC236}">
                        <a16:creationId xmlns:a16="http://schemas.microsoft.com/office/drawing/2014/main" id="{975015C3-5ECA-4542-812E-9E7F768C3D96}"/>
                      </a:ext>
                    </a:extLst>
                  </p:cNvPr>
                  <p:cNvCxnSpPr/>
                  <p:nvPr/>
                </p:nvCxnSpPr>
                <p:spPr>
                  <a:xfrm flipV="1">
                    <a:off x="6875355" y="3804131"/>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9826" name="Group 1216">
                    <a:extLst>
                      <a:ext uri="{FF2B5EF4-FFF2-40B4-BE49-F238E27FC236}">
                        <a16:creationId xmlns:a16="http://schemas.microsoft.com/office/drawing/2014/main" id="{F30255B8-0C23-774C-A9A1-5AFC12C35B8D}"/>
                      </a:ext>
                    </a:extLst>
                  </p:cNvPr>
                  <p:cNvGrpSpPr>
                    <a:grpSpLocks/>
                  </p:cNvGrpSpPr>
                  <p:nvPr/>
                </p:nvGrpSpPr>
                <p:grpSpPr bwMode="auto">
                  <a:xfrm>
                    <a:off x="6400318" y="3137421"/>
                    <a:ext cx="559121" cy="92788"/>
                    <a:chOff x="6582044" y="2846082"/>
                    <a:chExt cx="559121" cy="92788"/>
                  </a:xfrm>
                </p:grpSpPr>
                <p:cxnSp>
                  <p:nvCxnSpPr>
                    <p:cNvPr id="1245" name="Straight Connector 1244">
                      <a:extLst>
                        <a:ext uri="{FF2B5EF4-FFF2-40B4-BE49-F238E27FC236}">
                          <a16:creationId xmlns:a16="http://schemas.microsoft.com/office/drawing/2014/main" id="{AF21716A-261B-B049-8372-4677943F0B84}"/>
                        </a:ext>
                      </a:extLst>
                    </p:cNvPr>
                    <p:cNvCxnSpPr/>
                    <p:nvPr/>
                  </p:nvCxnSpPr>
                  <p:spPr>
                    <a:xfrm flipV="1">
                      <a:off x="7057080" y="2845449"/>
                      <a:ext cx="113419"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6" name="Straight Connector 1245">
                      <a:extLst>
                        <a:ext uri="{FF2B5EF4-FFF2-40B4-BE49-F238E27FC236}">
                          <a16:creationId xmlns:a16="http://schemas.microsoft.com/office/drawing/2014/main" id="{7983BB7C-7A34-AC46-A0B2-863538B80EA7}"/>
                        </a:ext>
                      </a:extLst>
                    </p:cNvPr>
                    <p:cNvCxnSpPr/>
                    <p:nvPr/>
                  </p:nvCxnSpPr>
                  <p:spPr>
                    <a:xfrm flipV="1">
                      <a:off x="6582512" y="2923776"/>
                      <a:ext cx="4805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827" name="Group 1217">
                    <a:extLst>
                      <a:ext uri="{FF2B5EF4-FFF2-40B4-BE49-F238E27FC236}">
                        <a16:creationId xmlns:a16="http://schemas.microsoft.com/office/drawing/2014/main" id="{7CD7AA8E-E1F3-8F4E-9B54-2C511474F606}"/>
                      </a:ext>
                    </a:extLst>
                  </p:cNvPr>
                  <p:cNvGrpSpPr>
                    <a:grpSpLocks/>
                  </p:cNvGrpSpPr>
                  <p:nvPr/>
                </p:nvGrpSpPr>
                <p:grpSpPr bwMode="auto">
                  <a:xfrm>
                    <a:off x="6399838" y="3203285"/>
                    <a:ext cx="559121" cy="92788"/>
                    <a:chOff x="6582044" y="2846082"/>
                    <a:chExt cx="559121" cy="92788"/>
                  </a:xfrm>
                </p:grpSpPr>
                <p:cxnSp>
                  <p:nvCxnSpPr>
                    <p:cNvPr id="1243" name="Straight Connector 1242">
                      <a:extLst>
                        <a:ext uri="{FF2B5EF4-FFF2-40B4-BE49-F238E27FC236}">
                          <a16:creationId xmlns:a16="http://schemas.microsoft.com/office/drawing/2014/main" id="{83BF2911-E56B-2740-A68F-BC85E973BDE5}"/>
                        </a:ext>
                      </a:extLst>
                    </p:cNvPr>
                    <p:cNvCxnSpPr/>
                    <p:nvPr/>
                  </p:nvCxnSpPr>
                  <p:spPr>
                    <a:xfrm flipV="1">
                      <a:off x="7057561" y="2845380"/>
                      <a:ext cx="113419"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4" name="Straight Connector 1243">
                      <a:extLst>
                        <a:ext uri="{FF2B5EF4-FFF2-40B4-BE49-F238E27FC236}">
                          <a16:creationId xmlns:a16="http://schemas.microsoft.com/office/drawing/2014/main" id="{D634D79D-4745-914A-8DD7-4251BD77446E}"/>
                        </a:ext>
                      </a:extLst>
                    </p:cNvPr>
                    <p:cNvCxnSpPr/>
                    <p:nvPr/>
                  </p:nvCxnSpPr>
                  <p:spPr>
                    <a:xfrm flipV="1">
                      <a:off x="6582993" y="2923707"/>
                      <a:ext cx="4805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828" name="Group 1218">
                    <a:extLst>
                      <a:ext uri="{FF2B5EF4-FFF2-40B4-BE49-F238E27FC236}">
                        <a16:creationId xmlns:a16="http://schemas.microsoft.com/office/drawing/2014/main" id="{973AA1C7-6808-1340-99FE-B16F8D477F99}"/>
                      </a:ext>
                    </a:extLst>
                  </p:cNvPr>
                  <p:cNvGrpSpPr>
                    <a:grpSpLocks/>
                  </p:cNvGrpSpPr>
                  <p:nvPr/>
                </p:nvGrpSpPr>
                <p:grpSpPr bwMode="auto">
                  <a:xfrm>
                    <a:off x="6399358" y="3269149"/>
                    <a:ext cx="559121" cy="92788"/>
                    <a:chOff x="6582044" y="2846082"/>
                    <a:chExt cx="559121" cy="92788"/>
                  </a:xfrm>
                </p:grpSpPr>
                <p:cxnSp>
                  <p:nvCxnSpPr>
                    <p:cNvPr id="1241" name="Straight Connector 1240">
                      <a:extLst>
                        <a:ext uri="{FF2B5EF4-FFF2-40B4-BE49-F238E27FC236}">
                          <a16:creationId xmlns:a16="http://schemas.microsoft.com/office/drawing/2014/main" id="{7F4C02F7-F2EE-9D49-AD6C-C622846AC6C2}"/>
                        </a:ext>
                      </a:extLst>
                    </p:cNvPr>
                    <p:cNvCxnSpPr/>
                    <p:nvPr/>
                  </p:nvCxnSpPr>
                  <p:spPr>
                    <a:xfrm flipV="1">
                      <a:off x="7028194" y="2845310"/>
                      <a:ext cx="113419"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2" name="Straight Connector 1241">
                      <a:extLst>
                        <a:ext uri="{FF2B5EF4-FFF2-40B4-BE49-F238E27FC236}">
                          <a16:creationId xmlns:a16="http://schemas.microsoft.com/office/drawing/2014/main" id="{24B71A42-DC42-5849-837B-6D926FD87582}"/>
                        </a:ext>
                      </a:extLst>
                    </p:cNvPr>
                    <p:cNvCxnSpPr/>
                    <p:nvPr/>
                  </p:nvCxnSpPr>
                  <p:spPr>
                    <a:xfrm flipV="1">
                      <a:off x="6583473" y="2923637"/>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829" name="Group 1219">
                    <a:extLst>
                      <a:ext uri="{FF2B5EF4-FFF2-40B4-BE49-F238E27FC236}">
                        <a16:creationId xmlns:a16="http://schemas.microsoft.com/office/drawing/2014/main" id="{D2BD7FED-92E1-624E-87CF-46701721C0FB}"/>
                      </a:ext>
                    </a:extLst>
                  </p:cNvPr>
                  <p:cNvGrpSpPr>
                    <a:grpSpLocks/>
                  </p:cNvGrpSpPr>
                  <p:nvPr/>
                </p:nvGrpSpPr>
                <p:grpSpPr bwMode="auto">
                  <a:xfrm>
                    <a:off x="6398878" y="3335013"/>
                    <a:ext cx="559121" cy="92788"/>
                    <a:chOff x="6582044" y="2846082"/>
                    <a:chExt cx="559121" cy="92788"/>
                  </a:xfrm>
                </p:grpSpPr>
                <p:cxnSp>
                  <p:nvCxnSpPr>
                    <p:cNvPr id="1239" name="Straight Connector 1238">
                      <a:extLst>
                        <a:ext uri="{FF2B5EF4-FFF2-40B4-BE49-F238E27FC236}">
                          <a16:creationId xmlns:a16="http://schemas.microsoft.com/office/drawing/2014/main" id="{8B76F187-BE60-9148-B3FD-9901D29766E9}"/>
                        </a:ext>
                      </a:extLst>
                    </p:cNvPr>
                    <p:cNvCxnSpPr/>
                    <p:nvPr/>
                  </p:nvCxnSpPr>
                  <p:spPr>
                    <a:xfrm flipV="1">
                      <a:off x="7028673" y="2831141"/>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40" name="Straight Connector 1239">
                      <a:extLst>
                        <a:ext uri="{FF2B5EF4-FFF2-40B4-BE49-F238E27FC236}">
                          <a16:creationId xmlns:a16="http://schemas.microsoft.com/office/drawing/2014/main" id="{0247CA3B-4855-6244-940E-E4C9243A7DB9}"/>
                        </a:ext>
                      </a:extLst>
                    </p:cNvPr>
                    <p:cNvCxnSpPr/>
                    <p:nvPr/>
                  </p:nvCxnSpPr>
                  <p:spPr>
                    <a:xfrm flipV="1">
                      <a:off x="6610814" y="2923567"/>
                      <a:ext cx="42382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830" name="Group 1220">
                    <a:extLst>
                      <a:ext uri="{FF2B5EF4-FFF2-40B4-BE49-F238E27FC236}">
                        <a16:creationId xmlns:a16="http://schemas.microsoft.com/office/drawing/2014/main" id="{170540A5-6480-FA4F-960F-8ED39BDE6FB9}"/>
                      </a:ext>
                    </a:extLst>
                  </p:cNvPr>
                  <p:cNvGrpSpPr>
                    <a:grpSpLocks/>
                  </p:cNvGrpSpPr>
                  <p:nvPr/>
                </p:nvGrpSpPr>
                <p:grpSpPr bwMode="auto">
                  <a:xfrm>
                    <a:off x="6398398" y="3400877"/>
                    <a:ext cx="559121" cy="92788"/>
                    <a:chOff x="6582044" y="2846082"/>
                    <a:chExt cx="559121" cy="92788"/>
                  </a:xfrm>
                </p:grpSpPr>
                <p:cxnSp>
                  <p:nvCxnSpPr>
                    <p:cNvPr id="1237" name="Straight Connector 1236">
                      <a:extLst>
                        <a:ext uri="{FF2B5EF4-FFF2-40B4-BE49-F238E27FC236}">
                          <a16:creationId xmlns:a16="http://schemas.microsoft.com/office/drawing/2014/main" id="{3B2FF41E-A244-C343-9CF9-A619D5550647}"/>
                        </a:ext>
                      </a:extLst>
                    </p:cNvPr>
                    <p:cNvCxnSpPr/>
                    <p:nvPr/>
                  </p:nvCxnSpPr>
                  <p:spPr>
                    <a:xfrm flipV="1">
                      <a:off x="7056016" y="2831072"/>
                      <a:ext cx="86556"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8" name="Straight Connector 1237">
                      <a:extLst>
                        <a:ext uri="{FF2B5EF4-FFF2-40B4-BE49-F238E27FC236}">
                          <a16:creationId xmlns:a16="http://schemas.microsoft.com/office/drawing/2014/main" id="{FD71BB0D-0767-CA45-9F73-94FDFE88CB95}"/>
                        </a:ext>
                      </a:extLst>
                    </p:cNvPr>
                    <p:cNvCxnSpPr/>
                    <p:nvPr/>
                  </p:nvCxnSpPr>
                  <p:spPr>
                    <a:xfrm flipV="1">
                      <a:off x="6611293" y="2923498"/>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831" name="Group 1221">
                    <a:extLst>
                      <a:ext uri="{FF2B5EF4-FFF2-40B4-BE49-F238E27FC236}">
                        <a16:creationId xmlns:a16="http://schemas.microsoft.com/office/drawing/2014/main" id="{A6D964F9-495C-4241-ABCD-3B899A957153}"/>
                      </a:ext>
                    </a:extLst>
                  </p:cNvPr>
                  <p:cNvGrpSpPr>
                    <a:grpSpLocks/>
                  </p:cNvGrpSpPr>
                  <p:nvPr/>
                </p:nvGrpSpPr>
                <p:grpSpPr bwMode="auto">
                  <a:xfrm>
                    <a:off x="6397918" y="3466741"/>
                    <a:ext cx="559121" cy="92788"/>
                    <a:chOff x="6582044" y="2846082"/>
                    <a:chExt cx="559121" cy="92788"/>
                  </a:xfrm>
                </p:grpSpPr>
                <p:cxnSp>
                  <p:nvCxnSpPr>
                    <p:cNvPr id="1235" name="Straight Connector 1234">
                      <a:extLst>
                        <a:ext uri="{FF2B5EF4-FFF2-40B4-BE49-F238E27FC236}">
                          <a16:creationId xmlns:a16="http://schemas.microsoft.com/office/drawing/2014/main" id="{0434847D-E876-534C-98A1-AF81F96DF19D}"/>
                        </a:ext>
                      </a:extLst>
                    </p:cNvPr>
                    <p:cNvCxnSpPr/>
                    <p:nvPr/>
                  </p:nvCxnSpPr>
                  <p:spPr>
                    <a:xfrm flipV="1">
                      <a:off x="7056497" y="2831002"/>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6" name="Straight Connector 1235">
                      <a:extLst>
                        <a:ext uri="{FF2B5EF4-FFF2-40B4-BE49-F238E27FC236}">
                          <a16:creationId xmlns:a16="http://schemas.microsoft.com/office/drawing/2014/main" id="{AB3DC26F-0FC0-744F-8A2A-65E0010979E7}"/>
                        </a:ext>
                      </a:extLst>
                    </p:cNvPr>
                    <p:cNvCxnSpPr/>
                    <p:nvPr/>
                  </p:nvCxnSpPr>
                  <p:spPr>
                    <a:xfrm flipV="1">
                      <a:off x="6611775" y="2939093"/>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832" name="Group 1222">
                    <a:extLst>
                      <a:ext uri="{FF2B5EF4-FFF2-40B4-BE49-F238E27FC236}">
                        <a16:creationId xmlns:a16="http://schemas.microsoft.com/office/drawing/2014/main" id="{D6286833-674E-F044-8B90-559E5921EE6A}"/>
                      </a:ext>
                    </a:extLst>
                  </p:cNvPr>
                  <p:cNvGrpSpPr>
                    <a:grpSpLocks/>
                  </p:cNvGrpSpPr>
                  <p:nvPr/>
                </p:nvGrpSpPr>
                <p:grpSpPr bwMode="auto">
                  <a:xfrm>
                    <a:off x="6397438" y="3532605"/>
                    <a:ext cx="559121" cy="92788"/>
                    <a:chOff x="6582044" y="2846082"/>
                    <a:chExt cx="559121" cy="92788"/>
                  </a:xfrm>
                </p:grpSpPr>
                <p:cxnSp>
                  <p:nvCxnSpPr>
                    <p:cNvPr id="1233" name="Straight Connector 1232">
                      <a:extLst>
                        <a:ext uri="{FF2B5EF4-FFF2-40B4-BE49-F238E27FC236}">
                          <a16:creationId xmlns:a16="http://schemas.microsoft.com/office/drawing/2014/main" id="{6D80FE9C-C13A-AB40-B809-4DF1D50C4972}"/>
                        </a:ext>
                      </a:extLst>
                    </p:cNvPr>
                    <p:cNvCxnSpPr/>
                    <p:nvPr/>
                  </p:nvCxnSpPr>
                  <p:spPr>
                    <a:xfrm flipV="1">
                      <a:off x="7056976" y="2830932"/>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4" name="Straight Connector 1233">
                      <a:extLst>
                        <a:ext uri="{FF2B5EF4-FFF2-40B4-BE49-F238E27FC236}">
                          <a16:creationId xmlns:a16="http://schemas.microsoft.com/office/drawing/2014/main" id="{BD45BE92-447B-6044-AEBF-33B2E57F1EB8}"/>
                        </a:ext>
                      </a:extLst>
                    </p:cNvPr>
                    <p:cNvCxnSpPr/>
                    <p:nvPr/>
                  </p:nvCxnSpPr>
                  <p:spPr>
                    <a:xfrm flipV="1">
                      <a:off x="6582407" y="2939023"/>
                      <a:ext cx="4805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833" name="Group 1223">
                    <a:extLst>
                      <a:ext uri="{FF2B5EF4-FFF2-40B4-BE49-F238E27FC236}">
                        <a16:creationId xmlns:a16="http://schemas.microsoft.com/office/drawing/2014/main" id="{084505C4-CEC3-0540-93E2-ACD46D6710AF}"/>
                      </a:ext>
                    </a:extLst>
                  </p:cNvPr>
                  <p:cNvGrpSpPr>
                    <a:grpSpLocks/>
                  </p:cNvGrpSpPr>
                  <p:nvPr/>
                </p:nvGrpSpPr>
                <p:grpSpPr bwMode="auto">
                  <a:xfrm>
                    <a:off x="6396958" y="3598469"/>
                    <a:ext cx="559121" cy="92788"/>
                    <a:chOff x="6582044" y="2846082"/>
                    <a:chExt cx="559121" cy="92788"/>
                  </a:xfrm>
                </p:grpSpPr>
                <p:cxnSp>
                  <p:nvCxnSpPr>
                    <p:cNvPr id="1231" name="Straight Connector 1230">
                      <a:extLst>
                        <a:ext uri="{FF2B5EF4-FFF2-40B4-BE49-F238E27FC236}">
                          <a16:creationId xmlns:a16="http://schemas.microsoft.com/office/drawing/2014/main" id="{D034DD5F-AAE2-9D47-9EAA-F875EF6A91E1}"/>
                        </a:ext>
                      </a:extLst>
                    </p:cNvPr>
                    <p:cNvCxnSpPr/>
                    <p:nvPr/>
                  </p:nvCxnSpPr>
                  <p:spPr>
                    <a:xfrm flipV="1">
                      <a:off x="7057456" y="2830863"/>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2" name="Straight Connector 1231">
                      <a:extLst>
                        <a:ext uri="{FF2B5EF4-FFF2-40B4-BE49-F238E27FC236}">
                          <a16:creationId xmlns:a16="http://schemas.microsoft.com/office/drawing/2014/main" id="{79E7855E-2B12-3349-BCF3-7F9648A38B7F}"/>
                        </a:ext>
                      </a:extLst>
                    </p:cNvPr>
                    <p:cNvCxnSpPr/>
                    <p:nvPr/>
                  </p:nvCxnSpPr>
                  <p:spPr>
                    <a:xfrm flipV="1">
                      <a:off x="6582886" y="2938954"/>
                      <a:ext cx="4805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834" name="Group 1224">
                    <a:extLst>
                      <a:ext uri="{FF2B5EF4-FFF2-40B4-BE49-F238E27FC236}">
                        <a16:creationId xmlns:a16="http://schemas.microsoft.com/office/drawing/2014/main" id="{078DCEEA-18CA-E04C-A5BB-6BD10B11AB55}"/>
                      </a:ext>
                    </a:extLst>
                  </p:cNvPr>
                  <p:cNvGrpSpPr>
                    <a:grpSpLocks/>
                  </p:cNvGrpSpPr>
                  <p:nvPr/>
                </p:nvGrpSpPr>
                <p:grpSpPr bwMode="auto">
                  <a:xfrm>
                    <a:off x="6396478" y="3664333"/>
                    <a:ext cx="559121" cy="92788"/>
                    <a:chOff x="6582044" y="2846082"/>
                    <a:chExt cx="559121" cy="92788"/>
                  </a:xfrm>
                </p:grpSpPr>
                <p:cxnSp>
                  <p:nvCxnSpPr>
                    <p:cNvPr id="1229" name="Straight Connector 1228">
                      <a:extLst>
                        <a:ext uri="{FF2B5EF4-FFF2-40B4-BE49-F238E27FC236}">
                          <a16:creationId xmlns:a16="http://schemas.microsoft.com/office/drawing/2014/main" id="{7551F54D-3FFE-BC4E-982C-C5F7C0CC9421}"/>
                        </a:ext>
                      </a:extLst>
                    </p:cNvPr>
                    <p:cNvCxnSpPr/>
                    <p:nvPr/>
                  </p:nvCxnSpPr>
                  <p:spPr>
                    <a:xfrm flipV="1">
                      <a:off x="7028090" y="2846458"/>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30" name="Straight Connector 1229">
                      <a:extLst>
                        <a:ext uri="{FF2B5EF4-FFF2-40B4-BE49-F238E27FC236}">
                          <a16:creationId xmlns:a16="http://schemas.microsoft.com/office/drawing/2014/main" id="{F29BA023-3C4D-B147-99B9-EDE3BC66AC4F}"/>
                        </a:ext>
                      </a:extLst>
                    </p:cNvPr>
                    <p:cNvCxnSpPr/>
                    <p:nvPr/>
                  </p:nvCxnSpPr>
                  <p:spPr>
                    <a:xfrm flipV="1">
                      <a:off x="6583368" y="2938884"/>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835" name="Group 1225">
                    <a:extLst>
                      <a:ext uri="{FF2B5EF4-FFF2-40B4-BE49-F238E27FC236}">
                        <a16:creationId xmlns:a16="http://schemas.microsoft.com/office/drawing/2014/main" id="{37BF31BD-D366-1145-9AFF-3355CDB73E2B}"/>
                      </a:ext>
                    </a:extLst>
                  </p:cNvPr>
                  <p:cNvGrpSpPr>
                    <a:grpSpLocks/>
                  </p:cNvGrpSpPr>
                  <p:nvPr/>
                </p:nvGrpSpPr>
                <p:grpSpPr bwMode="auto">
                  <a:xfrm>
                    <a:off x="6395998" y="3730197"/>
                    <a:ext cx="559121" cy="92788"/>
                    <a:chOff x="6582044" y="2846082"/>
                    <a:chExt cx="559121" cy="92788"/>
                  </a:xfrm>
                </p:grpSpPr>
                <p:cxnSp>
                  <p:nvCxnSpPr>
                    <p:cNvPr id="1227" name="Straight Connector 1226">
                      <a:extLst>
                        <a:ext uri="{FF2B5EF4-FFF2-40B4-BE49-F238E27FC236}">
                          <a16:creationId xmlns:a16="http://schemas.microsoft.com/office/drawing/2014/main" id="{1B6CBD38-72D6-B444-A452-E1128F51BCE6}"/>
                        </a:ext>
                      </a:extLst>
                    </p:cNvPr>
                    <p:cNvCxnSpPr/>
                    <p:nvPr/>
                  </p:nvCxnSpPr>
                  <p:spPr>
                    <a:xfrm flipV="1">
                      <a:off x="7028570" y="2846389"/>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28" name="Straight Connector 1227">
                      <a:extLst>
                        <a:ext uri="{FF2B5EF4-FFF2-40B4-BE49-F238E27FC236}">
                          <a16:creationId xmlns:a16="http://schemas.microsoft.com/office/drawing/2014/main" id="{BCF12621-B23F-144C-94C9-82336C2A5EF0}"/>
                        </a:ext>
                      </a:extLst>
                    </p:cNvPr>
                    <p:cNvCxnSpPr/>
                    <p:nvPr/>
                  </p:nvCxnSpPr>
                  <p:spPr>
                    <a:xfrm flipV="1">
                      <a:off x="6610710" y="2938815"/>
                      <a:ext cx="42382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29799" name="Group 1189">
                  <a:extLst>
                    <a:ext uri="{FF2B5EF4-FFF2-40B4-BE49-F238E27FC236}">
                      <a16:creationId xmlns:a16="http://schemas.microsoft.com/office/drawing/2014/main" id="{A3445AC8-8479-7A48-939A-942FBB6974E1}"/>
                    </a:ext>
                  </a:extLst>
                </p:cNvPr>
                <p:cNvGrpSpPr>
                  <a:grpSpLocks/>
                </p:cNvGrpSpPr>
                <p:nvPr/>
              </p:nvGrpSpPr>
              <p:grpSpPr bwMode="auto">
                <a:xfrm>
                  <a:off x="6280049" y="2055335"/>
                  <a:ext cx="731610" cy="920732"/>
                  <a:chOff x="6280049" y="2055335"/>
                  <a:chExt cx="731610" cy="920732"/>
                </a:xfrm>
              </p:grpSpPr>
              <p:grpSp>
                <p:nvGrpSpPr>
                  <p:cNvPr id="229800" name="Group 1190">
                    <a:extLst>
                      <a:ext uri="{FF2B5EF4-FFF2-40B4-BE49-F238E27FC236}">
                        <a16:creationId xmlns:a16="http://schemas.microsoft.com/office/drawing/2014/main" id="{B42608A7-7816-A545-9F34-51A3488B81C9}"/>
                      </a:ext>
                    </a:extLst>
                  </p:cNvPr>
                  <p:cNvGrpSpPr>
                    <a:grpSpLocks/>
                  </p:cNvGrpSpPr>
                  <p:nvPr/>
                </p:nvGrpSpPr>
                <p:grpSpPr bwMode="auto">
                  <a:xfrm>
                    <a:off x="6280049" y="2055335"/>
                    <a:ext cx="680752" cy="139401"/>
                    <a:chOff x="5414286" y="2921098"/>
                    <a:chExt cx="680752" cy="139401"/>
                  </a:xfrm>
                </p:grpSpPr>
                <p:sp>
                  <p:nvSpPr>
                    <p:cNvPr id="1205" name="Rectangle 188">
                      <a:extLst>
                        <a:ext uri="{FF2B5EF4-FFF2-40B4-BE49-F238E27FC236}">
                          <a16:creationId xmlns:a16="http://schemas.microsoft.com/office/drawing/2014/main" id="{BC80A683-D945-A440-B14E-ACE47CA5AD25}"/>
                        </a:ext>
                      </a:extLst>
                    </p:cNvPr>
                    <p:cNvSpPr>
                      <a:spLocks noChangeArrowheads="1"/>
                    </p:cNvSpPr>
                    <p:nvPr/>
                  </p:nvSpPr>
                  <p:spPr bwMode="auto">
                    <a:xfrm>
                      <a:off x="5450641" y="2995548"/>
                      <a:ext cx="516753" cy="64228"/>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06" name="AutoShape 189">
                      <a:extLst>
                        <a:ext uri="{FF2B5EF4-FFF2-40B4-BE49-F238E27FC236}">
                          <a16:creationId xmlns:a16="http://schemas.microsoft.com/office/drawing/2014/main" id="{0CFC4C98-0872-2A47-A18D-45D84C2F5215}"/>
                        </a:ext>
                      </a:extLst>
                    </p:cNvPr>
                    <p:cNvSpPr>
                      <a:spLocks noChangeArrowheads="1"/>
                    </p:cNvSpPr>
                    <p:nvPr/>
                  </p:nvSpPr>
                  <p:spPr bwMode="auto">
                    <a:xfrm>
                      <a:off x="5450641" y="2920355"/>
                      <a:ext cx="642251"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07" name="Freeform 190">
                      <a:extLst>
                        <a:ext uri="{FF2B5EF4-FFF2-40B4-BE49-F238E27FC236}">
                          <a16:creationId xmlns:a16="http://schemas.microsoft.com/office/drawing/2014/main" id="{A4D6A95F-EAB0-7A45-8362-6E58B16F60FB}"/>
                        </a:ext>
                      </a:extLst>
                    </p:cNvPr>
                    <p:cNvSpPr>
                      <a:spLocks/>
                    </p:cNvSpPr>
                    <p:nvPr/>
                  </p:nvSpPr>
                  <p:spPr bwMode="auto">
                    <a:xfrm>
                      <a:off x="5971087" y="2921922"/>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08" name="Freeform 191">
                      <a:extLst>
                        <a:ext uri="{FF2B5EF4-FFF2-40B4-BE49-F238E27FC236}">
                          <a16:creationId xmlns:a16="http://schemas.microsoft.com/office/drawing/2014/main" id="{EB96B8E0-5DD0-3042-A17B-72EC47F1F3D8}"/>
                        </a:ext>
                      </a:extLst>
                    </p:cNvPr>
                    <p:cNvSpPr>
                      <a:spLocks/>
                    </p:cNvSpPr>
                    <p:nvPr/>
                  </p:nvSpPr>
                  <p:spPr bwMode="auto">
                    <a:xfrm>
                      <a:off x="5535538" y="2936020"/>
                      <a:ext cx="490915" cy="4543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209" name="Freeform 192">
                      <a:extLst>
                        <a:ext uri="{FF2B5EF4-FFF2-40B4-BE49-F238E27FC236}">
                          <a16:creationId xmlns:a16="http://schemas.microsoft.com/office/drawing/2014/main" id="{DC2B6435-5049-B54D-9BD2-6DE99C52076C}"/>
                        </a:ext>
                      </a:extLst>
                    </p:cNvPr>
                    <p:cNvSpPr>
                      <a:spLocks/>
                    </p:cNvSpPr>
                    <p:nvPr/>
                  </p:nvSpPr>
                  <p:spPr bwMode="auto">
                    <a:xfrm>
                      <a:off x="5657343" y="2932887"/>
                      <a:ext cx="302670"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192" name="Straight Connector 1191">
                    <a:extLst>
                      <a:ext uri="{FF2B5EF4-FFF2-40B4-BE49-F238E27FC236}">
                        <a16:creationId xmlns:a16="http://schemas.microsoft.com/office/drawing/2014/main" id="{EB82DC10-F6E3-7849-AE36-8674772B2912}"/>
                      </a:ext>
                    </a:extLst>
                  </p:cNvPr>
                  <p:cNvCxnSpPr/>
                  <p:nvPr/>
                </p:nvCxnSpPr>
                <p:spPr>
                  <a:xfrm flipH="1">
                    <a:off x="7032478" y="2125086"/>
                    <a:ext cx="11074" cy="844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3" name="Straight Connector 1192">
                    <a:extLst>
                      <a:ext uri="{FF2B5EF4-FFF2-40B4-BE49-F238E27FC236}">
                        <a16:creationId xmlns:a16="http://schemas.microsoft.com/office/drawing/2014/main" id="{F83F128C-1E71-7E4D-B30F-79DDCE01A962}"/>
                      </a:ext>
                    </a:extLst>
                  </p:cNvPr>
                  <p:cNvCxnSpPr/>
                  <p:nvPr/>
                </p:nvCxnSpPr>
                <p:spPr>
                  <a:xfrm>
                    <a:off x="6910673" y="2303671"/>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4" name="Straight Connector 1193">
                    <a:extLst>
                      <a:ext uri="{FF2B5EF4-FFF2-40B4-BE49-F238E27FC236}">
                        <a16:creationId xmlns:a16="http://schemas.microsoft.com/office/drawing/2014/main" id="{80D96933-1B3A-4541-B878-9EEF8B010C37}"/>
                      </a:ext>
                    </a:extLst>
                  </p:cNvPr>
                  <p:cNvCxnSpPr/>
                  <p:nvPr/>
                </p:nvCxnSpPr>
                <p:spPr>
                  <a:xfrm>
                    <a:off x="6906981" y="2367898"/>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5" name="Straight Connector 1194">
                    <a:extLst>
                      <a:ext uri="{FF2B5EF4-FFF2-40B4-BE49-F238E27FC236}">
                        <a16:creationId xmlns:a16="http://schemas.microsoft.com/office/drawing/2014/main" id="{811D2285-4251-B04E-BD4F-63F1AA59B8EF}"/>
                      </a:ext>
                    </a:extLst>
                  </p:cNvPr>
                  <p:cNvCxnSpPr/>
                  <p:nvPr/>
                </p:nvCxnSpPr>
                <p:spPr>
                  <a:xfrm>
                    <a:off x="6906981" y="2444659"/>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6" name="Straight Connector 1195">
                    <a:extLst>
                      <a:ext uri="{FF2B5EF4-FFF2-40B4-BE49-F238E27FC236}">
                        <a16:creationId xmlns:a16="http://schemas.microsoft.com/office/drawing/2014/main" id="{49D79C63-0EF0-3A43-B576-DEBAC2E2F9EA}"/>
                      </a:ext>
                    </a:extLst>
                  </p:cNvPr>
                  <p:cNvCxnSpPr/>
                  <p:nvPr/>
                </p:nvCxnSpPr>
                <p:spPr>
                  <a:xfrm>
                    <a:off x="6903291" y="2508886"/>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7" name="Straight Connector 1196">
                    <a:extLst>
                      <a:ext uri="{FF2B5EF4-FFF2-40B4-BE49-F238E27FC236}">
                        <a16:creationId xmlns:a16="http://schemas.microsoft.com/office/drawing/2014/main" id="{F8F1942D-5C98-2B48-9BA7-4B15921D3E46}"/>
                      </a:ext>
                    </a:extLst>
                  </p:cNvPr>
                  <p:cNvCxnSpPr/>
                  <p:nvPr/>
                </p:nvCxnSpPr>
                <p:spPr>
                  <a:xfrm>
                    <a:off x="6899598" y="2569981"/>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8" name="Straight Connector 1197">
                    <a:extLst>
                      <a:ext uri="{FF2B5EF4-FFF2-40B4-BE49-F238E27FC236}">
                        <a16:creationId xmlns:a16="http://schemas.microsoft.com/office/drawing/2014/main" id="{214FF04C-0B1A-ED4F-900B-0EFECC9A221D}"/>
                      </a:ext>
                    </a:extLst>
                  </p:cNvPr>
                  <p:cNvCxnSpPr/>
                  <p:nvPr/>
                </p:nvCxnSpPr>
                <p:spPr>
                  <a:xfrm>
                    <a:off x="6899598" y="2637342"/>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99" name="Straight Connector 1198">
                    <a:extLst>
                      <a:ext uri="{FF2B5EF4-FFF2-40B4-BE49-F238E27FC236}">
                        <a16:creationId xmlns:a16="http://schemas.microsoft.com/office/drawing/2014/main" id="{FE80883C-5AF3-BE4D-B77A-32BED769FFBB}"/>
                      </a:ext>
                    </a:extLst>
                  </p:cNvPr>
                  <p:cNvCxnSpPr/>
                  <p:nvPr/>
                </p:nvCxnSpPr>
                <p:spPr>
                  <a:xfrm>
                    <a:off x="6895908" y="2706269"/>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0" name="Straight Connector 1199">
                    <a:extLst>
                      <a:ext uri="{FF2B5EF4-FFF2-40B4-BE49-F238E27FC236}">
                        <a16:creationId xmlns:a16="http://schemas.microsoft.com/office/drawing/2014/main" id="{1B64F5CE-415C-3D4A-8222-69D0F96AB36B}"/>
                      </a:ext>
                    </a:extLst>
                  </p:cNvPr>
                  <p:cNvCxnSpPr/>
                  <p:nvPr/>
                </p:nvCxnSpPr>
                <p:spPr>
                  <a:xfrm>
                    <a:off x="6903291" y="2775197"/>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1" name="Straight Connector 1200">
                    <a:extLst>
                      <a:ext uri="{FF2B5EF4-FFF2-40B4-BE49-F238E27FC236}">
                        <a16:creationId xmlns:a16="http://schemas.microsoft.com/office/drawing/2014/main" id="{965E5AFF-37E3-5744-A3C5-3B9752299397}"/>
                      </a:ext>
                    </a:extLst>
                  </p:cNvPr>
                  <p:cNvCxnSpPr/>
                  <p:nvPr/>
                </p:nvCxnSpPr>
                <p:spPr>
                  <a:xfrm>
                    <a:off x="6906981" y="2842558"/>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2" name="Straight Connector 1201">
                    <a:extLst>
                      <a:ext uri="{FF2B5EF4-FFF2-40B4-BE49-F238E27FC236}">
                        <a16:creationId xmlns:a16="http://schemas.microsoft.com/office/drawing/2014/main" id="{E315DDE7-A071-2649-A369-4C885E382C55}"/>
                      </a:ext>
                    </a:extLst>
                  </p:cNvPr>
                  <p:cNvCxnSpPr/>
                  <p:nvPr/>
                </p:nvCxnSpPr>
                <p:spPr>
                  <a:xfrm>
                    <a:off x="6906981" y="2911485"/>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3" name="Straight Connector 1202">
                    <a:extLst>
                      <a:ext uri="{FF2B5EF4-FFF2-40B4-BE49-F238E27FC236}">
                        <a16:creationId xmlns:a16="http://schemas.microsoft.com/office/drawing/2014/main" id="{0B46B024-D272-1842-ACE2-7CBF29A65B51}"/>
                      </a:ext>
                    </a:extLst>
                  </p:cNvPr>
                  <p:cNvCxnSpPr/>
                  <p:nvPr/>
                </p:nvCxnSpPr>
                <p:spPr>
                  <a:xfrm>
                    <a:off x="6910673" y="2975713"/>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204" name="Straight Connector 1203">
                    <a:extLst>
                      <a:ext uri="{FF2B5EF4-FFF2-40B4-BE49-F238E27FC236}">
                        <a16:creationId xmlns:a16="http://schemas.microsoft.com/office/drawing/2014/main" id="{8E92F186-0A66-F34A-8BAA-F85486AC77CD}"/>
                      </a:ext>
                    </a:extLst>
                  </p:cNvPr>
                  <p:cNvCxnSpPr/>
                  <p:nvPr/>
                </p:nvCxnSpPr>
                <p:spPr>
                  <a:xfrm flipH="1">
                    <a:off x="6910673" y="2131353"/>
                    <a:ext cx="13657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29680" name="Group 1070">
                <a:extLst>
                  <a:ext uri="{FF2B5EF4-FFF2-40B4-BE49-F238E27FC236}">
                    <a16:creationId xmlns:a16="http://schemas.microsoft.com/office/drawing/2014/main" id="{97C7F20C-9665-A64F-90BE-329CECFFA7D0}"/>
                  </a:ext>
                </a:extLst>
              </p:cNvPr>
              <p:cNvGrpSpPr>
                <a:grpSpLocks/>
              </p:cNvGrpSpPr>
              <p:nvPr/>
            </p:nvGrpSpPr>
            <p:grpSpPr bwMode="auto">
              <a:xfrm>
                <a:off x="1678171" y="4876798"/>
                <a:ext cx="331695" cy="1030941"/>
                <a:chOff x="6240352" y="2055335"/>
                <a:chExt cx="771307" cy="1017716"/>
              </a:xfrm>
            </p:grpSpPr>
            <p:grpSp>
              <p:nvGrpSpPr>
                <p:cNvPr id="229740" name="Group 1130">
                  <a:extLst>
                    <a:ext uri="{FF2B5EF4-FFF2-40B4-BE49-F238E27FC236}">
                      <a16:creationId xmlns:a16="http://schemas.microsoft.com/office/drawing/2014/main" id="{E03785AA-C8D1-F347-B4DC-522F27F895A5}"/>
                    </a:ext>
                  </a:extLst>
                </p:cNvPr>
                <p:cNvGrpSpPr>
                  <a:grpSpLocks/>
                </p:cNvGrpSpPr>
                <p:nvPr/>
              </p:nvGrpSpPr>
              <p:grpSpPr bwMode="auto">
                <a:xfrm>
                  <a:off x="6240352" y="2235573"/>
                  <a:ext cx="697981" cy="837478"/>
                  <a:chOff x="6395998" y="3062424"/>
                  <a:chExt cx="564403" cy="837478"/>
                </a:xfrm>
              </p:grpSpPr>
              <p:sp>
                <p:nvSpPr>
                  <p:cNvPr id="1152" name="Rectangle 1151">
                    <a:extLst>
                      <a:ext uri="{FF2B5EF4-FFF2-40B4-BE49-F238E27FC236}">
                        <a16:creationId xmlns:a16="http://schemas.microsoft.com/office/drawing/2014/main" id="{6C9DDED5-525D-F94B-96B0-5581E85FB5AA}"/>
                      </a:ext>
                    </a:extLst>
                  </p:cNvPr>
                  <p:cNvSpPr/>
                  <p:nvPr/>
                </p:nvSpPr>
                <p:spPr>
                  <a:xfrm>
                    <a:off x="6510622" y="3047496"/>
                    <a:ext cx="447707" cy="75663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153" name="Straight Connector 1152">
                    <a:extLst>
                      <a:ext uri="{FF2B5EF4-FFF2-40B4-BE49-F238E27FC236}">
                        <a16:creationId xmlns:a16="http://schemas.microsoft.com/office/drawing/2014/main" id="{A7C74D7F-DC24-304E-B89D-E81E5F28FFAA}"/>
                      </a:ext>
                    </a:extLst>
                  </p:cNvPr>
                  <p:cNvCxnSpPr/>
                  <p:nvPr/>
                </p:nvCxnSpPr>
                <p:spPr>
                  <a:xfrm flipV="1">
                    <a:off x="6847894" y="3047496"/>
                    <a:ext cx="113419" cy="1065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54" name="Rectangle 1153">
                    <a:extLst>
                      <a:ext uri="{FF2B5EF4-FFF2-40B4-BE49-F238E27FC236}">
                        <a16:creationId xmlns:a16="http://schemas.microsoft.com/office/drawing/2014/main" id="{AF6EB691-B72A-FE49-968D-F4F72C9E21F7}"/>
                      </a:ext>
                    </a:extLst>
                  </p:cNvPr>
                  <p:cNvSpPr/>
                  <p:nvPr/>
                </p:nvSpPr>
                <p:spPr>
                  <a:xfrm>
                    <a:off x="6477789" y="3056895"/>
                    <a:ext cx="131327" cy="1300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155" name="Straight Connector 1154">
                    <a:extLst>
                      <a:ext uri="{FF2B5EF4-FFF2-40B4-BE49-F238E27FC236}">
                        <a16:creationId xmlns:a16="http://schemas.microsoft.com/office/drawing/2014/main" id="{FFAB192E-245D-7940-9932-0444D8245CFF}"/>
                      </a:ext>
                    </a:extLst>
                  </p:cNvPr>
                  <p:cNvCxnSpPr/>
                  <p:nvPr/>
                </p:nvCxnSpPr>
                <p:spPr>
                  <a:xfrm flipV="1">
                    <a:off x="6397203" y="3047496"/>
                    <a:ext cx="113419" cy="1065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156" name="Rectangle 1155">
                    <a:extLst>
                      <a:ext uri="{FF2B5EF4-FFF2-40B4-BE49-F238E27FC236}">
                        <a16:creationId xmlns:a16="http://schemas.microsoft.com/office/drawing/2014/main" id="{F9AB098A-7A52-5743-A03B-795AF4A28D4B}"/>
                      </a:ext>
                    </a:extLst>
                  </p:cNvPr>
                  <p:cNvSpPr/>
                  <p:nvPr/>
                </p:nvSpPr>
                <p:spPr>
                  <a:xfrm>
                    <a:off x="6818047" y="3702306"/>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157" name="Rectangle 1156">
                    <a:extLst>
                      <a:ext uri="{FF2B5EF4-FFF2-40B4-BE49-F238E27FC236}">
                        <a16:creationId xmlns:a16="http://schemas.microsoft.com/office/drawing/2014/main" id="{C7DAF03D-7F2F-7A42-9A2B-18C99EE31332}"/>
                      </a:ext>
                    </a:extLst>
                  </p:cNvPr>
                  <p:cNvSpPr/>
                  <p:nvPr/>
                </p:nvSpPr>
                <p:spPr>
                  <a:xfrm>
                    <a:off x="6406156" y="3157153"/>
                    <a:ext cx="444723" cy="74253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158" name="Straight Connector 1157">
                    <a:extLst>
                      <a:ext uri="{FF2B5EF4-FFF2-40B4-BE49-F238E27FC236}">
                        <a16:creationId xmlns:a16="http://schemas.microsoft.com/office/drawing/2014/main" id="{19BDE85E-6946-B347-ABA2-76AE7EE63CA0}"/>
                      </a:ext>
                    </a:extLst>
                  </p:cNvPr>
                  <p:cNvCxnSpPr/>
                  <p:nvPr/>
                </p:nvCxnSpPr>
                <p:spPr>
                  <a:xfrm flipV="1">
                    <a:off x="6847894" y="3804131"/>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9768" name="Group 1158">
                    <a:extLst>
                      <a:ext uri="{FF2B5EF4-FFF2-40B4-BE49-F238E27FC236}">
                        <a16:creationId xmlns:a16="http://schemas.microsoft.com/office/drawing/2014/main" id="{8E11897B-AB1A-224D-9846-4160C5A45500}"/>
                      </a:ext>
                    </a:extLst>
                  </p:cNvPr>
                  <p:cNvGrpSpPr>
                    <a:grpSpLocks/>
                  </p:cNvGrpSpPr>
                  <p:nvPr/>
                </p:nvGrpSpPr>
                <p:grpSpPr bwMode="auto">
                  <a:xfrm>
                    <a:off x="6400318" y="3137421"/>
                    <a:ext cx="559121" cy="92788"/>
                    <a:chOff x="6582044" y="2846082"/>
                    <a:chExt cx="559121" cy="92788"/>
                  </a:xfrm>
                </p:grpSpPr>
                <p:cxnSp>
                  <p:nvCxnSpPr>
                    <p:cNvPr id="1187" name="Straight Connector 1186">
                      <a:extLst>
                        <a:ext uri="{FF2B5EF4-FFF2-40B4-BE49-F238E27FC236}">
                          <a16:creationId xmlns:a16="http://schemas.microsoft.com/office/drawing/2014/main" id="{56619E3A-40A4-9B4D-99A2-6F7D252581B9}"/>
                        </a:ext>
                      </a:extLst>
                    </p:cNvPr>
                    <p:cNvCxnSpPr/>
                    <p:nvPr/>
                  </p:nvCxnSpPr>
                  <p:spPr>
                    <a:xfrm flipV="1">
                      <a:off x="7029619" y="2845449"/>
                      <a:ext cx="140282"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8" name="Straight Connector 1187">
                      <a:extLst>
                        <a:ext uri="{FF2B5EF4-FFF2-40B4-BE49-F238E27FC236}">
                          <a16:creationId xmlns:a16="http://schemas.microsoft.com/office/drawing/2014/main" id="{8737C9A5-65A4-6B4D-9533-70CB6E8531D5}"/>
                        </a:ext>
                      </a:extLst>
                    </p:cNvPr>
                    <p:cNvCxnSpPr/>
                    <p:nvPr/>
                  </p:nvCxnSpPr>
                  <p:spPr>
                    <a:xfrm flipV="1">
                      <a:off x="6581912" y="2923776"/>
                      <a:ext cx="4805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769" name="Group 1159">
                    <a:extLst>
                      <a:ext uri="{FF2B5EF4-FFF2-40B4-BE49-F238E27FC236}">
                        <a16:creationId xmlns:a16="http://schemas.microsoft.com/office/drawing/2014/main" id="{A12B5AA7-96A6-E545-9D12-2DF26A583E59}"/>
                      </a:ext>
                    </a:extLst>
                  </p:cNvPr>
                  <p:cNvGrpSpPr>
                    <a:grpSpLocks/>
                  </p:cNvGrpSpPr>
                  <p:nvPr/>
                </p:nvGrpSpPr>
                <p:grpSpPr bwMode="auto">
                  <a:xfrm>
                    <a:off x="6399838" y="3203285"/>
                    <a:ext cx="559121" cy="92788"/>
                    <a:chOff x="6582044" y="2846082"/>
                    <a:chExt cx="559121" cy="92788"/>
                  </a:xfrm>
                </p:grpSpPr>
                <p:cxnSp>
                  <p:nvCxnSpPr>
                    <p:cNvPr id="1185" name="Straight Connector 1184">
                      <a:extLst>
                        <a:ext uri="{FF2B5EF4-FFF2-40B4-BE49-F238E27FC236}">
                          <a16:creationId xmlns:a16="http://schemas.microsoft.com/office/drawing/2014/main" id="{95A7D926-047C-0F4D-B852-95A15FA4A957}"/>
                        </a:ext>
                      </a:extLst>
                    </p:cNvPr>
                    <p:cNvCxnSpPr/>
                    <p:nvPr/>
                  </p:nvCxnSpPr>
                  <p:spPr>
                    <a:xfrm flipV="1">
                      <a:off x="7056963" y="2845380"/>
                      <a:ext cx="113419"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6" name="Straight Connector 1185">
                      <a:extLst>
                        <a:ext uri="{FF2B5EF4-FFF2-40B4-BE49-F238E27FC236}">
                          <a16:creationId xmlns:a16="http://schemas.microsoft.com/office/drawing/2014/main" id="{77842324-44DF-0548-81E6-7F96A337F7DA}"/>
                        </a:ext>
                      </a:extLst>
                    </p:cNvPr>
                    <p:cNvCxnSpPr/>
                    <p:nvPr/>
                  </p:nvCxnSpPr>
                  <p:spPr>
                    <a:xfrm flipV="1">
                      <a:off x="6582394" y="2923707"/>
                      <a:ext cx="4805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770" name="Group 1160">
                    <a:extLst>
                      <a:ext uri="{FF2B5EF4-FFF2-40B4-BE49-F238E27FC236}">
                        <a16:creationId xmlns:a16="http://schemas.microsoft.com/office/drawing/2014/main" id="{364077CB-A199-7A4F-BD7F-9617B33433E1}"/>
                      </a:ext>
                    </a:extLst>
                  </p:cNvPr>
                  <p:cNvGrpSpPr>
                    <a:grpSpLocks/>
                  </p:cNvGrpSpPr>
                  <p:nvPr/>
                </p:nvGrpSpPr>
                <p:grpSpPr bwMode="auto">
                  <a:xfrm>
                    <a:off x="6399358" y="3269149"/>
                    <a:ext cx="559121" cy="92788"/>
                    <a:chOff x="6582044" y="2846082"/>
                    <a:chExt cx="559121" cy="92788"/>
                  </a:xfrm>
                </p:grpSpPr>
                <p:cxnSp>
                  <p:nvCxnSpPr>
                    <p:cNvPr id="1183" name="Straight Connector 1182">
                      <a:extLst>
                        <a:ext uri="{FF2B5EF4-FFF2-40B4-BE49-F238E27FC236}">
                          <a16:creationId xmlns:a16="http://schemas.microsoft.com/office/drawing/2014/main" id="{688937C6-257C-F448-9C4F-9C40D5F87AD5}"/>
                        </a:ext>
                      </a:extLst>
                    </p:cNvPr>
                    <p:cNvCxnSpPr/>
                    <p:nvPr/>
                  </p:nvCxnSpPr>
                  <p:spPr>
                    <a:xfrm flipV="1">
                      <a:off x="7027596" y="2845310"/>
                      <a:ext cx="113419"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4" name="Straight Connector 1183">
                      <a:extLst>
                        <a:ext uri="{FF2B5EF4-FFF2-40B4-BE49-F238E27FC236}">
                          <a16:creationId xmlns:a16="http://schemas.microsoft.com/office/drawing/2014/main" id="{1D33EE77-2B40-A648-ABB7-147EAE893175}"/>
                        </a:ext>
                      </a:extLst>
                    </p:cNvPr>
                    <p:cNvCxnSpPr/>
                    <p:nvPr/>
                  </p:nvCxnSpPr>
                  <p:spPr>
                    <a:xfrm flipV="1">
                      <a:off x="6582873" y="2923637"/>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771" name="Group 1161">
                    <a:extLst>
                      <a:ext uri="{FF2B5EF4-FFF2-40B4-BE49-F238E27FC236}">
                        <a16:creationId xmlns:a16="http://schemas.microsoft.com/office/drawing/2014/main" id="{964766E4-07FB-124F-A5CA-61045CE5594F}"/>
                      </a:ext>
                    </a:extLst>
                  </p:cNvPr>
                  <p:cNvGrpSpPr>
                    <a:grpSpLocks/>
                  </p:cNvGrpSpPr>
                  <p:nvPr/>
                </p:nvGrpSpPr>
                <p:grpSpPr bwMode="auto">
                  <a:xfrm>
                    <a:off x="6398878" y="3335013"/>
                    <a:ext cx="559121" cy="92788"/>
                    <a:chOff x="6582044" y="2846082"/>
                    <a:chExt cx="559121" cy="92788"/>
                  </a:xfrm>
                </p:grpSpPr>
                <p:cxnSp>
                  <p:nvCxnSpPr>
                    <p:cNvPr id="1181" name="Straight Connector 1180">
                      <a:extLst>
                        <a:ext uri="{FF2B5EF4-FFF2-40B4-BE49-F238E27FC236}">
                          <a16:creationId xmlns:a16="http://schemas.microsoft.com/office/drawing/2014/main" id="{33652D2F-E4F8-8048-BFB9-404E81DE7542}"/>
                        </a:ext>
                      </a:extLst>
                    </p:cNvPr>
                    <p:cNvCxnSpPr/>
                    <p:nvPr/>
                  </p:nvCxnSpPr>
                  <p:spPr>
                    <a:xfrm flipV="1">
                      <a:off x="7028075" y="2831141"/>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2" name="Straight Connector 1181">
                      <a:extLst>
                        <a:ext uri="{FF2B5EF4-FFF2-40B4-BE49-F238E27FC236}">
                          <a16:creationId xmlns:a16="http://schemas.microsoft.com/office/drawing/2014/main" id="{AB09D1F9-C208-D34A-BBE5-15FF40F36322}"/>
                        </a:ext>
                      </a:extLst>
                    </p:cNvPr>
                    <p:cNvCxnSpPr/>
                    <p:nvPr/>
                  </p:nvCxnSpPr>
                  <p:spPr>
                    <a:xfrm flipV="1">
                      <a:off x="6583353" y="2923567"/>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772" name="Group 1162">
                    <a:extLst>
                      <a:ext uri="{FF2B5EF4-FFF2-40B4-BE49-F238E27FC236}">
                        <a16:creationId xmlns:a16="http://schemas.microsoft.com/office/drawing/2014/main" id="{C02A69EF-1825-AF43-BEF5-93DB57160BA1}"/>
                      </a:ext>
                    </a:extLst>
                  </p:cNvPr>
                  <p:cNvGrpSpPr>
                    <a:grpSpLocks/>
                  </p:cNvGrpSpPr>
                  <p:nvPr/>
                </p:nvGrpSpPr>
                <p:grpSpPr bwMode="auto">
                  <a:xfrm>
                    <a:off x="6398398" y="3400877"/>
                    <a:ext cx="559121" cy="92788"/>
                    <a:chOff x="6582044" y="2846082"/>
                    <a:chExt cx="559121" cy="92788"/>
                  </a:xfrm>
                </p:grpSpPr>
                <p:cxnSp>
                  <p:nvCxnSpPr>
                    <p:cNvPr id="1179" name="Straight Connector 1178">
                      <a:extLst>
                        <a:ext uri="{FF2B5EF4-FFF2-40B4-BE49-F238E27FC236}">
                          <a16:creationId xmlns:a16="http://schemas.microsoft.com/office/drawing/2014/main" id="{A0BBF953-40BA-2A46-B8C7-032FD06F250D}"/>
                        </a:ext>
                      </a:extLst>
                    </p:cNvPr>
                    <p:cNvCxnSpPr/>
                    <p:nvPr/>
                  </p:nvCxnSpPr>
                  <p:spPr>
                    <a:xfrm flipV="1">
                      <a:off x="7028555" y="2831072"/>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80" name="Straight Connector 1179">
                      <a:extLst>
                        <a:ext uri="{FF2B5EF4-FFF2-40B4-BE49-F238E27FC236}">
                          <a16:creationId xmlns:a16="http://schemas.microsoft.com/office/drawing/2014/main" id="{A1F8BF99-BEB6-5841-9D1D-2CB24AF94B33}"/>
                        </a:ext>
                      </a:extLst>
                    </p:cNvPr>
                    <p:cNvCxnSpPr/>
                    <p:nvPr/>
                  </p:nvCxnSpPr>
                  <p:spPr>
                    <a:xfrm flipV="1">
                      <a:off x="6610695" y="2923498"/>
                      <a:ext cx="42382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773" name="Group 1163">
                    <a:extLst>
                      <a:ext uri="{FF2B5EF4-FFF2-40B4-BE49-F238E27FC236}">
                        <a16:creationId xmlns:a16="http://schemas.microsoft.com/office/drawing/2014/main" id="{7A5393A6-EB06-9B40-9136-E69D82C24348}"/>
                      </a:ext>
                    </a:extLst>
                  </p:cNvPr>
                  <p:cNvGrpSpPr>
                    <a:grpSpLocks/>
                  </p:cNvGrpSpPr>
                  <p:nvPr/>
                </p:nvGrpSpPr>
                <p:grpSpPr bwMode="auto">
                  <a:xfrm>
                    <a:off x="6397918" y="3466741"/>
                    <a:ext cx="559121" cy="92788"/>
                    <a:chOff x="6582044" y="2846082"/>
                    <a:chExt cx="559121" cy="92788"/>
                  </a:xfrm>
                </p:grpSpPr>
                <p:cxnSp>
                  <p:nvCxnSpPr>
                    <p:cNvPr id="1177" name="Straight Connector 1176">
                      <a:extLst>
                        <a:ext uri="{FF2B5EF4-FFF2-40B4-BE49-F238E27FC236}">
                          <a16:creationId xmlns:a16="http://schemas.microsoft.com/office/drawing/2014/main" id="{22CB8BFE-2460-5C4C-B864-05B4B2C5BE65}"/>
                        </a:ext>
                      </a:extLst>
                    </p:cNvPr>
                    <p:cNvCxnSpPr/>
                    <p:nvPr/>
                  </p:nvCxnSpPr>
                  <p:spPr>
                    <a:xfrm flipV="1">
                      <a:off x="7029036" y="2831002"/>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8" name="Straight Connector 1177">
                      <a:extLst>
                        <a:ext uri="{FF2B5EF4-FFF2-40B4-BE49-F238E27FC236}">
                          <a16:creationId xmlns:a16="http://schemas.microsoft.com/office/drawing/2014/main" id="{A8A90FD7-88E0-A04A-93C8-A356F73DCC83}"/>
                        </a:ext>
                      </a:extLst>
                    </p:cNvPr>
                    <p:cNvCxnSpPr/>
                    <p:nvPr/>
                  </p:nvCxnSpPr>
                  <p:spPr>
                    <a:xfrm flipV="1">
                      <a:off x="6611177" y="2939093"/>
                      <a:ext cx="42382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774" name="Group 1164">
                    <a:extLst>
                      <a:ext uri="{FF2B5EF4-FFF2-40B4-BE49-F238E27FC236}">
                        <a16:creationId xmlns:a16="http://schemas.microsoft.com/office/drawing/2014/main" id="{DE4A3410-27A0-3344-AAC8-0F8DEE2F3416}"/>
                      </a:ext>
                    </a:extLst>
                  </p:cNvPr>
                  <p:cNvGrpSpPr>
                    <a:grpSpLocks/>
                  </p:cNvGrpSpPr>
                  <p:nvPr/>
                </p:nvGrpSpPr>
                <p:grpSpPr bwMode="auto">
                  <a:xfrm>
                    <a:off x="6397438" y="3532605"/>
                    <a:ext cx="559121" cy="92788"/>
                    <a:chOff x="6582044" y="2846082"/>
                    <a:chExt cx="559121" cy="92788"/>
                  </a:xfrm>
                </p:grpSpPr>
                <p:cxnSp>
                  <p:nvCxnSpPr>
                    <p:cNvPr id="1175" name="Straight Connector 1174">
                      <a:extLst>
                        <a:ext uri="{FF2B5EF4-FFF2-40B4-BE49-F238E27FC236}">
                          <a16:creationId xmlns:a16="http://schemas.microsoft.com/office/drawing/2014/main" id="{97888C73-C536-F44C-AB87-ACC216E86290}"/>
                        </a:ext>
                      </a:extLst>
                    </p:cNvPr>
                    <p:cNvCxnSpPr/>
                    <p:nvPr/>
                  </p:nvCxnSpPr>
                  <p:spPr>
                    <a:xfrm flipV="1">
                      <a:off x="7029515" y="2830932"/>
                      <a:ext cx="140280"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6" name="Straight Connector 1175">
                      <a:extLst>
                        <a:ext uri="{FF2B5EF4-FFF2-40B4-BE49-F238E27FC236}">
                          <a16:creationId xmlns:a16="http://schemas.microsoft.com/office/drawing/2014/main" id="{B8AA8008-F767-634C-AF0A-AE22A9853E0F}"/>
                        </a:ext>
                      </a:extLst>
                    </p:cNvPr>
                    <p:cNvCxnSpPr/>
                    <p:nvPr/>
                  </p:nvCxnSpPr>
                  <p:spPr>
                    <a:xfrm flipV="1">
                      <a:off x="6581809" y="2939023"/>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775" name="Group 1165">
                    <a:extLst>
                      <a:ext uri="{FF2B5EF4-FFF2-40B4-BE49-F238E27FC236}">
                        <a16:creationId xmlns:a16="http://schemas.microsoft.com/office/drawing/2014/main" id="{831E7DBC-9764-854C-8F92-47E507267270}"/>
                      </a:ext>
                    </a:extLst>
                  </p:cNvPr>
                  <p:cNvGrpSpPr>
                    <a:grpSpLocks/>
                  </p:cNvGrpSpPr>
                  <p:nvPr/>
                </p:nvGrpSpPr>
                <p:grpSpPr bwMode="auto">
                  <a:xfrm>
                    <a:off x="6396958" y="3598469"/>
                    <a:ext cx="559121" cy="92788"/>
                    <a:chOff x="6582044" y="2846082"/>
                    <a:chExt cx="559121" cy="92788"/>
                  </a:xfrm>
                </p:grpSpPr>
                <p:cxnSp>
                  <p:nvCxnSpPr>
                    <p:cNvPr id="1173" name="Straight Connector 1172">
                      <a:extLst>
                        <a:ext uri="{FF2B5EF4-FFF2-40B4-BE49-F238E27FC236}">
                          <a16:creationId xmlns:a16="http://schemas.microsoft.com/office/drawing/2014/main" id="{34BF1264-AB29-CD40-B70A-0204BB3C6880}"/>
                        </a:ext>
                      </a:extLst>
                    </p:cNvPr>
                    <p:cNvCxnSpPr/>
                    <p:nvPr/>
                  </p:nvCxnSpPr>
                  <p:spPr>
                    <a:xfrm flipV="1">
                      <a:off x="7056856" y="2830863"/>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4" name="Straight Connector 1173">
                      <a:extLst>
                        <a:ext uri="{FF2B5EF4-FFF2-40B4-BE49-F238E27FC236}">
                          <a16:creationId xmlns:a16="http://schemas.microsoft.com/office/drawing/2014/main" id="{232BEF15-2E95-3747-8068-7057E63121D7}"/>
                        </a:ext>
                      </a:extLst>
                    </p:cNvPr>
                    <p:cNvCxnSpPr/>
                    <p:nvPr/>
                  </p:nvCxnSpPr>
                  <p:spPr>
                    <a:xfrm flipV="1">
                      <a:off x="6582288" y="2938954"/>
                      <a:ext cx="4805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776" name="Group 1166">
                    <a:extLst>
                      <a:ext uri="{FF2B5EF4-FFF2-40B4-BE49-F238E27FC236}">
                        <a16:creationId xmlns:a16="http://schemas.microsoft.com/office/drawing/2014/main" id="{10CC3346-E09D-4947-9EB6-FF2BCAE46DBD}"/>
                      </a:ext>
                    </a:extLst>
                  </p:cNvPr>
                  <p:cNvGrpSpPr>
                    <a:grpSpLocks/>
                  </p:cNvGrpSpPr>
                  <p:nvPr/>
                </p:nvGrpSpPr>
                <p:grpSpPr bwMode="auto">
                  <a:xfrm>
                    <a:off x="6396478" y="3664333"/>
                    <a:ext cx="559121" cy="92788"/>
                    <a:chOff x="6582044" y="2846082"/>
                    <a:chExt cx="559121" cy="92788"/>
                  </a:xfrm>
                </p:grpSpPr>
                <p:cxnSp>
                  <p:nvCxnSpPr>
                    <p:cNvPr id="1171" name="Straight Connector 1170">
                      <a:extLst>
                        <a:ext uri="{FF2B5EF4-FFF2-40B4-BE49-F238E27FC236}">
                          <a16:creationId xmlns:a16="http://schemas.microsoft.com/office/drawing/2014/main" id="{608FE0DE-46B8-9F4E-8EC7-F0015C7D579C}"/>
                        </a:ext>
                      </a:extLst>
                    </p:cNvPr>
                    <p:cNvCxnSpPr/>
                    <p:nvPr/>
                  </p:nvCxnSpPr>
                  <p:spPr>
                    <a:xfrm flipV="1">
                      <a:off x="7027490" y="2846458"/>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2" name="Straight Connector 1171">
                      <a:extLst>
                        <a:ext uri="{FF2B5EF4-FFF2-40B4-BE49-F238E27FC236}">
                          <a16:creationId xmlns:a16="http://schemas.microsoft.com/office/drawing/2014/main" id="{0A55FD9B-EAAB-FC4A-85C2-1851193ACD2D}"/>
                        </a:ext>
                      </a:extLst>
                    </p:cNvPr>
                    <p:cNvCxnSpPr/>
                    <p:nvPr/>
                  </p:nvCxnSpPr>
                  <p:spPr>
                    <a:xfrm flipV="1">
                      <a:off x="6582770" y="2938884"/>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777" name="Group 1167">
                    <a:extLst>
                      <a:ext uri="{FF2B5EF4-FFF2-40B4-BE49-F238E27FC236}">
                        <a16:creationId xmlns:a16="http://schemas.microsoft.com/office/drawing/2014/main" id="{0DE3E967-6E71-AA4F-9DE8-D718A0D506E2}"/>
                      </a:ext>
                    </a:extLst>
                  </p:cNvPr>
                  <p:cNvGrpSpPr>
                    <a:grpSpLocks/>
                  </p:cNvGrpSpPr>
                  <p:nvPr/>
                </p:nvGrpSpPr>
                <p:grpSpPr bwMode="auto">
                  <a:xfrm>
                    <a:off x="6395998" y="3730197"/>
                    <a:ext cx="559121" cy="92788"/>
                    <a:chOff x="6582044" y="2846082"/>
                    <a:chExt cx="559121" cy="92788"/>
                  </a:xfrm>
                </p:grpSpPr>
                <p:cxnSp>
                  <p:nvCxnSpPr>
                    <p:cNvPr id="1169" name="Straight Connector 1168">
                      <a:extLst>
                        <a:ext uri="{FF2B5EF4-FFF2-40B4-BE49-F238E27FC236}">
                          <a16:creationId xmlns:a16="http://schemas.microsoft.com/office/drawing/2014/main" id="{8CE5FCBA-FACB-4D4E-8B2C-98280F18B213}"/>
                        </a:ext>
                      </a:extLst>
                    </p:cNvPr>
                    <p:cNvCxnSpPr/>
                    <p:nvPr/>
                  </p:nvCxnSpPr>
                  <p:spPr>
                    <a:xfrm flipV="1">
                      <a:off x="7027970" y="2846389"/>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70" name="Straight Connector 1169">
                      <a:extLst>
                        <a:ext uri="{FF2B5EF4-FFF2-40B4-BE49-F238E27FC236}">
                          <a16:creationId xmlns:a16="http://schemas.microsoft.com/office/drawing/2014/main" id="{4837DBB8-E850-D34B-90D5-B50AE57F5F3C}"/>
                        </a:ext>
                      </a:extLst>
                    </p:cNvPr>
                    <p:cNvCxnSpPr/>
                    <p:nvPr/>
                  </p:nvCxnSpPr>
                  <p:spPr>
                    <a:xfrm flipV="1">
                      <a:off x="6583249" y="2938815"/>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29741" name="Group 1131">
                  <a:extLst>
                    <a:ext uri="{FF2B5EF4-FFF2-40B4-BE49-F238E27FC236}">
                      <a16:creationId xmlns:a16="http://schemas.microsoft.com/office/drawing/2014/main" id="{51D85464-0052-1242-8664-9FC38E06D7A8}"/>
                    </a:ext>
                  </a:extLst>
                </p:cNvPr>
                <p:cNvGrpSpPr>
                  <a:grpSpLocks/>
                </p:cNvGrpSpPr>
                <p:nvPr/>
              </p:nvGrpSpPr>
              <p:grpSpPr bwMode="auto">
                <a:xfrm>
                  <a:off x="6280049" y="2055335"/>
                  <a:ext cx="731610" cy="920732"/>
                  <a:chOff x="6280049" y="2055335"/>
                  <a:chExt cx="731610" cy="920732"/>
                </a:xfrm>
              </p:grpSpPr>
              <p:grpSp>
                <p:nvGrpSpPr>
                  <p:cNvPr id="229742" name="Group 1132">
                    <a:extLst>
                      <a:ext uri="{FF2B5EF4-FFF2-40B4-BE49-F238E27FC236}">
                        <a16:creationId xmlns:a16="http://schemas.microsoft.com/office/drawing/2014/main" id="{6E6AD3AE-E19F-434F-8AF4-72F3E49782CC}"/>
                      </a:ext>
                    </a:extLst>
                  </p:cNvPr>
                  <p:cNvGrpSpPr>
                    <a:grpSpLocks/>
                  </p:cNvGrpSpPr>
                  <p:nvPr/>
                </p:nvGrpSpPr>
                <p:grpSpPr bwMode="auto">
                  <a:xfrm>
                    <a:off x="6280049" y="2055335"/>
                    <a:ext cx="680752" cy="139401"/>
                    <a:chOff x="5414286" y="2921098"/>
                    <a:chExt cx="680752" cy="139401"/>
                  </a:xfrm>
                </p:grpSpPr>
                <p:sp>
                  <p:nvSpPr>
                    <p:cNvPr id="1147" name="Rectangle 188">
                      <a:extLst>
                        <a:ext uri="{FF2B5EF4-FFF2-40B4-BE49-F238E27FC236}">
                          <a16:creationId xmlns:a16="http://schemas.microsoft.com/office/drawing/2014/main" id="{BB0D105D-98B8-A64B-95F0-F8E3A911FD31}"/>
                        </a:ext>
                      </a:extLst>
                    </p:cNvPr>
                    <p:cNvSpPr>
                      <a:spLocks noChangeArrowheads="1"/>
                    </p:cNvSpPr>
                    <p:nvPr/>
                  </p:nvSpPr>
                  <p:spPr bwMode="auto">
                    <a:xfrm>
                      <a:off x="5449902" y="2995548"/>
                      <a:ext cx="516753" cy="64228"/>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48" name="AutoShape 189">
                      <a:extLst>
                        <a:ext uri="{FF2B5EF4-FFF2-40B4-BE49-F238E27FC236}">
                          <a16:creationId xmlns:a16="http://schemas.microsoft.com/office/drawing/2014/main" id="{DA6965F2-802B-A349-8645-D4928CDECC1B}"/>
                        </a:ext>
                      </a:extLst>
                    </p:cNvPr>
                    <p:cNvSpPr>
                      <a:spLocks noChangeArrowheads="1"/>
                    </p:cNvSpPr>
                    <p:nvPr/>
                  </p:nvSpPr>
                  <p:spPr bwMode="auto">
                    <a:xfrm>
                      <a:off x="5449902" y="2920355"/>
                      <a:ext cx="642251"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49" name="Freeform 190">
                      <a:extLst>
                        <a:ext uri="{FF2B5EF4-FFF2-40B4-BE49-F238E27FC236}">
                          <a16:creationId xmlns:a16="http://schemas.microsoft.com/office/drawing/2014/main" id="{94A21A53-EE33-1B4D-AC39-5E91B9E18B00}"/>
                        </a:ext>
                      </a:extLst>
                    </p:cNvPr>
                    <p:cNvSpPr>
                      <a:spLocks/>
                    </p:cNvSpPr>
                    <p:nvPr/>
                  </p:nvSpPr>
                  <p:spPr bwMode="auto">
                    <a:xfrm>
                      <a:off x="5970345" y="2921922"/>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50" name="Freeform 191">
                      <a:extLst>
                        <a:ext uri="{FF2B5EF4-FFF2-40B4-BE49-F238E27FC236}">
                          <a16:creationId xmlns:a16="http://schemas.microsoft.com/office/drawing/2014/main" id="{203BF30E-D50B-0F47-BE39-73F9E0A75D9F}"/>
                        </a:ext>
                      </a:extLst>
                    </p:cNvPr>
                    <p:cNvSpPr>
                      <a:spLocks/>
                    </p:cNvSpPr>
                    <p:nvPr/>
                  </p:nvSpPr>
                  <p:spPr bwMode="auto">
                    <a:xfrm>
                      <a:off x="5534796" y="2936020"/>
                      <a:ext cx="490917" cy="4543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151" name="Freeform 192">
                      <a:extLst>
                        <a:ext uri="{FF2B5EF4-FFF2-40B4-BE49-F238E27FC236}">
                          <a16:creationId xmlns:a16="http://schemas.microsoft.com/office/drawing/2014/main" id="{CF35AA7E-3CFA-3D4B-8CB2-04FAD958291B}"/>
                        </a:ext>
                      </a:extLst>
                    </p:cNvPr>
                    <p:cNvSpPr>
                      <a:spLocks/>
                    </p:cNvSpPr>
                    <p:nvPr/>
                  </p:nvSpPr>
                  <p:spPr bwMode="auto">
                    <a:xfrm>
                      <a:off x="5652911" y="2932887"/>
                      <a:ext cx="273141"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134" name="Straight Connector 1133">
                    <a:extLst>
                      <a:ext uri="{FF2B5EF4-FFF2-40B4-BE49-F238E27FC236}">
                        <a16:creationId xmlns:a16="http://schemas.microsoft.com/office/drawing/2014/main" id="{44B63DE9-ECA2-4740-A9FA-6B10EA05E44C}"/>
                      </a:ext>
                    </a:extLst>
                  </p:cNvPr>
                  <p:cNvCxnSpPr/>
                  <p:nvPr/>
                </p:nvCxnSpPr>
                <p:spPr>
                  <a:xfrm flipH="1">
                    <a:off x="6998518" y="2125086"/>
                    <a:ext cx="11074" cy="844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5" name="Straight Connector 1134">
                    <a:extLst>
                      <a:ext uri="{FF2B5EF4-FFF2-40B4-BE49-F238E27FC236}">
                        <a16:creationId xmlns:a16="http://schemas.microsoft.com/office/drawing/2014/main" id="{3E8F0DE3-87D8-4143-A9E7-CCBBB23D6C12}"/>
                      </a:ext>
                    </a:extLst>
                  </p:cNvPr>
                  <p:cNvCxnSpPr/>
                  <p:nvPr/>
                </p:nvCxnSpPr>
                <p:spPr>
                  <a:xfrm>
                    <a:off x="6876712" y="2303671"/>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6" name="Straight Connector 1135">
                    <a:extLst>
                      <a:ext uri="{FF2B5EF4-FFF2-40B4-BE49-F238E27FC236}">
                        <a16:creationId xmlns:a16="http://schemas.microsoft.com/office/drawing/2014/main" id="{8DAD8070-78C8-814E-A59A-4360BA22C8D5}"/>
                      </a:ext>
                    </a:extLst>
                  </p:cNvPr>
                  <p:cNvCxnSpPr/>
                  <p:nvPr/>
                </p:nvCxnSpPr>
                <p:spPr>
                  <a:xfrm>
                    <a:off x="6873020" y="2367898"/>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7" name="Straight Connector 1136">
                    <a:extLst>
                      <a:ext uri="{FF2B5EF4-FFF2-40B4-BE49-F238E27FC236}">
                        <a16:creationId xmlns:a16="http://schemas.microsoft.com/office/drawing/2014/main" id="{49FFA9C6-AD30-E24A-A888-D3BC7A269F36}"/>
                      </a:ext>
                    </a:extLst>
                  </p:cNvPr>
                  <p:cNvCxnSpPr/>
                  <p:nvPr/>
                </p:nvCxnSpPr>
                <p:spPr>
                  <a:xfrm>
                    <a:off x="6873020" y="2444659"/>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8" name="Straight Connector 1137">
                    <a:extLst>
                      <a:ext uri="{FF2B5EF4-FFF2-40B4-BE49-F238E27FC236}">
                        <a16:creationId xmlns:a16="http://schemas.microsoft.com/office/drawing/2014/main" id="{B1DAB9FF-421F-184A-84A1-A5083368401A}"/>
                      </a:ext>
                    </a:extLst>
                  </p:cNvPr>
                  <p:cNvCxnSpPr/>
                  <p:nvPr/>
                </p:nvCxnSpPr>
                <p:spPr>
                  <a:xfrm>
                    <a:off x="6869330" y="2508886"/>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9" name="Straight Connector 1138">
                    <a:extLst>
                      <a:ext uri="{FF2B5EF4-FFF2-40B4-BE49-F238E27FC236}">
                        <a16:creationId xmlns:a16="http://schemas.microsoft.com/office/drawing/2014/main" id="{5A582E9D-4E0F-0B4E-B062-80B969EDC7D5}"/>
                      </a:ext>
                    </a:extLst>
                  </p:cNvPr>
                  <p:cNvCxnSpPr/>
                  <p:nvPr/>
                </p:nvCxnSpPr>
                <p:spPr>
                  <a:xfrm>
                    <a:off x="6865638" y="2569981"/>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0" name="Straight Connector 1139">
                    <a:extLst>
                      <a:ext uri="{FF2B5EF4-FFF2-40B4-BE49-F238E27FC236}">
                        <a16:creationId xmlns:a16="http://schemas.microsoft.com/office/drawing/2014/main" id="{5798711D-0CB8-E54E-ABF8-BAEDDAD1B95A}"/>
                      </a:ext>
                    </a:extLst>
                  </p:cNvPr>
                  <p:cNvCxnSpPr/>
                  <p:nvPr/>
                </p:nvCxnSpPr>
                <p:spPr>
                  <a:xfrm>
                    <a:off x="6865638" y="2637342"/>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1" name="Straight Connector 1140">
                    <a:extLst>
                      <a:ext uri="{FF2B5EF4-FFF2-40B4-BE49-F238E27FC236}">
                        <a16:creationId xmlns:a16="http://schemas.microsoft.com/office/drawing/2014/main" id="{6DC5F0C0-6585-694F-9FD9-758F18AA7683}"/>
                      </a:ext>
                    </a:extLst>
                  </p:cNvPr>
                  <p:cNvCxnSpPr/>
                  <p:nvPr/>
                </p:nvCxnSpPr>
                <p:spPr>
                  <a:xfrm>
                    <a:off x="6861948" y="2706269"/>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2" name="Straight Connector 1141">
                    <a:extLst>
                      <a:ext uri="{FF2B5EF4-FFF2-40B4-BE49-F238E27FC236}">
                        <a16:creationId xmlns:a16="http://schemas.microsoft.com/office/drawing/2014/main" id="{B96B34EA-AC91-6941-B89B-66C276B30143}"/>
                      </a:ext>
                    </a:extLst>
                  </p:cNvPr>
                  <p:cNvCxnSpPr/>
                  <p:nvPr/>
                </p:nvCxnSpPr>
                <p:spPr>
                  <a:xfrm>
                    <a:off x="6869330" y="2775197"/>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3" name="Straight Connector 1142">
                    <a:extLst>
                      <a:ext uri="{FF2B5EF4-FFF2-40B4-BE49-F238E27FC236}">
                        <a16:creationId xmlns:a16="http://schemas.microsoft.com/office/drawing/2014/main" id="{E650DAD6-BE8F-C54C-8870-6DE2A9BF9740}"/>
                      </a:ext>
                    </a:extLst>
                  </p:cNvPr>
                  <p:cNvCxnSpPr/>
                  <p:nvPr/>
                </p:nvCxnSpPr>
                <p:spPr>
                  <a:xfrm>
                    <a:off x="6873020" y="2842558"/>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4" name="Straight Connector 1143">
                    <a:extLst>
                      <a:ext uri="{FF2B5EF4-FFF2-40B4-BE49-F238E27FC236}">
                        <a16:creationId xmlns:a16="http://schemas.microsoft.com/office/drawing/2014/main" id="{63A0822F-8661-C541-86CE-425730307A47}"/>
                      </a:ext>
                    </a:extLst>
                  </p:cNvPr>
                  <p:cNvCxnSpPr/>
                  <p:nvPr/>
                </p:nvCxnSpPr>
                <p:spPr>
                  <a:xfrm>
                    <a:off x="6873020" y="2911485"/>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5" name="Straight Connector 1144">
                    <a:extLst>
                      <a:ext uri="{FF2B5EF4-FFF2-40B4-BE49-F238E27FC236}">
                        <a16:creationId xmlns:a16="http://schemas.microsoft.com/office/drawing/2014/main" id="{4521F7A5-D2A6-6B4C-B898-D338D5657DBE}"/>
                      </a:ext>
                    </a:extLst>
                  </p:cNvPr>
                  <p:cNvCxnSpPr/>
                  <p:nvPr/>
                </p:nvCxnSpPr>
                <p:spPr>
                  <a:xfrm>
                    <a:off x="6876712" y="2975713"/>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46" name="Straight Connector 1145">
                    <a:extLst>
                      <a:ext uri="{FF2B5EF4-FFF2-40B4-BE49-F238E27FC236}">
                        <a16:creationId xmlns:a16="http://schemas.microsoft.com/office/drawing/2014/main" id="{FF775134-E078-DA47-9477-C87DC6525392}"/>
                      </a:ext>
                    </a:extLst>
                  </p:cNvPr>
                  <p:cNvCxnSpPr/>
                  <p:nvPr/>
                </p:nvCxnSpPr>
                <p:spPr>
                  <a:xfrm flipH="1">
                    <a:off x="6876712" y="2131353"/>
                    <a:ext cx="13657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29681" name="Group 1071">
                <a:extLst>
                  <a:ext uri="{FF2B5EF4-FFF2-40B4-BE49-F238E27FC236}">
                    <a16:creationId xmlns:a16="http://schemas.microsoft.com/office/drawing/2014/main" id="{2B1F6580-5F13-EE44-812C-44EB21330E36}"/>
                  </a:ext>
                </a:extLst>
              </p:cNvPr>
              <p:cNvGrpSpPr>
                <a:grpSpLocks/>
              </p:cNvGrpSpPr>
              <p:nvPr/>
            </p:nvGrpSpPr>
            <p:grpSpPr bwMode="auto">
              <a:xfrm>
                <a:off x="2054687" y="4876798"/>
                <a:ext cx="331695" cy="1030941"/>
                <a:chOff x="6240352" y="2055335"/>
                <a:chExt cx="771307" cy="1017716"/>
              </a:xfrm>
            </p:grpSpPr>
            <p:grpSp>
              <p:nvGrpSpPr>
                <p:cNvPr id="229682" name="Group 1072">
                  <a:extLst>
                    <a:ext uri="{FF2B5EF4-FFF2-40B4-BE49-F238E27FC236}">
                      <a16:creationId xmlns:a16="http://schemas.microsoft.com/office/drawing/2014/main" id="{4BCD0DC5-9114-3D49-AF4F-04FBA14CFF15}"/>
                    </a:ext>
                  </a:extLst>
                </p:cNvPr>
                <p:cNvGrpSpPr>
                  <a:grpSpLocks/>
                </p:cNvGrpSpPr>
                <p:nvPr/>
              </p:nvGrpSpPr>
              <p:grpSpPr bwMode="auto">
                <a:xfrm>
                  <a:off x="6240352" y="2235573"/>
                  <a:ext cx="697981" cy="837478"/>
                  <a:chOff x="6395998" y="3062424"/>
                  <a:chExt cx="564403" cy="837478"/>
                </a:xfrm>
              </p:grpSpPr>
              <p:sp>
                <p:nvSpPr>
                  <p:cNvPr id="1094" name="Rectangle 1093">
                    <a:extLst>
                      <a:ext uri="{FF2B5EF4-FFF2-40B4-BE49-F238E27FC236}">
                        <a16:creationId xmlns:a16="http://schemas.microsoft.com/office/drawing/2014/main" id="{6F10C964-C260-E04C-885A-405A696F3A79}"/>
                      </a:ext>
                    </a:extLst>
                  </p:cNvPr>
                  <p:cNvSpPr/>
                  <p:nvPr/>
                </p:nvSpPr>
                <p:spPr>
                  <a:xfrm>
                    <a:off x="6510022" y="3047496"/>
                    <a:ext cx="447707" cy="75663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95" name="Straight Connector 1094">
                    <a:extLst>
                      <a:ext uri="{FF2B5EF4-FFF2-40B4-BE49-F238E27FC236}">
                        <a16:creationId xmlns:a16="http://schemas.microsoft.com/office/drawing/2014/main" id="{19C9BB34-FB17-8146-BFA5-BE94084D1F89}"/>
                      </a:ext>
                    </a:extLst>
                  </p:cNvPr>
                  <p:cNvCxnSpPr/>
                  <p:nvPr/>
                </p:nvCxnSpPr>
                <p:spPr>
                  <a:xfrm flipV="1">
                    <a:off x="6847296" y="3047496"/>
                    <a:ext cx="113419" cy="1065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96" name="Rectangle 1095">
                    <a:extLst>
                      <a:ext uri="{FF2B5EF4-FFF2-40B4-BE49-F238E27FC236}">
                        <a16:creationId xmlns:a16="http://schemas.microsoft.com/office/drawing/2014/main" id="{5410B86F-50CE-2B4D-A8DD-B01378F50357}"/>
                      </a:ext>
                    </a:extLst>
                  </p:cNvPr>
                  <p:cNvSpPr/>
                  <p:nvPr/>
                </p:nvSpPr>
                <p:spPr>
                  <a:xfrm>
                    <a:off x="6477192" y="3056895"/>
                    <a:ext cx="131327" cy="1300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097" name="Straight Connector 1096">
                    <a:extLst>
                      <a:ext uri="{FF2B5EF4-FFF2-40B4-BE49-F238E27FC236}">
                        <a16:creationId xmlns:a16="http://schemas.microsoft.com/office/drawing/2014/main" id="{2D5D8424-4531-9048-8138-E3408D33AA28}"/>
                      </a:ext>
                    </a:extLst>
                  </p:cNvPr>
                  <p:cNvCxnSpPr/>
                  <p:nvPr/>
                </p:nvCxnSpPr>
                <p:spPr>
                  <a:xfrm flipV="1">
                    <a:off x="6396603" y="3047496"/>
                    <a:ext cx="113419" cy="1065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098" name="Rectangle 1097">
                    <a:extLst>
                      <a:ext uri="{FF2B5EF4-FFF2-40B4-BE49-F238E27FC236}">
                        <a16:creationId xmlns:a16="http://schemas.microsoft.com/office/drawing/2014/main" id="{EA07459D-4A04-3441-AA78-77530E1E2B0D}"/>
                      </a:ext>
                    </a:extLst>
                  </p:cNvPr>
                  <p:cNvSpPr/>
                  <p:nvPr/>
                </p:nvSpPr>
                <p:spPr>
                  <a:xfrm>
                    <a:off x="6817449" y="3702306"/>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099" name="Rectangle 1098">
                    <a:extLst>
                      <a:ext uri="{FF2B5EF4-FFF2-40B4-BE49-F238E27FC236}">
                        <a16:creationId xmlns:a16="http://schemas.microsoft.com/office/drawing/2014/main" id="{F6027733-56FF-9740-8592-5E8984F14C26}"/>
                      </a:ext>
                    </a:extLst>
                  </p:cNvPr>
                  <p:cNvSpPr/>
                  <p:nvPr/>
                </p:nvSpPr>
                <p:spPr>
                  <a:xfrm>
                    <a:off x="6405558" y="3157153"/>
                    <a:ext cx="444721" cy="742536"/>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100" name="Straight Connector 1099">
                    <a:extLst>
                      <a:ext uri="{FF2B5EF4-FFF2-40B4-BE49-F238E27FC236}">
                        <a16:creationId xmlns:a16="http://schemas.microsoft.com/office/drawing/2014/main" id="{B042102D-CF06-A046-99DF-E93D0C7A022B}"/>
                      </a:ext>
                    </a:extLst>
                  </p:cNvPr>
                  <p:cNvCxnSpPr/>
                  <p:nvPr/>
                </p:nvCxnSpPr>
                <p:spPr>
                  <a:xfrm flipV="1">
                    <a:off x="6847296" y="3804131"/>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9710" name="Group 1100">
                    <a:extLst>
                      <a:ext uri="{FF2B5EF4-FFF2-40B4-BE49-F238E27FC236}">
                        <a16:creationId xmlns:a16="http://schemas.microsoft.com/office/drawing/2014/main" id="{D45423D4-6219-1746-979A-51DA74C1EC90}"/>
                      </a:ext>
                    </a:extLst>
                  </p:cNvPr>
                  <p:cNvGrpSpPr>
                    <a:grpSpLocks/>
                  </p:cNvGrpSpPr>
                  <p:nvPr/>
                </p:nvGrpSpPr>
                <p:grpSpPr bwMode="auto">
                  <a:xfrm>
                    <a:off x="6400318" y="3137421"/>
                    <a:ext cx="559121" cy="92788"/>
                    <a:chOff x="6582044" y="2846082"/>
                    <a:chExt cx="559121" cy="92788"/>
                  </a:xfrm>
                </p:grpSpPr>
                <p:cxnSp>
                  <p:nvCxnSpPr>
                    <p:cNvPr id="1129" name="Straight Connector 1128">
                      <a:extLst>
                        <a:ext uri="{FF2B5EF4-FFF2-40B4-BE49-F238E27FC236}">
                          <a16:creationId xmlns:a16="http://schemas.microsoft.com/office/drawing/2014/main" id="{E3137E1E-0FC5-654A-A278-5C1F6C8A91A1}"/>
                        </a:ext>
                      </a:extLst>
                    </p:cNvPr>
                    <p:cNvCxnSpPr/>
                    <p:nvPr/>
                  </p:nvCxnSpPr>
                  <p:spPr>
                    <a:xfrm flipV="1">
                      <a:off x="7029021" y="2845449"/>
                      <a:ext cx="113419"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30" name="Straight Connector 1129">
                      <a:extLst>
                        <a:ext uri="{FF2B5EF4-FFF2-40B4-BE49-F238E27FC236}">
                          <a16:creationId xmlns:a16="http://schemas.microsoft.com/office/drawing/2014/main" id="{FCDDA4CD-27C7-1149-8C07-6C9C593B9F61}"/>
                        </a:ext>
                      </a:extLst>
                    </p:cNvPr>
                    <p:cNvCxnSpPr/>
                    <p:nvPr/>
                  </p:nvCxnSpPr>
                  <p:spPr>
                    <a:xfrm flipV="1">
                      <a:off x="6581315" y="2923776"/>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711" name="Group 1101">
                    <a:extLst>
                      <a:ext uri="{FF2B5EF4-FFF2-40B4-BE49-F238E27FC236}">
                        <a16:creationId xmlns:a16="http://schemas.microsoft.com/office/drawing/2014/main" id="{597DC753-21BF-F946-998D-2FDB7B7EA2B5}"/>
                      </a:ext>
                    </a:extLst>
                  </p:cNvPr>
                  <p:cNvGrpSpPr>
                    <a:grpSpLocks/>
                  </p:cNvGrpSpPr>
                  <p:nvPr/>
                </p:nvGrpSpPr>
                <p:grpSpPr bwMode="auto">
                  <a:xfrm>
                    <a:off x="6399838" y="3203285"/>
                    <a:ext cx="559121" cy="92788"/>
                    <a:chOff x="6582044" y="2846082"/>
                    <a:chExt cx="559121" cy="92788"/>
                  </a:xfrm>
                </p:grpSpPr>
                <p:cxnSp>
                  <p:nvCxnSpPr>
                    <p:cNvPr id="1127" name="Straight Connector 1126">
                      <a:extLst>
                        <a:ext uri="{FF2B5EF4-FFF2-40B4-BE49-F238E27FC236}">
                          <a16:creationId xmlns:a16="http://schemas.microsoft.com/office/drawing/2014/main" id="{C5E4D6A6-92D0-3D49-BCCC-104AE5122EF7}"/>
                        </a:ext>
                      </a:extLst>
                    </p:cNvPr>
                    <p:cNvCxnSpPr/>
                    <p:nvPr/>
                  </p:nvCxnSpPr>
                  <p:spPr>
                    <a:xfrm flipV="1">
                      <a:off x="7029502" y="2845380"/>
                      <a:ext cx="140280"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8" name="Straight Connector 1127">
                      <a:extLst>
                        <a:ext uri="{FF2B5EF4-FFF2-40B4-BE49-F238E27FC236}">
                          <a16:creationId xmlns:a16="http://schemas.microsoft.com/office/drawing/2014/main" id="{B7CDCC93-ABF1-3A48-AAD3-1079FBFA6AC6}"/>
                        </a:ext>
                      </a:extLst>
                    </p:cNvPr>
                    <p:cNvCxnSpPr/>
                    <p:nvPr/>
                  </p:nvCxnSpPr>
                  <p:spPr>
                    <a:xfrm flipV="1">
                      <a:off x="6581796" y="2923707"/>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712" name="Group 1102">
                    <a:extLst>
                      <a:ext uri="{FF2B5EF4-FFF2-40B4-BE49-F238E27FC236}">
                        <a16:creationId xmlns:a16="http://schemas.microsoft.com/office/drawing/2014/main" id="{D555A000-3603-2C46-A88D-32D621271E34}"/>
                      </a:ext>
                    </a:extLst>
                  </p:cNvPr>
                  <p:cNvGrpSpPr>
                    <a:grpSpLocks/>
                  </p:cNvGrpSpPr>
                  <p:nvPr/>
                </p:nvGrpSpPr>
                <p:grpSpPr bwMode="auto">
                  <a:xfrm>
                    <a:off x="6399358" y="3269149"/>
                    <a:ext cx="559121" cy="92788"/>
                    <a:chOff x="6582044" y="2846082"/>
                    <a:chExt cx="559121" cy="92788"/>
                  </a:xfrm>
                </p:grpSpPr>
                <p:cxnSp>
                  <p:nvCxnSpPr>
                    <p:cNvPr id="1125" name="Straight Connector 1124">
                      <a:extLst>
                        <a:ext uri="{FF2B5EF4-FFF2-40B4-BE49-F238E27FC236}">
                          <a16:creationId xmlns:a16="http://schemas.microsoft.com/office/drawing/2014/main" id="{E25ADD57-F387-844F-802C-7A80095FC3F7}"/>
                        </a:ext>
                      </a:extLst>
                    </p:cNvPr>
                    <p:cNvCxnSpPr/>
                    <p:nvPr/>
                  </p:nvCxnSpPr>
                  <p:spPr>
                    <a:xfrm flipV="1">
                      <a:off x="7026996" y="2845310"/>
                      <a:ext cx="113419" cy="78327"/>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6" name="Straight Connector 1125">
                      <a:extLst>
                        <a:ext uri="{FF2B5EF4-FFF2-40B4-BE49-F238E27FC236}">
                          <a16:creationId xmlns:a16="http://schemas.microsoft.com/office/drawing/2014/main" id="{0C96AE9A-6EF7-1540-ADFD-A7E0DE717868}"/>
                        </a:ext>
                      </a:extLst>
                    </p:cNvPr>
                    <p:cNvCxnSpPr/>
                    <p:nvPr/>
                  </p:nvCxnSpPr>
                  <p:spPr>
                    <a:xfrm flipV="1">
                      <a:off x="6582275" y="2923637"/>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713" name="Group 1103">
                    <a:extLst>
                      <a:ext uri="{FF2B5EF4-FFF2-40B4-BE49-F238E27FC236}">
                        <a16:creationId xmlns:a16="http://schemas.microsoft.com/office/drawing/2014/main" id="{2CD89710-335B-AE40-BC7C-42F9649D3156}"/>
                      </a:ext>
                    </a:extLst>
                  </p:cNvPr>
                  <p:cNvGrpSpPr>
                    <a:grpSpLocks/>
                  </p:cNvGrpSpPr>
                  <p:nvPr/>
                </p:nvGrpSpPr>
                <p:grpSpPr bwMode="auto">
                  <a:xfrm>
                    <a:off x="6398878" y="3335013"/>
                    <a:ext cx="559121" cy="92788"/>
                    <a:chOff x="6582044" y="2846082"/>
                    <a:chExt cx="559121" cy="92788"/>
                  </a:xfrm>
                </p:grpSpPr>
                <p:cxnSp>
                  <p:nvCxnSpPr>
                    <p:cNvPr id="1123" name="Straight Connector 1122">
                      <a:extLst>
                        <a:ext uri="{FF2B5EF4-FFF2-40B4-BE49-F238E27FC236}">
                          <a16:creationId xmlns:a16="http://schemas.microsoft.com/office/drawing/2014/main" id="{E7ED2AF2-DCE4-D348-8CF2-1665D9EF1302}"/>
                        </a:ext>
                      </a:extLst>
                    </p:cNvPr>
                    <p:cNvCxnSpPr/>
                    <p:nvPr/>
                  </p:nvCxnSpPr>
                  <p:spPr>
                    <a:xfrm flipV="1">
                      <a:off x="7027475" y="2831141"/>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4" name="Straight Connector 1123">
                      <a:extLst>
                        <a:ext uri="{FF2B5EF4-FFF2-40B4-BE49-F238E27FC236}">
                          <a16:creationId xmlns:a16="http://schemas.microsoft.com/office/drawing/2014/main" id="{28CDF3C1-964B-0C45-AD7A-BB5A4C8A7E60}"/>
                        </a:ext>
                      </a:extLst>
                    </p:cNvPr>
                    <p:cNvCxnSpPr/>
                    <p:nvPr/>
                  </p:nvCxnSpPr>
                  <p:spPr>
                    <a:xfrm flipV="1">
                      <a:off x="6582755" y="2923567"/>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714" name="Group 1104">
                    <a:extLst>
                      <a:ext uri="{FF2B5EF4-FFF2-40B4-BE49-F238E27FC236}">
                        <a16:creationId xmlns:a16="http://schemas.microsoft.com/office/drawing/2014/main" id="{DF9EA29D-FFA5-BA44-9281-226CEAB5FD42}"/>
                      </a:ext>
                    </a:extLst>
                  </p:cNvPr>
                  <p:cNvGrpSpPr>
                    <a:grpSpLocks/>
                  </p:cNvGrpSpPr>
                  <p:nvPr/>
                </p:nvGrpSpPr>
                <p:grpSpPr bwMode="auto">
                  <a:xfrm>
                    <a:off x="6398398" y="3400877"/>
                    <a:ext cx="559121" cy="92788"/>
                    <a:chOff x="6582044" y="2846082"/>
                    <a:chExt cx="559121" cy="92788"/>
                  </a:xfrm>
                </p:grpSpPr>
                <p:cxnSp>
                  <p:nvCxnSpPr>
                    <p:cNvPr id="1121" name="Straight Connector 1120">
                      <a:extLst>
                        <a:ext uri="{FF2B5EF4-FFF2-40B4-BE49-F238E27FC236}">
                          <a16:creationId xmlns:a16="http://schemas.microsoft.com/office/drawing/2014/main" id="{0A114689-3A24-0C46-A67A-E8B81120231D}"/>
                        </a:ext>
                      </a:extLst>
                    </p:cNvPr>
                    <p:cNvCxnSpPr/>
                    <p:nvPr/>
                  </p:nvCxnSpPr>
                  <p:spPr>
                    <a:xfrm flipV="1">
                      <a:off x="7027955" y="2831072"/>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2" name="Straight Connector 1121">
                      <a:extLst>
                        <a:ext uri="{FF2B5EF4-FFF2-40B4-BE49-F238E27FC236}">
                          <a16:creationId xmlns:a16="http://schemas.microsoft.com/office/drawing/2014/main" id="{58963F20-A83A-134C-A455-1A24C5B4CEF8}"/>
                        </a:ext>
                      </a:extLst>
                    </p:cNvPr>
                    <p:cNvCxnSpPr/>
                    <p:nvPr/>
                  </p:nvCxnSpPr>
                  <p:spPr>
                    <a:xfrm flipV="1">
                      <a:off x="6583234" y="2923498"/>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715" name="Group 1105">
                    <a:extLst>
                      <a:ext uri="{FF2B5EF4-FFF2-40B4-BE49-F238E27FC236}">
                        <a16:creationId xmlns:a16="http://schemas.microsoft.com/office/drawing/2014/main" id="{FD874F9A-1478-D44E-A8EC-4151BE78E3A6}"/>
                      </a:ext>
                    </a:extLst>
                  </p:cNvPr>
                  <p:cNvGrpSpPr>
                    <a:grpSpLocks/>
                  </p:cNvGrpSpPr>
                  <p:nvPr/>
                </p:nvGrpSpPr>
                <p:grpSpPr bwMode="auto">
                  <a:xfrm>
                    <a:off x="6397918" y="3466741"/>
                    <a:ext cx="559121" cy="92788"/>
                    <a:chOff x="6582044" y="2846082"/>
                    <a:chExt cx="559121" cy="92788"/>
                  </a:xfrm>
                </p:grpSpPr>
                <p:cxnSp>
                  <p:nvCxnSpPr>
                    <p:cNvPr id="1119" name="Straight Connector 1118">
                      <a:extLst>
                        <a:ext uri="{FF2B5EF4-FFF2-40B4-BE49-F238E27FC236}">
                          <a16:creationId xmlns:a16="http://schemas.microsoft.com/office/drawing/2014/main" id="{C6AA23D0-3A8E-C244-AD82-934BA3465789}"/>
                        </a:ext>
                      </a:extLst>
                    </p:cNvPr>
                    <p:cNvCxnSpPr/>
                    <p:nvPr/>
                  </p:nvCxnSpPr>
                  <p:spPr>
                    <a:xfrm flipV="1">
                      <a:off x="7028436" y="2831002"/>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20" name="Straight Connector 1119">
                      <a:extLst>
                        <a:ext uri="{FF2B5EF4-FFF2-40B4-BE49-F238E27FC236}">
                          <a16:creationId xmlns:a16="http://schemas.microsoft.com/office/drawing/2014/main" id="{BEE91563-A156-BA42-8734-7569A18062BA}"/>
                        </a:ext>
                      </a:extLst>
                    </p:cNvPr>
                    <p:cNvCxnSpPr/>
                    <p:nvPr/>
                  </p:nvCxnSpPr>
                  <p:spPr>
                    <a:xfrm flipV="1">
                      <a:off x="6610577" y="2939093"/>
                      <a:ext cx="42382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716" name="Group 1106">
                    <a:extLst>
                      <a:ext uri="{FF2B5EF4-FFF2-40B4-BE49-F238E27FC236}">
                        <a16:creationId xmlns:a16="http://schemas.microsoft.com/office/drawing/2014/main" id="{E06FBD70-BDE1-8642-AF3F-9E1D23F2BED6}"/>
                      </a:ext>
                    </a:extLst>
                  </p:cNvPr>
                  <p:cNvGrpSpPr>
                    <a:grpSpLocks/>
                  </p:cNvGrpSpPr>
                  <p:nvPr/>
                </p:nvGrpSpPr>
                <p:grpSpPr bwMode="auto">
                  <a:xfrm>
                    <a:off x="6397438" y="3532605"/>
                    <a:ext cx="559121" cy="92788"/>
                    <a:chOff x="6582044" y="2846082"/>
                    <a:chExt cx="559121" cy="92788"/>
                  </a:xfrm>
                </p:grpSpPr>
                <p:cxnSp>
                  <p:nvCxnSpPr>
                    <p:cNvPr id="1117" name="Straight Connector 1116">
                      <a:extLst>
                        <a:ext uri="{FF2B5EF4-FFF2-40B4-BE49-F238E27FC236}">
                          <a16:creationId xmlns:a16="http://schemas.microsoft.com/office/drawing/2014/main" id="{53BD1C92-74CD-8141-A439-0316EEB1C6F4}"/>
                        </a:ext>
                      </a:extLst>
                    </p:cNvPr>
                    <p:cNvCxnSpPr/>
                    <p:nvPr/>
                  </p:nvCxnSpPr>
                  <p:spPr>
                    <a:xfrm flipV="1">
                      <a:off x="7028916" y="2830932"/>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8" name="Straight Connector 1117">
                      <a:extLst>
                        <a:ext uri="{FF2B5EF4-FFF2-40B4-BE49-F238E27FC236}">
                          <a16:creationId xmlns:a16="http://schemas.microsoft.com/office/drawing/2014/main" id="{E29FA080-78AE-654C-996A-71157CC99B57}"/>
                        </a:ext>
                      </a:extLst>
                    </p:cNvPr>
                    <p:cNvCxnSpPr/>
                    <p:nvPr/>
                  </p:nvCxnSpPr>
                  <p:spPr>
                    <a:xfrm flipV="1">
                      <a:off x="6581209" y="2939023"/>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717" name="Group 1107">
                    <a:extLst>
                      <a:ext uri="{FF2B5EF4-FFF2-40B4-BE49-F238E27FC236}">
                        <a16:creationId xmlns:a16="http://schemas.microsoft.com/office/drawing/2014/main" id="{048394E2-43E0-3C49-927A-FDC45366345C}"/>
                      </a:ext>
                    </a:extLst>
                  </p:cNvPr>
                  <p:cNvGrpSpPr>
                    <a:grpSpLocks/>
                  </p:cNvGrpSpPr>
                  <p:nvPr/>
                </p:nvGrpSpPr>
                <p:grpSpPr bwMode="auto">
                  <a:xfrm>
                    <a:off x="6396958" y="3598469"/>
                    <a:ext cx="559121" cy="92788"/>
                    <a:chOff x="6582044" y="2846082"/>
                    <a:chExt cx="559121" cy="92788"/>
                  </a:xfrm>
                </p:grpSpPr>
                <p:cxnSp>
                  <p:nvCxnSpPr>
                    <p:cNvPr id="1115" name="Straight Connector 1114">
                      <a:extLst>
                        <a:ext uri="{FF2B5EF4-FFF2-40B4-BE49-F238E27FC236}">
                          <a16:creationId xmlns:a16="http://schemas.microsoft.com/office/drawing/2014/main" id="{8015D41A-8EA8-424F-8FD4-DAD5108A9372}"/>
                        </a:ext>
                      </a:extLst>
                    </p:cNvPr>
                    <p:cNvCxnSpPr/>
                    <p:nvPr/>
                  </p:nvCxnSpPr>
                  <p:spPr>
                    <a:xfrm flipV="1">
                      <a:off x="7029395" y="2830863"/>
                      <a:ext cx="140282"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6" name="Straight Connector 1115">
                      <a:extLst>
                        <a:ext uri="{FF2B5EF4-FFF2-40B4-BE49-F238E27FC236}">
                          <a16:creationId xmlns:a16="http://schemas.microsoft.com/office/drawing/2014/main" id="{7D111F18-E347-7A44-A6A2-40969D3FFCB3}"/>
                        </a:ext>
                      </a:extLst>
                    </p:cNvPr>
                    <p:cNvCxnSpPr/>
                    <p:nvPr/>
                  </p:nvCxnSpPr>
                  <p:spPr>
                    <a:xfrm flipV="1">
                      <a:off x="6581689" y="2938954"/>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718" name="Group 1108">
                    <a:extLst>
                      <a:ext uri="{FF2B5EF4-FFF2-40B4-BE49-F238E27FC236}">
                        <a16:creationId xmlns:a16="http://schemas.microsoft.com/office/drawing/2014/main" id="{8F256F99-3CCC-3D42-9EF2-04372030B451}"/>
                      </a:ext>
                    </a:extLst>
                  </p:cNvPr>
                  <p:cNvGrpSpPr>
                    <a:grpSpLocks/>
                  </p:cNvGrpSpPr>
                  <p:nvPr/>
                </p:nvGrpSpPr>
                <p:grpSpPr bwMode="auto">
                  <a:xfrm>
                    <a:off x="6396478" y="3664333"/>
                    <a:ext cx="559121" cy="92788"/>
                    <a:chOff x="6582044" y="2846082"/>
                    <a:chExt cx="559121" cy="92788"/>
                  </a:xfrm>
                </p:grpSpPr>
                <p:cxnSp>
                  <p:nvCxnSpPr>
                    <p:cNvPr id="1113" name="Straight Connector 1112">
                      <a:extLst>
                        <a:ext uri="{FF2B5EF4-FFF2-40B4-BE49-F238E27FC236}">
                          <a16:creationId xmlns:a16="http://schemas.microsoft.com/office/drawing/2014/main" id="{E542F523-C431-F346-AF96-616CECC1C2FF}"/>
                        </a:ext>
                      </a:extLst>
                    </p:cNvPr>
                    <p:cNvCxnSpPr/>
                    <p:nvPr/>
                  </p:nvCxnSpPr>
                  <p:spPr>
                    <a:xfrm flipV="1">
                      <a:off x="7026892" y="2846458"/>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4" name="Straight Connector 1113">
                      <a:extLst>
                        <a:ext uri="{FF2B5EF4-FFF2-40B4-BE49-F238E27FC236}">
                          <a16:creationId xmlns:a16="http://schemas.microsoft.com/office/drawing/2014/main" id="{A21C6E08-B276-8143-83F8-924CC7BE450A}"/>
                        </a:ext>
                      </a:extLst>
                    </p:cNvPr>
                    <p:cNvCxnSpPr/>
                    <p:nvPr/>
                  </p:nvCxnSpPr>
                  <p:spPr>
                    <a:xfrm flipV="1">
                      <a:off x="6582170" y="2938884"/>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719" name="Group 1109">
                    <a:extLst>
                      <a:ext uri="{FF2B5EF4-FFF2-40B4-BE49-F238E27FC236}">
                        <a16:creationId xmlns:a16="http://schemas.microsoft.com/office/drawing/2014/main" id="{CA7D40DF-1B40-DE4B-A08B-42F89B1CFA5C}"/>
                      </a:ext>
                    </a:extLst>
                  </p:cNvPr>
                  <p:cNvGrpSpPr>
                    <a:grpSpLocks/>
                  </p:cNvGrpSpPr>
                  <p:nvPr/>
                </p:nvGrpSpPr>
                <p:grpSpPr bwMode="auto">
                  <a:xfrm>
                    <a:off x="6395998" y="3730197"/>
                    <a:ext cx="559121" cy="92788"/>
                    <a:chOff x="6582044" y="2846082"/>
                    <a:chExt cx="559121" cy="92788"/>
                  </a:xfrm>
                </p:grpSpPr>
                <p:cxnSp>
                  <p:nvCxnSpPr>
                    <p:cNvPr id="1111" name="Straight Connector 1110">
                      <a:extLst>
                        <a:ext uri="{FF2B5EF4-FFF2-40B4-BE49-F238E27FC236}">
                          <a16:creationId xmlns:a16="http://schemas.microsoft.com/office/drawing/2014/main" id="{137E95A4-0532-8943-B8C6-F77D6D561322}"/>
                        </a:ext>
                      </a:extLst>
                    </p:cNvPr>
                    <p:cNvCxnSpPr/>
                    <p:nvPr/>
                  </p:nvCxnSpPr>
                  <p:spPr>
                    <a:xfrm flipV="1">
                      <a:off x="7027372" y="2846389"/>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112" name="Straight Connector 1111">
                      <a:extLst>
                        <a:ext uri="{FF2B5EF4-FFF2-40B4-BE49-F238E27FC236}">
                          <a16:creationId xmlns:a16="http://schemas.microsoft.com/office/drawing/2014/main" id="{10B69BE5-D8FC-4845-AFEC-832FF4CAF59B}"/>
                        </a:ext>
                      </a:extLst>
                    </p:cNvPr>
                    <p:cNvCxnSpPr/>
                    <p:nvPr/>
                  </p:nvCxnSpPr>
                  <p:spPr>
                    <a:xfrm flipV="1">
                      <a:off x="6582649" y="2938815"/>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29683" name="Group 1073">
                  <a:extLst>
                    <a:ext uri="{FF2B5EF4-FFF2-40B4-BE49-F238E27FC236}">
                      <a16:creationId xmlns:a16="http://schemas.microsoft.com/office/drawing/2014/main" id="{EB6CF5FE-E2C2-0A4E-8C00-35E815E09C5A}"/>
                    </a:ext>
                  </a:extLst>
                </p:cNvPr>
                <p:cNvGrpSpPr>
                  <a:grpSpLocks/>
                </p:cNvGrpSpPr>
                <p:nvPr/>
              </p:nvGrpSpPr>
              <p:grpSpPr bwMode="auto">
                <a:xfrm>
                  <a:off x="6280049" y="2055335"/>
                  <a:ext cx="731610" cy="920732"/>
                  <a:chOff x="6280049" y="2055335"/>
                  <a:chExt cx="731610" cy="920732"/>
                </a:xfrm>
              </p:grpSpPr>
              <p:grpSp>
                <p:nvGrpSpPr>
                  <p:cNvPr id="229684" name="Group 1074">
                    <a:extLst>
                      <a:ext uri="{FF2B5EF4-FFF2-40B4-BE49-F238E27FC236}">
                        <a16:creationId xmlns:a16="http://schemas.microsoft.com/office/drawing/2014/main" id="{5BB6CDA1-E0E4-0E48-BB90-B8764E7F7F8E}"/>
                      </a:ext>
                    </a:extLst>
                  </p:cNvPr>
                  <p:cNvGrpSpPr>
                    <a:grpSpLocks/>
                  </p:cNvGrpSpPr>
                  <p:nvPr/>
                </p:nvGrpSpPr>
                <p:grpSpPr bwMode="auto">
                  <a:xfrm>
                    <a:off x="6280049" y="2055335"/>
                    <a:ext cx="680752" cy="139401"/>
                    <a:chOff x="5414286" y="2921098"/>
                    <a:chExt cx="680752" cy="139401"/>
                  </a:xfrm>
                </p:grpSpPr>
                <p:sp>
                  <p:nvSpPr>
                    <p:cNvPr id="1089" name="Rectangle 188">
                      <a:extLst>
                        <a:ext uri="{FF2B5EF4-FFF2-40B4-BE49-F238E27FC236}">
                          <a16:creationId xmlns:a16="http://schemas.microsoft.com/office/drawing/2014/main" id="{69316A5F-AC96-9740-AAE2-96850A771B5B}"/>
                        </a:ext>
                      </a:extLst>
                    </p:cNvPr>
                    <p:cNvSpPr>
                      <a:spLocks noChangeArrowheads="1"/>
                    </p:cNvSpPr>
                    <p:nvPr/>
                  </p:nvSpPr>
                  <p:spPr bwMode="auto">
                    <a:xfrm>
                      <a:off x="5415941" y="2995548"/>
                      <a:ext cx="549972" cy="64228"/>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90" name="AutoShape 189">
                      <a:extLst>
                        <a:ext uri="{FF2B5EF4-FFF2-40B4-BE49-F238E27FC236}">
                          <a16:creationId xmlns:a16="http://schemas.microsoft.com/office/drawing/2014/main" id="{E14F63E9-DECD-7C4C-9157-AEFC46804898}"/>
                        </a:ext>
                      </a:extLst>
                    </p:cNvPr>
                    <p:cNvSpPr>
                      <a:spLocks noChangeArrowheads="1"/>
                    </p:cNvSpPr>
                    <p:nvPr/>
                  </p:nvSpPr>
                  <p:spPr bwMode="auto">
                    <a:xfrm>
                      <a:off x="5415941" y="2920355"/>
                      <a:ext cx="675469"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91" name="Freeform 190">
                      <a:extLst>
                        <a:ext uri="{FF2B5EF4-FFF2-40B4-BE49-F238E27FC236}">
                          <a16:creationId xmlns:a16="http://schemas.microsoft.com/office/drawing/2014/main" id="{2509885D-F4D7-F94C-8468-999B41E9F0E9}"/>
                        </a:ext>
                      </a:extLst>
                    </p:cNvPr>
                    <p:cNvSpPr>
                      <a:spLocks/>
                    </p:cNvSpPr>
                    <p:nvPr/>
                  </p:nvSpPr>
                  <p:spPr bwMode="auto">
                    <a:xfrm>
                      <a:off x="5969606" y="2921922"/>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92" name="Freeform 191">
                      <a:extLst>
                        <a:ext uri="{FF2B5EF4-FFF2-40B4-BE49-F238E27FC236}">
                          <a16:creationId xmlns:a16="http://schemas.microsoft.com/office/drawing/2014/main" id="{FE5F12AC-1BB3-8C4A-8268-8099BD56BBCB}"/>
                        </a:ext>
                      </a:extLst>
                    </p:cNvPr>
                    <p:cNvSpPr>
                      <a:spLocks/>
                    </p:cNvSpPr>
                    <p:nvPr/>
                  </p:nvSpPr>
                  <p:spPr bwMode="auto">
                    <a:xfrm>
                      <a:off x="5500836" y="2936020"/>
                      <a:ext cx="524136" cy="4543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093" name="Freeform 192">
                      <a:extLst>
                        <a:ext uri="{FF2B5EF4-FFF2-40B4-BE49-F238E27FC236}">
                          <a16:creationId xmlns:a16="http://schemas.microsoft.com/office/drawing/2014/main" id="{35B0DB05-A1E0-1740-B4E6-6E67B1ED813C}"/>
                        </a:ext>
                      </a:extLst>
                    </p:cNvPr>
                    <p:cNvSpPr>
                      <a:spLocks/>
                    </p:cNvSpPr>
                    <p:nvPr/>
                  </p:nvSpPr>
                  <p:spPr bwMode="auto">
                    <a:xfrm>
                      <a:off x="5622643" y="2932887"/>
                      <a:ext cx="302670"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076" name="Straight Connector 1075">
                    <a:extLst>
                      <a:ext uri="{FF2B5EF4-FFF2-40B4-BE49-F238E27FC236}">
                        <a16:creationId xmlns:a16="http://schemas.microsoft.com/office/drawing/2014/main" id="{BBEDFDEB-6A93-2144-AB09-3CDE778EAEAF}"/>
                      </a:ext>
                    </a:extLst>
                  </p:cNvPr>
                  <p:cNvCxnSpPr/>
                  <p:nvPr/>
                </p:nvCxnSpPr>
                <p:spPr>
                  <a:xfrm flipH="1">
                    <a:off x="6997778" y="2125086"/>
                    <a:ext cx="11072" cy="8443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7" name="Straight Connector 1076">
                    <a:extLst>
                      <a:ext uri="{FF2B5EF4-FFF2-40B4-BE49-F238E27FC236}">
                        <a16:creationId xmlns:a16="http://schemas.microsoft.com/office/drawing/2014/main" id="{C4F7C2F4-5194-844E-9A20-DF1E2761F19B}"/>
                      </a:ext>
                    </a:extLst>
                  </p:cNvPr>
                  <p:cNvCxnSpPr/>
                  <p:nvPr/>
                </p:nvCxnSpPr>
                <p:spPr>
                  <a:xfrm>
                    <a:off x="6875971" y="2303671"/>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8" name="Straight Connector 1077">
                    <a:extLst>
                      <a:ext uri="{FF2B5EF4-FFF2-40B4-BE49-F238E27FC236}">
                        <a16:creationId xmlns:a16="http://schemas.microsoft.com/office/drawing/2014/main" id="{D8950F93-DFD2-634F-B565-D52A4F693614}"/>
                      </a:ext>
                    </a:extLst>
                  </p:cNvPr>
                  <p:cNvCxnSpPr/>
                  <p:nvPr/>
                </p:nvCxnSpPr>
                <p:spPr>
                  <a:xfrm>
                    <a:off x="6872281" y="2367898"/>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79" name="Straight Connector 1078">
                    <a:extLst>
                      <a:ext uri="{FF2B5EF4-FFF2-40B4-BE49-F238E27FC236}">
                        <a16:creationId xmlns:a16="http://schemas.microsoft.com/office/drawing/2014/main" id="{D94FF448-663F-0940-A6BA-84EC53360F9A}"/>
                      </a:ext>
                    </a:extLst>
                  </p:cNvPr>
                  <p:cNvCxnSpPr/>
                  <p:nvPr/>
                </p:nvCxnSpPr>
                <p:spPr>
                  <a:xfrm>
                    <a:off x="6872281" y="2444659"/>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0" name="Straight Connector 1079">
                    <a:extLst>
                      <a:ext uri="{FF2B5EF4-FFF2-40B4-BE49-F238E27FC236}">
                        <a16:creationId xmlns:a16="http://schemas.microsoft.com/office/drawing/2014/main" id="{8DF73EFC-0B79-2E46-B198-0AF0A18FA83D}"/>
                      </a:ext>
                    </a:extLst>
                  </p:cNvPr>
                  <p:cNvCxnSpPr/>
                  <p:nvPr/>
                </p:nvCxnSpPr>
                <p:spPr>
                  <a:xfrm>
                    <a:off x="6868588" y="2508886"/>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1" name="Straight Connector 1080">
                    <a:extLst>
                      <a:ext uri="{FF2B5EF4-FFF2-40B4-BE49-F238E27FC236}">
                        <a16:creationId xmlns:a16="http://schemas.microsoft.com/office/drawing/2014/main" id="{9248AD16-D811-4544-9E62-AC19694587B9}"/>
                      </a:ext>
                    </a:extLst>
                  </p:cNvPr>
                  <p:cNvCxnSpPr/>
                  <p:nvPr/>
                </p:nvCxnSpPr>
                <p:spPr>
                  <a:xfrm>
                    <a:off x="6864898" y="2569981"/>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2" name="Straight Connector 1081">
                    <a:extLst>
                      <a:ext uri="{FF2B5EF4-FFF2-40B4-BE49-F238E27FC236}">
                        <a16:creationId xmlns:a16="http://schemas.microsoft.com/office/drawing/2014/main" id="{DFFDFAF8-727F-A147-A9AE-1372E8D1731B}"/>
                      </a:ext>
                    </a:extLst>
                  </p:cNvPr>
                  <p:cNvCxnSpPr/>
                  <p:nvPr/>
                </p:nvCxnSpPr>
                <p:spPr>
                  <a:xfrm>
                    <a:off x="6864898" y="2637342"/>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3" name="Straight Connector 1082">
                    <a:extLst>
                      <a:ext uri="{FF2B5EF4-FFF2-40B4-BE49-F238E27FC236}">
                        <a16:creationId xmlns:a16="http://schemas.microsoft.com/office/drawing/2014/main" id="{40D78AF6-5B37-244A-A8FD-5D9C7256089C}"/>
                      </a:ext>
                    </a:extLst>
                  </p:cNvPr>
                  <p:cNvCxnSpPr/>
                  <p:nvPr/>
                </p:nvCxnSpPr>
                <p:spPr>
                  <a:xfrm>
                    <a:off x="6861206" y="2706269"/>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4" name="Straight Connector 1083">
                    <a:extLst>
                      <a:ext uri="{FF2B5EF4-FFF2-40B4-BE49-F238E27FC236}">
                        <a16:creationId xmlns:a16="http://schemas.microsoft.com/office/drawing/2014/main" id="{28DD73C5-7524-4344-BDA3-8D6F9D890564}"/>
                      </a:ext>
                    </a:extLst>
                  </p:cNvPr>
                  <p:cNvCxnSpPr/>
                  <p:nvPr/>
                </p:nvCxnSpPr>
                <p:spPr>
                  <a:xfrm>
                    <a:off x="6868588" y="2775197"/>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5" name="Straight Connector 1084">
                    <a:extLst>
                      <a:ext uri="{FF2B5EF4-FFF2-40B4-BE49-F238E27FC236}">
                        <a16:creationId xmlns:a16="http://schemas.microsoft.com/office/drawing/2014/main" id="{82883826-FB73-1442-B73B-4AB3F2E2B859}"/>
                      </a:ext>
                    </a:extLst>
                  </p:cNvPr>
                  <p:cNvCxnSpPr/>
                  <p:nvPr/>
                </p:nvCxnSpPr>
                <p:spPr>
                  <a:xfrm>
                    <a:off x="6872281" y="2842558"/>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6" name="Straight Connector 1085">
                    <a:extLst>
                      <a:ext uri="{FF2B5EF4-FFF2-40B4-BE49-F238E27FC236}">
                        <a16:creationId xmlns:a16="http://schemas.microsoft.com/office/drawing/2014/main" id="{D8E43EB2-25D0-DA4F-9588-DE82F73CF9BE}"/>
                      </a:ext>
                    </a:extLst>
                  </p:cNvPr>
                  <p:cNvCxnSpPr/>
                  <p:nvPr/>
                </p:nvCxnSpPr>
                <p:spPr>
                  <a:xfrm>
                    <a:off x="6872281" y="2911485"/>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7" name="Straight Connector 1086">
                    <a:extLst>
                      <a:ext uri="{FF2B5EF4-FFF2-40B4-BE49-F238E27FC236}">
                        <a16:creationId xmlns:a16="http://schemas.microsoft.com/office/drawing/2014/main" id="{C14B9D7B-8628-5F4C-95B8-3606360C6927}"/>
                      </a:ext>
                    </a:extLst>
                  </p:cNvPr>
                  <p:cNvCxnSpPr/>
                  <p:nvPr/>
                </p:nvCxnSpPr>
                <p:spPr>
                  <a:xfrm>
                    <a:off x="6875971" y="2975713"/>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088" name="Straight Connector 1087">
                    <a:extLst>
                      <a:ext uri="{FF2B5EF4-FFF2-40B4-BE49-F238E27FC236}">
                        <a16:creationId xmlns:a16="http://schemas.microsoft.com/office/drawing/2014/main" id="{49D2BB9E-D9F1-C646-BD11-22438CA2BCDC}"/>
                      </a:ext>
                    </a:extLst>
                  </p:cNvPr>
                  <p:cNvCxnSpPr/>
                  <p:nvPr/>
                </p:nvCxnSpPr>
                <p:spPr>
                  <a:xfrm flipH="1">
                    <a:off x="6875971" y="2131353"/>
                    <a:ext cx="136572"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grpSp>
          <p:nvGrpSpPr>
            <p:cNvPr id="229390" name="Group 1309">
              <a:extLst>
                <a:ext uri="{FF2B5EF4-FFF2-40B4-BE49-F238E27FC236}">
                  <a16:creationId xmlns:a16="http://schemas.microsoft.com/office/drawing/2014/main" id="{0D2EEFCA-D433-2544-805B-EDFA04813746}"/>
                </a:ext>
              </a:extLst>
            </p:cNvPr>
            <p:cNvGrpSpPr>
              <a:grpSpLocks/>
            </p:cNvGrpSpPr>
            <p:nvPr/>
          </p:nvGrpSpPr>
          <p:grpSpPr bwMode="auto">
            <a:xfrm>
              <a:off x="5422100" y="2766672"/>
              <a:ext cx="1470209" cy="1869141"/>
              <a:chOff x="916173" y="4038600"/>
              <a:chExt cx="1470209" cy="1869141"/>
            </a:xfrm>
          </p:grpSpPr>
          <p:grpSp>
            <p:nvGrpSpPr>
              <p:cNvPr id="229427" name="Group 187">
                <a:extLst>
                  <a:ext uri="{FF2B5EF4-FFF2-40B4-BE49-F238E27FC236}">
                    <a16:creationId xmlns:a16="http://schemas.microsoft.com/office/drawing/2014/main" id="{470198FC-5896-D04D-9C09-829D3E9C350E}"/>
                  </a:ext>
                </a:extLst>
              </p:cNvPr>
              <p:cNvGrpSpPr>
                <a:grpSpLocks/>
              </p:cNvGrpSpPr>
              <p:nvPr/>
            </p:nvGrpSpPr>
            <p:grpSpPr bwMode="auto">
              <a:xfrm>
                <a:off x="1295400" y="4038600"/>
                <a:ext cx="1052512" cy="355600"/>
                <a:chOff x="4410" y="1365"/>
                <a:chExt cx="663" cy="224"/>
              </a:xfrm>
            </p:grpSpPr>
            <p:sp>
              <p:nvSpPr>
                <p:cNvPr id="1552" name="Rectangle 188">
                  <a:extLst>
                    <a:ext uri="{FF2B5EF4-FFF2-40B4-BE49-F238E27FC236}">
                      <a16:creationId xmlns:a16="http://schemas.microsoft.com/office/drawing/2014/main" id="{7BBB9962-1120-D84B-96AD-70D9BE7A72BE}"/>
                    </a:ext>
                  </a:extLst>
                </p:cNvPr>
                <p:cNvSpPr>
                  <a:spLocks noChangeArrowheads="1"/>
                </p:cNvSpPr>
                <p:nvPr/>
              </p:nvSpPr>
              <p:spPr bwMode="auto">
                <a:xfrm>
                  <a:off x="4410" y="1490"/>
                  <a:ext cx="495" cy="8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53" name="AutoShape 189">
                  <a:extLst>
                    <a:ext uri="{FF2B5EF4-FFF2-40B4-BE49-F238E27FC236}">
                      <a16:creationId xmlns:a16="http://schemas.microsoft.com/office/drawing/2014/main" id="{4C85B976-3367-EA4D-A57B-BE3B56CC3EF2}"/>
                    </a:ext>
                  </a:extLst>
                </p:cNvPr>
                <p:cNvSpPr>
                  <a:spLocks noChangeArrowheads="1"/>
                </p:cNvSpPr>
                <p:nvPr/>
              </p:nvSpPr>
              <p:spPr bwMode="auto">
                <a:xfrm>
                  <a:off x="4410" y="1368"/>
                  <a:ext cx="663" cy="135"/>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54" name="Freeform 190">
                  <a:extLst>
                    <a:ext uri="{FF2B5EF4-FFF2-40B4-BE49-F238E27FC236}">
                      <a16:creationId xmlns:a16="http://schemas.microsoft.com/office/drawing/2014/main" id="{9353A572-6FF1-9949-8D91-6C847AB59CC8}"/>
                    </a:ext>
                  </a:extLst>
                </p:cNvPr>
                <p:cNvSpPr>
                  <a:spLocks/>
                </p:cNvSpPr>
                <p:nvPr/>
              </p:nvSpPr>
              <p:spPr bwMode="auto">
                <a:xfrm>
                  <a:off x="4904" y="1365"/>
                  <a:ext cx="169" cy="224"/>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55" name="Freeform 191">
                  <a:extLst>
                    <a:ext uri="{FF2B5EF4-FFF2-40B4-BE49-F238E27FC236}">
                      <a16:creationId xmlns:a16="http://schemas.microsoft.com/office/drawing/2014/main" id="{A0D1E919-1D68-E242-98BB-1507307CF041}"/>
                    </a:ext>
                  </a:extLst>
                </p:cNvPr>
                <p:cNvSpPr>
                  <a:spLocks/>
                </p:cNvSpPr>
                <p:nvPr/>
              </p:nvSpPr>
              <p:spPr bwMode="auto">
                <a:xfrm>
                  <a:off x="4475" y="1385"/>
                  <a:ext cx="506" cy="8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9050"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56" name="Freeform 192">
                  <a:extLst>
                    <a:ext uri="{FF2B5EF4-FFF2-40B4-BE49-F238E27FC236}">
                      <a16:creationId xmlns:a16="http://schemas.microsoft.com/office/drawing/2014/main" id="{CD2976EC-08F4-214D-9BFB-09159E11F5E7}"/>
                    </a:ext>
                  </a:extLst>
                </p:cNvPr>
                <p:cNvSpPr>
                  <a:spLocks/>
                </p:cNvSpPr>
                <p:nvPr/>
              </p:nvSpPr>
              <p:spPr bwMode="auto">
                <a:xfrm>
                  <a:off x="4593" y="1381"/>
                  <a:ext cx="293" cy="93"/>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9050"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312" name="Straight Connector 1311">
                <a:extLst>
                  <a:ext uri="{FF2B5EF4-FFF2-40B4-BE49-F238E27FC236}">
                    <a16:creationId xmlns:a16="http://schemas.microsoft.com/office/drawing/2014/main" id="{06E5A4A7-9F85-9C49-BA64-53BA92FAD7D4}"/>
                  </a:ext>
                </a:extLst>
              </p:cNvPr>
              <p:cNvCxnSpPr/>
              <p:nvPr/>
            </p:nvCxnSpPr>
            <p:spPr>
              <a:xfrm flipH="1">
                <a:off x="1181303" y="4380581"/>
                <a:ext cx="355562" cy="49511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3" name="Straight Connector 1312">
                <a:extLst>
                  <a:ext uri="{FF2B5EF4-FFF2-40B4-BE49-F238E27FC236}">
                    <a16:creationId xmlns:a16="http://schemas.microsoft.com/office/drawing/2014/main" id="{18C75FF7-5EE8-8E40-A486-CE327E353643}"/>
                  </a:ext>
                </a:extLst>
              </p:cNvPr>
              <p:cNvCxnSpPr>
                <a:stCxn id="1552" idx="2"/>
              </p:cNvCxnSpPr>
              <p:nvPr/>
            </p:nvCxnSpPr>
            <p:spPr>
              <a:xfrm flipH="1">
                <a:off x="1486071" y="4390103"/>
                <a:ext cx="201591" cy="485588"/>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4" name="Straight Connector 1313">
                <a:extLst>
                  <a:ext uri="{FF2B5EF4-FFF2-40B4-BE49-F238E27FC236}">
                    <a16:creationId xmlns:a16="http://schemas.microsoft.com/office/drawing/2014/main" id="{5174B6C1-F904-A040-AA3D-C507D8F98241}"/>
                  </a:ext>
                </a:extLst>
              </p:cNvPr>
              <p:cNvCxnSpPr/>
              <p:nvPr/>
            </p:nvCxnSpPr>
            <p:spPr>
              <a:xfrm>
                <a:off x="1803537" y="4394864"/>
                <a:ext cx="57144" cy="49193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15" name="Straight Connector 1314">
                <a:extLst>
                  <a:ext uri="{FF2B5EF4-FFF2-40B4-BE49-F238E27FC236}">
                    <a16:creationId xmlns:a16="http://schemas.microsoft.com/office/drawing/2014/main" id="{EF925F4B-CD69-B341-BA42-3A8A82F1722A}"/>
                  </a:ext>
                </a:extLst>
              </p:cNvPr>
              <p:cNvCxnSpPr>
                <a:endCxn id="1337" idx="0"/>
              </p:cNvCxnSpPr>
              <p:nvPr/>
            </p:nvCxnSpPr>
            <p:spPr>
              <a:xfrm>
                <a:off x="1943222" y="4418667"/>
                <a:ext cx="274608" cy="457024"/>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9432" name="Group 1315">
                <a:extLst>
                  <a:ext uri="{FF2B5EF4-FFF2-40B4-BE49-F238E27FC236}">
                    <a16:creationId xmlns:a16="http://schemas.microsoft.com/office/drawing/2014/main" id="{2B2147BF-26D4-9142-B7F7-359207C9EB56}"/>
                  </a:ext>
                </a:extLst>
              </p:cNvPr>
              <p:cNvGrpSpPr>
                <a:grpSpLocks/>
              </p:cNvGrpSpPr>
              <p:nvPr/>
            </p:nvGrpSpPr>
            <p:grpSpPr bwMode="auto">
              <a:xfrm>
                <a:off x="916173" y="4876800"/>
                <a:ext cx="331695" cy="1030941"/>
                <a:chOff x="6240352" y="2055335"/>
                <a:chExt cx="771307" cy="1017716"/>
              </a:xfrm>
            </p:grpSpPr>
            <p:grpSp>
              <p:nvGrpSpPr>
                <p:cNvPr id="229610" name="Group 1493">
                  <a:extLst>
                    <a:ext uri="{FF2B5EF4-FFF2-40B4-BE49-F238E27FC236}">
                      <a16:creationId xmlns:a16="http://schemas.microsoft.com/office/drawing/2014/main" id="{913BFFF2-4833-8C45-9315-1E90C98CB598}"/>
                    </a:ext>
                  </a:extLst>
                </p:cNvPr>
                <p:cNvGrpSpPr>
                  <a:grpSpLocks/>
                </p:cNvGrpSpPr>
                <p:nvPr/>
              </p:nvGrpSpPr>
              <p:grpSpPr bwMode="auto">
                <a:xfrm>
                  <a:off x="6240352" y="2235573"/>
                  <a:ext cx="697981" cy="837478"/>
                  <a:chOff x="6395998" y="3062424"/>
                  <a:chExt cx="564403" cy="837478"/>
                </a:xfrm>
              </p:grpSpPr>
              <p:sp>
                <p:nvSpPr>
                  <p:cNvPr id="1515" name="Rectangle 1514">
                    <a:extLst>
                      <a:ext uri="{FF2B5EF4-FFF2-40B4-BE49-F238E27FC236}">
                        <a16:creationId xmlns:a16="http://schemas.microsoft.com/office/drawing/2014/main" id="{B58E31C8-9889-9241-99D7-8DC123A1E613}"/>
                      </a:ext>
                    </a:extLst>
                  </p:cNvPr>
                  <p:cNvSpPr/>
                  <p:nvPr/>
                </p:nvSpPr>
                <p:spPr>
                  <a:xfrm>
                    <a:off x="6509502" y="3047145"/>
                    <a:ext cx="447707" cy="75663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516" name="Straight Connector 1515">
                    <a:extLst>
                      <a:ext uri="{FF2B5EF4-FFF2-40B4-BE49-F238E27FC236}">
                        <a16:creationId xmlns:a16="http://schemas.microsoft.com/office/drawing/2014/main" id="{12F01708-1144-E14C-B5A9-0D7444210028}"/>
                      </a:ext>
                    </a:extLst>
                  </p:cNvPr>
                  <p:cNvCxnSpPr/>
                  <p:nvPr/>
                </p:nvCxnSpPr>
                <p:spPr>
                  <a:xfrm flipV="1">
                    <a:off x="6846775" y="3047145"/>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17" name="Rectangle 1516">
                    <a:extLst>
                      <a:ext uri="{FF2B5EF4-FFF2-40B4-BE49-F238E27FC236}">
                        <a16:creationId xmlns:a16="http://schemas.microsoft.com/office/drawing/2014/main" id="{6D156781-7E73-F242-B8DB-8C80E9F50A6B}"/>
                      </a:ext>
                    </a:extLst>
                  </p:cNvPr>
                  <p:cNvSpPr/>
                  <p:nvPr/>
                </p:nvSpPr>
                <p:spPr>
                  <a:xfrm>
                    <a:off x="6476671" y="3056544"/>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518" name="Straight Connector 1517">
                    <a:extLst>
                      <a:ext uri="{FF2B5EF4-FFF2-40B4-BE49-F238E27FC236}">
                        <a16:creationId xmlns:a16="http://schemas.microsoft.com/office/drawing/2014/main" id="{D81541A6-AFB5-454A-BA36-F6CAC34D0951}"/>
                      </a:ext>
                    </a:extLst>
                  </p:cNvPr>
                  <p:cNvCxnSpPr/>
                  <p:nvPr/>
                </p:nvCxnSpPr>
                <p:spPr>
                  <a:xfrm flipV="1">
                    <a:off x="6396083" y="3047145"/>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519" name="Rectangle 1518">
                    <a:extLst>
                      <a:ext uri="{FF2B5EF4-FFF2-40B4-BE49-F238E27FC236}">
                        <a16:creationId xmlns:a16="http://schemas.microsoft.com/office/drawing/2014/main" id="{BE7E4B66-6D0E-A34C-977E-31102F3F83BD}"/>
                      </a:ext>
                    </a:extLst>
                  </p:cNvPr>
                  <p:cNvSpPr/>
                  <p:nvPr/>
                </p:nvSpPr>
                <p:spPr>
                  <a:xfrm>
                    <a:off x="6816928" y="3701955"/>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520" name="Rectangle 1519">
                    <a:extLst>
                      <a:ext uri="{FF2B5EF4-FFF2-40B4-BE49-F238E27FC236}">
                        <a16:creationId xmlns:a16="http://schemas.microsoft.com/office/drawing/2014/main" id="{46D4CF7A-82F4-BE49-8B35-1EDC755E51DB}"/>
                      </a:ext>
                    </a:extLst>
                  </p:cNvPr>
                  <p:cNvSpPr/>
                  <p:nvPr/>
                </p:nvSpPr>
                <p:spPr>
                  <a:xfrm>
                    <a:off x="6405038" y="3142703"/>
                    <a:ext cx="444721" cy="75663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521" name="Straight Connector 1520">
                    <a:extLst>
                      <a:ext uri="{FF2B5EF4-FFF2-40B4-BE49-F238E27FC236}">
                        <a16:creationId xmlns:a16="http://schemas.microsoft.com/office/drawing/2014/main" id="{4EE4D0F3-9CAE-C246-9558-C457D09C705C}"/>
                      </a:ext>
                    </a:extLst>
                  </p:cNvPr>
                  <p:cNvCxnSpPr/>
                  <p:nvPr/>
                </p:nvCxnSpPr>
                <p:spPr>
                  <a:xfrm flipV="1">
                    <a:off x="6846775" y="3803780"/>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9638" name="Group 1521">
                    <a:extLst>
                      <a:ext uri="{FF2B5EF4-FFF2-40B4-BE49-F238E27FC236}">
                        <a16:creationId xmlns:a16="http://schemas.microsoft.com/office/drawing/2014/main" id="{68DC8D44-8A92-E343-B43C-77097970268A}"/>
                      </a:ext>
                    </a:extLst>
                  </p:cNvPr>
                  <p:cNvGrpSpPr>
                    <a:grpSpLocks/>
                  </p:cNvGrpSpPr>
                  <p:nvPr/>
                </p:nvGrpSpPr>
                <p:grpSpPr bwMode="auto">
                  <a:xfrm>
                    <a:off x="6400318" y="3137421"/>
                    <a:ext cx="559121" cy="92788"/>
                    <a:chOff x="6582044" y="2846082"/>
                    <a:chExt cx="559121" cy="92788"/>
                  </a:xfrm>
                </p:grpSpPr>
                <p:cxnSp>
                  <p:nvCxnSpPr>
                    <p:cNvPr id="1550" name="Straight Connector 1549">
                      <a:extLst>
                        <a:ext uri="{FF2B5EF4-FFF2-40B4-BE49-F238E27FC236}">
                          <a16:creationId xmlns:a16="http://schemas.microsoft.com/office/drawing/2014/main" id="{30D04ED6-FFA2-BB44-BFCF-444DE6641B0C}"/>
                        </a:ext>
                      </a:extLst>
                    </p:cNvPr>
                    <p:cNvCxnSpPr/>
                    <p:nvPr/>
                  </p:nvCxnSpPr>
                  <p:spPr>
                    <a:xfrm flipV="1">
                      <a:off x="7028500" y="2830999"/>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51" name="Straight Connector 1550">
                      <a:extLst>
                        <a:ext uri="{FF2B5EF4-FFF2-40B4-BE49-F238E27FC236}">
                          <a16:creationId xmlns:a16="http://schemas.microsoft.com/office/drawing/2014/main" id="{5D51E435-07EB-1C4E-A2C2-5563DD3AC680}"/>
                        </a:ext>
                      </a:extLst>
                    </p:cNvPr>
                    <p:cNvCxnSpPr/>
                    <p:nvPr/>
                  </p:nvCxnSpPr>
                  <p:spPr>
                    <a:xfrm flipV="1">
                      <a:off x="6580794" y="2923425"/>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639" name="Group 1522">
                    <a:extLst>
                      <a:ext uri="{FF2B5EF4-FFF2-40B4-BE49-F238E27FC236}">
                        <a16:creationId xmlns:a16="http://schemas.microsoft.com/office/drawing/2014/main" id="{47CE7D03-8319-D445-8207-76DE4AADE529}"/>
                      </a:ext>
                    </a:extLst>
                  </p:cNvPr>
                  <p:cNvGrpSpPr>
                    <a:grpSpLocks/>
                  </p:cNvGrpSpPr>
                  <p:nvPr/>
                </p:nvGrpSpPr>
                <p:grpSpPr bwMode="auto">
                  <a:xfrm>
                    <a:off x="6399838" y="3203285"/>
                    <a:ext cx="559121" cy="92788"/>
                    <a:chOff x="6582044" y="2846082"/>
                    <a:chExt cx="559121" cy="92788"/>
                  </a:xfrm>
                </p:grpSpPr>
                <p:cxnSp>
                  <p:nvCxnSpPr>
                    <p:cNvPr id="1548" name="Straight Connector 1547">
                      <a:extLst>
                        <a:ext uri="{FF2B5EF4-FFF2-40B4-BE49-F238E27FC236}">
                          <a16:creationId xmlns:a16="http://schemas.microsoft.com/office/drawing/2014/main" id="{C34506EA-0C3D-4143-AE17-1207A09C5A06}"/>
                        </a:ext>
                      </a:extLst>
                    </p:cNvPr>
                    <p:cNvCxnSpPr/>
                    <p:nvPr/>
                  </p:nvCxnSpPr>
                  <p:spPr>
                    <a:xfrm flipV="1">
                      <a:off x="7028981" y="2830930"/>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9" name="Straight Connector 1548">
                      <a:extLst>
                        <a:ext uri="{FF2B5EF4-FFF2-40B4-BE49-F238E27FC236}">
                          <a16:creationId xmlns:a16="http://schemas.microsoft.com/office/drawing/2014/main" id="{BD72B1BA-0A76-CF4C-A682-393D111DCE3B}"/>
                        </a:ext>
                      </a:extLst>
                    </p:cNvPr>
                    <p:cNvCxnSpPr/>
                    <p:nvPr/>
                  </p:nvCxnSpPr>
                  <p:spPr>
                    <a:xfrm flipV="1">
                      <a:off x="6581275" y="2923356"/>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640" name="Group 1523">
                    <a:extLst>
                      <a:ext uri="{FF2B5EF4-FFF2-40B4-BE49-F238E27FC236}">
                        <a16:creationId xmlns:a16="http://schemas.microsoft.com/office/drawing/2014/main" id="{76A8211E-FDED-C244-8603-B65D9A2BAB6C}"/>
                      </a:ext>
                    </a:extLst>
                  </p:cNvPr>
                  <p:cNvGrpSpPr>
                    <a:grpSpLocks/>
                  </p:cNvGrpSpPr>
                  <p:nvPr/>
                </p:nvGrpSpPr>
                <p:grpSpPr bwMode="auto">
                  <a:xfrm>
                    <a:off x="6399358" y="3269149"/>
                    <a:ext cx="559121" cy="92788"/>
                    <a:chOff x="6582044" y="2846082"/>
                    <a:chExt cx="559121" cy="92788"/>
                  </a:xfrm>
                </p:grpSpPr>
                <p:cxnSp>
                  <p:nvCxnSpPr>
                    <p:cNvPr id="1546" name="Straight Connector 1545">
                      <a:extLst>
                        <a:ext uri="{FF2B5EF4-FFF2-40B4-BE49-F238E27FC236}">
                          <a16:creationId xmlns:a16="http://schemas.microsoft.com/office/drawing/2014/main" id="{42688DFD-C1E6-D448-BF62-718773391BAB}"/>
                        </a:ext>
                      </a:extLst>
                    </p:cNvPr>
                    <p:cNvCxnSpPr/>
                    <p:nvPr/>
                  </p:nvCxnSpPr>
                  <p:spPr>
                    <a:xfrm flipV="1">
                      <a:off x="7026475" y="2830860"/>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7" name="Straight Connector 1546">
                      <a:extLst>
                        <a:ext uri="{FF2B5EF4-FFF2-40B4-BE49-F238E27FC236}">
                          <a16:creationId xmlns:a16="http://schemas.microsoft.com/office/drawing/2014/main" id="{BECE7D28-CE00-9845-9C78-D5A8E0D703D1}"/>
                        </a:ext>
                      </a:extLst>
                    </p:cNvPr>
                    <p:cNvCxnSpPr/>
                    <p:nvPr/>
                  </p:nvCxnSpPr>
                  <p:spPr>
                    <a:xfrm flipV="1">
                      <a:off x="6581754" y="2923286"/>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641" name="Group 1524">
                    <a:extLst>
                      <a:ext uri="{FF2B5EF4-FFF2-40B4-BE49-F238E27FC236}">
                        <a16:creationId xmlns:a16="http://schemas.microsoft.com/office/drawing/2014/main" id="{A96FEDC6-F1E1-554F-9A99-06D23F884C55}"/>
                      </a:ext>
                    </a:extLst>
                  </p:cNvPr>
                  <p:cNvGrpSpPr>
                    <a:grpSpLocks/>
                  </p:cNvGrpSpPr>
                  <p:nvPr/>
                </p:nvGrpSpPr>
                <p:grpSpPr bwMode="auto">
                  <a:xfrm>
                    <a:off x="6398878" y="3335013"/>
                    <a:ext cx="559121" cy="92788"/>
                    <a:chOff x="6582044" y="2846082"/>
                    <a:chExt cx="559121" cy="92788"/>
                  </a:xfrm>
                </p:grpSpPr>
                <p:cxnSp>
                  <p:nvCxnSpPr>
                    <p:cNvPr id="1544" name="Straight Connector 1543">
                      <a:extLst>
                        <a:ext uri="{FF2B5EF4-FFF2-40B4-BE49-F238E27FC236}">
                          <a16:creationId xmlns:a16="http://schemas.microsoft.com/office/drawing/2014/main" id="{D6BCAA4B-DCB7-CE40-B629-FF433BBD8B6E}"/>
                        </a:ext>
                      </a:extLst>
                    </p:cNvPr>
                    <p:cNvCxnSpPr/>
                    <p:nvPr/>
                  </p:nvCxnSpPr>
                  <p:spPr>
                    <a:xfrm flipV="1">
                      <a:off x="7026955" y="2830790"/>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5" name="Straight Connector 1544">
                      <a:extLst>
                        <a:ext uri="{FF2B5EF4-FFF2-40B4-BE49-F238E27FC236}">
                          <a16:creationId xmlns:a16="http://schemas.microsoft.com/office/drawing/2014/main" id="{B9905499-3481-4E40-98F3-A7D501DB4F1A}"/>
                        </a:ext>
                      </a:extLst>
                    </p:cNvPr>
                    <p:cNvCxnSpPr/>
                    <p:nvPr/>
                  </p:nvCxnSpPr>
                  <p:spPr>
                    <a:xfrm flipV="1">
                      <a:off x="6582234" y="2923216"/>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642" name="Group 1525">
                    <a:extLst>
                      <a:ext uri="{FF2B5EF4-FFF2-40B4-BE49-F238E27FC236}">
                        <a16:creationId xmlns:a16="http://schemas.microsoft.com/office/drawing/2014/main" id="{436CFBC4-C8A5-A24C-A57C-242F0F424A01}"/>
                      </a:ext>
                    </a:extLst>
                  </p:cNvPr>
                  <p:cNvGrpSpPr>
                    <a:grpSpLocks/>
                  </p:cNvGrpSpPr>
                  <p:nvPr/>
                </p:nvGrpSpPr>
                <p:grpSpPr bwMode="auto">
                  <a:xfrm>
                    <a:off x="6398398" y="3400877"/>
                    <a:ext cx="559121" cy="92788"/>
                    <a:chOff x="6582044" y="2846082"/>
                    <a:chExt cx="559121" cy="92788"/>
                  </a:xfrm>
                </p:grpSpPr>
                <p:cxnSp>
                  <p:nvCxnSpPr>
                    <p:cNvPr id="1542" name="Straight Connector 1541">
                      <a:extLst>
                        <a:ext uri="{FF2B5EF4-FFF2-40B4-BE49-F238E27FC236}">
                          <a16:creationId xmlns:a16="http://schemas.microsoft.com/office/drawing/2014/main" id="{27762E90-58BC-5B4B-B577-C23073CB8749}"/>
                        </a:ext>
                      </a:extLst>
                    </p:cNvPr>
                    <p:cNvCxnSpPr/>
                    <p:nvPr/>
                  </p:nvCxnSpPr>
                  <p:spPr>
                    <a:xfrm flipV="1">
                      <a:off x="7027434" y="2830721"/>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3" name="Straight Connector 1542">
                      <a:extLst>
                        <a:ext uri="{FF2B5EF4-FFF2-40B4-BE49-F238E27FC236}">
                          <a16:creationId xmlns:a16="http://schemas.microsoft.com/office/drawing/2014/main" id="{9E052DF8-803F-1D47-A83A-B4818A192377}"/>
                        </a:ext>
                      </a:extLst>
                    </p:cNvPr>
                    <p:cNvCxnSpPr/>
                    <p:nvPr/>
                  </p:nvCxnSpPr>
                  <p:spPr>
                    <a:xfrm flipV="1">
                      <a:off x="6582713" y="2923146"/>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643" name="Group 1526">
                    <a:extLst>
                      <a:ext uri="{FF2B5EF4-FFF2-40B4-BE49-F238E27FC236}">
                        <a16:creationId xmlns:a16="http://schemas.microsoft.com/office/drawing/2014/main" id="{83E434A4-7EDC-244D-AE14-488DDF7281C9}"/>
                      </a:ext>
                    </a:extLst>
                  </p:cNvPr>
                  <p:cNvGrpSpPr>
                    <a:grpSpLocks/>
                  </p:cNvGrpSpPr>
                  <p:nvPr/>
                </p:nvGrpSpPr>
                <p:grpSpPr bwMode="auto">
                  <a:xfrm>
                    <a:off x="6397918" y="3466741"/>
                    <a:ext cx="559121" cy="92788"/>
                    <a:chOff x="6582044" y="2846082"/>
                    <a:chExt cx="559121" cy="92788"/>
                  </a:xfrm>
                </p:grpSpPr>
                <p:cxnSp>
                  <p:nvCxnSpPr>
                    <p:cNvPr id="1540" name="Straight Connector 1539">
                      <a:extLst>
                        <a:ext uri="{FF2B5EF4-FFF2-40B4-BE49-F238E27FC236}">
                          <a16:creationId xmlns:a16="http://schemas.microsoft.com/office/drawing/2014/main" id="{2330CC91-5654-B34C-9D9B-1EB8898001FF}"/>
                        </a:ext>
                      </a:extLst>
                    </p:cNvPr>
                    <p:cNvCxnSpPr/>
                    <p:nvPr/>
                  </p:nvCxnSpPr>
                  <p:spPr>
                    <a:xfrm flipV="1">
                      <a:off x="7027915" y="2830651"/>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41" name="Straight Connector 1540">
                      <a:extLst>
                        <a:ext uri="{FF2B5EF4-FFF2-40B4-BE49-F238E27FC236}">
                          <a16:creationId xmlns:a16="http://schemas.microsoft.com/office/drawing/2014/main" id="{E1C686AD-1BC3-154B-840C-259A4F6C13BF}"/>
                        </a:ext>
                      </a:extLst>
                    </p:cNvPr>
                    <p:cNvCxnSpPr/>
                    <p:nvPr/>
                  </p:nvCxnSpPr>
                  <p:spPr>
                    <a:xfrm flipV="1">
                      <a:off x="6583195" y="2938742"/>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644" name="Group 1527">
                    <a:extLst>
                      <a:ext uri="{FF2B5EF4-FFF2-40B4-BE49-F238E27FC236}">
                        <a16:creationId xmlns:a16="http://schemas.microsoft.com/office/drawing/2014/main" id="{30625A37-5A4F-1746-95A1-C98124F91A0C}"/>
                      </a:ext>
                    </a:extLst>
                  </p:cNvPr>
                  <p:cNvGrpSpPr>
                    <a:grpSpLocks/>
                  </p:cNvGrpSpPr>
                  <p:nvPr/>
                </p:nvGrpSpPr>
                <p:grpSpPr bwMode="auto">
                  <a:xfrm>
                    <a:off x="6397438" y="3532605"/>
                    <a:ext cx="559121" cy="92788"/>
                    <a:chOff x="6582044" y="2846082"/>
                    <a:chExt cx="559121" cy="92788"/>
                  </a:xfrm>
                </p:grpSpPr>
                <p:cxnSp>
                  <p:nvCxnSpPr>
                    <p:cNvPr id="1538" name="Straight Connector 1537">
                      <a:extLst>
                        <a:ext uri="{FF2B5EF4-FFF2-40B4-BE49-F238E27FC236}">
                          <a16:creationId xmlns:a16="http://schemas.microsoft.com/office/drawing/2014/main" id="{B6310AC5-9AFE-B142-BF8D-603AD9FB03F7}"/>
                        </a:ext>
                      </a:extLst>
                    </p:cNvPr>
                    <p:cNvCxnSpPr/>
                    <p:nvPr/>
                  </p:nvCxnSpPr>
                  <p:spPr>
                    <a:xfrm flipV="1">
                      <a:off x="7028395" y="2830580"/>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9" name="Straight Connector 1538">
                      <a:extLst>
                        <a:ext uri="{FF2B5EF4-FFF2-40B4-BE49-F238E27FC236}">
                          <a16:creationId xmlns:a16="http://schemas.microsoft.com/office/drawing/2014/main" id="{7D17A49D-BAEF-B74E-AC47-271EB93C4544}"/>
                        </a:ext>
                      </a:extLst>
                    </p:cNvPr>
                    <p:cNvCxnSpPr/>
                    <p:nvPr/>
                  </p:nvCxnSpPr>
                  <p:spPr>
                    <a:xfrm flipV="1">
                      <a:off x="6580688" y="2938672"/>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645" name="Group 1528">
                    <a:extLst>
                      <a:ext uri="{FF2B5EF4-FFF2-40B4-BE49-F238E27FC236}">
                        <a16:creationId xmlns:a16="http://schemas.microsoft.com/office/drawing/2014/main" id="{5B662E98-AAC7-A447-9F09-C1784C8CCBC3}"/>
                      </a:ext>
                    </a:extLst>
                  </p:cNvPr>
                  <p:cNvGrpSpPr>
                    <a:grpSpLocks/>
                  </p:cNvGrpSpPr>
                  <p:nvPr/>
                </p:nvGrpSpPr>
                <p:grpSpPr bwMode="auto">
                  <a:xfrm>
                    <a:off x="6396958" y="3598469"/>
                    <a:ext cx="559121" cy="92788"/>
                    <a:chOff x="6582044" y="2846082"/>
                    <a:chExt cx="559121" cy="92788"/>
                  </a:xfrm>
                </p:grpSpPr>
                <p:cxnSp>
                  <p:nvCxnSpPr>
                    <p:cNvPr id="1536" name="Straight Connector 1535">
                      <a:extLst>
                        <a:ext uri="{FF2B5EF4-FFF2-40B4-BE49-F238E27FC236}">
                          <a16:creationId xmlns:a16="http://schemas.microsoft.com/office/drawing/2014/main" id="{7CB13D64-F3FD-9941-B73B-66602D6668F5}"/>
                        </a:ext>
                      </a:extLst>
                    </p:cNvPr>
                    <p:cNvCxnSpPr/>
                    <p:nvPr/>
                  </p:nvCxnSpPr>
                  <p:spPr>
                    <a:xfrm flipV="1">
                      <a:off x="7028874" y="2830511"/>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7" name="Straight Connector 1536">
                      <a:extLst>
                        <a:ext uri="{FF2B5EF4-FFF2-40B4-BE49-F238E27FC236}">
                          <a16:creationId xmlns:a16="http://schemas.microsoft.com/office/drawing/2014/main" id="{B91630C1-9D2F-714A-990B-F1038BE4C558}"/>
                        </a:ext>
                      </a:extLst>
                    </p:cNvPr>
                    <p:cNvCxnSpPr/>
                    <p:nvPr/>
                  </p:nvCxnSpPr>
                  <p:spPr>
                    <a:xfrm flipV="1">
                      <a:off x="6581168" y="2938603"/>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646" name="Group 1529">
                    <a:extLst>
                      <a:ext uri="{FF2B5EF4-FFF2-40B4-BE49-F238E27FC236}">
                        <a16:creationId xmlns:a16="http://schemas.microsoft.com/office/drawing/2014/main" id="{68619F46-E995-A741-8640-E3F6D4DF8A49}"/>
                      </a:ext>
                    </a:extLst>
                  </p:cNvPr>
                  <p:cNvGrpSpPr>
                    <a:grpSpLocks/>
                  </p:cNvGrpSpPr>
                  <p:nvPr/>
                </p:nvGrpSpPr>
                <p:grpSpPr bwMode="auto">
                  <a:xfrm>
                    <a:off x="6396478" y="3664333"/>
                    <a:ext cx="559121" cy="92788"/>
                    <a:chOff x="6582044" y="2846082"/>
                    <a:chExt cx="559121" cy="92788"/>
                  </a:xfrm>
                </p:grpSpPr>
                <p:cxnSp>
                  <p:nvCxnSpPr>
                    <p:cNvPr id="1534" name="Straight Connector 1533">
                      <a:extLst>
                        <a:ext uri="{FF2B5EF4-FFF2-40B4-BE49-F238E27FC236}">
                          <a16:creationId xmlns:a16="http://schemas.microsoft.com/office/drawing/2014/main" id="{B4FFEE1D-74F5-8D4C-9162-81EBBDEFFA38}"/>
                        </a:ext>
                      </a:extLst>
                    </p:cNvPr>
                    <p:cNvCxnSpPr/>
                    <p:nvPr/>
                  </p:nvCxnSpPr>
                  <p:spPr>
                    <a:xfrm flipV="1">
                      <a:off x="7026372" y="2846107"/>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5" name="Straight Connector 1534">
                      <a:extLst>
                        <a:ext uri="{FF2B5EF4-FFF2-40B4-BE49-F238E27FC236}">
                          <a16:creationId xmlns:a16="http://schemas.microsoft.com/office/drawing/2014/main" id="{FDFB8A0E-F0ED-6241-B486-B44ED7A02DBE}"/>
                        </a:ext>
                      </a:extLst>
                    </p:cNvPr>
                    <p:cNvCxnSpPr/>
                    <p:nvPr/>
                  </p:nvCxnSpPr>
                  <p:spPr>
                    <a:xfrm flipV="1">
                      <a:off x="6581649" y="2938533"/>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647" name="Group 1530">
                    <a:extLst>
                      <a:ext uri="{FF2B5EF4-FFF2-40B4-BE49-F238E27FC236}">
                        <a16:creationId xmlns:a16="http://schemas.microsoft.com/office/drawing/2014/main" id="{193FB4F8-A2F1-E04F-8A70-1C1CB48CB8EA}"/>
                      </a:ext>
                    </a:extLst>
                  </p:cNvPr>
                  <p:cNvGrpSpPr>
                    <a:grpSpLocks/>
                  </p:cNvGrpSpPr>
                  <p:nvPr/>
                </p:nvGrpSpPr>
                <p:grpSpPr bwMode="auto">
                  <a:xfrm>
                    <a:off x="6395998" y="3730197"/>
                    <a:ext cx="559121" cy="92788"/>
                    <a:chOff x="6582044" y="2846082"/>
                    <a:chExt cx="559121" cy="92788"/>
                  </a:xfrm>
                </p:grpSpPr>
                <p:cxnSp>
                  <p:nvCxnSpPr>
                    <p:cNvPr id="1532" name="Straight Connector 1531">
                      <a:extLst>
                        <a:ext uri="{FF2B5EF4-FFF2-40B4-BE49-F238E27FC236}">
                          <a16:creationId xmlns:a16="http://schemas.microsoft.com/office/drawing/2014/main" id="{8511582F-98EA-014F-93AE-C21682C5E188}"/>
                        </a:ext>
                      </a:extLst>
                    </p:cNvPr>
                    <p:cNvCxnSpPr/>
                    <p:nvPr/>
                  </p:nvCxnSpPr>
                  <p:spPr>
                    <a:xfrm flipV="1">
                      <a:off x="7026851" y="2846038"/>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33" name="Straight Connector 1532">
                      <a:extLst>
                        <a:ext uri="{FF2B5EF4-FFF2-40B4-BE49-F238E27FC236}">
                          <a16:creationId xmlns:a16="http://schemas.microsoft.com/office/drawing/2014/main" id="{B8D9DBF0-A20F-7647-A17D-C265B6952DDD}"/>
                        </a:ext>
                      </a:extLst>
                    </p:cNvPr>
                    <p:cNvCxnSpPr/>
                    <p:nvPr/>
                  </p:nvCxnSpPr>
                  <p:spPr>
                    <a:xfrm flipV="1">
                      <a:off x="6582129" y="2938463"/>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29611" name="Group 1494">
                  <a:extLst>
                    <a:ext uri="{FF2B5EF4-FFF2-40B4-BE49-F238E27FC236}">
                      <a16:creationId xmlns:a16="http://schemas.microsoft.com/office/drawing/2014/main" id="{27DBC900-F774-764A-A405-250042BD94B0}"/>
                    </a:ext>
                  </a:extLst>
                </p:cNvPr>
                <p:cNvGrpSpPr>
                  <a:grpSpLocks/>
                </p:cNvGrpSpPr>
                <p:nvPr/>
              </p:nvGrpSpPr>
              <p:grpSpPr bwMode="auto">
                <a:xfrm>
                  <a:off x="6280049" y="2055335"/>
                  <a:ext cx="731610" cy="920732"/>
                  <a:chOff x="6280049" y="2055335"/>
                  <a:chExt cx="731610" cy="920732"/>
                </a:xfrm>
              </p:grpSpPr>
              <p:grpSp>
                <p:nvGrpSpPr>
                  <p:cNvPr id="229612" name="Group 1495">
                    <a:extLst>
                      <a:ext uri="{FF2B5EF4-FFF2-40B4-BE49-F238E27FC236}">
                        <a16:creationId xmlns:a16="http://schemas.microsoft.com/office/drawing/2014/main" id="{0DEAEA81-9803-3846-9FE4-7B01FBC99CDD}"/>
                      </a:ext>
                    </a:extLst>
                  </p:cNvPr>
                  <p:cNvGrpSpPr>
                    <a:grpSpLocks/>
                  </p:cNvGrpSpPr>
                  <p:nvPr/>
                </p:nvGrpSpPr>
                <p:grpSpPr bwMode="auto">
                  <a:xfrm>
                    <a:off x="6280049" y="2055335"/>
                    <a:ext cx="680752" cy="139401"/>
                    <a:chOff x="5414286" y="2921098"/>
                    <a:chExt cx="680752" cy="139401"/>
                  </a:xfrm>
                </p:grpSpPr>
                <p:sp>
                  <p:nvSpPr>
                    <p:cNvPr id="1510" name="Rectangle 188">
                      <a:extLst>
                        <a:ext uri="{FF2B5EF4-FFF2-40B4-BE49-F238E27FC236}">
                          <a16:creationId xmlns:a16="http://schemas.microsoft.com/office/drawing/2014/main" id="{B243632A-FFE5-5041-AF4E-95722D2C9282}"/>
                        </a:ext>
                      </a:extLst>
                    </p:cNvPr>
                    <p:cNvSpPr>
                      <a:spLocks noChangeArrowheads="1"/>
                    </p:cNvSpPr>
                    <p:nvPr/>
                  </p:nvSpPr>
                  <p:spPr bwMode="auto">
                    <a:xfrm>
                      <a:off x="5415297" y="2981099"/>
                      <a:ext cx="549972" cy="6422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11" name="AutoShape 189">
                      <a:extLst>
                        <a:ext uri="{FF2B5EF4-FFF2-40B4-BE49-F238E27FC236}">
                          <a16:creationId xmlns:a16="http://schemas.microsoft.com/office/drawing/2014/main" id="{0E07D7C0-7E6B-F543-B0A8-1B4F184D2FF9}"/>
                        </a:ext>
                      </a:extLst>
                    </p:cNvPr>
                    <p:cNvSpPr>
                      <a:spLocks noChangeArrowheads="1"/>
                    </p:cNvSpPr>
                    <p:nvPr/>
                  </p:nvSpPr>
                  <p:spPr bwMode="auto">
                    <a:xfrm>
                      <a:off x="5415297" y="2905905"/>
                      <a:ext cx="675469"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12" name="Freeform 190">
                      <a:extLst>
                        <a:ext uri="{FF2B5EF4-FFF2-40B4-BE49-F238E27FC236}">
                          <a16:creationId xmlns:a16="http://schemas.microsoft.com/office/drawing/2014/main" id="{2A3226F0-A8CA-2D40-AA75-4E8139ACE580}"/>
                        </a:ext>
                      </a:extLst>
                    </p:cNvPr>
                    <p:cNvSpPr>
                      <a:spLocks/>
                    </p:cNvSpPr>
                    <p:nvPr/>
                  </p:nvSpPr>
                  <p:spPr bwMode="auto">
                    <a:xfrm>
                      <a:off x="5968962" y="2907471"/>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13" name="Freeform 191">
                      <a:extLst>
                        <a:ext uri="{FF2B5EF4-FFF2-40B4-BE49-F238E27FC236}">
                          <a16:creationId xmlns:a16="http://schemas.microsoft.com/office/drawing/2014/main" id="{95441E32-69F0-5940-8493-8353FE272642}"/>
                        </a:ext>
                      </a:extLst>
                    </p:cNvPr>
                    <p:cNvSpPr>
                      <a:spLocks/>
                    </p:cNvSpPr>
                    <p:nvPr/>
                  </p:nvSpPr>
                  <p:spPr bwMode="auto">
                    <a:xfrm>
                      <a:off x="5500191" y="2921571"/>
                      <a:ext cx="524136" cy="45429"/>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14" name="Freeform 192">
                      <a:extLst>
                        <a:ext uri="{FF2B5EF4-FFF2-40B4-BE49-F238E27FC236}">
                          <a16:creationId xmlns:a16="http://schemas.microsoft.com/office/drawing/2014/main" id="{D2D3F3E2-27F4-7144-A4F8-C55617AB26A1}"/>
                        </a:ext>
                      </a:extLst>
                    </p:cNvPr>
                    <p:cNvSpPr>
                      <a:spLocks/>
                    </p:cNvSpPr>
                    <p:nvPr/>
                  </p:nvSpPr>
                  <p:spPr bwMode="auto">
                    <a:xfrm>
                      <a:off x="5621999" y="2918438"/>
                      <a:ext cx="302670"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497" name="Straight Connector 1496">
                    <a:extLst>
                      <a:ext uri="{FF2B5EF4-FFF2-40B4-BE49-F238E27FC236}">
                        <a16:creationId xmlns:a16="http://schemas.microsoft.com/office/drawing/2014/main" id="{D1C5D2E8-3FA4-C14F-9803-A2FD58DBC21A}"/>
                      </a:ext>
                    </a:extLst>
                  </p:cNvPr>
                  <p:cNvCxnSpPr/>
                  <p:nvPr/>
                </p:nvCxnSpPr>
                <p:spPr>
                  <a:xfrm flipH="1">
                    <a:off x="6997134" y="2110636"/>
                    <a:ext cx="11072" cy="8584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8" name="Straight Connector 1497">
                    <a:extLst>
                      <a:ext uri="{FF2B5EF4-FFF2-40B4-BE49-F238E27FC236}">
                        <a16:creationId xmlns:a16="http://schemas.microsoft.com/office/drawing/2014/main" id="{4A986CCF-4EAF-544B-9C5D-DF8284B74F67}"/>
                      </a:ext>
                    </a:extLst>
                  </p:cNvPr>
                  <p:cNvCxnSpPr/>
                  <p:nvPr/>
                </p:nvCxnSpPr>
                <p:spPr>
                  <a:xfrm>
                    <a:off x="6875327" y="2289220"/>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9" name="Straight Connector 1498">
                    <a:extLst>
                      <a:ext uri="{FF2B5EF4-FFF2-40B4-BE49-F238E27FC236}">
                        <a16:creationId xmlns:a16="http://schemas.microsoft.com/office/drawing/2014/main" id="{AA1F9240-2014-C14B-B59E-0E98D55DA491}"/>
                      </a:ext>
                    </a:extLst>
                  </p:cNvPr>
                  <p:cNvCxnSpPr/>
                  <p:nvPr/>
                </p:nvCxnSpPr>
                <p:spPr>
                  <a:xfrm>
                    <a:off x="6871637" y="2353449"/>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0" name="Straight Connector 1499">
                    <a:extLst>
                      <a:ext uri="{FF2B5EF4-FFF2-40B4-BE49-F238E27FC236}">
                        <a16:creationId xmlns:a16="http://schemas.microsoft.com/office/drawing/2014/main" id="{961CB6B0-9FE1-1041-A1DB-B930C009A79E}"/>
                      </a:ext>
                    </a:extLst>
                  </p:cNvPr>
                  <p:cNvCxnSpPr/>
                  <p:nvPr/>
                </p:nvCxnSpPr>
                <p:spPr>
                  <a:xfrm>
                    <a:off x="6871637" y="2430208"/>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1" name="Straight Connector 1500">
                    <a:extLst>
                      <a:ext uri="{FF2B5EF4-FFF2-40B4-BE49-F238E27FC236}">
                        <a16:creationId xmlns:a16="http://schemas.microsoft.com/office/drawing/2014/main" id="{8B0902F3-6008-B647-9635-5670979011A7}"/>
                      </a:ext>
                    </a:extLst>
                  </p:cNvPr>
                  <p:cNvCxnSpPr/>
                  <p:nvPr/>
                </p:nvCxnSpPr>
                <p:spPr>
                  <a:xfrm>
                    <a:off x="6867944" y="2494437"/>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2" name="Straight Connector 1501">
                    <a:extLst>
                      <a:ext uri="{FF2B5EF4-FFF2-40B4-BE49-F238E27FC236}">
                        <a16:creationId xmlns:a16="http://schemas.microsoft.com/office/drawing/2014/main" id="{E7231CC3-B6CA-B749-B3E3-8996E78586F8}"/>
                      </a:ext>
                    </a:extLst>
                  </p:cNvPr>
                  <p:cNvCxnSpPr/>
                  <p:nvPr/>
                </p:nvCxnSpPr>
                <p:spPr>
                  <a:xfrm>
                    <a:off x="6864254" y="2555531"/>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3" name="Straight Connector 1502">
                    <a:extLst>
                      <a:ext uri="{FF2B5EF4-FFF2-40B4-BE49-F238E27FC236}">
                        <a16:creationId xmlns:a16="http://schemas.microsoft.com/office/drawing/2014/main" id="{8BB3F86F-D9AA-C244-B735-71BE61F99456}"/>
                      </a:ext>
                    </a:extLst>
                  </p:cNvPr>
                  <p:cNvCxnSpPr/>
                  <p:nvPr/>
                </p:nvCxnSpPr>
                <p:spPr>
                  <a:xfrm>
                    <a:off x="6864254" y="2622892"/>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4" name="Straight Connector 1503">
                    <a:extLst>
                      <a:ext uri="{FF2B5EF4-FFF2-40B4-BE49-F238E27FC236}">
                        <a16:creationId xmlns:a16="http://schemas.microsoft.com/office/drawing/2014/main" id="{CD1262EE-DC01-2748-87BD-B01ED163686D}"/>
                      </a:ext>
                    </a:extLst>
                  </p:cNvPr>
                  <p:cNvCxnSpPr/>
                  <p:nvPr/>
                </p:nvCxnSpPr>
                <p:spPr>
                  <a:xfrm>
                    <a:off x="6860562" y="2691820"/>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5" name="Straight Connector 1504">
                    <a:extLst>
                      <a:ext uri="{FF2B5EF4-FFF2-40B4-BE49-F238E27FC236}">
                        <a16:creationId xmlns:a16="http://schemas.microsoft.com/office/drawing/2014/main" id="{37ABF71D-4B1A-E347-8C49-4FE69E6D5965}"/>
                      </a:ext>
                    </a:extLst>
                  </p:cNvPr>
                  <p:cNvCxnSpPr/>
                  <p:nvPr/>
                </p:nvCxnSpPr>
                <p:spPr>
                  <a:xfrm>
                    <a:off x="6867944" y="2760747"/>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6" name="Straight Connector 1505">
                    <a:extLst>
                      <a:ext uri="{FF2B5EF4-FFF2-40B4-BE49-F238E27FC236}">
                        <a16:creationId xmlns:a16="http://schemas.microsoft.com/office/drawing/2014/main" id="{05752B85-D514-2D44-B66A-9E4D6FB309F2}"/>
                      </a:ext>
                    </a:extLst>
                  </p:cNvPr>
                  <p:cNvCxnSpPr/>
                  <p:nvPr/>
                </p:nvCxnSpPr>
                <p:spPr>
                  <a:xfrm>
                    <a:off x="6871637" y="2842207"/>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7" name="Straight Connector 1506">
                    <a:extLst>
                      <a:ext uri="{FF2B5EF4-FFF2-40B4-BE49-F238E27FC236}">
                        <a16:creationId xmlns:a16="http://schemas.microsoft.com/office/drawing/2014/main" id="{05F85A56-637B-694F-9051-631EC557AF46}"/>
                      </a:ext>
                    </a:extLst>
                  </p:cNvPr>
                  <p:cNvCxnSpPr/>
                  <p:nvPr/>
                </p:nvCxnSpPr>
                <p:spPr>
                  <a:xfrm>
                    <a:off x="6871637" y="2911134"/>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8" name="Straight Connector 1507">
                    <a:extLst>
                      <a:ext uri="{FF2B5EF4-FFF2-40B4-BE49-F238E27FC236}">
                        <a16:creationId xmlns:a16="http://schemas.microsoft.com/office/drawing/2014/main" id="{A7ED1F0F-8DD6-9F48-9BBB-8E155E866E83}"/>
                      </a:ext>
                    </a:extLst>
                  </p:cNvPr>
                  <p:cNvCxnSpPr/>
                  <p:nvPr/>
                </p:nvCxnSpPr>
                <p:spPr>
                  <a:xfrm>
                    <a:off x="6875327" y="2975361"/>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09" name="Straight Connector 1508">
                    <a:extLst>
                      <a:ext uri="{FF2B5EF4-FFF2-40B4-BE49-F238E27FC236}">
                        <a16:creationId xmlns:a16="http://schemas.microsoft.com/office/drawing/2014/main" id="{B00C5FB5-4C73-9945-8916-7C6628C9BFB2}"/>
                      </a:ext>
                    </a:extLst>
                  </p:cNvPr>
                  <p:cNvCxnSpPr/>
                  <p:nvPr/>
                </p:nvCxnSpPr>
                <p:spPr>
                  <a:xfrm flipH="1">
                    <a:off x="6875327" y="2116902"/>
                    <a:ext cx="136572"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29433" name="Group 1316">
                <a:extLst>
                  <a:ext uri="{FF2B5EF4-FFF2-40B4-BE49-F238E27FC236}">
                    <a16:creationId xmlns:a16="http://schemas.microsoft.com/office/drawing/2014/main" id="{61CC9C34-6E06-C046-86B1-3AE4CEF09E5E}"/>
                  </a:ext>
                </a:extLst>
              </p:cNvPr>
              <p:cNvGrpSpPr>
                <a:grpSpLocks/>
              </p:cNvGrpSpPr>
              <p:nvPr/>
            </p:nvGrpSpPr>
            <p:grpSpPr bwMode="auto">
              <a:xfrm>
                <a:off x="1301655" y="4876798"/>
                <a:ext cx="331695" cy="1030941"/>
                <a:chOff x="6240352" y="2055335"/>
                <a:chExt cx="771307" cy="1017716"/>
              </a:xfrm>
            </p:grpSpPr>
            <p:grpSp>
              <p:nvGrpSpPr>
                <p:cNvPr id="229552" name="Group 1435">
                  <a:extLst>
                    <a:ext uri="{FF2B5EF4-FFF2-40B4-BE49-F238E27FC236}">
                      <a16:creationId xmlns:a16="http://schemas.microsoft.com/office/drawing/2014/main" id="{EC1536AE-0AC0-3542-8D1D-16BA3D7E2B20}"/>
                    </a:ext>
                  </a:extLst>
                </p:cNvPr>
                <p:cNvGrpSpPr>
                  <a:grpSpLocks/>
                </p:cNvGrpSpPr>
                <p:nvPr/>
              </p:nvGrpSpPr>
              <p:grpSpPr bwMode="auto">
                <a:xfrm>
                  <a:off x="6240352" y="2235573"/>
                  <a:ext cx="697981" cy="837478"/>
                  <a:chOff x="6395998" y="3062424"/>
                  <a:chExt cx="564403" cy="837478"/>
                </a:xfrm>
              </p:grpSpPr>
              <p:sp>
                <p:nvSpPr>
                  <p:cNvPr id="1457" name="Rectangle 1456">
                    <a:extLst>
                      <a:ext uri="{FF2B5EF4-FFF2-40B4-BE49-F238E27FC236}">
                        <a16:creationId xmlns:a16="http://schemas.microsoft.com/office/drawing/2014/main" id="{23BF909E-8E02-C94D-9E57-0BEA9F686CC9}"/>
                      </a:ext>
                    </a:extLst>
                  </p:cNvPr>
                  <p:cNvSpPr/>
                  <p:nvPr/>
                </p:nvSpPr>
                <p:spPr>
                  <a:xfrm>
                    <a:off x="6509953" y="3047146"/>
                    <a:ext cx="447707" cy="75663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458" name="Straight Connector 1457">
                    <a:extLst>
                      <a:ext uri="{FF2B5EF4-FFF2-40B4-BE49-F238E27FC236}">
                        <a16:creationId xmlns:a16="http://schemas.microsoft.com/office/drawing/2014/main" id="{11BCFDB1-9BF5-0944-AE37-34AEA093E249}"/>
                      </a:ext>
                    </a:extLst>
                  </p:cNvPr>
                  <p:cNvCxnSpPr/>
                  <p:nvPr/>
                </p:nvCxnSpPr>
                <p:spPr>
                  <a:xfrm flipV="1">
                    <a:off x="6847224" y="3047146"/>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59" name="Rectangle 1458">
                    <a:extLst>
                      <a:ext uri="{FF2B5EF4-FFF2-40B4-BE49-F238E27FC236}">
                        <a16:creationId xmlns:a16="http://schemas.microsoft.com/office/drawing/2014/main" id="{948A1ECF-C99F-4849-B089-5819C9D7D599}"/>
                      </a:ext>
                    </a:extLst>
                  </p:cNvPr>
                  <p:cNvSpPr/>
                  <p:nvPr/>
                </p:nvSpPr>
                <p:spPr>
                  <a:xfrm>
                    <a:off x="6477120" y="3056546"/>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460" name="Straight Connector 1459">
                    <a:extLst>
                      <a:ext uri="{FF2B5EF4-FFF2-40B4-BE49-F238E27FC236}">
                        <a16:creationId xmlns:a16="http://schemas.microsoft.com/office/drawing/2014/main" id="{BA62A65D-AB16-264D-8268-2BE66D4AFC35}"/>
                      </a:ext>
                    </a:extLst>
                  </p:cNvPr>
                  <p:cNvCxnSpPr/>
                  <p:nvPr/>
                </p:nvCxnSpPr>
                <p:spPr>
                  <a:xfrm flipV="1">
                    <a:off x="6396534" y="3047146"/>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61" name="Rectangle 1460">
                    <a:extLst>
                      <a:ext uri="{FF2B5EF4-FFF2-40B4-BE49-F238E27FC236}">
                        <a16:creationId xmlns:a16="http://schemas.microsoft.com/office/drawing/2014/main" id="{CB153319-73C8-EA4E-84DF-5A6D83C34B29}"/>
                      </a:ext>
                    </a:extLst>
                  </p:cNvPr>
                  <p:cNvSpPr/>
                  <p:nvPr/>
                </p:nvSpPr>
                <p:spPr>
                  <a:xfrm>
                    <a:off x="6817377" y="3701957"/>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62" name="Rectangle 1461">
                    <a:extLst>
                      <a:ext uri="{FF2B5EF4-FFF2-40B4-BE49-F238E27FC236}">
                        <a16:creationId xmlns:a16="http://schemas.microsoft.com/office/drawing/2014/main" id="{AC548E5B-3119-E24F-BF6A-09DC43388C18}"/>
                      </a:ext>
                    </a:extLst>
                  </p:cNvPr>
                  <p:cNvSpPr/>
                  <p:nvPr/>
                </p:nvSpPr>
                <p:spPr>
                  <a:xfrm>
                    <a:off x="6405487" y="3142705"/>
                    <a:ext cx="444723" cy="75663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463" name="Straight Connector 1462">
                    <a:extLst>
                      <a:ext uri="{FF2B5EF4-FFF2-40B4-BE49-F238E27FC236}">
                        <a16:creationId xmlns:a16="http://schemas.microsoft.com/office/drawing/2014/main" id="{9F63D891-3FBF-F54D-AE29-CE5AE91A3CAD}"/>
                      </a:ext>
                    </a:extLst>
                  </p:cNvPr>
                  <p:cNvCxnSpPr/>
                  <p:nvPr/>
                </p:nvCxnSpPr>
                <p:spPr>
                  <a:xfrm flipV="1">
                    <a:off x="6847224" y="3803782"/>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9580" name="Group 1463">
                    <a:extLst>
                      <a:ext uri="{FF2B5EF4-FFF2-40B4-BE49-F238E27FC236}">
                        <a16:creationId xmlns:a16="http://schemas.microsoft.com/office/drawing/2014/main" id="{B454F9EB-A788-C64A-9061-A132247C5A76}"/>
                      </a:ext>
                    </a:extLst>
                  </p:cNvPr>
                  <p:cNvGrpSpPr>
                    <a:grpSpLocks/>
                  </p:cNvGrpSpPr>
                  <p:nvPr/>
                </p:nvGrpSpPr>
                <p:grpSpPr bwMode="auto">
                  <a:xfrm>
                    <a:off x="6400318" y="3137421"/>
                    <a:ext cx="559121" cy="92788"/>
                    <a:chOff x="6582044" y="2846082"/>
                    <a:chExt cx="559121" cy="92788"/>
                  </a:xfrm>
                </p:grpSpPr>
                <p:cxnSp>
                  <p:nvCxnSpPr>
                    <p:cNvPr id="1492" name="Straight Connector 1491">
                      <a:extLst>
                        <a:ext uri="{FF2B5EF4-FFF2-40B4-BE49-F238E27FC236}">
                          <a16:creationId xmlns:a16="http://schemas.microsoft.com/office/drawing/2014/main" id="{314405E6-882D-A94C-AD1C-09BAE7126F31}"/>
                        </a:ext>
                      </a:extLst>
                    </p:cNvPr>
                    <p:cNvCxnSpPr/>
                    <p:nvPr/>
                  </p:nvCxnSpPr>
                  <p:spPr>
                    <a:xfrm flipV="1">
                      <a:off x="7028949" y="2831001"/>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3" name="Straight Connector 1492">
                      <a:extLst>
                        <a:ext uri="{FF2B5EF4-FFF2-40B4-BE49-F238E27FC236}">
                          <a16:creationId xmlns:a16="http://schemas.microsoft.com/office/drawing/2014/main" id="{018DD670-95D9-1146-B4F3-A0F5DF71BC0F}"/>
                        </a:ext>
                      </a:extLst>
                    </p:cNvPr>
                    <p:cNvCxnSpPr/>
                    <p:nvPr/>
                  </p:nvCxnSpPr>
                  <p:spPr>
                    <a:xfrm flipV="1">
                      <a:off x="6581243" y="2923427"/>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581" name="Group 1464">
                    <a:extLst>
                      <a:ext uri="{FF2B5EF4-FFF2-40B4-BE49-F238E27FC236}">
                        <a16:creationId xmlns:a16="http://schemas.microsoft.com/office/drawing/2014/main" id="{F9281AB4-B3E4-2946-9299-3EBF5868A39C}"/>
                      </a:ext>
                    </a:extLst>
                  </p:cNvPr>
                  <p:cNvGrpSpPr>
                    <a:grpSpLocks/>
                  </p:cNvGrpSpPr>
                  <p:nvPr/>
                </p:nvGrpSpPr>
                <p:grpSpPr bwMode="auto">
                  <a:xfrm>
                    <a:off x="6399838" y="3203285"/>
                    <a:ext cx="559121" cy="92788"/>
                    <a:chOff x="6582044" y="2846082"/>
                    <a:chExt cx="559121" cy="92788"/>
                  </a:xfrm>
                </p:grpSpPr>
                <p:cxnSp>
                  <p:nvCxnSpPr>
                    <p:cNvPr id="1490" name="Straight Connector 1489">
                      <a:extLst>
                        <a:ext uri="{FF2B5EF4-FFF2-40B4-BE49-F238E27FC236}">
                          <a16:creationId xmlns:a16="http://schemas.microsoft.com/office/drawing/2014/main" id="{A43AB7DD-E6E1-C84C-AA31-1ECD008290E4}"/>
                        </a:ext>
                      </a:extLst>
                    </p:cNvPr>
                    <p:cNvCxnSpPr/>
                    <p:nvPr/>
                  </p:nvCxnSpPr>
                  <p:spPr>
                    <a:xfrm flipV="1">
                      <a:off x="7029431" y="2830932"/>
                      <a:ext cx="140282"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91" name="Straight Connector 1490">
                      <a:extLst>
                        <a:ext uri="{FF2B5EF4-FFF2-40B4-BE49-F238E27FC236}">
                          <a16:creationId xmlns:a16="http://schemas.microsoft.com/office/drawing/2014/main" id="{5A329F5A-3AE6-D340-9306-7EA6B1FB7D1D}"/>
                        </a:ext>
                      </a:extLst>
                    </p:cNvPr>
                    <p:cNvCxnSpPr/>
                    <p:nvPr/>
                  </p:nvCxnSpPr>
                  <p:spPr>
                    <a:xfrm flipV="1">
                      <a:off x="6581724" y="2923358"/>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582" name="Group 1465">
                    <a:extLst>
                      <a:ext uri="{FF2B5EF4-FFF2-40B4-BE49-F238E27FC236}">
                        <a16:creationId xmlns:a16="http://schemas.microsoft.com/office/drawing/2014/main" id="{4007CFB7-2406-8D43-B287-1A15E53F5204}"/>
                      </a:ext>
                    </a:extLst>
                  </p:cNvPr>
                  <p:cNvGrpSpPr>
                    <a:grpSpLocks/>
                  </p:cNvGrpSpPr>
                  <p:nvPr/>
                </p:nvGrpSpPr>
                <p:grpSpPr bwMode="auto">
                  <a:xfrm>
                    <a:off x="6399358" y="3269149"/>
                    <a:ext cx="559121" cy="92788"/>
                    <a:chOff x="6582044" y="2846082"/>
                    <a:chExt cx="559121" cy="92788"/>
                  </a:xfrm>
                </p:grpSpPr>
                <p:cxnSp>
                  <p:nvCxnSpPr>
                    <p:cNvPr id="1488" name="Straight Connector 1487">
                      <a:extLst>
                        <a:ext uri="{FF2B5EF4-FFF2-40B4-BE49-F238E27FC236}">
                          <a16:creationId xmlns:a16="http://schemas.microsoft.com/office/drawing/2014/main" id="{9C1EC1EA-F2C3-D04A-80DF-6CB391C5D73D}"/>
                        </a:ext>
                      </a:extLst>
                    </p:cNvPr>
                    <p:cNvCxnSpPr/>
                    <p:nvPr/>
                  </p:nvCxnSpPr>
                  <p:spPr>
                    <a:xfrm flipV="1">
                      <a:off x="7026926" y="2830862"/>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9" name="Straight Connector 1488">
                      <a:extLst>
                        <a:ext uri="{FF2B5EF4-FFF2-40B4-BE49-F238E27FC236}">
                          <a16:creationId xmlns:a16="http://schemas.microsoft.com/office/drawing/2014/main" id="{53686B19-644D-A141-9064-F86F342D895D}"/>
                        </a:ext>
                      </a:extLst>
                    </p:cNvPr>
                    <p:cNvCxnSpPr/>
                    <p:nvPr/>
                  </p:nvCxnSpPr>
                  <p:spPr>
                    <a:xfrm flipV="1">
                      <a:off x="6582204" y="2923288"/>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583" name="Group 1466">
                    <a:extLst>
                      <a:ext uri="{FF2B5EF4-FFF2-40B4-BE49-F238E27FC236}">
                        <a16:creationId xmlns:a16="http://schemas.microsoft.com/office/drawing/2014/main" id="{305C856A-D49B-DD46-9990-518E56369727}"/>
                      </a:ext>
                    </a:extLst>
                  </p:cNvPr>
                  <p:cNvGrpSpPr>
                    <a:grpSpLocks/>
                  </p:cNvGrpSpPr>
                  <p:nvPr/>
                </p:nvGrpSpPr>
                <p:grpSpPr bwMode="auto">
                  <a:xfrm>
                    <a:off x="6398878" y="3335013"/>
                    <a:ext cx="559121" cy="92788"/>
                    <a:chOff x="6582044" y="2846082"/>
                    <a:chExt cx="559121" cy="92788"/>
                  </a:xfrm>
                </p:grpSpPr>
                <p:cxnSp>
                  <p:nvCxnSpPr>
                    <p:cNvPr id="1486" name="Straight Connector 1485">
                      <a:extLst>
                        <a:ext uri="{FF2B5EF4-FFF2-40B4-BE49-F238E27FC236}">
                          <a16:creationId xmlns:a16="http://schemas.microsoft.com/office/drawing/2014/main" id="{683FA449-A6DB-EB49-B3A3-6C878892E30D}"/>
                        </a:ext>
                      </a:extLst>
                    </p:cNvPr>
                    <p:cNvCxnSpPr/>
                    <p:nvPr/>
                  </p:nvCxnSpPr>
                  <p:spPr>
                    <a:xfrm flipV="1">
                      <a:off x="7027406" y="2830792"/>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7" name="Straight Connector 1486">
                      <a:extLst>
                        <a:ext uri="{FF2B5EF4-FFF2-40B4-BE49-F238E27FC236}">
                          <a16:creationId xmlns:a16="http://schemas.microsoft.com/office/drawing/2014/main" id="{F84673A3-FA55-4B4C-ADC7-672D59D8AF03}"/>
                        </a:ext>
                      </a:extLst>
                    </p:cNvPr>
                    <p:cNvCxnSpPr/>
                    <p:nvPr/>
                  </p:nvCxnSpPr>
                  <p:spPr>
                    <a:xfrm flipV="1">
                      <a:off x="6582683" y="2923218"/>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584" name="Group 1467">
                    <a:extLst>
                      <a:ext uri="{FF2B5EF4-FFF2-40B4-BE49-F238E27FC236}">
                        <a16:creationId xmlns:a16="http://schemas.microsoft.com/office/drawing/2014/main" id="{CE5D5AB1-03D4-E14E-B336-511626310DA8}"/>
                      </a:ext>
                    </a:extLst>
                  </p:cNvPr>
                  <p:cNvGrpSpPr>
                    <a:grpSpLocks/>
                  </p:cNvGrpSpPr>
                  <p:nvPr/>
                </p:nvGrpSpPr>
                <p:grpSpPr bwMode="auto">
                  <a:xfrm>
                    <a:off x="6398398" y="3400877"/>
                    <a:ext cx="559121" cy="92788"/>
                    <a:chOff x="6582044" y="2846082"/>
                    <a:chExt cx="559121" cy="92788"/>
                  </a:xfrm>
                </p:grpSpPr>
                <p:cxnSp>
                  <p:nvCxnSpPr>
                    <p:cNvPr id="1484" name="Straight Connector 1483">
                      <a:extLst>
                        <a:ext uri="{FF2B5EF4-FFF2-40B4-BE49-F238E27FC236}">
                          <a16:creationId xmlns:a16="http://schemas.microsoft.com/office/drawing/2014/main" id="{220EF31D-0CCE-F14A-876F-60D55586CDBE}"/>
                        </a:ext>
                      </a:extLst>
                    </p:cNvPr>
                    <p:cNvCxnSpPr/>
                    <p:nvPr/>
                  </p:nvCxnSpPr>
                  <p:spPr>
                    <a:xfrm flipV="1">
                      <a:off x="7027885" y="2830723"/>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5" name="Straight Connector 1484">
                      <a:extLst>
                        <a:ext uri="{FF2B5EF4-FFF2-40B4-BE49-F238E27FC236}">
                          <a16:creationId xmlns:a16="http://schemas.microsoft.com/office/drawing/2014/main" id="{D9090025-13C2-2943-8AE1-79A0E83F1705}"/>
                        </a:ext>
                      </a:extLst>
                    </p:cNvPr>
                    <p:cNvCxnSpPr/>
                    <p:nvPr/>
                  </p:nvCxnSpPr>
                  <p:spPr>
                    <a:xfrm flipV="1">
                      <a:off x="6583163" y="2923148"/>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585" name="Group 1468">
                    <a:extLst>
                      <a:ext uri="{FF2B5EF4-FFF2-40B4-BE49-F238E27FC236}">
                        <a16:creationId xmlns:a16="http://schemas.microsoft.com/office/drawing/2014/main" id="{533F88FD-5C5F-C046-B9E0-C147D11ECA31}"/>
                      </a:ext>
                    </a:extLst>
                  </p:cNvPr>
                  <p:cNvGrpSpPr>
                    <a:grpSpLocks/>
                  </p:cNvGrpSpPr>
                  <p:nvPr/>
                </p:nvGrpSpPr>
                <p:grpSpPr bwMode="auto">
                  <a:xfrm>
                    <a:off x="6397918" y="3466741"/>
                    <a:ext cx="559121" cy="92788"/>
                    <a:chOff x="6582044" y="2846082"/>
                    <a:chExt cx="559121" cy="92788"/>
                  </a:xfrm>
                </p:grpSpPr>
                <p:cxnSp>
                  <p:nvCxnSpPr>
                    <p:cNvPr id="1482" name="Straight Connector 1481">
                      <a:extLst>
                        <a:ext uri="{FF2B5EF4-FFF2-40B4-BE49-F238E27FC236}">
                          <a16:creationId xmlns:a16="http://schemas.microsoft.com/office/drawing/2014/main" id="{58F23188-A7A5-3C4D-B484-3671EC5903B9}"/>
                        </a:ext>
                      </a:extLst>
                    </p:cNvPr>
                    <p:cNvCxnSpPr/>
                    <p:nvPr/>
                  </p:nvCxnSpPr>
                  <p:spPr>
                    <a:xfrm flipV="1">
                      <a:off x="7028367" y="2830653"/>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3" name="Straight Connector 1482">
                      <a:extLst>
                        <a:ext uri="{FF2B5EF4-FFF2-40B4-BE49-F238E27FC236}">
                          <a16:creationId xmlns:a16="http://schemas.microsoft.com/office/drawing/2014/main" id="{710E6AE9-D681-954C-AEF2-E23CDC190A55}"/>
                        </a:ext>
                      </a:extLst>
                    </p:cNvPr>
                    <p:cNvCxnSpPr/>
                    <p:nvPr/>
                  </p:nvCxnSpPr>
                  <p:spPr>
                    <a:xfrm flipV="1">
                      <a:off x="6610507" y="2938744"/>
                      <a:ext cx="42382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586" name="Group 1469">
                    <a:extLst>
                      <a:ext uri="{FF2B5EF4-FFF2-40B4-BE49-F238E27FC236}">
                        <a16:creationId xmlns:a16="http://schemas.microsoft.com/office/drawing/2014/main" id="{2D5DFAA2-2CB3-3741-959F-6EAB5D89B2E3}"/>
                      </a:ext>
                    </a:extLst>
                  </p:cNvPr>
                  <p:cNvGrpSpPr>
                    <a:grpSpLocks/>
                  </p:cNvGrpSpPr>
                  <p:nvPr/>
                </p:nvGrpSpPr>
                <p:grpSpPr bwMode="auto">
                  <a:xfrm>
                    <a:off x="6397438" y="3532605"/>
                    <a:ext cx="559121" cy="92788"/>
                    <a:chOff x="6582044" y="2846082"/>
                    <a:chExt cx="559121" cy="92788"/>
                  </a:xfrm>
                </p:grpSpPr>
                <p:cxnSp>
                  <p:nvCxnSpPr>
                    <p:cNvPr id="1480" name="Straight Connector 1479">
                      <a:extLst>
                        <a:ext uri="{FF2B5EF4-FFF2-40B4-BE49-F238E27FC236}">
                          <a16:creationId xmlns:a16="http://schemas.microsoft.com/office/drawing/2014/main" id="{51D999D8-6386-504D-8B7D-821094C07A29}"/>
                        </a:ext>
                      </a:extLst>
                    </p:cNvPr>
                    <p:cNvCxnSpPr/>
                    <p:nvPr/>
                  </p:nvCxnSpPr>
                  <p:spPr>
                    <a:xfrm flipV="1">
                      <a:off x="7028846" y="2830582"/>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81" name="Straight Connector 1480">
                      <a:extLst>
                        <a:ext uri="{FF2B5EF4-FFF2-40B4-BE49-F238E27FC236}">
                          <a16:creationId xmlns:a16="http://schemas.microsoft.com/office/drawing/2014/main" id="{BD2DD03D-C875-584B-BB99-1FC193BBE041}"/>
                        </a:ext>
                      </a:extLst>
                    </p:cNvPr>
                    <p:cNvCxnSpPr/>
                    <p:nvPr/>
                  </p:nvCxnSpPr>
                  <p:spPr>
                    <a:xfrm flipV="1">
                      <a:off x="6581140" y="2938674"/>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587" name="Group 1470">
                    <a:extLst>
                      <a:ext uri="{FF2B5EF4-FFF2-40B4-BE49-F238E27FC236}">
                        <a16:creationId xmlns:a16="http://schemas.microsoft.com/office/drawing/2014/main" id="{363D6B19-AE91-E642-9412-37944A792761}"/>
                      </a:ext>
                    </a:extLst>
                  </p:cNvPr>
                  <p:cNvGrpSpPr>
                    <a:grpSpLocks/>
                  </p:cNvGrpSpPr>
                  <p:nvPr/>
                </p:nvGrpSpPr>
                <p:grpSpPr bwMode="auto">
                  <a:xfrm>
                    <a:off x="6396958" y="3598469"/>
                    <a:ext cx="559121" cy="92788"/>
                    <a:chOff x="6582044" y="2846082"/>
                    <a:chExt cx="559121" cy="92788"/>
                  </a:xfrm>
                </p:grpSpPr>
                <p:cxnSp>
                  <p:nvCxnSpPr>
                    <p:cNvPr id="1478" name="Straight Connector 1477">
                      <a:extLst>
                        <a:ext uri="{FF2B5EF4-FFF2-40B4-BE49-F238E27FC236}">
                          <a16:creationId xmlns:a16="http://schemas.microsoft.com/office/drawing/2014/main" id="{FE9021EF-BBA7-5441-8B75-2E978A3A167F}"/>
                        </a:ext>
                      </a:extLst>
                    </p:cNvPr>
                    <p:cNvCxnSpPr/>
                    <p:nvPr/>
                  </p:nvCxnSpPr>
                  <p:spPr>
                    <a:xfrm flipV="1">
                      <a:off x="7029325" y="2830513"/>
                      <a:ext cx="140280"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9" name="Straight Connector 1478">
                      <a:extLst>
                        <a:ext uri="{FF2B5EF4-FFF2-40B4-BE49-F238E27FC236}">
                          <a16:creationId xmlns:a16="http://schemas.microsoft.com/office/drawing/2014/main" id="{9E0976E0-205B-B84F-99D5-E6D4CB762E7B}"/>
                        </a:ext>
                      </a:extLst>
                    </p:cNvPr>
                    <p:cNvCxnSpPr/>
                    <p:nvPr/>
                  </p:nvCxnSpPr>
                  <p:spPr>
                    <a:xfrm flipV="1">
                      <a:off x="6581619" y="2938605"/>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588" name="Group 1471">
                    <a:extLst>
                      <a:ext uri="{FF2B5EF4-FFF2-40B4-BE49-F238E27FC236}">
                        <a16:creationId xmlns:a16="http://schemas.microsoft.com/office/drawing/2014/main" id="{4217E2CA-F541-314F-8DFF-4AD268B12FFA}"/>
                      </a:ext>
                    </a:extLst>
                  </p:cNvPr>
                  <p:cNvGrpSpPr>
                    <a:grpSpLocks/>
                  </p:cNvGrpSpPr>
                  <p:nvPr/>
                </p:nvGrpSpPr>
                <p:grpSpPr bwMode="auto">
                  <a:xfrm>
                    <a:off x="6396478" y="3664333"/>
                    <a:ext cx="559121" cy="92788"/>
                    <a:chOff x="6582044" y="2846082"/>
                    <a:chExt cx="559121" cy="92788"/>
                  </a:xfrm>
                </p:grpSpPr>
                <p:cxnSp>
                  <p:nvCxnSpPr>
                    <p:cNvPr id="1476" name="Straight Connector 1475">
                      <a:extLst>
                        <a:ext uri="{FF2B5EF4-FFF2-40B4-BE49-F238E27FC236}">
                          <a16:creationId xmlns:a16="http://schemas.microsoft.com/office/drawing/2014/main" id="{7E57A8F8-0010-DD4A-A409-B3EA76ACE1C8}"/>
                        </a:ext>
                      </a:extLst>
                    </p:cNvPr>
                    <p:cNvCxnSpPr/>
                    <p:nvPr/>
                  </p:nvCxnSpPr>
                  <p:spPr>
                    <a:xfrm flipV="1">
                      <a:off x="7026821" y="2846109"/>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7" name="Straight Connector 1476">
                      <a:extLst>
                        <a:ext uri="{FF2B5EF4-FFF2-40B4-BE49-F238E27FC236}">
                          <a16:creationId xmlns:a16="http://schemas.microsoft.com/office/drawing/2014/main" id="{1F2843C9-282D-4149-AEE8-2D011A9FA40C}"/>
                        </a:ext>
                      </a:extLst>
                    </p:cNvPr>
                    <p:cNvCxnSpPr/>
                    <p:nvPr/>
                  </p:nvCxnSpPr>
                  <p:spPr>
                    <a:xfrm flipV="1">
                      <a:off x="6582100" y="2938534"/>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589" name="Group 1472">
                    <a:extLst>
                      <a:ext uri="{FF2B5EF4-FFF2-40B4-BE49-F238E27FC236}">
                        <a16:creationId xmlns:a16="http://schemas.microsoft.com/office/drawing/2014/main" id="{652F37C0-91C0-0C45-8202-5B293896EDB2}"/>
                      </a:ext>
                    </a:extLst>
                  </p:cNvPr>
                  <p:cNvGrpSpPr>
                    <a:grpSpLocks/>
                  </p:cNvGrpSpPr>
                  <p:nvPr/>
                </p:nvGrpSpPr>
                <p:grpSpPr bwMode="auto">
                  <a:xfrm>
                    <a:off x="6395998" y="3730197"/>
                    <a:ext cx="559121" cy="92788"/>
                    <a:chOff x="6582044" y="2846082"/>
                    <a:chExt cx="559121" cy="92788"/>
                  </a:xfrm>
                </p:grpSpPr>
                <p:cxnSp>
                  <p:nvCxnSpPr>
                    <p:cNvPr id="1474" name="Straight Connector 1473">
                      <a:extLst>
                        <a:ext uri="{FF2B5EF4-FFF2-40B4-BE49-F238E27FC236}">
                          <a16:creationId xmlns:a16="http://schemas.microsoft.com/office/drawing/2014/main" id="{6AA146A4-C1CA-A24A-A83A-CDCC9D95E2C2}"/>
                        </a:ext>
                      </a:extLst>
                    </p:cNvPr>
                    <p:cNvCxnSpPr/>
                    <p:nvPr/>
                  </p:nvCxnSpPr>
                  <p:spPr>
                    <a:xfrm flipV="1">
                      <a:off x="7027300" y="2846040"/>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75" name="Straight Connector 1474">
                      <a:extLst>
                        <a:ext uri="{FF2B5EF4-FFF2-40B4-BE49-F238E27FC236}">
                          <a16:creationId xmlns:a16="http://schemas.microsoft.com/office/drawing/2014/main" id="{C289F926-20D3-5646-9961-F44F364D9E09}"/>
                        </a:ext>
                      </a:extLst>
                    </p:cNvPr>
                    <p:cNvCxnSpPr/>
                    <p:nvPr/>
                  </p:nvCxnSpPr>
                  <p:spPr>
                    <a:xfrm flipV="1">
                      <a:off x="6582580" y="2938465"/>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29553" name="Group 1436">
                  <a:extLst>
                    <a:ext uri="{FF2B5EF4-FFF2-40B4-BE49-F238E27FC236}">
                      <a16:creationId xmlns:a16="http://schemas.microsoft.com/office/drawing/2014/main" id="{142D9710-7803-534F-BF23-9979E016D05D}"/>
                    </a:ext>
                  </a:extLst>
                </p:cNvPr>
                <p:cNvGrpSpPr>
                  <a:grpSpLocks/>
                </p:cNvGrpSpPr>
                <p:nvPr/>
              </p:nvGrpSpPr>
              <p:grpSpPr bwMode="auto">
                <a:xfrm>
                  <a:off x="6280049" y="2055335"/>
                  <a:ext cx="731610" cy="920732"/>
                  <a:chOff x="6280049" y="2055335"/>
                  <a:chExt cx="731610" cy="920732"/>
                </a:xfrm>
              </p:grpSpPr>
              <p:grpSp>
                <p:nvGrpSpPr>
                  <p:cNvPr id="229554" name="Group 1437">
                    <a:extLst>
                      <a:ext uri="{FF2B5EF4-FFF2-40B4-BE49-F238E27FC236}">
                        <a16:creationId xmlns:a16="http://schemas.microsoft.com/office/drawing/2014/main" id="{D98ACCAC-C08E-7442-BC29-4C07508353B9}"/>
                      </a:ext>
                    </a:extLst>
                  </p:cNvPr>
                  <p:cNvGrpSpPr>
                    <a:grpSpLocks/>
                  </p:cNvGrpSpPr>
                  <p:nvPr/>
                </p:nvGrpSpPr>
                <p:grpSpPr bwMode="auto">
                  <a:xfrm>
                    <a:off x="6280049" y="2055335"/>
                    <a:ext cx="680752" cy="139401"/>
                    <a:chOff x="5414286" y="2921098"/>
                    <a:chExt cx="680752" cy="139401"/>
                  </a:xfrm>
                </p:grpSpPr>
                <p:sp>
                  <p:nvSpPr>
                    <p:cNvPr id="1452" name="Rectangle 188">
                      <a:extLst>
                        <a:ext uri="{FF2B5EF4-FFF2-40B4-BE49-F238E27FC236}">
                          <a16:creationId xmlns:a16="http://schemas.microsoft.com/office/drawing/2014/main" id="{E8DCE9AB-7521-EC4D-8E5A-33CED1788610}"/>
                        </a:ext>
                      </a:extLst>
                    </p:cNvPr>
                    <p:cNvSpPr>
                      <a:spLocks noChangeArrowheads="1"/>
                    </p:cNvSpPr>
                    <p:nvPr/>
                  </p:nvSpPr>
                  <p:spPr bwMode="auto">
                    <a:xfrm>
                      <a:off x="5415853" y="2981101"/>
                      <a:ext cx="549974" cy="6422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53" name="AutoShape 189">
                      <a:extLst>
                        <a:ext uri="{FF2B5EF4-FFF2-40B4-BE49-F238E27FC236}">
                          <a16:creationId xmlns:a16="http://schemas.microsoft.com/office/drawing/2014/main" id="{332229AE-826A-5D47-86D5-4ABCEBA7D5E2}"/>
                        </a:ext>
                      </a:extLst>
                    </p:cNvPr>
                    <p:cNvSpPr>
                      <a:spLocks noChangeArrowheads="1"/>
                    </p:cNvSpPr>
                    <p:nvPr/>
                  </p:nvSpPr>
                  <p:spPr bwMode="auto">
                    <a:xfrm>
                      <a:off x="5415853" y="2905907"/>
                      <a:ext cx="675472"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54" name="Freeform 190">
                      <a:extLst>
                        <a:ext uri="{FF2B5EF4-FFF2-40B4-BE49-F238E27FC236}">
                          <a16:creationId xmlns:a16="http://schemas.microsoft.com/office/drawing/2014/main" id="{06408EF6-8F3A-9149-BDFD-1C11C1752D5B}"/>
                        </a:ext>
                      </a:extLst>
                    </p:cNvPr>
                    <p:cNvSpPr>
                      <a:spLocks/>
                    </p:cNvSpPr>
                    <p:nvPr/>
                  </p:nvSpPr>
                  <p:spPr bwMode="auto">
                    <a:xfrm>
                      <a:off x="5969517" y="2907473"/>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55" name="Freeform 191">
                      <a:extLst>
                        <a:ext uri="{FF2B5EF4-FFF2-40B4-BE49-F238E27FC236}">
                          <a16:creationId xmlns:a16="http://schemas.microsoft.com/office/drawing/2014/main" id="{6D472540-537E-3348-9048-05AB560683D7}"/>
                        </a:ext>
                      </a:extLst>
                    </p:cNvPr>
                    <p:cNvSpPr>
                      <a:spLocks/>
                    </p:cNvSpPr>
                    <p:nvPr/>
                  </p:nvSpPr>
                  <p:spPr bwMode="auto">
                    <a:xfrm>
                      <a:off x="5500749" y="2921573"/>
                      <a:ext cx="524136" cy="45429"/>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456" name="Freeform 192">
                      <a:extLst>
                        <a:ext uri="{FF2B5EF4-FFF2-40B4-BE49-F238E27FC236}">
                          <a16:creationId xmlns:a16="http://schemas.microsoft.com/office/drawing/2014/main" id="{F4CBB4FC-1CE0-EE4B-8F78-2841693F7E03}"/>
                        </a:ext>
                      </a:extLst>
                    </p:cNvPr>
                    <p:cNvSpPr>
                      <a:spLocks/>
                    </p:cNvSpPr>
                    <p:nvPr/>
                  </p:nvSpPr>
                  <p:spPr bwMode="auto">
                    <a:xfrm>
                      <a:off x="5622554" y="2918440"/>
                      <a:ext cx="302670"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439" name="Straight Connector 1438">
                    <a:extLst>
                      <a:ext uri="{FF2B5EF4-FFF2-40B4-BE49-F238E27FC236}">
                        <a16:creationId xmlns:a16="http://schemas.microsoft.com/office/drawing/2014/main" id="{60878C68-19D3-F946-A8D7-91921F802C40}"/>
                      </a:ext>
                    </a:extLst>
                  </p:cNvPr>
                  <p:cNvCxnSpPr/>
                  <p:nvPr/>
                </p:nvCxnSpPr>
                <p:spPr>
                  <a:xfrm flipH="1">
                    <a:off x="6997690" y="2110638"/>
                    <a:ext cx="11074" cy="8584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0" name="Straight Connector 1439">
                    <a:extLst>
                      <a:ext uri="{FF2B5EF4-FFF2-40B4-BE49-F238E27FC236}">
                        <a16:creationId xmlns:a16="http://schemas.microsoft.com/office/drawing/2014/main" id="{C6C02EBF-70B1-D94F-9DA3-D34D24FEEA3E}"/>
                      </a:ext>
                    </a:extLst>
                  </p:cNvPr>
                  <p:cNvCxnSpPr/>
                  <p:nvPr/>
                </p:nvCxnSpPr>
                <p:spPr>
                  <a:xfrm>
                    <a:off x="6875885" y="2289222"/>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1" name="Straight Connector 1440">
                    <a:extLst>
                      <a:ext uri="{FF2B5EF4-FFF2-40B4-BE49-F238E27FC236}">
                        <a16:creationId xmlns:a16="http://schemas.microsoft.com/office/drawing/2014/main" id="{A41A6565-1674-614B-AAAF-58D4FBF3AA92}"/>
                      </a:ext>
                    </a:extLst>
                  </p:cNvPr>
                  <p:cNvCxnSpPr/>
                  <p:nvPr/>
                </p:nvCxnSpPr>
                <p:spPr>
                  <a:xfrm>
                    <a:off x="6872192" y="2353451"/>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2" name="Straight Connector 1441">
                    <a:extLst>
                      <a:ext uri="{FF2B5EF4-FFF2-40B4-BE49-F238E27FC236}">
                        <a16:creationId xmlns:a16="http://schemas.microsoft.com/office/drawing/2014/main" id="{60A890E7-B0D6-4C4D-8E2B-E4327C45CEA3}"/>
                      </a:ext>
                    </a:extLst>
                  </p:cNvPr>
                  <p:cNvCxnSpPr/>
                  <p:nvPr/>
                </p:nvCxnSpPr>
                <p:spPr>
                  <a:xfrm>
                    <a:off x="6872192" y="2430210"/>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3" name="Straight Connector 1442">
                    <a:extLst>
                      <a:ext uri="{FF2B5EF4-FFF2-40B4-BE49-F238E27FC236}">
                        <a16:creationId xmlns:a16="http://schemas.microsoft.com/office/drawing/2014/main" id="{82A20989-B901-CB4C-B267-D720FB6AD063}"/>
                      </a:ext>
                    </a:extLst>
                  </p:cNvPr>
                  <p:cNvCxnSpPr/>
                  <p:nvPr/>
                </p:nvCxnSpPr>
                <p:spPr>
                  <a:xfrm>
                    <a:off x="6868502" y="2494439"/>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4" name="Straight Connector 1443">
                    <a:extLst>
                      <a:ext uri="{FF2B5EF4-FFF2-40B4-BE49-F238E27FC236}">
                        <a16:creationId xmlns:a16="http://schemas.microsoft.com/office/drawing/2014/main" id="{F0208B17-BCE6-6F4B-99D2-26977E33C704}"/>
                      </a:ext>
                    </a:extLst>
                  </p:cNvPr>
                  <p:cNvCxnSpPr/>
                  <p:nvPr/>
                </p:nvCxnSpPr>
                <p:spPr>
                  <a:xfrm>
                    <a:off x="6864810" y="2555533"/>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5" name="Straight Connector 1444">
                    <a:extLst>
                      <a:ext uri="{FF2B5EF4-FFF2-40B4-BE49-F238E27FC236}">
                        <a16:creationId xmlns:a16="http://schemas.microsoft.com/office/drawing/2014/main" id="{E9CBEB0D-69AD-E842-AB0F-4B9A5559CCAC}"/>
                      </a:ext>
                    </a:extLst>
                  </p:cNvPr>
                  <p:cNvCxnSpPr/>
                  <p:nvPr/>
                </p:nvCxnSpPr>
                <p:spPr>
                  <a:xfrm>
                    <a:off x="6864810" y="2622894"/>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6" name="Straight Connector 1445">
                    <a:extLst>
                      <a:ext uri="{FF2B5EF4-FFF2-40B4-BE49-F238E27FC236}">
                        <a16:creationId xmlns:a16="http://schemas.microsoft.com/office/drawing/2014/main" id="{F77757AE-BB4C-2445-A41B-3FBD88D840BF}"/>
                      </a:ext>
                    </a:extLst>
                  </p:cNvPr>
                  <p:cNvCxnSpPr/>
                  <p:nvPr/>
                </p:nvCxnSpPr>
                <p:spPr>
                  <a:xfrm>
                    <a:off x="6861120" y="2691822"/>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7" name="Straight Connector 1446">
                    <a:extLst>
                      <a:ext uri="{FF2B5EF4-FFF2-40B4-BE49-F238E27FC236}">
                        <a16:creationId xmlns:a16="http://schemas.microsoft.com/office/drawing/2014/main" id="{C534C72C-BA27-764A-B9E8-1997679F30DD}"/>
                      </a:ext>
                    </a:extLst>
                  </p:cNvPr>
                  <p:cNvCxnSpPr/>
                  <p:nvPr/>
                </p:nvCxnSpPr>
                <p:spPr>
                  <a:xfrm>
                    <a:off x="6868502" y="2760749"/>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8" name="Straight Connector 1447">
                    <a:extLst>
                      <a:ext uri="{FF2B5EF4-FFF2-40B4-BE49-F238E27FC236}">
                        <a16:creationId xmlns:a16="http://schemas.microsoft.com/office/drawing/2014/main" id="{29F7129F-2111-D948-B4F6-C002E521B02B}"/>
                      </a:ext>
                    </a:extLst>
                  </p:cNvPr>
                  <p:cNvCxnSpPr/>
                  <p:nvPr/>
                </p:nvCxnSpPr>
                <p:spPr>
                  <a:xfrm>
                    <a:off x="6872192" y="2842209"/>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49" name="Straight Connector 1448">
                    <a:extLst>
                      <a:ext uri="{FF2B5EF4-FFF2-40B4-BE49-F238E27FC236}">
                        <a16:creationId xmlns:a16="http://schemas.microsoft.com/office/drawing/2014/main" id="{D20AE0AE-7330-FE40-9EE4-3AF641A6E374}"/>
                      </a:ext>
                    </a:extLst>
                  </p:cNvPr>
                  <p:cNvCxnSpPr/>
                  <p:nvPr/>
                </p:nvCxnSpPr>
                <p:spPr>
                  <a:xfrm>
                    <a:off x="6872192" y="2911136"/>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0" name="Straight Connector 1449">
                    <a:extLst>
                      <a:ext uri="{FF2B5EF4-FFF2-40B4-BE49-F238E27FC236}">
                        <a16:creationId xmlns:a16="http://schemas.microsoft.com/office/drawing/2014/main" id="{BF713CFF-3E4D-8A47-B5A7-8BCB827E96F5}"/>
                      </a:ext>
                    </a:extLst>
                  </p:cNvPr>
                  <p:cNvCxnSpPr/>
                  <p:nvPr/>
                </p:nvCxnSpPr>
                <p:spPr>
                  <a:xfrm>
                    <a:off x="6875885" y="2975363"/>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51" name="Straight Connector 1450">
                    <a:extLst>
                      <a:ext uri="{FF2B5EF4-FFF2-40B4-BE49-F238E27FC236}">
                        <a16:creationId xmlns:a16="http://schemas.microsoft.com/office/drawing/2014/main" id="{AA72EEE0-B568-8746-806C-F5F66C0C8C41}"/>
                      </a:ext>
                    </a:extLst>
                  </p:cNvPr>
                  <p:cNvCxnSpPr/>
                  <p:nvPr/>
                </p:nvCxnSpPr>
                <p:spPr>
                  <a:xfrm flipH="1">
                    <a:off x="6875885" y="2116904"/>
                    <a:ext cx="13657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29434" name="Group 1317">
                <a:extLst>
                  <a:ext uri="{FF2B5EF4-FFF2-40B4-BE49-F238E27FC236}">
                    <a16:creationId xmlns:a16="http://schemas.microsoft.com/office/drawing/2014/main" id="{F3F55B7B-D2AE-A14F-A8A5-BBFA1E9FA904}"/>
                  </a:ext>
                </a:extLst>
              </p:cNvPr>
              <p:cNvGrpSpPr>
                <a:grpSpLocks/>
              </p:cNvGrpSpPr>
              <p:nvPr/>
            </p:nvGrpSpPr>
            <p:grpSpPr bwMode="auto">
              <a:xfrm>
                <a:off x="1678171" y="4876798"/>
                <a:ext cx="331695" cy="1030941"/>
                <a:chOff x="6240352" y="2055335"/>
                <a:chExt cx="771307" cy="1017716"/>
              </a:xfrm>
            </p:grpSpPr>
            <p:grpSp>
              <p:nvGrpSpPr>
                <p:cNvPr id="229494" name="Group 1377">
                  <a:extLst>
                    <a:ext uri="{FF2B5EF4-FFF2-40B4-BE49-F238E27FC236}">
                      <a16:creationId xmlns:a16="http://schemas.microsoft.com/office/drawing/2014/main" id="{A341F416-BF7F-6646-90DE-9772CDC3BE76}"/>
                    </a:ext>
                  </a:extLst>
                </p:cNvPr>
                <p:cNvGrpSpPr>
                  <a:grpSpLocks/>
                </p:cNvGrpSpPr>
                <p:nvPr/>
              </p:nvGrpSpPr>
              <p:grpSpPr bwMode="auto">
                <a:xfrm>
                  <a:off x="6240352" y="2235573"/>
                  <a:ext cx="697981" cy="837478"/>
                  <a:chOff x="6395998" y="3062424"/>
                  <a:chExt cx="564403" cy="837478"/>
                </a:xfrm>
              </p:grpSpPr>
              <p:sp>
                <p:nvSpPr>
                  <p:cNvPr id="1399" name="Rectangle 1398">
                    <a:extLst>
                      <a:ext uri="{FF2B5EF4-FFF2-40B4-BE49-F238E27FC236}">
                        <a16:creationId xmlns:a16="http://schemas.microsoft.com/office/drawing/2014/main" id="{F6A7AFDF-7799-B14B-9691-4BA06FF0EC2F}"/>
                      </a:ext>
                    </a:extLst>
                  </p:cNvPr>
                  <p:cNvSpPr/>
                  <p:nvPr/>
                </p:nvSpPr>
                <p:spPr>
                  <a:xfrm>
                    <a:off x="6509353" y="3047146"/>
                    <a:ext cx="447707" cy="75663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400" name="Straight Connector 1399">
                    <a:extLst>
                      <a:ext uri="{FF2B5EF4-FFF2-40B4-BE49-F238E27FC236}">
                        <a16:creationId xmlns:a16="http://schemas.microsoft.com/office/drawing/2014/main" id="{70075F9F-E960-5147-9683-35C4779276AD}"/>
                      </a:ext>
                    </a:extLst>
                  </p:cNvPr>
                  <p:cNvCxnSpPr/>
                  <p:nvPr/>
                </p:nvCxnSpPr>
                <p:spPr>
                  <a:xfrm flipV="1">
                    <a:off x="6846627" y="3047146"/>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01" name="Rectangle 1400">
                    <a:extLst>
                      <a:ext uri="{FF2B5EF4-FFF2-40B4-BE49-F238E27FC236}">
                        <a16:creationId xmlns:a16="http://schemas.microsoft.com/office/drawing/2014/main" id="{138E3D32-E9A4-7142-9A42-E6376AF802D1}"/>
                      </a:ext>
                    </a:extLst>
                  </p:cNvPr>
                  <p:cNvSpPr/>
                  <p:nvPr/>
                </p:nvSpPr>
                <p:spPr>
                  <a:xfrm>
                    <a:off x="6476522" y="3056546"/>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402" name="Straight Connector 1401">
                    <a:extLst>
                      <a:ext uri="{FF2B5EF4-FFF2-40B4-BE49-F238E27FC236}">
                        <a16:creationId xmlns:a16="http://schemas.microsoft.com/office/drawing/2014/main" id="{232F3CD9-4663-CE4B-92BE-9AEBA6220383}"/>
                      </a:ext>
                    </a:extLst>
                  </p:cNvPr>
                  <p:cNvCxnSpPr/>
                  <p:nvPr/>
                </p:nvCxnSpPr>
                <p:spPr>
                  <a:xfrm flipV="1">
                    <a:off x="6395934" y="3047146"/>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403" name="Rectangle 1402">
                    <a:extLst>
                      <a:ext uri="{FF2B5EF4-FFF2-40B4-BE49-F238E27FC236}">
                        <a16:creationId xmlns:a16="http://schemas.microsoft.com/office/drawing/2014/main" id="{29300540-09BB-F14C-8C20-943DF26A5203}"/>
                      </a:ext>
                    </a:extLst>
                  </p:cNvPr>
                  <p:cNvSpPr/>
                  <p:nvPr/>
                </p:nvSpPr>
                <p:spPr>
                  <a:xfrm>
                    <a:off x="6816779" y="3701957"/>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404" name="Rectangle 1403">
                    <a:extLst>
                      <a:ext uri="{FF2B5EF4-FFF2-40B4-BE49-F238E27FC236}">
                        <a16:creationId xmlns:a16="http://schemas.microsoft.com/office/drawing/2014/main" id="{EF183412-8FEA-BA40-BBB1-0EE3C154FB6F}"/>
                      </a:ext>
                    </a:extLst>
                  </p:cNvPr>
                  <p:cNvSpPr/>
                  <p:nvPr/>
                </p:nvSpPr>
                <p:spPr>
                  <a:xfrm>
                    <a:off x="6404889" y="3142705"/>
                    <a:ext cx="444721" cy="75663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405" name="Straight Connector 1404">
                    <a:extLst>
                      <a:ext uri="{FF2B5EF4-FFF2-40B4-BE49-F238E27FC236}">
                        <a16:creationId xmlns:a16="http://schemas.microsoft.com/office/drawing/2014/main" id="{03E43DB6-DFBB-DD4E-8A3F-914F63509329}"/>
                      </a:ext>
                    </a:extLst>
                  </p:cNvPr>
                  <p:cNvCxnSpPr/>
                  <p:nvPr/>
                </p:nvCxnSpPr>
                <p:spPr>
                  <a:xfrm flipV="1">
                    <a:off x="6846627" y="3803782"/>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9522" name="Group 1405">
                    <a:extLst>
                      <a:ext uri="{FF2B5EF4-FFF2-40B4-BE49-F238E27FC236}">
                        <a16:creationId xmlns:a16="http://schemas.microsoft.com/office/drawing/2014/main" id="{4A397020-853F-3F44-9BF7-627A4B7D4871}"/>
                      </a:ext>
                    </a:extLst>
                  </p:cNvPr>
                  <p:cNvGrpSpPr>
                    <a:grpSpLocks/>
                  </p:cNvGrpSpPr>
                  <p:nvPr/>
                </p:nvGrpSpPr>
                <p:grpSpPr bwMode="auto">
                  <a:xfrm>
                    <a:off x="6400318" y="3137421"/>
                    <a:ext cx="559121" cy="92788"/>
                    <a:chOff x="6582044" y="2846082"/>
                    <a:chExt cx="559121" cy="92788"/>
                  </a:xfrm>
                </p:grpSpPr>
                <p:cxnSp>
                  <p:nvCxnSpPr>
                    <p:cNvPr id="1434" name="Straight Connector 1433">
                      <a:extLst>
                        <a:ext uri="{FF2B5EF4-FFF2-40B4-BE49-F238E27FC236}">
                          <a16:creationId xmlns:a16="http://schemas.microsoft.com/office/drawing/2014/main" id="{46C92457-DCB6-6245-B64E-BFADA1EBD7A4}"/>
                        </a:ext>
                      </a:extLst>
                    </p:cNvPr>
                    <p:cNvCxnSpPr/>
                    <p:nvPr/>
                  </p:nvCxnSpPr>
                  <p:spPr>
                    <a:xfrm flipV="1">
                      <a:off x="7028351" y="2831001"/>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5" name="Straight Connector 1434">
                      <a:extLst>
                        <a:ext uri="{FF2B5EF4-FFF2-40B4-BE49-F238E27FC236}">
                          <a16:creationId xmlns:a16="http://schemas.microsoft.com/office/drawing/2014/main" id="{CDF06987-2709-B14D-AF77-EF214D36FFCA}"/>
                        </a:ext>
                      </a:extLst>
                    </p:cNvPr>
                    <p:cNvCxnSpPr/>
                    <p:nvPr/>
                  </p:nvCxnSpPr>
                  <p:spPr>
                    <a:xfrm flipV="1">
                      <a:off x="6580645" y="2923427"/>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523" name="Group 1406">
                    <a:extLst>
                      <a:ext uri="{FF2B5EF4-FFF2-40B4-BE49-F238E27FC236}">
                        <a16:creationId xmlns:a16="http://schemas.microsoft.com/office/drawing/2014/main" id="{02ED8D7D-223F-F940-A384-33EA6B8A165C}"/>
                      </a:ext>
                    </a:extLst>
                  </p:cNvPr>
                  <p:cNvGrpSpPr>
                    <a:grpSpLocks/>
                  </p:cNvGrpSpPr>
                  <p:nvPr/>
                </p:nvGrpSpPr>
                <p:grpSpPr bwMode="auto">
                  <a:xfrm>
                    <a:off x="6399838" y="3203285"/>
                    <a:ext cx="559121" cy="92788"/>
                    <a:chOff x="6582044" y="2846082"/>
                    <a:chExt cx="559121" cy="92788"/>
                  </a:xfrm>
                </p:grpSpPr>
                <p:cxnSp>
                  <p:nvCxnSpPr>
                    <p:cNvPr id="1432" name="Straight Connector 1431">
                      <a:extLst>
                        <a:ext uri="{FF2B5EF4-FFF2-40B4-BE49-F238E27FC236}">
                          <a16:creationId xmlns:a16="http://schemas.microsoft.com/office/drawing/2014/main" id="{A877ACF8-6F2E-5F48-B49A-F3E231D01811}"/>
                        </a:ext>
                      </a:extLst>
                    </p:cNvPr>
                    <p:cNvCxnSpPr/>
                    <p:nvPr/>
                  </p:nvCxnSpPr>
                  <p:spPr>
                    <a:xfrm flipV="1">
                      <a:off x="7028833" y="2830932"/>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3" name="Straight Connector 1432">
                      <a:extLst>
                        <a:ext uri="{FF2B5EF4-FFF2-40B4-BE49-F238E27FC236}">
                          <a16:creationId xmlns:a16="http://schemas.microsoft.com/office/drawing/2014/main" id="{01FD06F3-173D-0240-AE69-1490E61CB394}"/>
                        </a:ext>
                      </a:extLst>
                    </p:cNvPr>
                    <p:cNvCxnSpPr/>
                    <p:nvPr/>
                  </p:nvCxnSpPr>
                  <p:spPr>
                    <a:xfrm flipV="1">
                      <a:off x="6581126" y="2923358"/>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524" name="Group 1407">
                    <a:extLst>
                      <a:ext uri="{FF2B5EF4-FFF2-40B4-BE49-F238E27FC236}">
                        <a16:creationId xmlns:a16="http://schemas.microsoft.com/office/drawing/2014/main" id="{B36BEC92-993B-3E41-A12B-77D31325788F}"/>
                      </a:ext>
                    </a:extLst>
                  </p:cNvPr>
                  <p:cNvGrpSpPr>
                    <a:grpSpLocks/>
                  </p:cNvGrpSpPr>
                  <p:nvPr/>
                </p:nvGrpSpPr>
                <p:grpSpPr bwMode="auto">
                  <a:xfrm>
                    <a:off x="6399358" y="3269149"/>
                    <a:ext cx="559121" cy="92788"/>
                    <a:chOff x="6582044" y="2846082"/>
                    <a:chExt cx="559121" cy="92788"/>
                  </a:xfrm>
                </p:grpSpPr>
                <p:cxnSp>
                  <p:nvCxnSpPr>
                    <p:cNvPr id="1430" name="Straight Connector 1429">
                      <a:extLst>
                        <a:ext uri="{FF2B5EF4-FFF2-40B4-BE49-F238E27FC236}">
                          <a16:creationId xmlns:a16="http://schemas.microsoft.com/office/drawing/2014/main" id="{C8154BD8-8E54-D14C-B1D5-B0A6CA269339}"/>
                        </a:ext>
                      </a:extLst>
                    </p:cNvPr>
                    <p:cNvCxnSpPr/>
                    <p:nvPr/>
                  </p:nvCxnSpPr>
                  <p:spPr>
                    <a:xfrm flipV="1">
                      <a:off x="7026327" y="2830862"/>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31" name="Straight Connector 1430">
                      <a:extLst>
                        <a:ext uri="{FF2B5EF4-FFF2-40B4-BE49-F238E27FC236}">
                          <a16:creationId xmlns:a16="http://schemas.microsoft.com/office/drawing/2014/main" id="{BA3316C3-BD89-DA42-94FC-E6432A614C41}"/>
                        </a:ext>
                      </a:extLst>
                    </p:cNvPr>
                    <p:cNvCxnSpPr/>
                    <p:nvPr/>
                  </p:nvCxnSpPr>
                  <p:spPr>
                    <a:xfrm flipV="1">
                      <a:off x="6581606" y="2923288"/>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525" name="Group 1408">
                    <a:extLst>
                      <a:ext uri="{FF2B5EF4-FFF2-40B4-BE49-F238E27FC236}">
                        <a16:creationId xmlns:a16="http://schemas.microsoft.com/office/drawing/2014/main" id="{85403507-AC92-DC4C-B76E-7CED43D429FA}"/>
                      </a:ext>
                    </a:extLst>
                  </p:cNvPr>
                  <p:cNvGrpSpPr>
                    <a:grpSpLocks/>
                  </p:cNvGrpSpPr>
                  <p:nvPr/>
                </p:nvGrpSpPr>
                <p:grpSpPr bwMode="auto">
                  <a:xfrm>
                    <a:off x="6398878" y="3335013"/>
                    <a:ext cx="559121" cy="92788"/>
                    <a:chOff x="6582044" y="2846082"/>
                    <a:chExt cx="559121" cy="92788"/>
                  </a:xfrm>
                </p:grpSpPr>
                <p:cxnSp>
                  <p:nvCxnSpPr>
                    <p:cNvPr id="1428" name="Straight Connector 1427">
                      <a:extLst>
                        <a:ext uri="{FF2B5EF4-FFF2-40B4-BE49-F238E27FC236}">
                          <a16:creationId xmlns:a16="http://schemas.microsoft.com/office/drawing/2014/main" id="{F3A0A689-8499-E94F-90F6-6E5CCCC2FC6C}"/>
                        </a:ext>
                      </a:extLst>
                    </p:cNvPr>
                    <p:cNvCxnSpPr/>
                    <p:nvPr/>
                  </p:nvCxnSpPr>
                  <p:spPr>
                    <a:xfrm flipV="1">
                      <a:off x="7026806" y="2830792"/>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9" name="Straight Connector 1428">
                      <a:extLst>
                        <a:ext uri="{FF2B5EF4-FFF2-40B4-BE49-F238E27FC236}">
                          <a16:creationId xmlns:a16="http://schemas.microsoft.com/office/drawing/2014/main" id="{366BB031-9783-7F4A-8F6B-20D2234A4089}"/>
                        </a:ext>
                      </a:extLst>
                    </p:cNvPr>
                    <p:cNvCxnSpPr/>
                    <p:nvPr/>
                  </p:nvCxnSpPr>
                  <p:spPr>
                    <a:xfrm flipV="1">
                      <a:off x="6582085" y="2923218"/>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526" name="Group 1409">
                    <a:extLst>
                      <a:ext uri="{FF2B5EF4-FFF2-40B4-BE49-F238E27FC236}">
                        <a16:creationId xmlns:a16="http://schemas.microsoft.com/office/drawing/2014/main" id="{7810FA31-9C0F-E743-AE88-360B3BFE2423}"/>
                      </a:ext>
                    </a:extLst>
                  </p:cNvPr>
                  <p:cNvGrpSpPr>
                    <a:grpSpLocks/>
                  </p:cNvGrpSpPr>
                  <p:nvPr/>
                </p:nvGrpSpPr>
                <p:grpSpPr bwMode="auto">
                  <a:xfrm>
                    <a:off x="6398398" y="3400877"/>
                    <a:ext cx="559121" cy="92788"/>
                    <a:chOff x="6582044" y="2846082"/>
                    <a:chExt cx="559121" cy="92788"/>
                  </a:xfrm>
                </p:grpSpPr>
                <p:cxnSp>
                  <p:nvCxnSpPr>
                    <p:cNvPr id="1426" name="Straight Connector 1425">
                      <a:extLst>
                        <a:ext uri="{FF2B5EF4-FFF2-40B4-BE49-F238E27FC236}">
                          <a16:creationId xmlns:a16="http://schemas.microsoft.com/office/drawing/2014/main" id="{0208D60D-632E-AB47-B9F4-1D497811F687}"/>
                        </a:ext>
                      </a:extLst>
                    </p:cNvPr>
                    <p:cNvCxnSpPr/>
                    <p:nvPr/>
                  </p:nvCxnSpPr>
                  <p:spPr>
                    <a:xfrm flipV="1">
                      <a:off x="7027285" y="2830723"/>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7" name="Straight Connector 1426">
                      <a:extLst>
                        <a:ext uri="{FF2B5EF4-FFF2-40B4-BE49-F238E27FC236}">
                          <a16:creationId xmlns:a16="http://schemas.microsoft.com/office/drawing/2014/main" id="{98217684-F36E-3C43-B7D4-B93308C0F4D0}"/>
                        </a:ext>
                      </a:extLst>
                    </p:cNvPr>
                    <p:cNvCxnSpPr/>
                    <p:nvPr/>
                  </p:nvCxnSpPr>
                  <p:spPr>
                    <a:xfrm flipV="1">
                      <a:off x="6582565" y="2923148"/>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527" name="Group 1410">
                    <a:extLst>
                      <a:ext uri="{FF2B5EF4-FFF2-40B4-BE49-F238E27FC236}">
                        <a16:creationId xmlns:a16="http://schemas.microsoft.com/office/drawing/2014/main" id="{2B6C2C4F-245E-AD4A-8C27-3517A46F07AE}"/>
                      </a:ext>
                    </a:extLst>
                  </p:cNvPr>
                  <p:cNvGrpSpPr>
                    <a:grpSpLocks/>
                  </p:cNvGrpSpPr>
                  <p:nvPr/>
                </p:nvGrpSpPr>
                <p:grpSpPr bwMode="auto">
                  <a:xfrm>
                    <a:off x="6397918" y="3466741"/>
                    <a:ext cx="559121" cy="92788"/>
                    <a:chOff x="6582044" y="2846082"/>
                    <a:chExt cx="559121" cy="92788"/>
                  </a:xfrm>
                </p:grpSpPr>
                <p:cxnSp>
                  <p:nvCxnSpPr>
                    <p:cNvPr id="1424" name="Straight Connector 1423">
                      <a:extLst>
                        <a:ext uri="{FF2B5EF4-FFF2-40B4-BE49-F238E27FC236}">
                          <a16:creationId xmlns:a16="http://schemas.microsoft.com/office/drawing/2014/main" id="{CFCC36F9-D984-C34E-8E4B-D4B6A4B00F31}"/>
                        </a:ext>
                      </a:extLst>
                    </p:cNvPr>
                    <p:cNvCxnSpPr/>
                    <p:nvPr/>
                  </p:nvCxnSpPr>
                  <p:spPr>
                    <a:xfrm flipV="1">
                      <a:off x="7027767" y="2830653"/>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5" name="Straight Connector 1424">
                      <a:extLst>
                        <a:ext uri="{FF2B5EF4-FFF2-40B4-BE49-F238E27FC236}">
                          <a16:creationId xmlns:a16="http://schemas.microsoft.com/office/drawing/2014/main" id="{2DB6E8D4-0430-0F4C-AF63-1BA3442D8938}"/>
                        </a:ext>
                      </a:extLst>
                    </p:cNvPr>
                    <p:cNvCxnSpPr/>
                    <p:nvPr/>
                  </p:nvCxnSpPr>
                  <p:spPr>
                    <a:xfrm flipV="1">
                      <a:off x="6583046" y="2938744"/>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528" name="Group 1411">
                    <a:extLst>
                      <a:ext uri="{FF2B5EF4-FFF2-40B4-BE49-F238E27FC236}">
                        <a16:creationId xmlns:a16="http://schemas.microsoft.com/office/drawing/2014/main" id="{0503B44D-9E2E-F74B-AB3B-8FBACF0BEA2A}"/>
                      </a:ext>
                    </a:extLst>
                  </p:cNvPr>
                  <p:cNvGrpSpPr>
                    <a:grpSpLocks/>
                  </p:cNvGrpSpPr>
                  <p:nvPr/>
                </p:nvGrpSpPr>
                <p:grpSpPr bwMode="auto">
                  <a:xfrm>
                    <a:off x="6397438" y="3532605"/>
                    <a:ext cx="559121" cy="92788"/>
                    <a:chOff x="6582044" y="2846082"/>
                    <a:chExt cx="559121" cy="92788"/>
                  </a:xfrm>
                </p:grpSpPr>
                <p:cxnSp>
                  <p:nvCxnSpPr>
                    <p:cNvPr id="1422" name="Straight Connector 1421">
                      <a:extLst>
                        <a:ext uri="{FF2B5EF4-FFF2-40B4-BE49-F238E27FC236}">
                          <a16:creationId xmlns:a16="http://schemas.microsoft.com/office/drawing/2014/main" id="{52CFB85B-FEBB-7B49-9C80-D11C03F2EAA0}"/>
                        </a:ext>
                      </a:extLst>
                    </p:cNvPr>
                    <p:cNvCxnSpPr/>
                    <p:nvPr/>
                  </p:nvCxnSpPr>
                  <p:spPr>
                    <a:xfrm flipV="1">
                      <a:off x="7028246" y="2830582"/>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3" name="Straight Connector 1422">
                      <a:extLst>
                        <a:ext uri="{FF2B5EF4-FFF2-40B4-BE49-F238E27FC236}">
                          <a16:creationId xmlns:a16="http://schemas.microsoft.com/office/drawing/2014/main" id="{BC4A56F1-585E-2942-A03B-FD23F1F24E0C}"/>
                        </a:ext>
                      </a:extLst>
                    </p:cNvPr>
                    <p:cNvCxnSpPr/>
                    <p:nvPr/>
                  </p:nvCxnSpPr>
                  <p:spPr>
                    <a:xfrm flipV="1">
                      <a:off x="6553678" y="2938674"/>
                      <a:ext cx="4805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529" name="Group 1412">
                    <a:extLst>
                      <a:ext uri="{FF2B5EF4-FFF2-40B4-BE49-F238E27FC236}">
                        <a16:creationId xmlns:a16="http://schemas.microsoft.com/office/drawing/2014/main" id="{611ACBF7-1392-FD4B-9421-33F2CE351325}"/>
                      </a:ext>
                    </a:extLst>
                  </p:cNvPr>
                  <p:cNvGrpSpPr>
                    <a:grpSpLocks/>
                  </p:cNvGrpSpPr>
                  <p:nvPr/>
                </p:nvGrpSpPr>
                <p:grpSpPr bwMode="auto">
                  <a:xfrm>
                    <a:off x="6396958" y="3598469"/>
                    <a:ext cx="559121" cy="92788"/>
                    <a:chOff x="6582044" y="2846082"/>
                    <a:chExt cx="559121" cy="92788"/>
                  </a:xfrm>
                </p:grpSpPr>
                <p:cxnSp>
                  <p:nvCxnSpPr>
                    <p:cNvPr id="1420" name="Straight Connector 1419">
                      <a:extLst>
                        <a:ext uri="{FF2B5EF4-FFF2-40B4-BE49-F238E27FC236}">
                          <a16:creationId xmlns:a16="http://schemas.microsoft.com/office/drawing/2014/main" id="{EFDD85B9-13E3-B94F-901E-59A9D661BC4D}"/>
                        </a:ext>
                      </a:extLst>
                    </p:cNvPr>
                    <p:cNvCxnSpPr/>
                    <p:nvPr/>
                  </p:nvCxnSpPr>
                  <p:spPr>
                    <a:xfrm flipV="1">
                      <a:off x="7028726" y="2830513"/>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21" name="Straight Connector 1420">
                      <a:extLst>
                        <a:ext uri="{FF2B5EF4-FFF2-40B4-BE49-F238E27FC236}">
                          <a16:creationId xmlns:a16="http://schemas.microsoft.com/office/drawing/2014/main" id="{242BB062-4288-4140-8D40-32D2E64BD266}"/>
                        </a:ext>
                      </a:extLst>
                    </p:cNvPr>
                    <p:cNvCxnSpPr/>
                    <p:nvPr/>
                  </p:nvCxnSpPr>
                  <p:spPr>
                    <a:xfrm flipV="1">
                      <a:off x="6581019" y="2938605"/>
                      <a:ext cx="453676"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530" name="Group 1413">
                    <a:extLst>
                      <a:ext uri="{FF2B5EF4-FFF2-40B4-BE49-F238E27FC236}">
                        <a16:creationId xmlns:a16="http://schemas.microsoft.com/office/drawing/2014/main" id="{46DFD86D-D17E-3E4B-BBAE-C19B9F99D7C3}"/>
                      </a:ext>
                    </a:extLst>
                  </p:cNvPr>
                  <p:cNvGrpSpPr>
                    <a:grpSpLocks/>
                  </p:cNvGrpSpPr>
                  <p:nvPr/>
                </p:nvGrpSpPr>
                <p:grpSpPr bwMode="auto">
                  <a:xfrm>
                    <a:off x="6396478" y="3664333"/>
                    <a:ext cx="559121" cy="92788"/>
                    <a:chOff x="6582044" y="2846082"/>
                    <a:chExt cx="559121" cy="92788"/>
                  </a:xfrm>
                </p:grpSpPr>
                <p:cxnSp>
                  <p:nvCxnSpPr>
                    <p:cNvPr id="1418" name="Straight Connector 1417">
                      <a:extLst>
                        <a:ext uri="{FF2B5EF4-FFF2-40B4-BE49-F238E27FC236}">
                          <a16:creationId xmlns:a16="http://schemas.microsoft.com/office/drawing/2014/main" id="{4BA79B12-5B75-6D44-B42F-CDFBD7DF225F}"/>
                        </a:ext>
                      </a:extLst>
                    </p:cNvPr>
                    <p:cNvCxnSpPr/>
                    <p:nvPr/>
                  </p:nvCxnSpPr>
                  <p:spPr>
                    <a:xfrm flipV="1">
                      <a:off x="7026223" y="2846109"/>
                      <a:ext cx="95511"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9" name="Straight Connector 1418">
                      <a:extLst>
                        <a:ext uri="{FF2B5EF4-FFF2-40B4-BE49-F238E27FC236}">
                          <a16:creationId xmlns:a16="http://schemas.microsoft.com/office/drawing/2014/main" id="{DD759E85-429B-D44E-B33B-9625D7D36259}"/>
                        </a:ext>
                      </a:extLst>
                    </p:cNvPr>
                    <p:cNvCxnSpPr/>
                    <p:nvPr/>
                  </p:nvCxnSpPr>
                  <p:spPr>
                    <a:xfrm flipV="1">
                      <a:off x="6581501" y="2938534"/>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531" name="Group 1414">
                    <a:extLst>
                      <a:ext uri="{FF2B5EF4-FFF2-40B4-BE49-F238E27FC236}">
                        <a16:creationId xmlns:a16="http://schemas.microsoft.com/office/drawing/2014/main" id="{48E5EECA-6848-A14B-A2FE-C49B628EFDDB}"/>
                      </a:ext>
                    </a:extLst>
                  </p:cNvPr>
                  <p:cNvGrpSpPr>
                    <a:grpSpLocks/>
                  </p:cNvGrpSpPr>
                  <p:nvPr/>
                </p:nvGrpSpPr>
                <p:grpSpPr bwMode="auto">
                  <a:xfrm>
                    <a:off x="6395998" y="3730197"/>
                    <a:ext cx="559121" cy="92788"/>
                    <a:chOff x="6582044" y="2846082"/>
                    <a:chExt cx="559121" cy="92788"/>
                  </a:xfrm>
                </p:grpSpPr>
                <p:cxnSp>
                  <p:nvCxnSpPr>
                    <p:cNvPr id="1416" name="Straight Connector 1415">
                      <a:extLst>
                        <a:ext uri="{FF2B5EF4-FFF2-40B4-BE49-F238E27FC236}">
                          <a16:creationId xmlns:a16="http://schemas.microsoft.com/office/drawing/2014/main" id="{6D3E4E90-6487-DB4F-8F0D-D9683215926C}"/>
                        </a:ext>
                      </a:extLst>
                    </p:cNvPr>
                    <p:cNvCxnSpPr/>
                    <p:nvPr/>
                  </p:nvCxnSpPr>
                  <p:spPr>
                    <a:xfrm flipV="1">
                      <a:off x="7026703" y="2846040"/>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417" name="Straight Connector 1416">
                      <a:extLst>
                        <a:ext uri="{FF2B5EF4-FFF2-40B4-BE49-F238E27FC236}">
                          <a16:creationId xmlns:a16="http://schemas.microsoft.com/office/drawing/2014/main" id="{5B0523FA-FEF5-974E-A534-4FCC6412147B}"/>
                        </a:ext>
                      </a:extLst>
                    </p:cNvPr>
                    <p:cNvCxnSpPr/>
                    <p:nvPr/>
                  </p:nvCxnSpPr>
                  <p:spPr>
                    <a:xfrm flipV="1">
                      <a:off x="6581980" y="2938465"/>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29495" name="Group 1378">
                  <a:extLst>
                    <a:ext uri="{FF2B5EF4-FFF2-40B4-BE49-F238E27FC236}">
                      <a16:creationId xmlns:a16="http://schemas.microsoft.com/office/drawing/2014/main" id="{D8932291-4F3A-254C-BADE-74D38709CBB5}"/>
                    </a:ext>
                  </a:extLst>
                </p:cNvPr>
                <p:cNvGrpSpPr>
                  <a:grpSpLocks/>
                </p:cNvGrpSpPr>
                <p:nvPr/>
              </p:nvGrpSpPr>
              <p:grpSpPr bwMode="auto">
                <a:xfrm>
                  <a:off x="6280049" y="2055335"/>
                  <a:ext cx="731610" cy="920732"/>
                  <a:chOff x="6280049" y="2055335"/>
                  <a:chExt cx="731610" cy="920732"/>
                </a:xfrm>
              </p:grpSpPr>
              <p:grpSp>
                <p:nvGrpSpPr>
                  <p:cNvPr id="229496" name="Group 1379">
                    <a:extLst>
                      <a:ext uri="{FF2B5EF4-FFF2-40B4-BE49-F238E27FC236}">
                        <a16:creationId xmlns:a16="http://schemas.microsoft.com/office/drawing/2014/main" id="{EB7723C7-541E-C64E-902F-2F193046D286}"/>
                      </a:ext>
                    </a:extLst>
                  </p:cNvPr>
                  <p:cNvGrpSpPr>
                    <a:grpSpLocks/>
                  </p:cNvGrpSpPr>
                  <p:nvPr/>
                </p:nvGrpSpPr>
                <p:grpSpPr bwMode="auto">
                  <a:xfrm>
                    <a:off x="6280049" y="2055335"/>
                    <a:ext cx="680752" cy="139401"/>
                    <a:chOff x="5414286" y="2921098"/>
                    <a:chExt cx="680752" cy="139401"/>
                  </a:xfrm>
                </p:grpSpPr>
                <p:sp>
                  <p:nvSpPr>
                    <p:cNvPr id="1394" name="Rectangle 188">
                      <a:extLst>
                        <a:ext uri="{FF2B5EF4-FFF2-40B4-BE49-F238E27FC236}">
                          <a16:creationId xmlns:a16="http://schemas.microsoft.com/office/drawing/2014/main" id="{970891A9-22D9-C347-A028-0F7680380AE3}"/>
                        </a:ext>
                      </a:extLst>
                    </p:cNvPr>
                    <p:cNvSpPr>
                      <a:spLocks noChangeArrowheads="1"/>
                    </p:cNvSpPr>
                    <p:nvPr/>
                  </p:nvSpPr>
                  <p:spPr bwMode="auto">
                    <a:xfrm>
                      <a:off x="5415114" y="2981101"/>
                      <a:ext cx="549972" cy="6422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95" name="AutoShape 189">
                      <a:extLst>
                        <a:ext uri="{FF2B5EF4-FFF2-40B4-BE49-F238E27FC236}">
                          <a16:creationId xmlns:a16="http://schemas.microsoft.com/office/drawing/2014/main" id="{7B61CC5E-4849-454D-8C6B-D2E7B9FFCA17}"/>
                        </a:ext>
                      </a:extLst>
                    </p:cNvPr>
                    <p:cNvSpPr>
                      <a:spLocks noChangeArrowheads="1"/>
                    </p:cNvSpPr>
                    <p:nvPr/>
                  </p:nvSpPr>
                  <p:spPr bwMode="auto">
                    <a:xfrm>
                      <a:off x="5415114" y="2905907"/>
                      <a:ext cx="675469"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96" name="Freeform 190">
                      <a:extLst>
                        <a:ext uri="{FF2B5EF4-FFF2-40B4-BE49-F238E27FC236}">
                          <a16:creationId xmlns:a16="http://schemas.microsoft.com/office/drawing/2014/main" id="{BAFC34C0-C86B-EB40-B394-F3FDEF4F9673}"/>
                        </a:ext>
                      </a:extLst>
                    </p:cNvPr>
                    <p:cNvSpPr>
                      <a:spLocks/>
                    </p:cNvSpPr>
                    <p:nvPr/>
                  </p:nvSpPr>
                  <p:spPr bwMode="auto">
                    <a:xfrm>
                      <a:off x="5968778" y="2907473"/>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97" name="Freeform 191">
                      <a:extLst>
                        <a:ext uri="{FF2B5EF4-FFF2-40B4-BE49-F238E27FC236}">
                          <a16:creationId xmlns:a16="http://schemas.microsoft.com/office/drawing/2014/main" id="{5EE067B5-3B26-1049-9850-8AFFAD136224}"/>
                        </a:ext>
                      </a:extLst>
                    </p:cNvPr>
                    <p:cNvSpPr>
                      <a:spLocks/>
                    </p:cNvSpPr>
                    <p:nvPr/>
                  </p:nvSpPr>
                  <p:spPr bwMode="auto">
                    <a:xfrm>
                      <a:off x="5500008" y="2921573"/>
                      <a:ext cx="524136" cy="45429"/>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98" name="Freeform 192">
                      <a:extLst>
                        <a:ext uri="{FF2B5EF4-FFF2-40B4-BE49-F238E27FC236}">
                          <a16:creationId xmlns:a16="http://schemas.microsoft.com/office/drawing/2014/main" id="{31B26333-EB4F-3C43-AABD-EA6D56C188AD}"/>
                        </a:ext>
                      </a:extLst>
                    </p:cNvPr>
                    <p:cNvSpPr>
                      <a:spLocks/>
                    </p:cNvSpPr>
                    <p:nvPr/>
                  </p:nvSpPr>
                  <p:spPr bwMode="auto">
                    <a:xfrm>
                      <a:off x="5621815" y="2918440"/>
                      <a:ext cx="302670"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381" name="Straight Connector 1380">
                    <a:extLst>
                      <a:ext uri="{FF2B5EF4-FFF2-40B4-BE49-F238E27FC236}">
                        <a16:creationId xmlns:a16="http://schemas.microsoft.com/office/drawing/2014/main" id="{D512ED40-36DC-DF4F-AD98-435AACE5E6D3}"/>
                      </a:ext>
                    </a:extLst>
                  </p:cNvPr>
                  <p:cNvCxnSpPr/>
                  <p:nvPr/>
                </p:nvCxnSpPr>
                <p:spPr>
                  <a:xfrm flipH="1">
                    <a:off x="6996950" y="2110638"/>
                    <a:ext cx="11072" cy="8584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2" name="Straight Connector 1381">
                    <a:extLst>
                      <a:ext uri="{FF2B5EF4-FFF2-40B4-BE49-F238E27FC236}">
                        <a16:creationId xmlns:a16="http://schemas.microsoft.com/office/drawing/2014/main" id="{FD508C1E-1F6D-184C-A48E-31DC721BD40B}"/>
                      </a:ext>
                    </a:extLst>
                  </p:cNvPr>
                  <p:cNvCxnSpPr/>
                  <p:nvPr/>
                </p:nvCxnSpPr>
                <p:spPr>
                  <a:xfrm>
                    <a:off x="6875143" y="2289222"/>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3" name="Straight Connector 1382">
                    <a:extLst>
                      <a:ext uri="{FF2B5EF4-FFF2-40B4-BE49-F238E27FC236}">
                        <a16:creationId xmlns:a16="http://schemas.microsoft.com/office/drawing/2014/main" id="{F6EB8096-D0EA-3C43-9675-4E8A15247BEE}"/>
                      </a:ext>
                    </a:extLst>
                  </p:cNvPr>
                  <p:cNvCxnSpPr/>
                  <p:nvPr/>
                </p:nvCxnSpPr>
                <p:spPr>
                  <a:xfrm>
                    <a:off x="6871453" y="2353451"/>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4" name="Straight Connector 1383">
                    <a:extLst>
                      <a:ext uri="{FF2B5EF4-FFF2-40B4-BE49-F238E27FC236}">
                        <a16:creationId xmlns:a16="http://schemas.microsoft.com/office/drawing/2014/main" id="{2B2A3311-85B7-7048-9117-BB9801B5D6A3}"/>
                      </a:ext>
                    </a:extLst>
                  </p:cNvPr>
                  <p:cNvCxnSpPr/>
                  <p:nvPr/>
                </p:nvCxnSpPr>
                <p:spPr>
                  <a:xfrm>
                    <a:off x="6871453" y="2430210"/>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5" name="Straight Connector 1384">
                    <a:extLst>
                      <a:ext uri="{FF2B5EF4-FFF2-40B4-BE49-F238E27FC236}">
                        <a16:creationId xmlns:a16="http://schemas.microsoft.com/office/drawing/2014/main" id="{27BF6A4D-B933-4D42-B8D1-05E664C1C7AA}"/>
                      </a:ext>
                    </a:extLst>
                  </p:cNvPr>
                  <p:cNvCxnSpPr/>
                  <p:nvPr/>
                </p:nvCxnSpPr>
                <p:spPr>
                  <a:xfrm>
                    <a:off x="6867761" y="2494439"/>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6" name="Straight Connector 1385">
                    <a:extLst>
                      <a:ext uri="{FF2B5EF4-FFF2-40B4-BE49-F238E27FC236}">
                        <a16:creationId xmlns:a16="http://schemas.microsoft.com/office/drawing/2014/main" id="{E36A119D-FB7A-CB49-8242-0BB911FEBCD6}"/>
                      </a:ext>
                    </a:extLst>
                  </p:cNvPr>
                  <p:cNvCxnSpPr/>
                  <p:nvPr/>
                </p:nvCxnSpPr>
                <p:spPr>
                  <a:xfrm>
                    <a:off x="6864071" y="2555533"/>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7" name="Straight Connector 1386">
                    <a:extLst>
                      <a:ext uri="{FF2B5EF4-FFF2-40B4-BE49-F238E27FC236}">
                        <a16:creationId xmlns:a16="http://schemas.microsoft.com/office/drawing/2014/main" id="{DD99C79C-1A96-3D48-AE78-40212D5F588E}"/>
                      </a:ext>
                    </a:extLst>
                  </p:cNvPr>
                  <p:cNvCxnSpPr/>
                  <p:nvPr/>
                </p:nvCxnSpPr>
                <p:spPr>
                  <a:xfrm>
                    <a:off x="6864071" y="2622894"/>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8" name="Straight Connector 1387">
                    <a:extLst>
                      <a:ext uri="{FF2B5EF4-FFF2-40B4-BE49-F238E27FC236}">
                        <a16:creationId xmlns:a16="http://schemas.microsoft.com/office/drawing/2014/main" id="{4DD483D8-4497-E642-87F3-EF4E3D8AA4FC}"/>
                      </a:ext>
                    </a:extLst>
                  </p:cNvPr>
                  <p:cNvCxnSpPr/>
                  <p:nvPr/>
                </p:nvCxnSpPr>
                <p:spPr>
                  <a:xfrm>
                    <a:off x="6860378" y="2691822"/>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89" name="Straight Connector 1388">
                    <a:extLst>
                      <a:ext uri="{FF2B5EF4-FFF2-40B4-BE49-F238E27FC236}">
                        <a16:creationId xmlns:a16="http://schemas.microsoft.com/office/drawing/2014/main" id="{BDF05B37-0DB8-F148-BBFE-888A01788314}"/>
                      </a:ext>
                    </a:extLst>
                  </p:cNvPr>
                  <p:cNvCxnSpPr/>
                  <p:nvPr/>
                </p:nvCxnSpPr>
                <p:spPr>
                  <a:xfrm>
                    <a:off x="6867761" y="2760749"/>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0" name="Straight Connector 1389">
                    <a:extLst>
                      <a:ext uri="{FF2B5EF4-FFF2-40B4-BE49-F238E27FC236}">
                        <a16:creationId xmlns:a16="http://schemas.microsoft.com/office/drawing/2014/main" id="{429EEE26-D642-BE49-8254-745BAFF03A8E}"/>
                      </a:ext>
                    </a:extLst>
                  </p:cNvPr>
                  <p:cNvCxnSpPr/>
                  <p:nvPr/>
                </p:nvCxnSpPr>
                <p:spPr>
                  <a:xfrm>
                    <a:off x="6871453" y="2842209"/>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1" name="Straight Connector 1390">
                    <a:extLst>
                      <a:ext uri="{FF2B5EF4-FFF2-40B4-BE49-F238E27FC236}">
                        <a16:creationId xmlns:a16="http://schemas.microsoft.com/office/drawing/2014/main" id="{AC813D66-AE98-3F42-A177-F6AE0BA9D77E}"/>
                      </a:ext>
                    </a:extLst>
                  </p:cNvPr>
                  <p:cNvCxnSpPr/>
                  <p:nvPr/>
                </p:nvCxnSpPr>
                <p:spPr>
                  <a:xfrm>
                    <a:off x="6871453" y="2911136"/>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2" name="Straight Connector 1391">
                    <a:extLst>
                      <a:ext uri="{FF2B5EF4-FFF2-40B4-BE49-F238E27FC236}">
                        <a16:creationId xmlns:a16="http://schemas.microsoft.com/office/drawing/2014/main" id="{F32A5E22-777B-7E49-A8C9-474A8BC85B74}"/>
                      </a:ext>
                    </a:extLst>
                  </p:cNvPr>
                  <p:cNvCxnSpPr/>
                  <p:nvPr/>
                </p:nvCxnSpPr>
                <p:spPr>
                  <a:xfrm>
                    <a:off x="6875143" y="2975363"/>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93" name="Straight Connector 1392">
                    <a:extLst>
                      <a:ext uri="{FF2B5EF4-FFF2-40B4-BE49-F238E27FC236}">
                        <a16:creationId xmlns:a16="http://schemas.microsoft.com/office/drawing/2014/main" id="{427139AB-6D8C-A54E-A553-2D8FC738BF30}"/>
                      </a:ext>
                    </a:extLst>
                  </p:cNvPr>
                  <p:cNvCxnSpPr/>
                  <p:nvPr/>
                </p:nvCxnSpPr>
                <p:spPr>
                  <a:xfrm flipH="1">
                    <a:off x="6875143" y="2116904"/>
                    <a:ext cx="136572"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29435" name="Group 1318">
                <a:extLst>
                  <a:ext uri="{FF2B5EF4-FFF2-40B4-BE49-F238E27FC236}">
                    <a16:creationId xmlns:a16="http://schemas.microsoft.com/office/drawing/2014/main" id="{A249EE41-A68C-BB4C-87F0-72DE41AB4DCE}"/>
                  </a:ext>
                </a:extLst>
              </p:cNvPr>
              <p:cNvGrpSpPr>
                <a:grpSpLocks/>
              </p:cNvGrpSpPr>
              <p:nvPr/>
            </p:nvGrpSpPr>
            <p:grpSpPr bwMode="auto">
              <a:xfrm>
                <a:off x="2054687" y="4876798"/>
                <a:ext cx="331695" cy="1030941"/>
                <a:chOff x="6240352" y="2055335"/>
                <a:chExt cx="771307" cy="1017716"/>
              </a:xfrm>
            </p:grpSpPr>
            <p:grpSp>
              <p:nvGrpSpPr>
                <p:cNvPr id="229436" name="Group 1319">
                  <a:extLst>
                    <a:ext uri="{FF2B5EF4-FFF2-40B4-BE49-F238E27FC236}">
                      <a16:creationId xmlns:a16="http://schemas.microsoft.com/office/drawing/2014/main" id="{B4BFB0AF-81E4-C140-B5F9-2E3A849B5A55}"/>
                    </a:ext>
                  </a:extLst>
                </p:cNvPr>
                <p:cNvGrpSpPr>
                  <a:grpSpLocks/>
                </p:cNvGrpSpPr>
                <p:nvPr/>
              </p:nvGrpSpPr>
              <p:grpSpPr bwMode="auto">
                <a:xfrm>
                  <a:off x="6240352" y="2235573"/>
                  <a:ext cx="697981" cy="837478"/>
                  <a:chOff x="6395998" y="3062424"/>
                  <a:chExt cx="564403" cy="837478"/>
                </a:xfrm>
              </p:grpSpPr>
              <p:sp>
                <p:nvSpPr>
                  <p:cNvPr id="1341" name="Rectangle 1340">
                    <a:extLst>
                      <a:ext uri="{FF2B5EF4-FFF2-40B4-BE49-F238E27FC236}">
                        <a16:creationId xmlns:a16="http://schemas.microsoft.com/office/drawing/2014/main" id="{F386DFB2-E9C8-F242-AD0E-A322C2B25AB6}"/>
                      </a:ext>
                    </a:extLst>
                  </p:cNvPr>
                  <p:cNvSpPr/>
                  <p:nvPr/>
                </p:nvSpPr>
                <p:spPr>
                  <a:xfrm>
                    <a:off x="6508755" y="3047146"/>
                    <a:ext cx="447707" cy="756635"/>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342" name="Straight Connector 1341">
                    <a:extLst>
                      <a:ext uri="{FF2B5EF4-FFF2-40B4-BE49-F238E27FC236}">
                        <a16:creationId xmlns:a16="http://schemas.microsoft.com/office/drawing/2014/main" id="{CE1B636F-97ED-8345-9E2A-863C61227090}"/>
                      </a:ext>
                    </a:extLst>
                  </p:cNvPr>
                  <p:cNvCxnSpPr/>
                  <p:nvPr/>
                </p:nvCxnSpPr>
                <p:spPr>
                  <a:xfrm flipV="1">
                    <a:off x="6846027" y="3047146"/>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43" name="Rectangle 1342">
                    <a:extLst>
                      <a:ext uri="{FF2B5EF4-FFF2-40B4-BE49-F238E27FC236}">
                        <a16:creationId xmlns:a16="http://schemas.microsoft.com/office/drawing/2014/main" id="{DDAFD5C4-28DD-1F4D-8218-0CAE1B7B886E}"/>
                      </a:ext>
                    </a:extLst>
                  </p:cNvPr>
                  <p:cNvSpPr/>
                  <p:nvPr/>
                </p:nvSpPr>
                <p:spPr>
                  <a:xfrm>
                    <a:off x="6475922" y="3056546"/>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344" name="Straight Connector 1343">
                    <a:extLst>
                      <a:ext uri="{FF2B5EF4-FFF2-40B4-BE49-F238E27FC236}">
                        <a16:creationId xmlns:a16="http://schemas.microsoft.com/office/drawing/2014/main" id="{DDA7D446-6B6A-EE45-A68A-DF8341F7D76C}"/>
                      </a:ext>
                    </a:extLst>
                  </p:cNvPr>
                  <p:cNvCxnSpPr/>
                  <p:nvPr/>
                </p:nvCxnSpPr>
                <p:spPr>
                  <a:xfrm flipV="1">
                    <a:off x="6395336" y="3047146"/>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345" name="Rectangle 1344">
                    <a:extLst>
                      <a:ext uri="{FF2B5EF4-FFF2-40B4-BE49-F238E27FC236}">
                        <a16:creationId xmlns:a16="http://schemas.microsoft.com/office/drawing/2014/main" id="{D094B96B-BA4F-094C-94C5-FB63E18B7834}"/>
                      </a:ext>
                    </a:extLst>
                  </p:cNvPr>
                  <p:cNvSpPr/>
                  <p:nvPr/>
                </p:nvSpPr>
                <p:spPr>
                  <a:xfrm>
                    <a:off x="6816180" y="3701957"/>
                    <a:ext cx="131327" cy="115923"/>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sp>
                <p:nvSpPr>
                  <p:cNvPr id="1346" name="Rectangle 1345">
                    <a:extLst>
                      <a:ext uri="{FF2B5EF4-FFF2-40B4-BE49-F238E27FC236}">
                        <a16:creationId xmlns:a16="http://schemas.microsoft.com/office/drawing/2014/main" id="{1A7E59B8-66C1-0042-B8A9-31D076C9265B}"/>
                      </a:ext>
                    </a:extLst>
                  </p:cNvPr>
                  <p:cNvSpPr/>
                  <p:nvPr/>
                </p:nvSpPr>
                <p:spPr>
                  <a:xfrm>
                    <a:off x="6404289" y="3142705"/>
                    <a:ext cx="444723" cy="756634"/>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a:ea typeface="+mn-ea"/>
                      <a:cs typeface="+mn-cs"/>
                    </a:endParaRPr>
                  </a:p>
                </p:txBody>
              </p:sp>
              <p:cxnSp>
                <p:nvCxnSpPr>
                  <p:cNvPr id="1347" name="Straight Connector 1346">
                    <a:extLst>
                      <a:ext uri="{FF2B5EF4-FFF2-40B4-BE49-F238E27FC236}">
                        <a16:creationId xmlns:a16="http://schemas.microsoft.com/office/drawing/2014/main" id="{39496F32-B023-DD43-9D76-A3E374E05850}"/>
                      </a:ext>
                    </a:extLst>
                  </p:cNvPr>
                  <p:cNvCxnSpPr/>
                  <p:nvPr/>
                </p:nvCxnSpPr>
                <p:spPr>
                  <a:xfrm flipV="1">
                    <a:off x="6846027" y="3803782"/>
                    <a:ext cx="113419" cy="92425"/>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nvGrpSpPr>
                  <p:cNvPr id="229464" name="Group 1347">
                    <a:extLst>
                      <a:ext uri="{FF2B5EF4-FFF2-40B4-BE49-F238E27FC236}">
                        <a16:creationId xmlns:a16="http://schemas.microsoft.com/office/drawing/2014/main" id="{5A7EAC9B-DBF8-6D4D-88CE-3036A3ABF93E}"/>
                      </a:ext>
                    </a:extLst>
                  </p:cNvPr>
                  <p:cNvGrpSpPr>
                    <a:grpSpLocks/>
                  </p:cNvGrpSpPr>
                  <p:nvPr/>
                </p:nvGrpSpPr>
                <p:grpSpPr bwMode="auto">
                  <a:xfrm>
                    <a:off x="6400318" y="3137421"/>
                    <a:ext cx="559121" cy="92788"/>
                    <a:chOff x="6582044" y="2846082"/>
                    <a:chExt cx="559121" cy="92788"/>
                  </a:xfrm>
                </p:grpSpPr>
                <p:cxnSp>
                  <p:nvCxnSpPr>
                    <p:cNvPr id="1376" name="Straight Connector 1375">
                      <a:extLst>
                        <a:ext uri="{FF2B5EF4-FFF2-40B4-BE49-F238E27FC236}">
                          <a16:creationId xmlns:a16="http://schemas.microsoft.com/office/drawing/2014/main" id="{F2DB0A8B-C57D-E148-B1DE-B4ECA2CF38CF}"/>
                        </a:ext>
                      </a:extLst>
                    </p:cNvPr>
                    <p:cNvCxnSpPr/>
                    <p:nvPr/>
                  </p:nvCxnSpPr>
                  <p:spPr>
                    <a:xfrm flipV="1">
                      <a:off x="7027752" y="2831001"/>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7" name="Straight Connector 1376">
                      <a:extLst>
                        <a:ext uri="{FF2B5EF4-FFF2-40B4-BE49-F238E27FC236}">
                          <a16:creationId xmlns:a16="http://schemas.microsoft.com/office/drawing/2014/main" id="{F6FCA62E-B2FD-3446-8D90-F7011633CEA4}"/>
                        </a:ext>
                      </a:extLst>
                    </p:cNvPr>
                    <p:cNvCxnSpPr/>
                    <p:nvPr/>
                  </p:nvCxnSpPr>
                  <p:spPr>
                    <a:xfrm flipV="1">
                      <a:off x="6553184" y="2923427"/>
                      <a:ext cx="4805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465" name="Group 1348">
                    <a:extLst>
                      <a:ext uri="{FF2B5EF4-FFF2-40B4-BE49-F238E27FC236}">
                        <a16:creationId xmlns:a16="http://schemas.microsoft.com/office/drawing/2014/main" id="{915F96A3-9B3D-A946-9810-1C080E499E93}"/>
                      </a:ext>
                    </a:extLst>
                  </p:cNvPr>
                  <p:cNvGrpSpPr>
                    <a:grpSpLocks/>
                  </p:cNvGrpSpPr>
                  <p:nvPr/>
                </p:nvGrpSpPr>
                <p:grpSpPr bwMode="auto">
                  <a:xfrm>
                    <a:off x="6399838" y="3203285"/>
                    <a:ext cx="559121" cy="92788"/>
                    <a:chOff x="6582044" y="2846082"/>
                    <a:chExt cx="559121" cy="92788"/>
                  </a:xfrm>
                </p:grpSpPr>
                <p:cxnSp>
                  <p:nvCxnSpPr>
                    <p:cNvPr id="1374" name="Straight Connector 1373">
                      <a:extLst>
                        <a:ext uri="{FF2B5EF4-FFF2-40B4-BE49-F238E27FC236}">
                          <a16:creationId xmlns:a16="http://schemas.microsoft.com/office/drawing/2014/main" id="{C835CED9-8C23-9B44-92F3-49F6119A37C3}"/>
                        </a:ext>
                      </a:extLst>
                    </p:cNvPr>
                    <p:cNvCxnSpPr/>
                    <p:nvPr/>
                  </p:nvCxnSpPr>
                  <p:spPr>
                    <a:xfrm flipV="1">
                      <a:off x="7028233" y="2830932"/>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5" name="Straight Connector 1374">
                      <a:extLst>
                        <a:ext uri="{FF2B5EF4-FFF2-40B4-BE49-F238E27FC236}">
                          <a16:creationId xmlns:a16="http://schemas.microsoft.com/office/drawing/2014/main" id="{CB2C0F0F-6FB0-C640-A76D-6E6E7F59B611}"/>
                        </a:ext>
                      </a:extLst>
                    </p:cNvPr>
                    <p:cNvCxnSpPr/>
                    <p:nvPr/>
                  </p:nvCxnSpPr>
                  <p:spPr>
                    <a:xfrm flipV="1">
                      <a:off x="6553665" y="2923358"/>
                      <a:ext cx="480537"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466" name="Group 1349">
                    <a:extLst>
                      <a:ext uri="{FF2B5EF4-FFF2-40B4-BE49-F238E27FC236}">
                        <a16:creationId xmlns:a16="http://schemas.microsoft.com/office/drawing/2014/main" id="{CAB3AB3F-E645-2C41-92EC-D1DF54D9AF68}"/>
                      </a:ext>
                    </a:extLst>
                  </p:cNvPr>
                  <p:cNvGrpSpPr>
                    <a:grpSpLocks/>
                  </p:cNvGrpSpPr>
                  <p:nvPr/>
                </p:nvGrpSpPr>
                <p:grpSpPr bwMode="auto">
                  <a:xfrm>
                    <a:off x="6399358" y="3269149"/>
                    <a:ext cx="559121" cy="92788"/>
                    <a:chOff x="6582044" y="2846082"/>
                    <a:chExt cx="559121" cy="92788"/>
                  </a:xfrm>
                </p:grpSpPr>
                <p:cxnSp>
                  <p:nvCxnSpPr>
                    <p:cNvPr id="1372" name="Straight Connector 1371">
                      <a:extLst>
                        <a:ext uri="{FF2B5EF4-FFF2-40B4-BE49-F238E27FC236}">
                          <a16:creationId xmlns:a16="http://schemas.microsoft.com/office/drawing/2014/main" id="{95F03F1E-2CA3-7C44-B4CA-AD7B971E1A4E}"/>
                        </a:ext>
                      </a:extLst>
                    </p:cNvPr>
                    <p:cNvCxnSpPr/>
                    <p:nvPr/>
                  </p:nvCxnSpPr>
                  <p:spPr>
                    <a:xfrm flipV="1">
                      <a:off x="6998865" y="2830862"/>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3" name="Straight Connector 1372">
                      <a:extLst>
                        <a:ext uri="{FF2B5EF4-FFF2-40B4-BE49-F238E27FC236}">
                          <a16:creationId xmlns:a16="http://schemas.microsoft.com/office/drawing/2014/main" id="{DC778BDA-091F-C44D-A333-5E4E54158AE4}"/>
                        </a:ext>
                      </a:extLst>
                    </p:cNvPr>
                    <p:cNvCxnSpPr/>
                    <p:nvPr/>
                  </p:nvCxnSpPr>
                  <p:spPr>
                    <a:xfrm flipV="1">
                      <a:off x="6581006" y="2923288"/>
                      <a:ext cx="42382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467" name="Group 1350">
                    <a:extLst>
                      <a:ext uri="{FF2B5EF4-FFF2-40B4-BE49-F238E27FC236}">
                        <a16:creationId xmlns:a16="http://schemas.microsoft.com/office/drawing/2014/main" id="{CE8EDD89-FA98-E744-BAD6-163271848E2C}"/>
                      </a:ext>
                    </a:extLst>
                  </p:cNvPr>
                  <p:cNvGrpSpPr>
                    <a:grpSpLocks/>
                  </p:cNvGrpSpPr>
                  <p:nvPr/>
                </p:nvGrpSpPr>
                <p:grpSpPr bwMode="auto">
                  <a:xfrm>
                    <a:off x="6398878" y="3335013"/>
                    <a:ext cx="559121" cy="92788"/>
                    <a:chOff x="6582044" y="2846082"/>
                    <a:chExt cx="559121" cy="92788"/>
                  </a:xfrm>
                </p:grpSpPr>
                <p:cxnSp>
                  <p:nvCxnSpPr>
                    <p:cNvPr id="1370" name="Straight Connector 1369">
                      <a:extLst>
                        <a:ext uri="{FF2B5EF4-FFF2-40B4-BE49-F238E27FC236}">
                          <a16:creationId xmlns:a16="http://schemas.microsoft.com/office/drawing/2014/main" id="{7D7D9AEA-8D82-7348-AC97-C7BDB72C9397}"/>
                        </a:ext>
                      </a:extLst>
                    </p:cNvPr>
                    <p:cNvCxnSpPr/>
                    <p:nvPr/>
                  </p:nvCxnSpPr>
                  <p:spPr>
                    <a:xfrm flipV="1">
                      <a:off x="7026208" y="2830792"/>
                      <a:ext cx="86556"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71" name="Straight Connector 1370">
                      <a:extLst>
                        <a:ext uri="{FF2B5EF4-FFF2-40B4-BE49-F238E27FC236}">
                          <a16:creationId xmlns:a16="http://schemas.microsoft.com/office/drawing/2014/main" id="{9A96F537-EACF-8545-97B9-D7AFF587964A}"/>
                        </a:ext>
                      </a:extLst>
                    </p:cNvPr>
                    <p:cNvCxnSpPr/>
                    <p:nvPr/>
                  </p:nvCxnSpPr>
                  <p:spPr>
                    <a:xfrm flipV="1">
                      <a:off x="6581486" y="2923218"/>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468" name="Group 1351">
                    <a:extLst>
                      <a:ext uri="{FF2B5EF4-FFF2-40B4-BE49-F238E27FC236}">
                        <a16:creationId xmlns:a16="http://schemas.microsoft.com/office/drawing/2014/main" id="{397CE563-9CC1-1448-B517-C2A5F85D6C31}"/>
                      </a:ext>
                    </a:extLst>
                  </p:cNvPr>
                  <p:cNvGrpSpPr>
                    <a:grpSpLocks/>
                  </p:cNvGrpSpPr>
                  <p:nvPr/>
                </p:nvGrpSpPr>
                <p:grpSpPr bwMode="auto">
                  <a:xfrm>
                    <a:off x="6398398" y="3400877"/>
                    <a:ext cx="559121" cy="92788"/>
                    <a:chOff x="6582044" y="2846082"/>
                    <a:chExt cx="559121" cy="92788"/>
                  </a:xfrm>
                </p:grpSpPr>
                <p:cxnSp>
                  <p:nvCxnSpPr>
                    <p:cNvPr id="1368" name="Straight Connector 1367">
                      <a:extLst>
                        <a:ext uri="{FF2B5EF4-FFF2-40B4-BE49-F238E27FC236}">
                          <a16:creationId xmlns:a16="http://schemas.microsoft.com/office/drawing/2014/main" id="{F80DC999-583A-2D4F-B3A4-EEDAAB07EE62}"/>
                        </a:ext>
                      </a:extLst>
                    </p:cNvPr>
                    <p:cNvCxnSpPr/>
                    <p:nvPr/>
                  </p:nvCxnSpPr>
                  <p:spPr>
                    <a:xfrm flipV="1">
                      <a:off x="7026688" y="2830723"/>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9" name="Straight Connector 1368">
                      <a:extLst>
                        <a:ext uri="{FF2B5EF4-FFF2-40B4-BE49-F238E27FC236}">
                          <a16:creationId xmlns:a16="http://schemas.microsoft.com/office/drawing/2014/main" id="{7F3D978B-4F72-CF4A-BFC2-B3BB1D0096C3}"/>
                        </a:ext>
                      </a:extLst>
                    </p:cNvPr>
                    <p:cNvCxnSpPr/>
                    <p:nvPr/>
                  </p:nvCxnSpPr>
                  <p:spPr>
                    <a:xfrm flipV="1">
                      <a:off x="6581965" y="2923148"/>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469" name="Group 1352">
                    <a:extLst>
                      <a:ext uri="{FF2B5EF4-FFF2-40B4-BE49-F238E27FC236}">
                        <a16:creationId xmlns:a16="http://schemas.microsoft.com/office/drawing/2014/main" id="{4079BB99-14BF-3245-88DB-2BE4F1441FFD}"/>
                      </a:ext>
                    </a:extLst>
                  </p:cNvPr>
                  <p:cNvGrpSpPr>
                    <a:grpSpLocks/>
                  </p:cNvGrpSpPr>
                  <p:nvPr/>
                </p:nvGrpSpPr>
                <p:grpSpPr bwMode="auto">
                  <a:xfrm>
                    <a:off x="6397918" y="3466741"/>
                    <a:ext cx="559121" cy="92788"/>
                    <a:chOff x="6582044" y="2846082"/>
                    <a:chExt cx="559121" cy="92788"/>
                  </a:xfrm>
                </p:grpSpPr>
                <p:cxnSp>
                  <p:nvCxnSpPr>
                    <p:cNvPr id="1366" name="Straight Connector 1365">
                      <a:extLst>
                        <a:ext uri="{FF2B5EF4-FFF2-40B4-BE49-F238E27FC236}">
                          <a16:creationId xmlns:a16="http://schemas.microsoft.com/office/drawing/2014/main" id="{4958EF08-956B-E446-99B8-769EE3B53D9D}"/>
                        </a:ext>
                      </a:extLst>
                    </p:cNvPr>
                    <p:cNvCxnSpPr/>
                    <p:nvPr/>
                  </p:nvCxnSpPr>
                  <p:spPr>
                    <a:xfrm flipV="1">
                      <a:off x="7027169" y="2830653"/>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7" name="Straight Connector 1366">
                      <a:extLst>
                        <a:ext uri="{FF2B5EF4-FFF2-40B4-BE49-F238E27FC236}">
                          <a16:creationId xmlns:a16="http://schemas.microsoft.com/office/drawing/2014/main" id="{314E8878-6D78-304C-B23D-B6439D55704E}"/>
                        </a:ext>
                      </a:extLst>
                    </p:cNvPr>
                    <p:cNvCxnSpPr/>
                    <p:nvPr/>
                  </p:nvCxnSpPr>
                  <p:spPr>
                    <a:xfrm flipV="1">
                      <a:off x="6582446" y="2938744"/>
                      <a:ext cx="45069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470" name="Group 1353">
                    <a:extLst>
                      <a:ext uri="{FF2B5EF4-FFF2-40B4-BE49-F238E27FC236}">
                        <a16:creationId xmlns:a16="http://schemas.microsoft.com/office/drawing/2014/main" id="{279FA7CB-B58D-844B-8D58-2D76E269923B}"/>
                      </a:ext>
                    </a:extLst>
                  </p:cNvPr>
                  <p:cNvGrpSpPr>
                    <a:grpSpLocks/>
                  </p:cNvGrpSpPr>
                  <p:nvPr/>
                </p:nvGrpSpPr>
                <p:grpSpPr bwMode="auto">
                  <a:xfrm>
                    <a:off x="6397438" y="3532605"/>
                    <a:ext cx="559121" cy="92788"/>
                    <a:chOff x="6582044" y="2846082"/>
                    <a:chExt cx="559121" cy="92788"/>
                  </a:xfrm>
                </p:grpSpPr>
                <p:cxnSp>
                  <p:nvCxnSpPr>
                    <p:cNvPr id="1364" name="Straight Connector 1363">
                      <a:extLst>
                        <a:ext uri="{FF2B5EF4-FFF2-40B4-BE49-F238E27FC236}">
                          <a16:creationId xmlns:a16="http://schemas.microsoft.com/office/drawing/2014/main" id="{F54EFD8C-CCAF-0E42-856A-12668DCB9C1F}"/>
                        </a:ext>
                      </a:extLst>
                    </p:cNvPr>
                    <p:cNvCxnSpPr/>
                    <p:nvPr/>
                  </p:nvCxnSpPr>
                  <p:spPr>
                    <a:xfrm flipV="1">
                      <a:off x="7027648" y="2830582"/>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5" name="Straight Connector 1364">
                      <a:extLst>
                        <a:ext uri="{FF2B5EF4-FFF2-40B4-BE49-F238E27FC236}">
                          <a16:creationId xmlns:a16="http://schemas.microsoft.com/office/drawing/2014/main" id="{0715CB80-9EA3-F44F-AF71-CD993E69EFBE}"/>
                        </a:ext>
                      </a:extLst>
                    </p:cNvPr>
                    <p:cNvCxnSpPr/>
                    <p:nvPr/>
                  </p:nvCxnSpPr>
                  <p:spPr>
                    <a:xfrm flipV="1">
                      <a:off x="6553079" y="2938674"/>
                      <a:ext cx="4805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471" name="Group 1354">
                    <a:extLst>
                      <a:ext uri="{FF2B5EF4-FFF2-40B4-BE49-F238E27FC236}">
                        <a16:creationId xmlns:a16="http://schemas.microsoft.com/office/drawing/2014/main" id="{450FE569-0F60-3844-A579-90A8FDF511C9}"/>
                      </a:ext>
                    </a:extLst>
                  </p:cNvPr>
                  <p:cNvGrpSpPr>
                    <a:grpSpLocks/>
                  </p:cNvGrpSpPr>
                  <p:nvPr/>
                </p:nvGrpSpPr>
                <p:grpSpPr bwMode="auto">
                  <a:xfrm>
                    <a:off x="6396958" y="3598469"/>
                    <a:ext cx="559121" cy="92788"/>
                    <a:chOff x="6582044" y="2846082"/>
                    <a:chExt cx="559121" cy="92788"/>
                  </a:xfrm>
                </p:grpSpPr>
                <p:cxnSp>
                  <p:nvCxnSpPr>
                    <p:cNvPr id="1362" name="Straight Connector 1361">
                      <a:extLst>
                        <a:ext uri="{FF2B5EF4-FFF2-40B4-BE49-F238E27FC236}">
                          <a16:creationId xmlns:a16="http://schemas.microsoft.com/office/drawing/2014/main" id="{4B549A7D-3261-D04A-B008-8A4624C1BF08}"/>
                        </a:ext>
                      </a:extLst>
                    </p:cNvPr>
                    <p:cNvCxnSpPr/>
                    <p:nvPr/>
                  </p:nvCxnSpPr>
                  <p:spPr>
                    <a:xfrm flipV="1">
                      <a:off x="7028128" y="2830513"/>
                      <a:ext cx="113419" cy="108091"/>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3" name="Straight Connector 1362">
                      <a:extLst>
                        <a:ext uri="{FF2B5EF4-FFF2-40B4-BE49-F238E27FC236}">
                          <a16:creationId xmlns:a16="http://schemas.microsoft.com/office/drawing/2014/main" id="{0C8A921F-78BE-D545-AEA4-8F7799618EF7}"/>
                        </a:ext>
                      </a:extLst>
                    </p:cNvPr>
                    <p:cNvCxnSpPr/>
                    <p:nvPr/>
                  </p:nvCxnSpPr>
                  <p:spPr>
                    <a:xfrm flipV="1">
                      <a:off x="6553558" y="2938605"/>
                      <a:ext cx="48053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472" name="Group 1355">
                    <a:extLst>
                      <a:ext uri="{FF2B5EF4-FFF2-40B4-BE49-F238E27FC236}">
                        <a16:creationId xmlns:a16="http://schemas.microsoft.com/office/drawing/2014/main" id="{3C5B1A37-7001-3048-A231-B0382155DCC4}"/>
                      </a:ext>
                    </a:extLst>
                  </p:cNvPr>
                  <p:cNvGrpSpPr>
                    <a:grpSpLocks/>
                  </p:cNvGrpSpPr>
                  <p:nvPr/>
                </p:nvGrpSpPr>
                <p:grpSpPr bwMode="auto">
                  <a:xfrm>
                    <a:off x="6396478" y="3664333"/>
                    <a:ext cx="559121" cy="92788"/>
                    <a:chOff x="6582044" y="2846082"/>
                    <a:chExt cx="559121" cy="92788"/>
                  </a:xfrm>
                </p:grpSpPr>
                <p:cxnSp>
                  <p:nvCxnSpPr>
                    <p:cNvPr id="1360" name="Straight Connector 1359">
                      <a:extLst>
                        <a:ext uri="{FF2B5EF4-FFF2-40B4-BE49-F238E27FC236}">
                          <a16:creationId xmlns:a16="http://schemas.microsoft.com/office/drawing/2014/main" id="{6C70E11B-AC46-B541-B567-EA65B9885846}"/>
                        </a:ext>
                      </a:extLst>
                    </p:cNvPr>
                    <p:cNvCxnSpPr/>
                    <p:nvPr/>
                  </p:nvCxnSpPr>
                  <p:spPr>
                    <a:xfrm flipV="1">
                      <a:off x="6998762" y="2846109"/>
                      <a:ext cx="113419"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61" name="Straight Connector 1360">
                      <a:extLst>
                        <a:ext uri="{FF2B5EF4-FFF2-40B4-BE49-F238E27FC236}">
                          <a16:creationId xmlns:a16="http://schemas.microsoft.com/office/drawing/2014/main" id="{49AA4E88-0767-1041-82CE-6C1B3698611B}"/>
                        </a:ext>
                      </a:extLst>
                    </p:cNvPr>
                    <p:cNvCxnSpPr/>
                    <p:nvPr/>
                  </p:nvCxnSpPr>
                  <p:spPr>
                    <a:xfrm flipV="1">
                      <a:off x="6580903" y="2938534"/>
                      <a:ext cx="423829"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nvGrpSpPr>
                  <p:cNvPr id="229473" name="Group 1356">
                    <a:extLst>
                      <a:ext uri="{FF2B5EF4-FFF2-40B4-BE49-F238E27FC236}">
                        <a16:creationId xmlns:a16="http://schemas.microsoft.com/office/drawing/2014/main" id="{89BEACBB-0F58-4446-B678-F5C72BE1F5DF}"/>
                      </a:ext>
                    </a:extLst>
                  </p:cNvPr>
                  <p:cNvGrpSpPr>
                    <a:grpSpLocks/>
                  </p:cNvGrpSpPr>
                  <p:nvPr/>
                </p:nvGrpSpPr>
                <p:grpSpPr bwMode="auto">
                  <a:xfrm>
                    <a:off x="6395998" y="3730197"/>
                    <a:ext cx="559121" cy="92788"/>
                    <a:chOff x="6582044" y="2846082"/>
                    <a:chExt cx="559121" cy="92788"/>
                  </a:xfrm>
                </p:grpSpPr>
                <p:cxnSp>
                  <p:nvCxnSpPr>
                    <p:cNvPr id="1358" name="Straight Connector 1357">
                      <a:extLst>
                        <a:ext uri="{FF2B5EF4-FFF2-40B4-BE49-F238E27FC236}">
                          <a16:creationId xmlns:a16="http://schemas.microsoft.com/office/drawing/2014/main" id="{B818B9F3-1344-4442-A261-26D637C7D957}"/>
                        </a:ext>
                      </a:extLst>
                    </p:cNvPr>
                    <p:cNvCxnSpPr/>
                    <p:nvPr/>
                  </p:nvCxnSpPr>
                  <p:spPr>
                    <a:xfrm flipV="1">
                      <a:off x="7026103" y="2846040"/>
                      <a:ext cx="86557" cy="92426"/>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59" name="Straight Connector 1358">
                      <a:extLst>
                        <a:ext uri="{FF2B5EF4-FFF2-40B4-BE49-F238E27FC236}">
                          <a16:creationId xmlns:a16="http://schemas.microsoft.com/office/drawing/2014/main" id="{D14EAAF2-0E83-1045-A1CF-A0CA976E4BC2}"/>
                        </a:ext>
                      </a:extLst>
                    </p:cNvPr>
                    <p:cNvCxnSpPr/>
                    <p:nvPr/>
                  </p:nvCxnSpPr>
                  <p:spPr>
                    <a:xfrm flipV="1">
                      <a:off x="6581382" y="2938465"/>
                      <a:ext cx="45069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grpSp>
            </p:grpSp>
            <p:grpSp>
              <p:nvGrpSpPr>
                <p:cNvPr id="229437" name="Group 1320">
                  <a:extLst>
                    <a:ext uri="{FF2B5EF4-FFF2-40B4-BE49-F238E27FC236}">
                      <a16:creationId xmlns:a16="http://schemas.microsoft.com/office/drawing/2014/main" id="{DFE8FB0A-CB97-B047-9E01-C759638D28F6}"/>
                    </a:ext>
                  </a:extLst>
                </p:cNvPr>
                <p:cNvGrpSpPr>
                  <a:grpSpLocks/>
                </p:cNvGrpSpPr>
                <p:nvPr/>
              </p:nvGrpSpPr>
              <p:grpSpPr bwMode="auto">
                <a:xfrm>
                  <a:off x="6280049" y="2055335"/>
                  <a:ext cx="731610" cy="920732"/>
                  <a:chOff x="6280049" y="2055335"/>
                  <a:chExt cx="731610" cy="920732"/>
                </a:xfrm>
              </p:grpSpPr>
              <p:grpSp>
                <p:nvGrpSpPr>
                  <p:cNvPr id="229438" name="Group 1321">
                    <a:extLst>
                      <a:ext uri="{FF2B5EF4-FFF2-40B4-BE49-F238E27FC236}">
                        <a16:creationId xmlns:a16="http://schemas.microsoft.com/office/drawing/2014/main" id="{734B3E12-69EF-414B-8C05-38786EB9955C}"/>
                      </a:ext>
                    </a:extLst>
                  </p:cNvPr>
                  <p:cNvGrpSpPr>
                    <a:grpSpLocks/>
                  </p:cNvGrpSpPr>
                  <p:nvPr/>
                </p:nvGrpSpPr>
                <p:grpSpPr bwMode="auto">
                  <a:xfrm>
                    <a:off x="6280049" y="2055335"/>
                    <a:ext cx="680752" cy="139401"/>
                    <a:chOff x="5414286" y="2921098"/>
                    <a:chExt cx="680752" cy="139401"/>
                  </a:xfrm>
                </p:grpSpPr>
                <p:sp>
                  <p:nvSpPr>
                    <p:cNvPr id="1336" name="Rectangle 188">
                      <a:extLst>
                        <a:ext uri="{FF2B5EF4-FFF2-40B4-BE49-F238E27FC236}">
                          <a16:creationId xmlns:a16="http://schemas.microsoft.com/office/drawing/2014/main" id="{0E53217A-D371-824E-953B-BDA0375BCF95}"/>
                        </a:ext>
                      </a:extLst>
                    </p:cNvPr>
                    <p:cNvSpPr>
                      <a:spLocks noChangeArrowheads="1"/>
                    </p:cNvSpPr>
                    <p:nvPr/>
                  </p:nvSpPr>
                  <p:spPr bwMode="auto">
                    <a:xfrm>
                      <a:off x="5414372" y="2981101"/>
                      <a:ext cx="549974" cy="6422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37" name="AutoShape 189">
                      <a:extLst>
                        <a:ext uri="{FF2B5EF4-FFF2-40B4-BE49-F238E27FC236}">
                          <a16:creationId xmlns:a16="http://schemas.microsoft.com/office/drawing/2014/main" id="{C8B9A18E-7795-5945-B169-839C53BE9525}"/>
                        </a:ext>
                      </a:extLst>
                    </p:cNvPr>
                    <p:cNvSpPr>
                      <a:spLocks noChangeArrowheads="1"/>
                    </p:cNvSpPr>
                    <p:nvPr/>
                  </p:nvSpPr>
                  <p:spPr bwMode="auto">
                    <a:xfrm>
                      <a:off x="5414372" y="2905907"/>
                      <a:ext cx="675472" cy="78327"/>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38" name="Freeform 190">
                      <a:extLst>
                        <a:ext uri="{FF2B5EF4-FFF2-40B4-BE49-F238E27FC236}">
                          <a16:creationId xmlns:a16="http://schemas.microsoft.com/office/drawing/2014/main" id="{967F7680-D894-164B-8229-C92CD99FF8B5}"/>
                        </a:ext>
                      </a:extLst>
                    </p:cNvPr>
                    <p:cNvSpPr>
                      <a:spLocks/>
                    </p:cNvSpPr>
                    <p:nvPr/>
                  </p:nvSpPr>
                  <p:spPr bwMode="auto">
                    <a:xfrm>
                      <a:off x="5968036" y="2907473"/>
                      <a:ext cx="125497" cy="137855"/>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39" name="Freeform 191">
                      <a:extLst>
                        <a:ext uri="{FF2B5EF4-FFF2-40B4-BE49-F238E27FC236}">
                          <a16:creationId xmlns:a16="http://schemas.microsoft.com/office/drawing/2014/main" id="{B34FCE1D-4D64-5F43-942E-78447336BF87}"/>
                        </a:ext>
                      </a:extLst>
                    </p:cNvPr>
                    <p:cNvSpPr>
                      <a:spLocks/>
                    </p:cNvSpPr>
                    <p:nvPr/>
                  </p:nvSpPr>
                  <p:spPr bwMode="auto">
                    <a:xfrm>
                      <a:off x="5499268" y="2921573"/>
                      <a:ext cx="524136" cy="45429"/>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340" name="Freeform 192">
                      <a:extLst>
                        <a:ext uri="{FF2B5EF4-FFF2-40B4-BE49-F238E27FC236}">
                          <a16:creationId xmlns:a16="http://schemas.microsoft.com/office/drawing/2014/main" id="{7DFCAC31-5680-4644-BEA5-1DA5DE563D44}"/>
                        </a:ext>
                      </a:extLst>
                    </p:cNvPr>
                    <p:cNvSpPr>
                      <a:spLocks/>
                    </p:cNvSpPr>
                    <p:nvPr/>
                  </p:nvSpPr>
                  <p:spPr bwMode="auto">
                    <a:xfrm>
                      <a:off x="5621073" y="2918440"/>
                      <a:ext cx="302670" cy="53262"/>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5875"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1323" name="Straight Connector 1322">
                    <a:extLst>
                      <a:ext uri="{FF2B5EF4-FFF2-40B4-BE49-F238E27FC236}">
                        <a16:creationId xmlns:a16="http://schemas.microsoft.com/office/drawing/2014/main" id="{55E05F34-F22E-4F46-A348-488C5FFA9418}"/>
                      </a:ext>
                    </a:extLst>
                  </p:cNvPr>
                  <p:cNvCxnSpPr/>
                  <p:nvPr/>
                </p:nvCxnSpPr>
                <p:spPr>
                  <a:xfrm flipH="1">
                    <a:off x="6996209" y="2110638"/>
                    <a:ext cx="11074" cy="858460"/>
                  </a:xfrm>
                  <a:prstGeom prst="line">
                    <a:avLst/>
                  </a:prstGeom>
                  <a:ln w="2540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4" name="Straight Connector 1323">
                    <a:extLst>
                      <a:ext uri="{FF2B5EF4-FFF2-40B4-BE49-F238E27FC236}">
                        <a16:creationId xmlns:a16="http://schemas.microsoft.com/office/drawing/2014/main" id="{FF9D4D9E-1194-A840-A1A0-6F01A8D3B7B1}"/>
                      </a:ext>
                    </a:extLst>
                  </p:cNvPr>
                  <p:cNvCxnSpPr/>
                  <p:nvPr/>
                </p:nvCxnSpPr>
                <p:spPr>
                  <a:xfrm>
                    <a:off x="6874404" y="2289222"/>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5" name="Straight Connector 1324">
                    <a:extLst>
                      <a:ext uri="{FF2B5EF4-FFF2-40B4-BE49-F238E27FC236}">
                        <a16:creationId xmlns:a16="http://schemas.microsoft.com/office/drawing/2014/main" id="{252049D9-7FF5-A74B-9000-3C34B86DBD66}"/>
                      </a:ext>
                    </a:extLst>
                  </p:cNvPr>
                  <p:cNvCxnSpPr/>
                  <p:nvPr/>
                </p:nvCxnSpPr>
                <p:spPr>
                  <a:xfrm>
                    <a:off x="6870711" y="2353451"/>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6" name="Straight Connector 1325">
                    <a:extLst>
                      <a:ext uri="{FF2B5EF4-FFF2-40B4-BE49-F238E27FC236}">
                        <a16:creationId xmlns:a16="http://schemas.microsoft.com/office/drawing/2014/main" id="{D2826349-AC8D-0846-B0A8-07B67B868E9C}"/>
                      </a:ext>
                    </a:extLst>
                  </p:cNvPr>
                  <p:cNvCxnSpPr/>
                  <p:nvPr/>
                </p:nvCxnSpPr>
                <p:spPr>
                  <a:xfrm>
                    <a:off x="6870711" y="2430210"/>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7" name="Straight Connector 1326">
                    <a:extLst>
                      <a:ext uri="{FF2B5EF4-FFF2-40B4-BE49-F238E27FC236}">
                        <a16:creationId xmlns:a16="http://schemas.microsoft.com/office/drawing/2014/main" id="{0322CC77-F947-BE4A-980E-8D7D331A46B9}"/>
                      </a:ext>
                    </a:extLst>
                  </p:cNvPr>
                  <p:cNvCxnSpPr/>
                  <p:nvPr/>
                </p:nvCxnSpPr>
                <p:spPr>
                  <a:xfrm>
                    <a:off x="6867021" y="2494439"/>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8" name="Straight Connector 1327">
                    <a:extLst>
                      <a:ext uri="{FF2B5EF4-FFF2-40B4-BE49-F238E27FC236}">
                        <a16:creationId xmlns:a16="http://schemas.microsoft.com/office/drawing/2014/main" id="{5FA6E5A6-F0D2-3A40-9141-AAB4E4176C9C}"/>
                      </a:ext>
                    </a:extLst>
                  </p:cNvPr>
                  <p:cNvCxnSpPr/>
                  <p:nvPr/>
                </p:nvCxnSpPr>
                <p:spPr>
                  <a:xfrm>
                    <a:off x="6863329" y="2555533"/>
                    <a:ext cx="14026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29" name="Straight Connector 1328">
                    <a:extLst>
                      <a:ext uri="{FF2B5EF4-FFF2-40B4-BE49-F238E27FC236}">
                        <a16:creationId xmlns:a16="http://schemas.microsoft.com/office/drawing/2014/main" id="{9766F142-597D-1042-9B69-3FF030A86056}"/>
                      </a:ext>
                    </a:extLst>
                  </p:cNvPr>
                  <p:cNvCxnSpPr/>
                  <p:nvPr/>
                </p:nvCxnSpPr>
                <p:spPr>
                  <a:xfrm>
                    <a:off x="6863329" y="2622894"/>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0" name="Straight Connector 1329">
                    <a:extLst>
                      <a:ext uri="{FF2B5EF4-FFF2-40B4-BE49-F238E27FC236}">
                        <a16:creationId xmlns:a16="http://schemas.microsoft.com/office/drawing/2014/main" id="{BF6C5D50-4C07-DC4D-9133-1236E4BA65D5}"/>
                      </a:ext>
                    </a:extLst>
                  </p:cNvPr>
                  <p:cNvCxnSpPr/>
                  <p:nvPr/>
                </p:nvCxnSpPr>
                <p:spPr>
                  <a:xfrm>
                    <a:off x="6859639" y="2691822"/>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1" name="Straight Connector 1330">
                    <a:extLst>
                      <a:ext uri="{FF2B5EF4-FFF2-40B4-BE49-F238E27FC236}">
                        <a16:creationId xmlns:a16="http://schemas.microsoft.com/office/drawing/2014/main" id="{3914EB8D-526E-A040-BEDE-EDEB3200C3BD}"/>
                      </a:ext>
                    </a:extLst>
                  </p:cNvPr>
                  <p:cNvCxnSpPr/>
                  <p:nvPr/>
                </p:nvCxnSpPr>
                <p:spPr>
                  <a:xfrm>
                    <a:off x="6867021" y="2760749"/>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2" name="Straight Connector 1331">
                    <a:extLst>
                      <a:ext uri="{FF2B5EF4-FFF2-40B4-BE49-F238E27FC236}">
                        <a16:creationId xmlns:a16="http://schemas.microsoft.com/office/drawing/2014/main" id="{03A21F1C-BEBA-CC48-9294-54AE29B17F51}"/>
                      </a:ext>
                    </a:extLst>
                  </p:cNvPr>
                  <p:cNvCxnSpPr/>
                  <p:nvPr/>
                </p:nvCxnSpPr>
                <p:spPr>
                  <a:xfrm>
                    <a:off x="6870711" y="2842209"/>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3" name="Straight Connector 1332">
                    <a:extLst>
                      <a:ext uri="{FF2B5EF4-FFF2-40B4-BE49-F238E27FC236}">
                        <a16:creationId xmlns:a16="http://schemas.microsoft.com/office/drawing/2014/main" id="{9C6E16DB-D5D6-D24E-AF6A-1C255998095D}"/>
                      </a:ext>
                    </a:extLst>
                  </p:cNvPr>
                  <p:cNvCxnSpPr/>
                  <p:nvPr/>
                </p:nvCxnSpPr>
                <p:spPr>
                  <a:xfrm>
                    <a:off x="6870711" y="2911136"/>
                    <a:ext cx="136572"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4" name="Straight Connector 1333">
                    <a:extLst>
                      <a:ext uri="{FF2B5EF4-FFF2-40B4-BE49-F238E27FC236}">
                        <a16:creationId xmlns:a16="http://schemas.microsoft.com/office/drawing/2014/main" id="{46CAA164-8127-CD45-BF32-69F2489AAD73}"/>
                      </a:ext>
                    </a:extLst>
                  </p:cNvPr>
                  <p:cNvCxnSpPr/>
                  <p:nvPr/>
                </p:nvCxnSpPr>
                <p:spPr>
                  <a:xfrm>
                    <a:off x="6874404" y="2975363"/>
                    <a:ext cx="13657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35" name="Straight Connector 1334">
                    <a:extLst>
                      <a:ext uri="{FF2B5EF4-FFF2-40B4-BE49-F238E27FC236}">
                        <a16:creationId xmlns:a16="http://schemas.microsoft.com/office/drawing/2014/main" id="{06F2ED85-E953-1742-8BCA-927AFD7B3783}"/>
                      </a:ext>
                    </a:extLst>
                  </p:cNvPr>
                  <p:cNvCxnSpPr/>
                  <p:nvPr/>
                </p:nvCxnSpPr>
                <p:spPr>
                  <a:xfrm flipH="1">
                    <a:off x="6874404" y="2116904"/>
                    <a:ext cx="136570" cy="0"/>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grpSp>
          </p:grpSp>
        </p:grpSp>
        <p:sp>
          <p:nvSpPr>
            <p:cNvPr id="1559" name="TextBox 1558">
              <a:extLst>
                <a:ext uri="{FF2B5EF4-FFF2-40B4-BE49-F238E27FC236}">
                  <a16:creationId xmlns:a16="http://schemas.microsoft.com/office/drawing/2014/main" id="{1419AD15-E66A-2A48-942C-3B4EDC337D39}"/>
                </a:ext>
              </a:extLst>
            </p:cNvPr>
            <p:cNvSpPr txBox="1"/>
            <p:nvPr/>
          </p:nvSpPr>
          <p:spPr>
            <a:xfrm>
              <a:off x="668088" y="4554311"/>
              <a:ext cx="288894" cy="338007"/>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1</a:t>
              </a:r>
            </a:p>
          </p:txBody>
        </p:sp>
        <p:sp>
          <p:nvSpPr>
            <p:cNvPr id="1560" name="TextBox 1559">
              <a:extLst>
                <a:ext uri="{FF2B5EF4-FFF2-40B4-BE49-F238E27FC236}">
                  <a16:creationId xmlns:a16="http://schemas.microsoft.com/office/drawing/2014/main" id="{FC8517C0-8D92-6641-9332-A6A9B79AF96F}"/>
                </a:ext>
              </a:extLst>
            </p:cNvPr>
            <p:cNvSpPr txBox="1"/>
            <p:nvPr/>
          </p:nvSpPr>
          <p:spPr>
            <a:xfrm>
              <a:off x="1068096" y="4552724"/>
              <a:ext cx="288894" cy="338008"/>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2</a:t>
              </a:r>
            </a:p>
          </p:txBody>
        </p:sp>
        <p:sp>
          <p:nvSpPr>
            <p:cNvPr id="1561" name="TextBox 1560">
              <a:extLst>
                <a:ext uri="{FF2B5EF4-FFF2-40B4-BE49-F238E27FC236}">
                  <a16:creationId xmlns:a16="http://schemas.microsoft.com/office/drawing/2014/main" id="{F63DFD01-8272-244D-ABC3-701412EB4850}"/>
                </a:ext>
              </a:extLst>
            </p:cNvPr>
            <p:cNvSpPr txBox="1"/>
            <p:nvPr/>
          </p:nvSpPr>
          <p:spPr>
            <a:xfrm>
              <a:off x="1466515" y="4551137"/>
              <a:ext cx="288894" cy="338007"/>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3</a:t>
              </a:r>
            </a:p>
          </p:txBody>
        </p:sp>
        <p:sp>
          <p:nvSpPr>
            <p:cNvPr id="1562" name="TextBox 1561">
              <a:extLst>
                <a:ext uri="{FF2B5EF4-FFF2-40B4-BE49-F238E27FC236}">
                  <a16:creationId xmlns:a16="http://schemas.microsoft.com/office/drawing/2014/main" id="{17674ED6-E936-0A4F-BF78-BE792C516AE7}"/>
                </a:ext>
              </a:extLst>
            </p:cNvPr>
            <p:cNvSpPr txBox="1"/>
            <p:nvPr/>
          </p:nvSpPr>
          <p:spPr>
            <a:xfrm>
              <a:off x="1833189" y="4549550"/>
              <a:ext cx="288894" cy="338008"/>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4</a:t>
              </a:r>
            </a:p>
          </p:txBody>
        </p:sp>
        <p:sp>
          <p:nvSpPr>
            <p:cNvPr id="1563" name="TextBox 1562">
              <a:extLst>
                <a:ext uri="{FF2B5EF4-FFF2-40B4-BE49-F238E27FC236}">
                  <a16:creationId xmlns:a16="http://schemas.microsoft.com/office/drawing/2014/main" id="{6F5806AB-22F8-2940-984C-B73A7BFCAAFC}"/>
                </a:ext>
              </a:extLst>
            </p:cNvPr>
            <p:cNvSpPr txBox="1"/>
            <p:nvPr/>
          </p:nvSpPr>
          <p:spPr>
            <a:xfrm>
              <a:off x="2260181" y="4547963"/>
              <a:ext cx="288894" cy="338007"/>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5</a:t>
              </a:r>
            </a:p>
          </p:txBody>
        </p:sp>
        <p:sp>
          <p:nvSpPr>
            <p:cNvPr id="1564" name="TextBox 1563">
              <a:extLst>
                <a:ext uri="{FF2B5EF4-FFF2-40B4-BE49-F238E27FC236}">
                  <a16:creationId xmlns:a16="http://schemas.microsoft.com/office/drawing/2014/main" id="{B5A10382-D869-2E40-9903-1C0A1647BC49}"/>
                </a:ext>
              </a:extLst>
            </p:cNvPr>
            <p:cNvSpPr txBox="1"/>
            <p:nvPr/>
          </p:nvSpPr>
          <p:spPr>
            <a:xfrm>
              <a:off x="2631617" y="4546376"/>
              <a:ext cx="288894" cy="338008"/>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6</a:t>
              </a:r>
            </a:p>
          </p:txBody>
        </p:sp>
        <p:sp>
          <p:nvSpPr>
            <p:cNvPr id="1565" name="TextBox 1564">
              <a:extLst>
                <a:ext uri="{FF2B5EF4-FFF2-40B4-BE49-F238E27FC236}">
                  <a16:creationId xmlns:a16="http://schemas.microsoft.com/office/drawing/2014/main" id="{3D760066-D517-6D49-B690-D13F1A986EB4}"/>
                </a:ext>
              </a:extLst>
            </p:cNvPr>
            <p:cNvSpPr txBox="1"/>
            <p:nvPr/>
          </p:nvSpPr>
          <p:spPr>
            <a:xfrm>
              <a:off x="3014164" y="4544790"/>
              <a:ext cx="288894" cy="338007"/>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7</a:t>
              </a:r>
            </a:p>
          </p:txBody>
        </p:sp>
        <p:sp>
          <p:nvSpPr>
            <p:cNvPr id="1566" name="TextBox 1565">
              <a:extLst>
                <a:ext uri="{FF2B5EF4-FFF2-40B4-BE49-F238E27FC236}">
                  <a16:creationId xmlns:a16="http://schemas.microsoft.com/office/drawing/2014/main" id="{370B50F1-C035-6C40-A4B3-78441B04BDFF}"/>
                </a:ext>
              </a:extLst>
            </p:cNvPr>
            <p:cNvSpPr txBox="1"/>
            <p:nvPr/>
          </p:nvSpPr>
          <p:spPr>
            <a:xfrm>
              <a:off x="3391949" y="4549550"/>
              <a:ext cx="288894" cy="338008"/>
            </a:xfrm>
            <a:prstGeom prst="rect">
              <a:avLst/>
            </a:prstGeom>
            <a:noFill/>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prstClr val="black"/>
                  </a:solidFill>
                  <a:effectLst/>
                  <a:uLnTx/>
                  <a:uFillTx/>
                  <a:latin typeface="Calibri"/>
                  <a:ea typeface="+mn-ea"/>
                  <a:cs typeface="+mn-cs"/>
                </a:rPr>
                <a:t>8</a:t>
              </a:r>
            </a:p>
          </p:txBody>
        </p:sp>
        <p:grpSp>
          <p:nvGrpSpPr>
            <p:cNvPr id="229399" name="Group 187">
              <a:extLst>
                <a:ext uri="{FF2B5EF4-FFF2-40B4-BE49-F238E27FC236}">
                  <a16:creationId xmlns:a16="http://schemas.microsoft.com/office/drawing/2014/main" id="{9061BA4F-7DA6-5541-B4BC-E26A840D36B0}"/>
                </a:ext>
              </a:extLst>
            </p:cNvPr>
            <p:cNvGrpSpPr>
              <a:grpSpLocks/>
            </p:cNvGrpSpPr>
            <p:nvPr/>
          </p:nvGrpSpPr>
          <p:grpSpPr bwMode="auto">
            <a:xfrm>
              <a:off x="2646378" y="1872322"/>
              <a:ext cx="1052512" cy="355600"/>
              <a:chOff x="4410" y="1365"/>
              <a:chExt cx="663" cy="224"/>
            </a:xfrm>
          </p:grpSpPr>
          <p:sp>
            <p:nvSpPr>
              <p:cNvPr id="1568" name="Rectangle 188">
                <a:extLst>
                  <a:ext uri="{FF2B5EF4-FFF2-40B4-BE49-F238E27FC236}">
                    <a16:creationId xmlns:a16="http://schemas.microsoft.com/office/drawing/2014/main" id="{9A69F008-4D8A-3D40-8BD0-F45B8D11DA75}"/>
                  </a:ext>
                </a:extLst>
              </p:cNvPr>
              <p:cNvSpPr>
                <a:spLocks noChangeArrowheads="1"/>
              </p:cNvSpPr>
              <p:nvPr/>
            </p:nvSpPr>
            <p:spPr bwMode="auto">
              <a:xfrm>
                <a:off x="4410" y="1500"/>
                <a:ext cx="495" cy="8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69" name="AutoShape 189">
                <a:extLst>
                  <a:ext uri="{FF2B5EF4-FFF2-40B4-BE49-F238E27FC236}">
                    <a16:creationId xmlns:a16="http://schemas.microsoft.com/office/drawing/2014/main" id="{BFBDE7AB-26FC-8848-88EE-68536BA16221}"/>
                  </a:ext>
                </a:extLst>
              </p:cNvPr>
              <p:cNvSpPr>
                <a:spLocks noChangeArrowheads="1"/>
              </p:cNvSpPr>
              <p:nvPr/>
            </p:nvSpPr>
            <p:spPr bwMode="auto">
              <a:xfrm>
                <a:off x="4410" y="1368"/>
                <a:ext cx="663" cy="135"/>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70" name="Freeform 190">
                <a:extLst>
                  <a:ext uri="{FF2B5EF4-FFF2-40B4-BE49-F238E27FC236}">
                    <a16:creationId xmlns:a16="http://schemas.microsoft.com/office/drawing/2014/main" id="{48F893BA-1AA0-0548-BB95-FC6ACEF39589}"/>
                  </a:ext>
                </a:extLst>
              </p:cNvPr>
              <p:cNvSpPr>
                <a:spLocks/>
              </p:cNvSpPr>
              <p:nvPr/>
            </p:nvSpPr>
            <p:spPr bwMode="auto">
              <a:xfrm>
                <a:off x="4904" y="1365"/>
                <a:ext cx="169" cy="224"/>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71" name="Freeform 191">
                <a:extLst>
                  <a:ext uri="{FF2B5EF4-FFF2-40B4-BE49-F238E27FC236}">
                    <a16:creationId xmlns:a16="http://schemas.microsoft.com/office/drawing/2014/main" id="{04ED9147-72EE-C54D-B658-4FCD1D1E9AB4}"/>
                  </a:ext>
                </a:extLst>
              </p:cNvPr>
              <p:cNvSpPr>
                <a:spLocks/>
              </p:cNvSpPr>
              <p:nvPr/>
            </p:nvSpPr>
            <p:spPr bwMode="auto">
              <a:xfrm>
                <a:off x="4475" y="1395"/>
                <a:ext cx="506" cy="8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9050"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72" name="Freeform 192">
                <a:extLst>
                  <a:ext uri="{FF2B5EF4-FFF2-40B4-BE49-F238E27FC236}">
                    <a16:creationId xmlns:a16="http://schemas.microsoft.com/office/drawing/2014/main" id="{C0D8C205-B937-6648-8432-BF980D9C3EAF}"/>
                  </a:ext>
                </a:extLst>
              </p:cNvPr>
              <p:cNvSpPr>
                <a:spLocks/>
              </p:cNvSpPr>
              <p:nvPr/>
            </p:nvSpPr>
            <p:spPr bwMode="auto">
              <a:xfrm>
                <a:off x="4593" y="1391"/>
                <a:ext cx="293" cy="93"/>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9050"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grpSp>
          <p:nvGrpSpPr>
            <p:cNvPr id="229400" name="Group 187">
              <a:extLst>
                <a:ext uri="{FF2B5EF4-FFF2-40B4-BE49-F238E27FC236}">
                  <a16:creationId xmlns:a16="http://schemas.microsoft.com/office/drawing/2014/main" id="{43B5199F-3859-9942-96EE-5415BA38DE4F}"/>
                </a:ext>
              </a:extLst>
            </p:cNvPr>
            <p:cNvGrpSpPr>
              <a:grpSpLocks/>
            </p:cNvGrpSpPr>
            <p:nvPr/>
          </p:nvGrpSpPr>
          <p:grpSpPr bwMode="auto">
            <a:xfrm>
              <a:off x="5819864" y="1872322"/>
              <a:ext cx="1052512" cy="355600"/>
              <a:chOff x="4410" y="1365"/>
              <a:chExt cx="663" cy="224"/>
            </a:xfrm>
          </p:grpSpPr>
          <p:sp>
            <p:nvSpPr>
              <p:cNvPr id="1574" name="Rectangle 188">
                <a:extLst>
                  <a:ext uri="{FF2B5EF4-FFF2-40B4-BE49-F238E27FC236}">
                    <a16:creationId xmlns:a16="http://schemas.microsoft.com/office/drawing/2014/main" id="{32C3CB91-90CE-D64B-88D4-DD72B7028ABC}"/>
                  </a:ext>
                </a:extLst>
              </p:cNvPr>
              <p:cNvSpPr>
                <a:spLocks noChangeArrowheads="1"/>
              </p:cNvSpPr>
              <p:nvPr/>
            </p:nvSpPr>
            <p:spPr bwMode="auto">
              <a:xfrm>
                <a:off x="4410" y="1500"/>
                <a:ext cx="495" cy="87"/>
              </a:xfrm>
              <a:prstGeom prst="rect">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75" name="AutoShape 189">
                <a:extLst>
                  <a:ext uri="{FF2B5EF4-FFF2-40B4-BE49-F238E27FC236}">
                    <a16:creationId xmlns:a16="http://schemas.microsoft.com/office/drawing/2014/main" id="{9773AD19-C732-CB4B-91B0-D551B6414FC2}"/>
                  </a:ext>
                </a:extLst>
              </p:cNvPr>
              <p:cNvSpPr>
                <a:spLocks noChangeArrowheads="1"/>
              </p:cNvSpPr>
              <p:nvPr/>
            </p:nvSpPr>
            <p:spPr bwMode="auto">
              <a:xfrm>
                <a:off x="4410" y="1368"/>
                <a:ext cx="663" cy="135"/>
              </a:xfrm>
              <a:prstGeom prst="parallelogram">
                <a:avLst>
                  <a:gd name="adj" fmla="val 122778"/>
                </a:avLst>
              </a:prstGeom>
              <a:gradFill rotWithShape="1">
                <a:gsLst>
                  <a:gs pos="0">
                    <a:schemeClr val="hlink"/>
                  </a:gs>
                  <a:gs pos="100000">
                    <a:schemeClr val="bg1"/>
                  </a:gs>
                </a:gsLst>
                <a:lin ang="0" scaled="1"/>
              </a:gradFill>
              <a:ln w="9525">
                <a:solidFill>
                  <a:schemeClr val="tx1"/>
                </a:solidFill>
                <a:miter lim="800000"/>
                <a:headEnd/>
                <a:tailEnd/>
              </a:ln>
            </p:spPr>
            <p:txBody>
              <a:bodyPr wrap="none" anchor="ct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76" name="Freeform 190">
                <a:extLst>
                  <a:ext uri="{FF2B5EF4-FFF2-40B4-BE49-F238E27FC236}">
                    <a16:creationId xmlns:a16="http://schemas.microsoft.com/office/drawing/2014/main" id="{4775C79E-2C8B-1744-91AB-30F30F72D470}"/>
                  </a:ext>
                </a:extLst>
              </p:cNvPr>
              <p:cNvSpPr>
                <a:spLocks/>
              </p:cNvSpPr>
              <p:nvPr/>
            </p:nvSpPr>
            <p:spPr bwMode="auto">
              <a:xfrm>
                <a:off x="4904" y="1365"/>
                <a:ext cx="169" cy="224"/>
              </a:xfrm>
              <a:custGeom>
                <a:avLst/>
                <a:gdLst>
                  <a:gd name="T0" fmla="*/ 0 w 169"/>
                  <a:gd name="T1" fmla="*/ 138 h 224"/>
                  <a:gd name="T2" fmla="*/ 0 w 169"/>
                  <a:gd name="T3" fmla="*/ 224 h 224"/>
                  <a:gd name="T4" fmla="*/ 169 w 169"/>
                  <a:gd name="T5" fmla="*/ 77 h 224"/>
                  <a:gd name="T6" fmla="*/ 169 w 169"/>
                  <a:gd name="T7" fmla="*/ 0 h 224"/>
                  <a:gd name="T8" fmla="*/ 0 w 169"/>
                  <a:gd name="T9" fmla="*/ 138 h 224"/>
                  <a:gd name="T10" fmla="*/ 0 60000 65536"/>
                  <a:gd name="T11" fmla="*/ 0 60000 65536"/>
                  <a:gd name="T12" fmla="*/ 0 60000 65536"/>
                  <a:gd name="T13" fmla="*/ 0 60000 65536"/>
                  <a:gd name="T14" fmla="*/ 0 60000 65536"/>
                  <a:gd name="T15" fmla="*/ 0 w 169"/>
                  <a:gd name="T16" fmla="*/ 0 h 224"/>
                  <a:gd name="T17" fmla="*/ 169 w 169"/>
                  <a:gd name="T18" fmla="*/ 224 h 224"/>
                </a:gdLst>
                <a:ahLst/>
                <a:cxnLst>
                  <a:cxn ang="T10">
                    <a:pos x="T0" y="T1"/>
                  </a:cxn>
                  <a:cxn ang="T11">
                    <a:pos x="T2" y="T3"/>
                  </a:cxn>
                  <a:cxn ang="T12">
                    <a:pos x="T4" y="T5"/>
                  </a:cxn>
                  <a:cxn ang="T13">
                    <a:pos x="T6" y="T7"/>
                  </a:cxn>
                  <a:cxn ang="T14">
                    <a:pos x="T8" y="T9"/>
                  </a:cxn>
                </a:cxnLst>
                <a:rect l="T15" t="T16" r="T17" b="T18"/>
                <a:pathLst>
                  <a:path w="169" h="224">
                    <a:moveTo>
                      <a:pt x="0" y="138"/>
                    </a:moveTo>
                    <a:lnTo>
                      <a:pt x="0" y="224"/>
                    </a:lnTo>
                    <a:lnTo>
                      <a:pt x="169" y="77"/>
                    </a:lnTo>
                    <a:lnTo>
                      <a:pt x="169" y="0"/>
                    </a:lnTo>
                    <a:lnTo>
                      <a:pt x="0" y="138"/>
                    </a:lnTo>
                    <a:close/>
                  </a:path>
                </a:pathLst>
              </a:custGeom>
              <a:solidFill>
                <a:schemeClr val="accent1"/>
              </a:solidFill>
              <a:ln w="6350" cmpd="sng">
                <a:solidFill>
                  <a:schemeClr val="tx1"/>
                </a:solidFill>
                <a:round/>
                <a:headEnd/>
                <a:tailEnd/>
              </a:ln>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77" name="Freeform 191">
                <a:extLst>
                  <a:ext uri="{FF2B5EF4-FFF2-40B4-BE49-F238E27FC236}">
                    <a16:creationId xmlns:a16="http://schemas.microsoft.com/office/drawing/2014/main" id="{AF8F43C1-B3A3-BB4C-8C80-9AE192AE3285}"/>
                  </a:ext>
                </a:extLst>
              </p:cNvPr>
              <p:cNvSpPr>
                <a:spLocks/>
              </p:cNvSpPr>
              <p:nvPr/>
            </p:nvSpPr>
            <p:spPr bwMode="auto">
              <a:xfrm>
                <a:off x="4475" y="1395"/>
                <a:ext cx="506" cy="80"/>
              </a:xfrm>
              <a:custGeom>
                <a:avLst/>
                <a:gdLst>
                  <a:gd name="T0" fmla="*/ 0 w 280"/>
                  <a:gd name="T1" fmla="*/ 63 h 63"/>
                  <a:gd name="T2" fmla="*/ 37 w 280"/>
                  <a:gd name="T3" fmla="*/ 62 h 63"/>
                  <a:gd name="T4" fmla="*/ 219 w 280"/>
                  <a:gd name="T5" fmla="*/ 0 h 63"/>
                  <a:gd name="T6" fmla="*/ 280 w 280"/>
                  <a:gd name="T7" fmla="*/ 0 h 63"/>
                  <a:gd name="T8" fmla="*/ 0 60000 65536"/>
                  <a:gd name="T9" fmla="*/ 0 60000 65536"/>
                  <a:gd name="T10" fmla="*/ 0 60000 65536"/>
                  <a:gd name="T11" fmla="*/ 0 60000 65536"/>
                  <a:gd name="T12" fmla="*/ 0 w 280"/>
                  <a:gd name="T13" fmla="*/ 0 h 63"/>
                  <a:gd name="T14" fmla="*/ 280 w 280"/>
                  <a:gd name="T15" fmla="*/ 63 h 63"/>
                </a:gdLst>
                <a:ahLst/>
                <a:cxnLst>
                  <a:cxn ang="T8">
                    <a:pos x="T0" y="T1"/>
                  </a:cxn>
                  <a:cxn ang="T9">
                    <a:pos x="T2" y="T3"/>
                  </a:cxn>
                  <a:cxn ang="T10">
                    <a:pos x="T4" y="T5"/>
                  </a:cxn>
                  <a:cxn ang="T11">
                    <a:pos x="T6" y="T7"/>
                  </a:cxn>
                </a:cxnLst>
                <a:rect l="T12" t="T13" r="T14" b="T15"/>
                <a:pathLst>
                  <a:path w="280" h="63">
                    <a:moveTo>
                      <a:pt x="0" y="63"/>
                    </a:moveTo>
                    <a:lnTo>
                      <a:pt x="37" y="62"/>
                    </a:lnTo>
                    <a:lnTo>
                      <a:pt x="219" y="0"/>
                    </a:lnTo>
                    <a:lnTo>
                      <a:pt x="280" y="0"/>
                    </a:lnTo>
                  </a:path>
                </a:pathLst>
              </a:custGeom>
              <a:noFill/>
              <a:ln w="19050"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sp>
            <p:nvSpPr>
              <p:cNvPr id="1578" name="Freeform 192">
                <a:extLst>
                  <a:ext uri="{FF2B5EF4-FFF2-40B4-BE49-F238E27FC236}">
                    <a16:creationId xmlns:a16="http://schemas.microsoft.com/office/drawing/2014/main" id="{9788EAD7-EAB0-9D4D-AA0B-2D3044D70E0A}"/>
                  </a:ext>
                </a:extLst>
              </p:cNvPr>
              <p:cNvSpPr>
                <a:spLocks/>
              </p:cNvSpPr>
              <p:nvPr/>
            </p:nvSpPr>
            <p:spPr bwMode="auto">
              <a:xfrm>
                <a:off x="4593" y="1391"/>
                <a:ext cx="293" cy="93"/>
              </a:xfrm>
              <a:custGeom>
                <a:avLst/>
                <a:gdLst>
                  <a:gd name="T0" fmla="*/ 0 w 293"/>
                  <a:gd name="T1" fmla="*/ 0 h 93"/>
                  <a:gd name="T2" fmla="*/ 67 w 293"/>
                  <a:gd name="T3" fmla="*/ 1 h 93"/>
                  <a:gd name="T4" fmla="*/ 195 w 293"/>
                  <a:gd name="T5" fmla="*/ 93 h 93"/>
                  <a:gd name="T6" fmla="*/ 293 w 293"/>
                  <a:gd name="T7" fmla="*/ 93 h 93"/>
                  <a:gd name="T8" fmla="*/ 0 60000 65536"/>
                  <a:gd name="T9" fmla="*/ 0 60000 65536"/>
                  <a:gd name="T10" fmla="*/ 0 60000 65536"/>
                  <a:gd name="T11" fmla="*/ 0 60000 65536"/>
                  <a:gd name="T12" fmla="*/ 0 w 293"/>
                  <a:gd name="T13" fmla="*/ 0 h 93"/>
                  <a:gd name="T14" fmla="*/ 293 w 293"/>
                  <a:gd name="T15" fmla="*/ 93 h 93"/>
                </a:gdLst>
                <a:ahLst/>
                <a:cxnLst>
                  <a:cxn ang="T8">
                    <a:pos x="T0" y="T1"/>
                  </a:cxn>
                  <a:cxn ang="T9">
                    <a:pos x="T2" y="T3"/>
                  </a:cxn>
                  <a:cxn ang="T10">
                    <a:pos x="T4" y="T5"/>
                  </a:cxn>
                  <a:cxn ang="T11">
                    <a:pos x="T6" y="T7"/>
                  </a:cxn>
                </a:cxnLst>
                <a:rect l="T12" t="T13" r="T14" b="T15"/>
                <a:pathLst>
                  <a:path w="293" h="93">
                    <a:moveTo>
                      <a:pt x="0" y="0"/>
                    </a:moveTo>
                    <a:lnTo>
                      <a:pt x="67" y="1"/>
                    </a:lnTo>
                    <a:lnTo>
                      <a:pt x="195" y="93"/>
                    </a:lnTo>
                    <a:lnTo>
                      <a:pt x="293" y="93"/>
                    </a:lnTo>
                  </a:path>
                </a:pathLst>
              </a:custGeom>
              <a:noFill/>
              <a:ln w="19050" cap="flat" cmpd="sng">
                <a:solidFill>
                  <a:schemeClr val="tx1"/>
                </a:solidFill>
                <a:prstDash val="solid"/>
                <a:round/>
                <a:headEnd/>
                <a:tailEnd/>
              </a:ln>
            </p:spPr>
            <p:txBody>
              <a:bodyPr wrap="none"/>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black"/>
                  </a:solidFill>
                  <a:effectLst/>
                  <a:uLnTx/>
                  <a:uFillTx/>
                  <a:latin typeface="Calibri"/>
                  <a:ea typeface="+mn-ea"/>
                  <a:cs typeface="+mn-cs"/>
                </a:endParaRPr>
              </a:p>
            </p:txBody>
          </p:sp>
        </p:grpSp>
        <p:cxnSp>
          <p:nvCxnSpPr>
            <p:cNvPr id="20" name="Straight Connector 19">
              <a:extLst>
                <a:ext uri="{FF2B5EF4-FFF2-40B4-BE49-F238E27FC236}">
                  <a16:creationId xmlns:a16="http://schemas.microsoft.com/office/drawing/2014/main" id="{BFE74849-5369-4D4E-B86E-793134047C47}"/>
                </a:ext>
              </a:extLst>
            </p:cNvPr>
            <p:cNvCxnSpPr/>
            <p:nvPr/>
          </p:nvCxnSpPr>
          <p:spPr>
            <a:xfrm flipH="1">
              <a:off x="1368101" y="2215235"/>
              <a:ext cx="1588" cy="51415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79" name="Straight Connector 1578">
              <a:extLst>
                <a:ext uri="{FF2B5EF4-FFF2-40B4-BE49-F238E27FC236}">
                  <a16:creationId xmlns:a16="http://schemas.microsoft.com/office/drawing/2014/main" id="{E798C978-AB4B-1D43-9F6D-D0A27D1C820E}"/>
                </a:ext>
              </a:extLst>
            </p:cNvPr>
            <p:cNvCxnSpPr/>
            <p:nvPr/>
          </p:nvCxnSpPr>
          <p:spPr>
            <a:xfrm flipH="1">
              <a:off x="3074483" y="2224757"/>
              <a:ext cx="0" cy="51415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0" name="Straight Connector 1579">
              <a:extLst>
                <a:ext uri="{FF2B5EF4-FFF2-40B4-BE49-F238E27FC236}">
                  <a16:creationId xmlns:a16="http://schemas.microsoft.com/office/drawing/2014/main" id="{85F1E729-090D-7548-9A1D-F7AA2F7C26A7}"/>
                </a:ext>
              </a:extLst>
            </p:cNvPr>
            <p:cNvCxnSpPr/>
            <p:nvPr/>
          </p:nvCxnSpPr>
          <p:spPr>
            <a:xfrm flipH="1">
              <a:off x="4953883" y="2226343"/>
              <a:ext cx="1587" cy="51415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1" name="Straight Connector 1580">
              <a:extLst>
                <a:ext uri="{FF2B5EF4-FFF2-40B4-BE49-F238E27FC236}">
                  <a16:creationId xmlns:a16="http://schemas.microsoft.com/office/drawing/2014/main" id="{8EBD5F6D-250C-E644-95A4-2C4C48945269}"/>
                </a:ext>
              </a:extLst>
            </p:cNvPr>
            <p:cNvCxnSpPr/>
            <p:nvPr/>
          </p:nvCxnSpPr>
          <p:spPr>
            <a:xfrm flipH="1">
              <a:off x="6515817" y="2227930"/>
              <a:ext cx="1587" cy="51415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2" name="Straight Connector 1581">
              <a:extLst>
                <a:ext uri="{FF2B5EF4-FFF2-40B4-BE49-F238E27FC236}">
                  <a16:creationId xmlns:a16="http://schemas.microsoft.com/office/drawing/2014/main" id="{CC1EB33F-2599-E849-850F-4A180AA69BDD}"/>
                </a:ext>
              </a:extLst>
            </p:cNvPr>
            <p:cNvCxnSpPr>
              <a:endCxn id="71" idx="0"/>
            </p:cNvCxnSpPr>
            <p:nvPr/>
          </p:nvCxnSpPr>
          <p:spPr>
            <a:xfrm flipH="1">
              <a:off x="1607788" y="2221583"/>
              <a:ext cx="1127005" cy="514152"/>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3" name="Straight Connector 1582">
              <a:extLst>
                <a:ext uri="{FF2B5EF4-FFF2-40B4-BE49-F238E27FC236}">
                  <a16:creationId xmlns:a16="http://schemas.microsoft.com/office/drawing/2014/main" id="{23208DFD-20BD-8A4F-9567-3A592FCF7844}"/>
                </a:ext>
              </a:extLst>
            </p:cNvPr>
            <p:cNvCxnSpPr/>
            <p:nvPr/>
          </p:nvCxnSpPr>
          <p:spPr>
            <a:xfrm flipH="1">
              <a:off x="3193532" y="2221583"/>
              <a:ext cx="1304786" cy="52367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4" name="Straight Connector 1583">
              <a:extLst>
                <a:ext uri="{FF2B5EF4-FFF2-40B4-BE49-F238E27FC236}">
                  <a16:creationId xmlns:a16="http://schemas.microsoft.com/office/drawing/2014/main" id="{5EA4A496-22AD-5B42-8E1A-B4B4A7425C3D}"/>
                </a:ext>
              </a:extLst>
            </p:cNvPr>
            <p:cNvCxnSpPr/>
            <p:nvPr/>
          </p:nvCxnSpPr>
          <p:spPr>
            <a:xfrm flipH="1">
              <a:off x="5122140" y="2253321"/>
              <a:ext cx="1301612" cy="506217"/>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5" name="Straight Connector 1584">
              <a:extLst>
                <a:ext uri="{FF2B5EF4-FFF2-40B4-BE49-F238E27FC236}">
                  <a16:creationId xmlns:a16="http://schemas.microsoft.com/office/drawing/2014/main" id="{C537B7D0-684E-3446-9EF0-2E3397BD8E5A}"/>
                </a:ext>
              </a:extLst>
            </p:cNvPr>
            <p:cNvCxnSpPr>
              <a:endCxn id="71" idx="1"/>
            </p:cNvCxnSpPr>
            <p:nvPr/>
          </p:nvCxnSpPr>
          <p:spPr>
            <a:xfrm flipH="1">
              <a:off x="1739536" y="2231104"/>
              <a:ext cx="2596874" cy="50463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6" name="Straight Connector 1585">
              <a:extLst>
                <a:ext uri="{FF2B5EF4-FFF2-40B4-BE49-F238E27FC236}">
                  <a16:creationId xmlns:a16="http://schemas.microsoft.com/office/drawing/2014/main" id="{67BD7DD6-B3A2-6F43-A6A2-A3504DC29CA4}"/>
                </a:ext>
              </a:extLst>
            </p:cNvPr>
            <p:cNvCxnSpPr/>
            <p:nvPr/>
          </p:nvCxnSpPr>
          <p:spPr>
            <a:xfrm flipH="1">
              <a:off x="3518935" y="2242212"/>
              <a:ext cx="2807989" cy="49511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7" name="Straight Connector 1586">
              <a:extLst>
                <a:ext uri="{FF2B5EF4-FFF2-40B4-BE49-F238E27FC236}">
                  <a16:creationId xmlns:a16="http://schemas.microsoft.com/office/drawing/2014/main" id="{D40CA5C3-7E05-964E-BA2A-0CD63E49C5F8}"/>
                </a:ext>
              </a:extLst>
            </p:cNvPr>
            <p:cNvCxnSpPr/>
            <p:nvPr/>
          </p:nvCxnSpPr>
          <p:spPr>
            <a:xfrm flipH="1">
              <a:off x="1977636" y="2253321"/>
              <a:ext cx="3950869" cy="49511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8" name="Straight Connector 1587">
              <a:extLst>
                <a:ext uri="{FF2B5EF4-FFF2-40B4-BE49-F238E27FC236}">
                  <a16:creationId xmlns:a16="http://schemas.microsoft.com/office/drawing/2014/main" id="{0C041125-6869-8142-89F1-1A06C7FE183B}"/>
                </a:ext>
              </a:extLst>
            </p:cNvPr>
            <p:cNvCxnSpPr>
              <a:stCxn id="52" idx="2"/>
            </p:cNvCxnSpPr>
            <p:nvPr/>
          </p:nvCxnSpPr>
          <p:spPr>
            <a:xfrm>
              <a:off x="1476039" y="2223169"/>
              <a:ext cx="1552410" cy="51732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89" name="Straight Connector 1588">
              <a:extLst>
                <a:ext uri="{FF2B5EF4-FFF2-40B4-BE49-F238E27FC236}">
                  <a16:creationId xmlns:a16="http://schemas.microsoft.com/office/drawing/2014/main" id="{A6F2CE73-1B38-F04D-8568-016F42A93CFB}"/>
                </a:ext>
              </a:extLst>
            </p:cNvPr>
            <p:cNvCxnSpPr/>
            <p:nvPr/>
          </p:nvCxnSpPr>
          <p:spPr>
            <a:xfrm>
              <a:off x="1623662" y="2223169"/>
              <a:ext cx="3014342" cy="52526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0" name="Straight Connector 1589">
              <a:extLst>
                <a:ext uri="{FF2B5EF4-FFF2-40B4-BE49-F238E27FC236}">
                  <a16:creationId xmlns:a16="http://schemas.microsoft.com/office/drawing/2014/main" id="{7EDC0C51-A3E0-5E46-8702-143FE5E90990}"/>
                </a:ext>
              </a:extLst>
            </p:cNvPr>
            <p:cNvCxnSpPr>
              <a:stCxn id="54" idx="1"/>
            </p:cNvCxnSpPr>
            <p:nvPr/>
          </p:nvCxnSpPr>
          <p:spPr>
            <a:xfrm>
              <a:off x="1868111" y="2226343"/>
              <a:ext cx="4342939" cy="545890"/>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89" name="Straight Connector 88">
              <a:extLst>
                <a:ext uri="{FF2B5EF4-FFF2-40B4-BE49-F238E27FC236}">
                  <a16:creationId xmlns:a16="http://schemas.microsoft.com/office/drawing/2014/main" id="{D93CB657-5361-E440-9D01-C4566F0E2EAC}"/>
                </a:ext>
              </a:extLst>
            </p:cNvPr>
            <p:cNvCxnSpPr>
              <a:stCxn id="1306" idx="0"/>
            </p:cNvCxnSpPr>
            <p:nvPr/>
          </p:nvCxnSpPr>
          <p:spPr>
            <a:xfrm flipH="1" flipV="1">
              <a:off x="3166548" y="2239038"/>
              <a:ext cx="1596855" cy="525261"/>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1" name="Straight Connector 1590">
              <a:extLst>
                <a:ext uri="{FF2B5EF4-FFF2-40B4-BE49-F238E27FC236}">
                  <a16:creationId xmlns:a16="http://schemas.microsoft.com/office/drawing/2014/main" id="{9E0361B6-5B46-5947-B404-C9F588D31223}"/>
                </a:ext>
              </a:extLst>
            </p:cNvPr>
            <p:cNvCxnSpPr>
              <a:stCxn id="1553" idx="0"/>
            </p:cNvCxnSpPr>
            <p:nvPr/>
          </p:nvCxnSpPr>
          <p:spPr>
            <a:xfrm flipH="1" flipV="1">
              <a:off x="3342741" y="2232691"/>
              <a:ext cx="2984183" cy="537956"/>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592" name="Straight Connector 1591">
              <a:extLst>
                <a:ext uri="{FF2B5EF4-FFF2-40B4-BE49-F238E27FC236}">
                  <a16:creationId xmlns:a16="http://schemas.microsoft.com/office/drawing/2014/main" id="{FEF9EB91-2B3C-0040-9C60-13A029639DED}"/>
                </a:ext>
              </a:extLst>
            </p:cNvPr>
            <p:cNvCxnSpPr>
              <a:stCxn id="1553" idx="1"/>
            </p:cNvCxnSpPr>
            <p:nvPr/>
          </p:nvCxnSpPr>
          <p:spPr>
            <a:xfrm flipH="1" flipV="1">
              <a:off x="4639591" y="2226343"/>
              <a:ext cx="1819082" cy="544304"/>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grpSp>
      <p:sp>
        <p:nvSpPr>
          <p:cNvPr id="229378" name="Rectangle 5">
            <a:extLst>
              <a:ext uri="{FF2B5EF4-FFF2-40B4-BE49-F238E27FC236}">
                <a16:creationId xmlns:a16="http://schemas.microsoft.com/office/drawing/2014/main" id="{86FD6166-9805-8F4A-84C6-98F898A9AAEC}"/>
              </a:ext>
            </a:extLst>
          </p:cNvPr>
          <p:cNvSpPr txBox="1">
            <a:spLocks noChangeArrowheads="1"/>
          </p:cNvSpPr>
          <p:nvPr/>
        </p:nvSpPr>
        <p:spPr bwMode="auto">
          <a:xfrm>
            <a:off x="546100" y="115888"/>
            <a:ext cx="7772400" cy="936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altLang="en-US" sz="4400" b="0" i="0" u="none" strike="noStrike" kern="1200" cap="none" spc="0" normalizeH="0" baseline="0" noProof="0">
                <a:ln>
                  <a:noFill/>
                </a:ln>
                <a:solidFill>
                  <a:srgbClr val="000099"/>
                </a:solidFill>
                <a:effectLst/>
                <a:uLnTx/>
                <a:uFillTx/>
                <a:latin typeface="Gill Sans MT" panose="020B0502020104020203" pitchFamily="34" charset="77"/>
                <a:ea typeface="ＭＳ Ｐゴシック" panose="020B0600070205080204" pitchFamily="34" charset="-128"/>
                <a:cs typeface="+mn-cs"/>
              </a:rPr>
              <a:t>Data center networks: Fat Tree </a:t>
            </a:r>
          </a:p>
        </p:txBody>
      </p:sp>
      <p:pic>
        <p:nvPicPr>
          <p:cNvPr id="229379" name="Picture 20" descr="underline_base">
            <a:extLst>
              <a:ext uri="{FF2B5EF4-FFF2-40B4-BE49-F238E27FC236}">
                <a16:creationId xmlns:a16="http://schemas.microsoft.com/office/drawing/2014/main" id="{9440EDE5-63B9-C345-B809-BB3772937F9A}"/>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7044" y="764704"/>
            <a:ext cx="5183188" cy="201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9380" name="Rectangle 6">
            <a:extLst>
              <a:ext uri="{FF2B5EF4-FFF2-40B4-BE49-F238E27FC236}">
                <a16:creationId xmlns:a16="http://schemas.microsoft.com/office/drawing/2014/main" id="{23954D46-5B41-6E43-B926-1C17D6515648}"/>
              </a:ext>
            </a:extLst>
          </p:cNvPr>
          <p:cNvSpPr txBox="1">
            <a:spLocks noChangeArrowheads="1"/>
          </p:cNvSpPr>
          <p:nvPr/>
        </p:nvSpPr>
        <p:spPr bwMode="auto">
          <a:xfrm>
            <a:off x="126609" y="900113"/>
            <a:ext cx="9017391" cy="1720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marL="342900" marR="0" lvl="0" indent="-342900" algn="l" defTabSz="914400" rtl="0" eaLnBrk="1" fontAlgn="auto" latinLnBrk="0" hangingPunct="1">
              <a:lnSpc>
                <a:spcPct val="100000"/>
              </a:lnSpc>
              <a:spcBef>
                <a:spcPct val="20000"/>
              </a:spcBef>
              <a:spcAft>
                <a:spcPts val="0"/>
              </a:spcAft>
              <a:buClr>
                <a:srgbClr val="000099"/>
              </a:buClr>
              <a:buSzPct val="75000"/>
              <a:buFont typeface="Wingdings" pitchFamily="2" charset="2"/>
              <a:buChar char="v"/>
              <a:tabLst/>
              <a:defRPr/>
            </a:pPr>
            <a:r>
              <a:rPr kumimoji="0" lang="en-US" altLang="en-US" sz="2400" b="0" i="0" u="none" strike="noStrike" kern="1200" cap="none" spc="0" normalizeH="0" baseline="0" noProof="0" dirty="0">
                <a:ln>
                  <a:noFill/>
                </a:ln>
                <a:solidFill>
                  <a:prstClr val="black"/>
                </a:solidFill>
                <a:effectLst/>
                <a:uLnTx/>
                <a:uFillTx/>
                <a:latin typeface="Gill Sans MT" panose="020B0502020104020203" pitchFamily="34" charset="77"/>
                <a:ea typeface="ＭＳ Ｐゴシック" panose="020B0600070205080204" pitchFamily="34" charset="-128"/>
                <a:cs typeface="+mn-cs"/>
              </a:rPr>
              <a:t>rich interconnection among switches, racks:</a:t>
            </a:r>
          </a:p>
          <a:p>
            <a:pPr marL="742950" marR="0" lvl="1" indent="-285750" algn="l" defTabSz="914400" rtl="0" eaLnBrk="1" fontAlgn="auto" latinLnBrk="0" hangingPunct="1">
              <a:lnSpc>
                <a:spcPct val="100000"/>
              </a:lnSpc>
              <a:spcBef>
                <a:spcPct val="20000"/>
              </a:spcBef>
              <a:spcAft>
                <a:spcPts val="0"/>
              </a:spcAft>
              <a:buClr>
                <a:srgbClr val="000099"/>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Gill Sans MT" panose="020B0502020104020203" pitchFamily="34" charset="77"/>
                <a:ea typeface="ＭＳ Ｐゴシック" panose="020B0600070205080204" pitchFamily="34" charset="-128"/>
                <a:cs typeface="+mn-cs"/>
              </a:rPr>
              <a:t>increased throughput between racks (multiple routing paths possible)</a:t>
            </a:r>
          </a:p>
          <a:p>
            <a:pPr marL="742950" marR="0" lvl="1" indent="-285750" algn="l" defTabSz="914400" rtl="0" eaLnBrk="1" fontAlgn="auto" latinLnBrk="0" hangingPunct="1">
              <a:lnSpc>
                <a:spcPct val="100000"/>
              </a:lnSpc>
              <a:spcBef>
                <a:spcPct val="20000"/>
              </a:spcBef>
              <a:spcAft>
                <a:spcPts val="0"/>
              </a:spcAft>
              <a:buClr>
                <a:srgbClr val="000099"/>
              </a:buClr>
              <a:buSzTx/>
              <a:buFont typeface="Wingdings" pitchFamily="2" charset="2"/>
              <a:buChar char="§"/>
              <a:tabLst/>
              <a:defRPr/>
            </a:pPr>
            <a:r>
              <a:rPr kumimoji="0" lang="en-US" altLang="en-US" sz="2400" b="0" i="0" u="none" strike="noStrike" kern="1200" cap="none" spc="0" normalizeH="0" baseline="0" noProof="0" dirty="0">
                <a:ln>
                  <a:noFill/>
                </a:ln>
                <a:solidFill>
                  <a:prstClr val="black"/>
                </a:solidFill>
                <a:effectLst/>
                <a:uLnTx/>
                <a:uFillTx/>
                <a:latin typeface="Gill Sans MT" panose="020B0502020104020203" pitchFamily="34" charset="77"/>
                <a:ea typeface="ＭＳ Ｐゴシック" panose="020B0600070205080204" pitchFamily="34" charset="-128"/>
                <a:cs typeface="+mn-cs"/>
              </a:rPr>
              <a:t>increased reliability via redundancy</a:t>
            </a:r>
          </a:p>
        </p:txBody>
      </p:sp>
    </p:spTree>
    <p:extLst>
      <p:ext uri="{BB962C8B-B14F-4D97-AF65-F5344CB8AC3E}">
        <p14:creationId xmlns:p14="http://schemas.microsoft.com/office/powerpoint/2010/main" val="232212174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30401" name="Rectangle 2">
            <a:extLst>
              <a:ext uri="{FF2B5EF4-FFF2-40B4-BE49-F238E27FC236}">
                <a16:creationId xmlns:a16="http://schemas.microsoft.com/office/drawing/2014/main" id="{089C5411-9127-214F-90AB-CA02FB516EC7}"/>
              </a:ext>
            </a:extLst>
          </p:cNvPr>
          <p:cNvSpPr>
            <a:spLocks noGrp="1"/>
          </p:cNvSpPr>
          <p:nvPr>
            <p:ph type="title"/>
          </p:nvPr>
        </p:nvSpPr>
        <p:spPr>
          <a:xfrm>
            <a:off x="685800" y="228600"/>
            <a:ext cx="7772400" cy="1328738"/>
          </a:xfrm>
        </p:spPr>
        <p:txBody>
          <a:bodyPr/>
          <a:lstStyle/>
          <a:p>
            <a:r>
              <a:rPr lang="en-US" altLang="en-US">
                <a:ea typeface="ＭＳ Ｐゴシック" panose="020B0600070205080204" pitchFamily="34" charset="-128"/>
              </a:rPr>
              <a:t>Fat-Tree Based Topology (Cont.)</a:t>
            </a:r>
          </a:p>
        </p:txBody>
      </p:sp>
      <p:sp>
        <p:nvSpPr>
          <p:cNvPr id="230402" name="Rectangle 3">
            <a:extLst>
              <a:ext uri="{FF2B5EF4-FFF2-40B4-BE49-F238E27FC236}">
                <a16:creationId xmlns:a16="http://schemas.microsoft.com/office/drawing/2014/main" id="{2229C3D8-58B1-9E4A-B864-EDC3D9251D8F}"/>
              </a:ext>
            </a:extLst>
          </p:cNvPr>
          <p:cNvSpPr>
            <a:spLocks noGrp="1"/>
          </p:cNvSpPr>
          <p:nvPr>
            <p:ph type="body" idx="1"/>
          </p:nvPr>
        </p:nvSpPr>
        <p:spPr>
          <a:xfrm>
            <a:off x="250825" y="1557338"/>
            <a:ext cx="8664575" cy="4824412"/>
          </a:xfrm>
        </p:spPr>
        <p:txBody>
          <a:bodyPr/>
          <a:lstStyle/>
          <a:p>
            <a:pPr eaLnBrk="1" hangingPunct="1">
              <a:lnSpc>
                <a:spcPct val="60000"/>
              </a:lnSpc>
            </a:pPr>
            <a:r>
              <a:rPr lang="en-US" altLang="zh-CN" sz="3000" dirty="0">
                <a:solidFill>
                  <a:srgbClr val="FF0000"/>
                </a:solidFill>
                <a:ea typeface="SimSun" panose="02010600030101010101" pitchFamily="2" charset="-122"/>
              </a:rPr>
              <a:t>Why Fat-Tree?</a:t>
            </a:r>
          </a:p>
          <a:p>
            <a:pPr lvl="1" eaLnBrk="1" hangingPunct="1">
              <a:lnSpc>
                <a:spcPct val="60000"/>
              </a:lnSpc>
            </a:pPr>
            <a:r>
              <a:rPr lang="en-US" altLang="zh-CN" sz="2600" dirty="0">
                <a:ea typeface="SimSun" panose="02010600030101010101" pitchFamily="2" charset="-122"/>
              </a:rPr>
              <a:t>Fat tree has identical bandwidth at any bisection</a:t>
            </a:r>
          </a:p>
          <a:p>
            <a:pPr lvl="2">
              <a:lnSpc>
                <a:spcPct val="80000"/>
              </a:lnSpc>
            </a:pPr>
            <a:r>
              <a:rPr lang="en-US" altLang="en-US" sz="2200" dirty="0">
                <a:solidFill>
                  <a:schemeClr val="accent1"/>
                </a:solidFill>
                <a:ea typeface="ＭＳ Ｐゴシック" panose="020B0600070205080204" pitchFamily="34" charset="-128"/>
              </a:rPr>
              <a:t>Bisection bandwidth:  </a:t>
            </a:r>
            <a:r>
              <a:rPr lang="en-US" altLang="en-US" sz="2200" dirty="0">
                <a:ea typeface="ＭＳ Ｐゴシック" panose="020B0600070205080204" pitchFamily="34" charset="-128"/>
              </a:rPr>
              <a:t>bandwidth across smallest cut that divides network into two equal halves</a:t>
            </a:r>
          </a:p>
          <a:p>
            <a:pPr lvl="2">
              <a:lnSpc>
                <a:spcPct val="80000"/>
              </a:lnSpc>
            </a:pPr>
            <a:r>
              <a:rPr lang="en-US" altLang="en-US" sz="2200" dirty="0">
                <a:ea typeface="ＭＳ Ｐゴシック" panose="020B0600070205080204" pitchFamily="34" charset="-128"/>
              </a:rPr>
              <a:t>Bandwidth across </a:t>
            </a:r>
            <a:r>
              <a:rPr lang="ja-JP" altLang="en-US" sz="2200">
                <a:latin typeface="Arial" panose="020B0604020202020204" pitchFamily="34" charset="0"/>
                <a:ea typeface="ＭＳ Ｐゴシック" panose="020B0600070205080204" pitchFamily="34" charset="-128"/>
              </a:rPr>
              <a:t>“</a:t>
            </a:r>
            <a:r>
              <a:rPr lang="en-US" altLang="ja-JP" sz="2200" dirty="0">
                <a:ea typeface="ＭＳ Ｐゴシック" panose="020B0600070205080204" pitchFamily="34" charset="-128"/>
              </a:rPr>
              <a:t>narrowest</a:t>
            </a:r>
            <a:r>
              <a:rPr lang="ja-JP" altLang="en-US" sz="2200">
                <a:latin typeface="Arial" panose="020B0604020202020204" pitchFamily="34" charset="0"/>
                <a:ea typeface="ＭＳ Ｐゴシック" panose="020B0600070205080204" pitchFamily="34" charset="-128"/>
              </a:rPr>
              <a:t>”</a:t>
            </a:r>
            <a:r>
              <a:rPr lang="en-US" altLang="ja-JP" sz="2200" dirty="0">
                <a:ea typeface="ＭＳ Ｐゴシック" panose="020B0600070205080204" pitchFamily="34" charset="-128"/>
              </a:rPr>
              <a:t> part of the network</a:t>
            </a:r>
          </a:p>
          <a:p>
            <a:pPr lvl="1" eaLnBrk="1" hangingPunct="1">
              <a:lnSpc>
                <a:spcPct val="60000"/>
              </a:lnSpc>
            </a:pPr>
            <a:r>
              <a:rPr lang="en-US" altLang="zh-CN" sz="2600" dirty="0">
                <a:ea typeface="SimSun" panose="02010600030101010101" pitchFamily="2" charset="-122"/>
              </a:rPr>
              <a:t>Each layer has the same aggregated bandwidth</a:t>
            </a:r>
            <a:endParaRPr lang="en-US" altLang="en-US" sz="2600" dirty="0">
              <a:ea typeface="ＭＳ Ｐゴシック" panose="020B0600070205080204" pitchFamily="34" charset="-128"/>
            </a:endParaRPr>
          </a:p>
          <a:p>
            <a:pPr>
              <a:lnSpc>
                <a:spcPct val="80000"/>
              </a:lnSpc>
            </a:pPr>
            <a:r>
              <a:rPr lang="en-US" altLang="en-US" sz="3000" dirty="0">
                <a:ea typeface="ＭＳ Ｐゴシック" panose="020B0600070205080204" pitchFamily="34" charset="-128"/>
              </a:rPr>
              <a:t>Can be built using cheap devices with uniform capacity</a:t>
            </a:r>
          </a:p>
          <a:p>
            <a:pPr lvl="1">
              <a:lnSpc>
                <a:spcPct val="80000"/>
              </a:lnSpc>
            </a:pPr>
            <a:r>
              <a:rPr lang="en-US" altLang="en-US" sz="2600" dirty="0">
                <a:ea typeface="ＭＳ Ｐゴシック" panose="020B0600070205080204" pitchFamily="34" charset="-128"/>
              </a:rPr>
              <a:t>Each port supports same speed as end host</a:t>
            </a:r>
          </a:p>
          <a:p>
            <a:pPr lvl="1">
              <a:lnSpc>
                <a:spcPct val="80000"/>
              </a:lnSpc>
            </a:pPr>
            <a:r>
              <a:rPr lang="en-US" altLang="en-US" sz="2600" dirty="0">
                <a:ea typeface="ＭＳ Ｐゴシック" panose="020B0600070205080204" pitchFamily="34" charset="-128"/>
              </a:rPr>
              <a:t>All devices can transmit at line speed if packets are distributed uniformly along available paths </a:t>
            </a:r>
          </a:p>
          <a:p>
            <a:pPr>
              <a:lnSpc>
                <a:spcPct val="80000"/>
              </a:lnSpc>
            </a:pPr>
            <a:r>
              <a:rPr lang="en-US" altLang="en-US" sz="3000" dirty="0">
                <a:ea typeface="ＭＳ Ｐゴシック" panose="020B0600070205080204" pitchFamily="34" charset="-128"/>
              </a:rPr>
              <a:t>Great scalability</a:t>
            </a:r>
            <a:endParaRPr lang="en-US" altLang="en-US" sz="2600" dirty="0">
              <a:ea typeface="ＭＳ Ｐゴシック" panose="020B0600070205080204" pitchFamily="34" charset="-128"/>
            </a:endParaRPr>
          </a:p>
          <a:p>
            <a:pPr lvl="1">
              <a:lnSpc>
                <a:spcPct val="80000"/>
              </a:lnSpc>
            </a:pPr>
            <a:r>
              <a:rPr lang="en-US" altLang="en-US" sz="2600" dirty="0">
                <a:ea typeface="ＭＳ Ｐゴシック" panose="020B0600070205080204" pitchFamily="34" charset="-128"/>
              </a:rPr>
              <a:t>k-port switch supports k</a:t>
            </a:r>
            <a:r>
              <a:rPr lang="en-US" altLang="en-US" sz="2600" baseline="30000" dirty="0">
                <a:ea typeface="ＭＳ Ｐゴシック" panose="020B0600070205080204" pitchFamily="34" charset="-128"/>
              </a:rPr>
              <a:t>3</a:t>
            </a:r>
            <a:r>
              <a:rPr lang="en-US" altLang="en-US" sz="2600" dirty="0">
                <a:ea typeface="ＭＳ Ｐゴシック" panose="020B0600070205080204" pitchFamily="34" charset="-128"/>
              </a:rPr>
              <a:t>/4 servers</a:t>
            </a:r>
          </a:p>
        </p:txBody>
      </p:sp>
      <p:sp>
        <p:nvSpPr>
          <p:cNvPr id="230403" name="Slide Number Placeholder 3">
            <a:extLst>
              <a:ext uri="{FF2B5EF4-FFF2-40B4-BE49-F238E27FC236}">
                <a16:creationId xmlns:a16="http://schemas.microsoft.com/office/drawing/2014/main" id="{50015BCA-35CC-5F46-8D74-078CEBDDF410}"/>
              </a:ext>
            </a:extLst>
          </p:cNvPr>
          <p:cNvSpPr>
            <a:spLocks noGrp="1"/>
          </p:cNvSpPr>
          <p:nvPr>
            <p:ph type="sldNum" sz="quarter" idx="12"/>
          </p:nvPr>
        </p:nvSpPr>
        <p:spPr bwMode="auto">
          <a:xfrm>
            <a:off x="457200" y="6356350"/>
            <a:ext cx="2133600" cy="365125"/>
          </a:xfr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ea typeface="ＭＳ Ｐゴシック" panose="020B0600070205080204" pitchFamily="34" charset="-128"/>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ea typeface="ＭＳ Ｐゴシック" panose="020B0600070205080204" pitchFamily="34" charset="-128"/>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ea typeface="ＭＳ Ｐゴシック" panose="020B0600070205080204" pitchFamily="34" charset="-128"/>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ea typeface="ＭＳ Ｐゴシック" panose="020B0600070205080204" pitchFamily="34" charset="-128"/>
              </a:defRPr>
            </a:lvl9pPr>
          </a:lstStyle>
          <a:p>
            <a:pPr marL="0" marR="0" lvl="0" indent="0" algn="l" defTabSz="914400" rtl="0" eaLnBrk="0" fontAlgn="auto" latinLnBrk="0" hangingPunct="0">
              <a:lnSpc>
                <a:spcPct val="100000"/>
              </a:lnSpc>
              <a:spcBef>
                <a:spcPct val="0"/>
              </a:spcBef>
              <a:spcAft>
                <a:spcPts val="0"/>
              </a:spcAft>
              <a:buClrTx/>
              <a:buSzTx/>
              <a:buFontTx/>
              <a:buNone/>
              <a:tabLst/>
              <a:defRPr/>
            </a:pPr>
            <a:fld id="{20559120-8DF4-944F-985E-A920FC7D24CD}" type="slidenum">
              <a:rPr kumimoji="0" lang="en-US" altLang="en-US" sz="1200" b="0" i="1" u="none" strike="noStrike" kern="1200" cap="none" spc="0" normalizeH="0" baseline="0" noProof="0" smtClean="0">
                <a:ln>
                  <a:noFill/>
                </a:ln>
                <a:solidFill>
                  <a:srgbClr val="898989"/>
                </a:solidFill>
                <a:effectLst/>
                <a:uLnTx/>
                <a:uFillTx/>
                <a:latin typeface="Calibri" panose="020F0502020204030204" pitchFamily="34" charset="0"/>
                <a:ea typeface="ＭＳ Ｐゴシック" panose="020B0600070205080204" pitchFamily="34" charset="-128"/>
                <a:cs typeface="+mn-cs"/>
              </a:rPr>
              <a:pPr marL="0" marR="0" lvl="0" indent="0" algn="l" defTabSz="914400" rtl="0" eaLnBrk="0" fontAlgn="auto" latinLnBrk="0" hangingPunct="0">
                <a:lnSpc>
                  <a:spcPct val="100000"/>
                </a:lnSpc>
                <a:spcBef>
                  <a:spcPct val="0"/>
                </a:spcBef>
                <a:spcAft>
                  <a:spcPts val="0"/>
                </a:spcAft>
                <a:buClrTx/>
                <a:buSzTx/>
                <a:buFontTx/>
                <a:buNone/>
                <a:tabLst/>
                <a:defRPr/>
              </a:pPr>
              <a:t>32</a:t>
            </a:fld>
            <a:endParaRPr kumimoji="0" lang="en-US" altLang="en-US" sz="1200" b="0" i="1" u="none" strike="noStrike" kern="1200" cap="none" spc="0" normalizeH="0" baseline="0" noProof="0">
              <a:ln>
                <a:noFill/>
              </a:ln>
              <a:solidFill>
                <a:srgbClr val="898989"/>
              </a:solidFill>
              <a:effectLst/>
              <a:uLnTx/>
              <a:uFillTx/>
              <a:latin typeface="Calibri" panose="020F0502020204030204" pitchFamily="34" charset="0"/>
              <a:ea typeface="ＭＳ Ｐゴシック" panose="020B0600070205080204" pitchFamily="34" charset="-128"/>
              <a:cs typeface="+mn-cs"/>
            </a:endParaRPr>
          </a:p>
        </p:txBody>
      </p:sp>
    </p:spTree>
    <p:extLst>
      <p:ext uri="{BB962C8B-B14F-4D97-AF65-F5344CB8AC3E}">
        <p14:creationId xmlns:p14="http://schemas.microsoft.com/office/powerpoint/2010/main" val="205345086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1" name="Rectangle 2">
            <a:extLst>
              <a:ext uri="{FF2B5EF4-FFF2-40B4-BE49-F238E27FC236}">
                <a16:creationId xmlns:a16="http://schemas.microsoft.com/office/drawing/2014/main" id="{089C5411-9127-214F-90AB-CA02FB516EC7}"/>
              </a:ext>
            </a:extLst>
          </p:cNvPr>
          <p:cNvSpPr>
            <a:spLocks noGrp="1"/>
          </p:cNvSpPr>
          <p:nvPr>
            <p:ph type="title"/>
          </p:nvPr>
        </p:nvSpPr>
        <p:spPr>
          <a:xfrm>
            <a:off x="0" y="389974"/>
            <a:ext cx="9144000" cy="392107"/>
          </a:xfrm>
        </p:spPr>
        <p:txBody>
          <a:bodyPr>
            <a:normAutofit fontScale="90000"/>
          </a:bodyPr>
          <a:lstStyle/>
          <a:p>
            <a:r>
              <a:rPr lang="en-US" altLang="en-US" dirty="0">
                <a:ea typeface="ＭＳ Ｐゴシック" panose="020B0600070205080204" pitchFamily="34" charset="-128"/>
              </a:rPr>
              <a:t>Fat-Tree Based Topology (Cont.)</a:t>
            </a:r>
          </a:p>
        </p:txBody>
      </p:sp>
      <p:sp>
        <p:nvSpPr>
          <p:cNvPr id="230402" name="Rectangle 3">
            <a:extLst>
              <a:ext uri="{FF2B5EF4-FFF2-40B4-BE49-F238E27FC236}">
                <a16:creationId xmlns:a16="http://schemas.microsoft.com/office/drawing/2014/main" id="{2229C3D8-58B1-9E4A-B864-EDC3D9251D8F}"/>
              </a:ext>
            </a:extLst>
          </p:cNvPr>
          <p:cNvSpPr>
            <a:spLocks noGrp="1"/>
          </p:cNvSpPr>
          <p:nvPr>
            <p:ph type="body" idx="4294967295"/>
          </p:nvPr>
        </p:nvSpPr>
        <p:spPr>
          <a:xfrm>
            <a:off x="0" y="980729"/>
            <a:ext cx="8745344" cy="1872208"/>
          </a:xfrm>
        </p:spPr>
        <p:txBody>
          <a:bodyPr>
            <a:normAutofit/>
          </a:bodyPr>
          <a:lstStyle/>
          <a:p>
            <a:pPr eaLnBrk="1" hangingPunct="1">
              <a:lnSpc>
                <a:spcPct val="60000"/>
              </a:lnSpc>
            </a:pPr>
            <a:r>
              <a:rPr lang="en-US" altLang="zh-CN" sz="2250" dirty="0">
                <a:solidFill>
                  <a:srgbClr val="FF0000"/>
                </a:solidFill>
                <a:ea typeface="SimSun" panose="02010600030101010101" pitchFamily="2" charset="-122"/>
              </a:rPr>
              <a:t>Why Fat-Tree?</a:t>
            </a:r>
          </a:p>
          <a:p>
            <a:pPr lvl="1" eaLnBrk="1" hangingPunct="1">
              <a:lnSpc>
                <a:spcPct val="60000"/>
              </a:lnSpc>
            </a:pPr>
            <a:r>
              <a:rPr lang="en-US" altLang="zh-CN" sz="2400" dirty="0">
                <a:ea typeface="SimSun" panose="02010600030101010101" pitchFamily="2" charset="-122"/>
              </a:rPr>
              <a:t>Fat tree has identical bandwidth at any bisection</a:t>
            </a:r>
          </a:p>
          <a:p>
            <a:pPr lvl="2">
              <a:lnSpc>
                <a:spcPct val="80000"/>
              </a:lnSpc>
            </a:pPr>
            <a:r>
              <a:rPr lang="en-US" altLang="en-US" sz="2000" dirty="0">
                <a:solidFill>
                  <a:schemeClr val="accent1"/>
                </a:solidFill>
                <a:ea typeface="ＭＳ Ｐゴシック" panose="020B0600070205080204" pitchFamily="34" charset="-128"/>
              </a:rPr>
              <a:t>Bisection bandwidth:  </a:t>
            </a:r>
            <a:r>
              <a:rPr lang="en-US" altLang="en-US" sz="2000" dirty="0">
                <a:ea typeface="ＭＳ Ｐゴシック" panose="020B0600070205080204" pitchFamily="34" charset="-128"/>
              </a:rPr>
              <a:t>bandwidth across smallest cut that divides network into two equal halves --- Bandwidth across </a:t>
            </a:r>
            <a:r>
              <a:rPr lang="ja-JP" altLang="en-US" sz="2000">
                <a:latin typeface="Arial" panose="020B0604020202020204" pitchFamily="34" charset="0"/>
                <a:ea typeface="ＭＳ Ｐゴシック" panose="020B0600070205080204" pitchFamily="34" charset="-128"/>
              </a:rPr>
              <a:t>“</a:t>
            </a:r>
            <a:r>
              <a:rPr lang="en-US" altLang="ja-JP" sz="2000" dirty="0">
                <a:ea typeface="ＭＳ Ｐゴシック" panose="020B0600070205080204" pitchFamily="34" charset="-128"/>
              </a:rPr>
              <a:t>narrowest</a:t>
            </a:r>
            <a:r>
              <a:rPr lang="ja-JP" altLang="en-US" sz="2000">
                <a:latin typeface="Arial" panose="020B0604020202020204" pitchFamily="34" charset="0"/>
                <a:ea typeface="ＭＳ Ｐゴシック" panose="020B0600070205080204" pitchFamily="34" charset="-128"/>
              </a:rPr>
              <a:t>”</a:t>
            </a:r>
            <a:r>
              <a:rPr lang="en-US" altLang="ja-JP" sz="2000" dirty="0">
                <a:ea typeface="ＭＳ Ｐゴシック" panose="020B0600070205080204" pitchFamily="34" charset="-128"/>
              </a:rPr>
              <a:t> part of the network</a:t>
            </a:r>
          </a:p>
          <a:p>
            <a:pPr lvl="1" eaLnBrk="1" hangingPunct="1">
              <a:lnSpc>
                <a:spcPct val="60000"/>
              </a:lnSpc>
            </a:pPr>
            <a:r>
              <a:rPr lang="en-US" altLang="zh-CN" sz="2400" dirty="0">
                <a:ea typeface="SimSun" panose="02010600030101010101" pitchFamily="2" charset="-122"/>
              </a:rPr>
              <a:t>Each layer has the same aggregated bandwidth</a:t>
            </a:r>
            <a:endParaRPr lang="en-US" altLang="en-US" sz="2400" dirty="0">
              <a:ea typeface="ＭＳ Ｐゴシック" panose="020B0600070205080204" pitchFamily="34" charset="-128"/>
            </a:endParaRPr>
          </a:p>
        </p:txBody>
      </p:sp>
      <p:pic>
        <p:nvPicPr>
          <p:cNvPr id="5" name="Picture 4" descr="Fat tree - Wikipedia">
            <a:extLst>
              <a:ext uri="{FF2B5EF4-FFF2-40B4-BE49-F238E27FC236}">
                <a16:creationId xmlns:a16="http://schemas.microsoft.com/office/drawing/2014/main" id="{2E672DFB-2A55-A04F-A094-F86F7A8801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7564" y="2636912"/>
            <a:ext cx="7848872" cy="39316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2270401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818C05-5829-694D-A3AA-E5EA1E553DD5}"/>
              </a:ext>
            </a:extLst>
          </p:cNvPr>
          <p:cNvSpPr>
            <a:spLocks noGrp="1"/>
          </p:cNvSpPr>
          <p:nvPr>
            <p:ph type="title"/>
          </p:nvPr>
        </p:nvSpPr>
        <p:spPr/>
        <p:txBody>
          <a:bodyPr/>
          <a:lstStyle/>
          <a:p>
            <a:r>
              <a:rPr lang="en-US" dirty="0"/>
              <a:t>Bisection Bandwidth in a Fat Tree</a:t>
            </a:r>
          </a:p>
        </p:txBody>
      </p:sp>
      <p:pic>
        <p:nvPicPr>
          <p:cNvPr id="1026" name="Picture 2" descr="Image result for bisection of fat tree">
            <a:extLst>
              <a:ext uri="{FF2B5EF4-FFF2-40B4-BE49-F238E27FC236}">
                <a16:creationId xmlns:a16="http://schemas.microsoft.com/office/drawing/2014/main" id="{F1672BEE-D59B-7B44-AE1E-EFDE702ABD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727199"/>
            <a:ext cx="8388674" cy="43500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93580907"/>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2"/>
          <p:cNvSpPr>
            <a:spLocks noGrp="1" noChangeArrowheads="1"/>
          </p:cNvSpPr>
          <p:nvPr>
            <p:ph type="title"/>
          </p:nvPr>
        </p:nvSpPr>
        <p:spPr>
          <a:xfrm>
            <a:off x="685800" y="228600"/>
            <a:ext cx="7772400" cy="1328192"/>
          </a:xfrm>
        </p:spPr>
        <p:txBody>
          <a:bodyPr>
            <a:normAutofit/>
          </a:bodyPr>
          <a:lstStyle/>
          <a:p>
            <a:r>
              <a:rPr lang="en-US" dirty="0"/>
              <a:t>Fat-Tree Based Topology (Cont.)</a:t>
            </a:r>
          </a:p>
        </p:txBody>
      </p:sp>
      <p:sp>
        <p:nvSpPr>
          <p:cNvPr id="704515" name="Rectangle 3"/>
          <p:cNvSpPr>
            <a:spLocks noGrp="1" noChangeArrowheads="1"/>
          </p:cNvSpPr>
          <p:nvPr>
            <p:ph type="body" idx="1"/>
          </p:nvPr>
        </p:nvSpPr>
        <p:spPr>
          <a:xfrm>
            <a:off x="251520" y="1556792"/>
            <a:ext cx="8663880" cy="4824536"/>
          </a:xfrm>
        </p:spPr>
        <p:txBody>
          <a:bodyPr>
            <a:normAutofit fontScale="92500" lnSpcReduction="20000"/>
          </a:bodyPr>
          <a:lstStyle/>
          <a:p>
            <a:pPr eaLnBrk="1" hangingPunct="1">
              <a:lnSpc>
                <a:spcPct val="80000"/>
              </a:lnSpc>
              <a:defRPr/>
            </a:pPr>
            <a:r>
              <a:rPr lang="en-US" altLang="zh-CN" dirty="0">
                <a:solidFill>
                  <a:srgbClr val="FF0000"/>
                </a:solidFill>
                <a:ea typeface="SimSun" pitchFamily="2" charset="-122"/>
              </a:rPr>
              <a:t>Why Fat-Tree?</a:t>
            </a:r>
          </a:p>
          <a:p>
            <a:pPr lvl="1" eaLnBrk="1" hangingPunct="1">
              <a:lnSpc>
                <a:spcPct val="80000"/>
              </a:lnSpc>
              <a:defRPr/>
            </a:pPr>
            <a:r>
              <a:rPr lang="en-US" altLang="zh-CN" dirty="0">
                <a:ea typeface="SimSun" pitchFamily="2" charset="-122"/>
              </a:rPr>
              <a:t>Fat tree has identical bandwidth at any bisection</a:t>
            </a:r>
          </a:p>
          <a:p>
            <a:pPr lvl="2"/>
            <a:r>
              <a:rPr lang="en-US" dirty="0">
                <a:solidFill>
                  <a:schemeClr val="accent1"/>
                </a:solidFill>
              </a:rPr>
              <a:t>Bisection bandwidth:  </a:t>
            </a:r>
            <a:r>
              <a:rPr lang="en-US" dirty="0"/>
              <a:t>bandwidth across smallest cut that divides network into two equal halves</a:t>
            </a:r>
          </a:p>
          <a:p>
            <a:pPr lvl="2"/>
            <a:r>
              <a:rPr lang="en-US" dirty="0"/>
              <a:t>Bandwidth across </a:t>
            </a:r>
            <a:r>
              <a:rPr lang="ja-JP" altLang="en-US" dirty="0">
                <a:latin typeface="Arial"/>
              </a:rPr>
              <a:t>“</a:t>
            </a:r>
            <a:r>
              <a:rPr lang="en-US" dirty="0"/>
              <a:t>narrowest</a:t>
            </a:r>
            <a:r>
              <a:rPr lang="ja-JP" altLang="en-US" dirty="0">
                <a:latin typeface="Arial"/>
              </a:rPr>
              <a:t>”</a:t>
            </a:r>
            <a:r>
              <a:rPr lang="en-US" dirty="0"/>
              <a:t> part of the network</a:t>
            </a:r>
          </a:p>
          <a:p>
            <a:pPr lvl="1" eaLnBrk="1" hangingPunct="1">
              <a:lnSpc>
                <a:spcPct val="80000"/>
              </a:lnSpc>
              <a:defRPr/>
            </a:pPr>
            <a:r>
              <a:rPr lang="en-US" altLang="zh-CN" dirty="0">
                <a:ea typeface="SimSun" pitchFamily="2" charset="-122"/>
              </a:rPr>
              <a:t>Each layer has the same aggregated bandwidth</a:t>
            </a:r>
            <a:endParaRPr lang="en-US" dirty="0"/>
          </a:p>
          <a:p>
            <a:pPr>
              <a:defRPr/>
            </a:pPr>
            <a:r>
              <a:rPr lang="en-US" dirty="0"/>
              <a:t>Can be built using cheap devices with uniform capacity</a:t>
            </a:r>
          </a:p>
          <a:p>
            <a:pPr lvl="1">
              <a:defRPr/>
            </a:pPr>
            <a:r>
              <a:rPr lang="en-US" dirty="0"/>
              <a:t>Each port supports same speed as end host</a:t>
            </a:r>
          </a:p>
          <a:p>
            <a:pPr lvl="1">
              <a:defRPr/>
            </a:pPr>
            <a:r>
              <a:rPr lang="en-US" dirty="0"/>
              <a:t>All devices can transmit at line speed if packets are distributed uniformly along available paths </a:t>
            </a:r>
          </a:p>
          <a:p>
            <a:pPr>
              <a:defRPr/>
            </a:pPr>
            <a:r>
              <a:rPr lang="en-US" dirty="0"/>
              <a:t>Great scalability</a:t>
            </a:r>
            <a:endParaRPr lang="en-US" sz="2800" dirty="0"/>
          </a:p>
          <a:p>
            <a:pPr lvl="1">
              <a:defRPr/>
            </a:pPr>
            <a:r>
              <a:rPr lang="en-US" dirty="0"/>
              <a:t>k-port switch supports k</a:t>
            </a:r>
            <a:r>
              <a:rPr lang="en-US" baseline="30000" dirty="0"/>
              <a:t>3</a:t>
            </a:r>
            <a:r>
              <a:rPr lang="en-US" dirty="0"/>
              <a:t>/4 servers</a:t>
            </a:r>
          </a:p>
        </p:txBody>
      </p:sp>
      <p:sp>
        <p:nvSpPr>
          <p:cNvPr id="20487" name="Slide Number Placeholder 3"/>
          <p:cNvSpPr>
            <a:spLocks noGrp="1"/>
          </p:cNvSpPr>
          <p:nvPr>
            <p:ph type="sldNum" sz="quarter" idx="10"/>
          </p:nvPr>
        </p:nvSpPr>
        <p:spPr>
          <a:noFill/>
        </p:spPr>
        <p:txBody>
          <a:bodyPr/>
          <a:lstStyle/>
          <a:p>
            <a:fld id="{E1FB00BC-FE77-407B-93CA-74286E021365}" type="slidenum">
              <a:rPr lang="en-US" smtClean="0"/>
              <a:pPr/>
              <a:t>35</a:t>
            </a:fld>
            <a:endParaRPr lang="en-US"/>
          </a:p>
        </p:txBody>
      </p:sp>
    </p:spTree>
    <p:extLst>
      <p:ext uri="{BB962C8B-B14F-4D97-AF65-F5344CB8AC3E}">
        <p14:creationId xmlns:p14="http://schemas.microsoft.com/office/powerpoint/2010/main" val="283304589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t>Data Center Introduction</a:t>
            </a:r>
          </a:p>
          <a:p>
            <a:r>
              <a:rPr lang="en-US" dirty="0">
                <a:solidFill>
                  <a:srgbClr val="FF0000"/>
                </a:solidFill>
              </a:rPr>
              <a:t>Data Center Network Architectures</a:t>
            </a:r>
          </a:p>
          <a:p>
            <a:r>
              <a:rPr lang="en-US" dirty="0"/>
              <a:t>Fat-Tree</a:t>
            </a:r>
          </a:p>
          <a:p>
            <a:r>
              <a:rPr lang="en-US" dirty="0"/>
              <a:t>VL2</a:t>
            </a:r>
          </a:p>
          <a:p>
            <a:r>
              <a:rPr lang="en-US" dirty="0" err="1"/>
              <a:t>DCell</a:t>
            </a:r>
            <a:endParaRPr lang="en-US" dirty="0"/>
          </a:p>
          <a:p>
            <a:r>
              <a:rPr lang="en-US" dirty="0" err="1"/>
              <a:t>BCube</a:t>
            </a:r>
            <a:endParaRPr lang="en-US" dirty="0"/>
          </a:p>
          <a:p>
            <a:r>
              <a:rPr lang="en-US" dirty="0" err="1"/>
              <a:t>FiConn</a:t>
            </a:r>
            <a:endParaRPr lang="en-US" dirty="0"/>
          </a:p>
        </p:txBody>
      </p:sp>
      <p:sp>
        <p:nvSpPr>
          <p:cNvPr id="4" name="Date Placeholder 3"/>
          <p:cNvSpPr>
            <a:spLocks noGrp="1"/>
          </p:cNvSpPr>
          <p:nvPr>
            <p:ph type="dt" sz="half" idx="10"/>
          </p:nvPr>
        </p:nvSpPr>
        <p:spPr/>
        <p:txBody>
          <a:bodyPr/>
          <a:lstStyle/>
          <a:p>
            <a:fld id="{827ADB60-3E79-449A-88A8-D8CD2A903F4E}" type="datetime1">
              <a:rPr lang="zh-CN" altLang="en-US" smtClean="0"/>
              <a:pPr/>
              <a:t>2025/3/5</a:t>
            </a:fld>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pPr/>
              <a:t>36</a:t>
            </a:fld>
            <a:endParaRPr lang="zh-CN" alt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7170" name="Title 1"/>
          <p:cNvSpPr>
            <a:spLocks noGrp="1"/>
          </p:cNvSpPr>
          <p:nvPr>
            <p:ph type="title"/>
          </p:nvPr>
        </p:nvSpPr>
        <p:spPr>
          <a:xfrm>
            <a:off x="685800" y="304800"/>
            <a:ext cx="7772400" cy="1143000"/>
          </a:xfrm>
        </p:spPr>
        <p:txBody>
          <a:bodyPr/>
          <a:lstStyle/>
          <a:p>
            <a:r>
              <a:rPr lang="en-US"/>
              <a:t>Data Center Networking</a:t>
            </a:r>
          </a:p>
        </p:txBody>
      </p:sp>
      <p:sp>
        <p:nvSpPr>
          <p:cNvPr id="3" name="Content Placeholder 2"/>
          <p:cNvSpPr>
            <a:spLocks noGrp="1"/>
          </p:cNvSpPr>
          <p:nvPr>
            <p:ph idx="1"/>
          </p:nvPr>
        </p:nvSpPr>
        <p:spPr>
          <a:xfrm>
            <a:off x="760040" y="1690464"/>
            <a:ext cx="7772400" cy="4114800"/>
          </a:xfrm>
        </p:spPr>
        <p:txBody>
          <a:bodyPr>
            <a:normAutofit lnSpcReduction="10000"/>
          </a:bodyPr>
          <a:lstStyle/>
          <a:p>
            <a:pPr>
              <a:buFontTx/>
              <a:buNone/>
            </a:pPr>
            <a:r>
              <a:rPr lang="en-US" sz="2800" dirty="0">
                <a:solidFill>
                  <a:srgbClr val="FF0000"/>
                </a:solidFill>
              </a:rPr>
              <a:t>Major Theme:</a:t>
            </a:r>
          </a:p>
          <a:p>
            <a:pPr>
              <a:buFontTx/>
              <a:buNone/>
            </a:pPr>
            <a:r>
              <a:rPr lang="en-US" sz="2800" dirty="0">
                <a:solidFill>
                  <a:srgbClr val="FF0000"/>
                </a:solidFill>
              </a:rPr>
              <a:t>  What are </a:t>
            </a:r>
            <a:r>
              <a:rPr lang="en-US" sz="2800" dirty="0">
                <a:solidFill>
                  <a:srgbClr val="FFC000"/>
                </a:solidFill>
              </a:rPr>
              <a:t>new</a:t>
            </a:r>
            <a:r>
              <a:rPr lang="en-US" sz="2800" dirty="0">
                <a:solidFill>
                  <a:srgbClr val="FF0000"/>
                </a:solidFill>
              </a:rPr>
              <a:t> networking issues posed by large-scale data centers?</a:t>
            </a:r>
          </a:p>
          <a:p>
            <a:r>
              <a:rPr lang="en-US" dirty="0">
                <a:solidFill>
                  <a:srgbClr val="191966"/>
                </a:solidFill>
              </a:rPr>
              <a:t>Network Architecture</a:t>
            </a:r>
          </a:p>
          <a:p>
            <a:r>
              <a:rPr lang="en-US" dirty="0">
                <a:solidFill>
                  <a:srgbClr val="191966"/>
                </a:solidFill>
              </a:rPr>
              <a:t>Topology design</a:t>
            </a:r>
          </a:p>
          <a:p>
            <a:r>
              <a:rPr lang="en-US" dirty="0">
                <a:solidFill>
                  <a:srgbClr val="191966"/>
                </a:solidFill>
              </a:rPr>
              <a:t>Addressing</a:t>
            </a:r>
          </a:p>
          <a:p>
            <a:r>
              <a:rPr lang="en-US" dirty="0">
                <a:solidFill>
                  <a:srgbClr val="191966"/>
                </a:solidFill>
              </a:rPr>
              <a:t>Routing</a:t>
            </a:r>
          </a:p>
          <a:p>
            <a:r>
              <a:rPr lang="en-US" dirty="0">
                <a:solidFill>
                  <a:srgbClr val="191966"/>
                </a:solidFill>
              </a:rPr>
              <a:t>Forwarding</a:t>
            </a:r>
          </a:p>
        </p:txBody>
      </p:sp>
      <p:sp>
        <p:nvSpPr>
          <p:cNvPr id="7172" name="Slide Number Placeholder 3"/>
          <p:cNvSpPr>
            <a:spLocks noGrp="1"/>
          </p:cNvSpPr>
          <p:nvPr>
            <p:ph type="sldNum" sz="quarter" idx="10"/>
          </p:nvPr>
        </p:nvSpPr>
        <p:spPr>
          <a:noFill/>
        </p:spPr>
        <p:txBody>
          <a:bodyPr/>
          <a:lstStyle/>
          <a:p>
            <a:fld id="{E76947B5-FFD2-4379-A2EF-565BDBA4BFAF}" type="slidenum">
              <a:rPr lang="en-US" smtClean="0"/>
              <a:pPr/>
              <a:t>37</a:t>
            </a:fld>
            <a:endParaRPr lang="en-US"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8194" name="Title 1"/>
          <p:cNvSpPr>
            <a:spLocks noGrp="1"/>
          </p:cNvSpPr>
          <p:nvPr>
            <p:ph type="title"/>
          </p:nvPr>
        </p:nvSpPr>
        <p:spPr>
          <a:xfrm>
            <a:off x="685800" y="228600"/>
            <a:ext cx="8077200" cy="1143000"/>
          </a:xfrm>
        </p:spPr>
        <p:txBody>
          <a:bodyPr/>
          <a:lstStyle/>
          <a:p>
            <a:r>
              <a:rPr lang="en-US" sz="3600" dirty="0"/>
              <a:t>Data Center Interconnection Structure</a:t>
            </a:r>
          </a:p>
        </p:txBody>
      </p:sp>
      <p:sp>
        <p:nvSpPr>
          <p:cNvPr id="3" name="Content Placeholder 2"/>
          <p:cNvSpPr>
            <a:spLocks noGrp="1"/>
          </p:cNvSpPr>
          <p:nvPr>
            <p:ph idx="1"/>
          </p:nvPr>
        </p:nvSpPr>
        <p:spPr>
          <a:xfrm>
            <a:off x="838200" y="1690464"/>
            <a:ext cx="7772400" cy="4114800"/>
          </a:xfrm>
        </p:spPr>
        <p:txBody>
          <a:bodyPr>
            <a:normAutofit fontScale="85000" lnSpcReduction="20000"/>
          </a:bodyPr>
          <a:lstStyle/>
          <a:p>
            <a:pPr>
              <a:defRPr/>
            </a:pPr>
            <a:r>
              <a:rPr lang="en-US" dirty="0">
                <a:solidFill>
                  <a:srgbClr val="000099"/>
                </a:solidFill>
              </a:rPr>
              <a:t>Nodes in the system: racks of servers </a:t>
            </a:r>
          </a:p>
          <a:p>
            <a:pPr>
              <a:defRPr/>
            </a:pPr>
            <a:r>
              <a:rPr lang="en-US" dirty="0">
                <a:solidFill>
                  <a:srgbClr val="000099"/>
                </a:solidFill>
              </a:rPr>
              <a:t>How are the nodes (racks) inter-connected?</a:t>
            </a:r>
          </a:p>
          <a:p>
            <a:pPr lvl="1">
              <a:defRPr/>
            </a:pPr>
            <a:r>
              <a:rPr lang="en-US" sz="2400" dirty="0"/>
              <a:t>Typically a hierarchical inter-connection structure </a:t>
            </a:r>
          </a:p>
          <a:p>
            <a:pPr>
              <a:defRPr/>
            </a:pPr>
            <a:r>
              <a:rPr lang="en-US" sz="3300" dirty="0">
                <a:solidFill>
                  <a:srgbClr val="FF0000"/>
                </a:solidFill>
              </a:rPr>
              <a:t>Original, typical smallish-data center structure</a:t>
            </a:r>
          </a:p>
          <a:p>
            <a:pPr lvl="1">
              <a:buFontTx/>
              <a:buNone/>
              <a:defRPr/>
            </a:pPr>
            <a:r>
              <a:rPr lang="en-US" dirty="0"/>
              <a:t>starting from the bottom level</a:t>
            </a:r>
          </a:p>
          <a:p>
            <a:pPr lvl="1">
              <a:defRPr/>
            </a:pPr>
            <a:r>
              <a:rPr lang="en-US" dirty="0"/>
              <a:t>rack switches</a:t>
            </a:r>
          </a:p>
          <a:p>
            <a:pPr lvl="1">
              <a:defRPr/>
            </a:pPr>
            <a:r>
              <a:rPr lang="en-US" dirty="0"/>
              <a:t>1-2 layers of (layer-2) aggregation switches </a:t>
            </a:r>
          </a:p>
          <a:p>
            <a:pPr lvl="1">
              <a:defRPr/>
            </a:pPr>
            <a:r>
              <a:rPr lang="en-US" dirty="0"/>
              <a:t>access routers</a:t>
            </a:r>
          </a:p>
          <a:p>
            <a:pPr lvl="1">
              <a:defRPr/>
            </a:pPr>
            <a:r>
              <a:rPr lang="en-US" dirty="0"/>
              <a:t>core routers</a:t>
            </a:r>
          </a:p>
          <a:p>
            <a:pPr>
              <a:defRPr/>
            </a:pPr>
            <a:r>
              <a:rPr lang="en-US" dirty="0">
                <a:solidFill>
                  <a:srgbClr val="FF0000"/>
                </a:solidFill>
              </a:rPr>
              <a:t>Is such an architecture good enough?</a:t>
            </a:r>
          </a:p>
        </p:txBody>
      </p:sp>
      <p:sp>
        <p:nvSpPr>
          <p:cNvPr id="8196" name="Slide Number Placeholder 3"/>
          <p:cNvSpPr>
            <a:spLocks noGrp="1"/>
          </p:cNvSpPr>
          <p:nvPr>
            <p:ph type="sldNum" sz="quarter" idx="10"/>
          </p:nvPr>
        </p:nvSpPr>
        <p:spPr>
          <a:noFill/>
        </p:spPr>
        <p:txBody>
          <a:bodyPr/>
          <a:lstStyle/>
          <a:p>
            <a:fld id="{21F77567-1587-4117-B09B-D5077349CEA9}" type="slidenum">
              <a:rPr lang="en-US" smtClean="0"/>
              <a:pPr/>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337922" name="Rectangle 2"/>
          <p:cNvSpPr>
            <a:spLocks noGrp="1" noChangeArrowheads="1"/>
          </p:cNvSpPr>
          <p:nvPr>
            <p:ph type="title"/>
          </p:nvPr>
        </p:nvSpPr>
        <p:spPr>
          <a:xfrm>
            <a:off x="408629" y="260648"/>
            <a:ext cx="8402941" cy="426142"/>
          </a:xfrm>
        </p:spPr>
        <p:txBody>
          <a:bodyPr/>
          <a:lstStyle/>
          <a:p>
            <a:r>
              <a:rPr lang="en-US" dirty="0"/>
              <a:t>Design Characteristics of a Data Center Network</a:t>
            </a:r>
          </a:p>
        </p:txBody>
      </p:sp>
      <p:sp>
        <p:nvSpPr>
          <p:cNvPr id="337923" name="Rectangle 3"/>
          <p:cNvSpPr>
            <a:spLocks noGrp="1" noChangeArrowheads="1"/>
          </p:cNvSpPr>
          <p:nvPr>
            <p:ph type="body" idx="1"/>
          </p:nvPr>
        </p:nvSpPr>
        <p:spPr>
          <a:xfrm>
            <a:off x="609600" y="914400"/>
            <a:ext cx="8001000" cy="5486629"/>
          </a:xfrm>
        </p:spPr>
        <p:txBody>
          <a:bodyPr/>
          <a:lstStyle/>
          <a:p>
            <a:pPr>
              <a:lnSpc>
                <a:spcPct val="90000"/>
              </a:lnSpc>
            </a:pPr>
            <a:r>
              <a:rPr lang="en-US" dirty="0">
                <a:solidFill>
                  <a:srgbClr val="006600"/>
                </a:solidFill>
              </a:rPr>
              <a:t>Topology </a:t>
            </a:r>
            <a:r>
              <a:rPr lang="en-US" dirty="0"/>
              <a:t>(how things are connected):</a:t>
            </a:r>
          </a:p>
          <a:p>
            <a:pPr lvl="1">
              <a:lnSpc>
                <a:spcPct val="90000"/>
              </a:lnSpc>
            </a:pPr>
            <a:r>
              <a:rPr lang="en-US" sz="2400" dirty="0"/>
              <a:t>Crossbar, ring, 2-D and 3-D meshes or torus, hypercube, tree, butterfly, perfect shuffle ....</a:t>
            </a:r>
          </a:p>
          <a:p>
            <a:pPr>
              <a:lnSpc>
                <a:spcPct val="90000"/>
              </a:lnSpc>
            </a:pPr>
            <a:r>
              <a:rPr lang="en-US" dirty="0">
                <a:solidFill>
                  <a:srgbClr val="006600"/>
                </a:solidFill>
              </a:rPr>
              <a:t>Routing algorithm </a:t>
            </a:r>
            <a:r>
              <a:rPr lang="en-US" dirty="0"/>
              <a:t>(path used):</a:t>
            </a:r>
          </a:p>
          <a:p>
            <a:pPr lvl="1">
              <a:lnSpc>
                <a:spcPct val="90000"/>
              </a:lnSpc>
            </a:pPr>
            <a:r>
              <a:rPr lang="en-US" sz="2400" dirty="0"/>
              <a:t>Example in 2D torus: all east-west then all          north-south (avoids deadlock).</a:t>
            </a:r>
          </a:p>
          <a:p>
            <a:pPr>
              <a:lnSpc>
                <a:spcPct val="90000"/>
              </a:lnSpc>
            </a:pPr>
            <a:r>
              <a:rPr lang="en-US" dirty="0">
                <a:solidFill>
                  <a:srgbClr val="006600"/>
                </a:solidFill>
              </a:rPr>
              <a:t>Switching strategy</a:t>
            </a:r>
            <a:r>
              <a:rPr lang="en-US" dirty="0"/>
              <a:t>:</a:t>
            </a:r>
          </a:p>
          <a:p>
            <a:pPr lvl="1">
              <a:lnSpc>
                <a:spcPct val="90000"/>
              </a:lnSpc>
            </a:pPr>
            <a:r>
              <a:rPr lang="en-US" sz="2400" dirty="0">
                <a:solidFill>
                  <a:schemeClr val="tx1"/>
                </a:solidFill>
              </a:rPr>
              <a:t>Circuit switching</a:t>
            </a:r>
            <a:r>
              <a:rPr lang="en-US" sz="2400" dirty="0"/>
              <a:t>: full path reserved for entire message, like the telephone network</a:t>
            </a:r>
          </a:p>
          <a:p>
            <a:pPr lvl="1">
              <a:lnSpc>
                <a:spcPct val="90000"/>
              </a:lnSpc>
            </a:pPr>
            <a:r>
              <a:rPr lang="en-US" sz="2400" dirty="0">
                <a:solidFill>
                  <a:schemeClr val="tx1"/>
                </a:solidFill>
              </a:rPr>
              <a:t>Packet switching</a:t>
            </a:r>
            <a:r>
              <a:rPr lang="en-US" sz="2400" dirty="0"/>
              <a:t>: message broken into separately-switched/routed packets.  </a:t>
            </a:r>
          </a:p>
          <a:p>
            <a:pPr>
              <a:lnSpc>
                <a:spcPct val="90000"/>
              </a:lnSpc>
            </a:pPr>
            <a:r>
              <a:rPr lang="en-US" dirty="0">
                <a:solidFill>
                  <a:srgbClr val="006600"/>
                </a:solidFill>
              </a:rPr>
              <a:t>Flow control</a:t>
            </a:r>
            <a:r>
              <a:rPr lang="en-US" dirty="0"/>
              <a:t> (what if there is congestion):</a:t>
            </a:r>
          </a:p>
          <a:p>
            <a:pPr lvl="1">
              <a:lnSpc>
                <a:spcPct val="90000"/>
              </a:lnSpc>
            </a:pPr>
            <a:r>
              <a:rPr lang="en-US" sz="2400" dirty="0"/>
              <a:t>Stall, store data temporarily in buffers, re-route data to other nodes, tell source node to temporarily halt, discard, etc.</a:t>
            </a:r>
          </a:p>
        </p:txBody>
      </p:sp>
    </p:spTree>
    <p:extLst>
      <p:ext uri="{BB962C8B-B14F-4D97-AF65-F5344CB8AC3E}">
        <p14:creationId xmlns:p14="http://schemas.microsoft.com/office/powerpoint/2010/main" val="17536176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382978" name="Rectangle 2050"/>
          <p:cNvSpPr>
            <a:spLocks noGrp="1" noChangeArrowheads="1"/>
          </p:cNvSpPr>
          <p:nvPr>
            <p:ph type="title"/>
          </p:nvPr>
        </p:nvSpPr>
        <p:spPr>
          <a:xfrm>
            <a:off x="242888" y="306388"/>
            <a:ext cx="8694737" cy="368300"/>
          </a:xfrm>
        </p:spPr>
        <p:txBody>
          <a:bodyPr/>
          <a:lstStyle/>
          <a:p>
            <a:r>
              <a:rPr lang="en-US" sz="2400"/>
              <a:t>Performance Properties of a Network: Bisection Bandwidth</a:t>
            </a:r>
            <a:endParaRPr lang="en-US"/>
          </a:p>
        </p:txBody>
      </p:sp>
      <p:sp>
        <p:nvSpPr>
          <p:cNvPr id="382979" name="Rectangle 2051"/>
          <p:cNvSpPr>
            <a:spLocks noGrp="1" noChangeArrowheads="1"/>
          </p:cNvSpPr>
          <p:nvPr>
            <p:ph type="body" idx="1"/>
          </p:nvPr>
        </p:nvSpPr>
        <p:spPr>
          <a:xfrm>
            <a:off x="609600" y="914400"/>
            <a:ext cx="8001000" cy="1201738"/>
          </a:xfrm>
        </p:spPr>
        <p:txBody>
          <a:bodyPr/>
          <a:lstStyle/>
          <a:p>
            <a:r>
              <a:rPr lang="en-US" dirty="0">
                <a:solidFill>
                  <a:schemeClr val="accent1"/>
                </a:solidFill>
              </a:rPr>
              <a:t>Bisection bandwidth:  </a:t>
            </a:r>
            <a:r>
              <a:rPr lang="en-US" dirty="0"/>
              <a:t>bandwidth across smallest cut that divides network into two equal halves</a:t>
            </a:r>
          </a:p>
          <a:p>
            <a:r>
              <a:rPr lang="en-US" dirty="0"/>
              <a:t>Bandwidth across </a:t>
            </a:r>
            <a:r>
              <a:rPr lang="ja-JP" altLang="en-US" dirty="0">
                <a:latin typeface="Arial"/>
              </a:rPr>
              <a:t>“</a:t>
            </a:r>
            <a:r>
              <a:rPr lang="en-US" dirty="0"/>
              <a:t>narrowest</a:t>
            </a:r>
            <a:r>
              <a:rPr lang="ja-JP" altLang="en-US" dirty="0">
                <a:latin typeface="Arial"/>
              </a:rPr>
              <a:t>”</a:t>
            </a:r>
            <a:r>
              <a:rPr lang="en-US" dirty="0"/>
              <a:t> part of the network</a:t>
            </a:r>
          </a:p>
        </p:txBody>
      </p:sp>
      <p:grpSp>
        <p:nvGrpSpPr>
          <p:cNvPr id="382980" name="Group 2052"/>
          <p:cNvGrpSpPr>
            <a:grpSpLocks/>
          </p:cNvGrpSpPr>
          <p:nvPr/>
        </p:nvGrpSpPr>
        <p:grpSpPr bwMode="auto">
          <a:xfrm>
            <a:off x="4489450" y="2282825"/>
            <a:ext cx="2438400" cy="2438400"/>
            <a:chOff x="1104" y="1536"/>
            <a:chExt cx="1536" cy="1536"/>
          </a:xfrm>
        </p:grpSpPr>
        <p:sp>
          <p:nvSpPr>
            <p:cNvPr id="382981" name="Rectangle 2053"/>
            <p:cNvSpPr>
              <a:spLocks noChangeArrowheads="1"/>
            </p:cNvSpPr>
            <p:nvPr/>
          </p:nvSpPr>
          <p:spPr bwMode="auto">
            <a:xfrm>
              <a:off x="1152" y="1584"/>
              <a:ext cx="1440" cy="1440"/>
            </a:xfrm>
            <a:prstGeom prst="rect">
              <a:avLst/>
            </a:prstGeom>
            <a:noFill/>
            <a:ln w="12700">
              <a:solidFill>
                <a:schemeClr val="tx1"/>
              </a:solidFill>
              <a:miter lim="800000"/>
              <a:headEnd type="none" w="sm" len="sm"/>
              <a:tailEnd type="none" w="sm" len="sm"/>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2982" name="Line 2054"/>
            <p:cNvSpPr>
              <a:spLocks noChangeShapeType="1"/>
            </p:cNvSpPr>
            <p:nvPr/>
          </p:nvSpPr>
          <p:spPr bwMode="auto">
            <a:xfrm>
              <a:off x="1440" y="1584"/>
              <a:ext cx="0" cy="1440"/>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2983" name="Line 2055"/>
            <p:cNvSpPr>
              <a:spLocks noChangeShapeType="1"/>
            </p:cNvSpPr>
            <p:nvPr/>
          </p:nvSpPr>
          <p:spPr bwMode="auto">
            <a:xfrm>
              <a:off x="1728" y="1584"/>
              <a:ext cx="0" cy="1440"/>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2984" name="Line 2056"/>
            <p:cNvSpPr>
              <a:spLocks noChangeShapeType="1"/>
            </p:cNvSpPr>
            <p:nvPr/>
          </p:nvSpPr>
          <p:spPr bwMode="auto">
            <a:xfrm>
              <a:off x="2016" y="1584"/>
              <a:ext cx="0" cy="1440"/>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2985" name="Line 2057"/>
            <p:cNvSpPr>
              <a:spLocks noChangeShapeType="1"/>
            </p:cNvSpPr>
            <p:nvPr/>
          </p:nvSpPr>
          <p:spPr bwMode="auto">
            <a:xfrm>
              <a:off x="2304" y="1584"/>
              <a:ext cx="0" cy="1440"/>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2986" name="Line 2058"/>
            <p:cNvSpPr>
              <a:spLocks noChangeShapeType="1"/>
            </p:cNvSpPr>
            <p:nvPr/>
          </p:nvSpPr>
          <p:spPr bwMode="auto">
            <a:xfrm>
              <a:off x="1152" y="1872"/>
              <a:ext cx="1440" cy="0"/>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2987" name="Line 2059"/>
            <p:cNvSpPr>
              <a:spLocks noChangeShapeType="1"/>
            </p:cNvSpPr>
            <p:nvPr/>
          </p:nvSpPr>
          <p:spPr bwMode="auto">
            <a:xfrm>
              <a:off x="1152" y="2160"/>
              <a:ext cx="1440" cy="0"/>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2988" name="Line 2060"/>
            <p:cNvSpPr>
              <a:spLocks noChangeShapeType="1"/>
            </p:cNvSpPr>
            <p:nvPr/>
          </p:nvSpPr>
          <p:spPr bwMode="auto">
            <a:xfrm>
              <a:off x="1152" y="2448"/>
              <a:ext cx="1440" cy="0"/>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2989" name="Line 2061"/>
            <p:cNvSpPr>
              <a:spLocks noChangeShapeType="1"/>
            </p:cNvSpPr>
            <p:nvPr/>
          </p:nvSpPr>
          <p:spPr bwMode="auto">
            <a:xfrm>
              <a:off x="1152" y="2736"/>
              <a:ext cx="1440" cy="0"/>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grpSp>
          <p:nvGrpSpPr>
            <p:cNvPr id="382990" name="Group 2062"/>
            <p:cNvGrpSpPr>
              <a:grpSpLocks/>
            </p:cNvGrpSpPr>
            <p:nvPr/>
          </p:nvGrpSpPr>
          <p:grpSpPr bwMode="auto">
            <a:xfrm>
              <a:off x="1104" y="1536"/>
              <a:ext cx="1536" cy="96"/>
              <a:chOff x="1104" y="1536"/>
              <a:chExt cx="1536" cy="96"/>
            </a:xfrm>
          </p:grpSpPr>
          <p:sp>
            <p:nvSpPr>
              <p:cNvPr id="382991" name="Oval 2063"/>
              <p:cNvSpPr>
                <a:spLocks noChangeArrowheads="1"/>
              </p:cNvSpPr>
              <p:nvPr/>
            </p:nvSpPr>
            <p:spPr bwMode="auto">
              <a:xfrm>
                <a:off x="1104"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2992" name="Oval 2064"/>
              <p:cNvSpPr>
                <a:spLocks noChangeArrowheads="1"/>
              </p:cNvSpPr>
              <p:nvPr/>
            </p:nvSpPr>
            <p:spPr bwMode="auto">
              <a:xfrm>
                <a:off x="1392"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2993" name="Oval 2065"/>
              <p:cNvSpPr>
                <a:spLocks noChangeArrowheads="1"/>
              </p:cNvSpPr>
              <p:nvPr/>
            </p:nvSpPr>
            <p:spPr bwMode="auto">
              <a:xfrm>
                <a:off x="1680"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2994" name="Oval 2066"/>
              <p:cNvSpPr>
                <a:spLocks noChangeArrowheads="1"/>
              </p:cNvSpPr>
              <p:nvPr/>
            </p:nvSpPr>
            <p:spPr bwMode="auto">
              <a:xfrm>
                <a:off x="1968"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2995" name="Oval 2067"/>
              <p:cNvSpPr>
                <a:spLocks noChangeArrowheads="1"/>
              </p:cNvSpPr>
              <p:nvPr/>
            </p:nvSpPr>
            <p:spPr bwMode="auto">
              <a:xfrm>
                <a:off x="2256"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2996" name="Oval 2068"/>
              <p:cNvSpPr>
                <a:spLocks noChangeArrowheads="1"/>
              </p:cNvSpPr>
              <p:nvPr/>
            </p:nvSpPr>
            <p:spPr bwMode="auto">
              <a:xfrm>
                <a:off x="2544"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grpSp>
        <p:grpSp>
          <p:nvGrpSpPr>
            <p:cNvPr id="382997" name="Group 2069"/>
            <p:cNvGrpSpPr>
              <a:grpSpLocks/>
            </p:cNvGrpSpPr>
            <p:nvPr/>
          </p:nvGrpSpPr>
          <p:grpSpPr bwMode="auto">
            <a:xfrm>
              <a:off x="1104" y="1824"/>
              <a:ext cx="1536" cy="96"/>
              <a:chOff x="1104" y="1536"/>
              <a:chExt cx="1536" cy="96"/>
            </a:xfrm>
          </p:grpSpPr>
          <p:sp>
            <p:nvSpPr>
              <p:cNvPr id="382998" name="Oval 2070"/>
              <p:cNvSpPr>
                <a:spLocks noChangeArrowheads="1"/>
              </p:cNvSpPr>
              <p:nvPr/>
            </p:nvSpPr>
            <p:spPr bwMode="auto">
              <a:xfrm>
                <a:off x="1104"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2999" name="Oval 2071"/>
              <p:cNvSpPr>
                <a:spLocks noChangeArrowheads="1"/>
              </p:cNvSpPr>
              <p:nvPr/>
            </p:nvSpPr>
            <p:spPr bwMode="auto">
              <a:xfrm>
                <a:off x="1392"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00" name="Oval 2072"/>
              <p:cNvSpPr>
                <a:spLocks noChangeArrowheads="1"/>
              </p:cNvSpPr>
              <p:nvPr/>
            </p:nvSpPr>
            <p:spPr bwMode="auto">
              <a:xfrm>
                <a:off x="1680"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01" name="Oval 2073"/>
              <p:cNvSpPr>
                <a:spLocks noChangeArrowheads="1"/>
              </p:cNvSpPr>
              <p:nvPr/>
            </p:nvSpPr>
            <p:spPr bwMode="auto">
              <a:xfrm>
                <a:off x="1968"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02" name="Oval 2074"/>
              <p:cNvSpPr>
                <a:spLocks noChangeArrowheads="1"/>
              </p:cNvSpPr>
              <p:nvPr/>
            </p:nvSpPr>
            <p:spPr bwMode="auto">
              <a:xfrm>
                <a:off x="2256"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03" name="Oval 2075"/>
              <p:cNvSpPr>
                <a:spLocks noChangeArrowheads="1"/>
              </p:cNvSpPr>
              <p:nvPr/>
            </p:nvSpPr>
            <p:spPr bwMode="auto">
              <a:xfrm>
                <a:off x="2544"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grpSp>
        <p:grpSp>
          <p:nvGrpSpPr>
            <p:cNvPr id="383004" name="Group 2076"/>
            <p:cNvGrpSpPr>
              <a:grpSpLocks/>
            </p:cNvGrpSpPr>
            <p:nvPr/>
          </p:nvGrpSpPr>
          <p:grpSpPr bwMode="auto">
            <a:xfrm>
              <a:off x="1104" y="2112"/>
              <a:ext cx="1536" cy="96"/>
              <a:chOff x="1104" y="1536"/>
              <a:chExt cx="1536" cy="96"/>
            </a:xfrm>
          </p:grpSpPr>
          <p:sp>
            <p:nvSpPr>
              <p:cNvPr id="383005" name="Oval 2077"/>
              <p:cNvSpPr>
                <a:spLocks noChangeArrowheads="1"/>
              </p:cNvSpPr>
              <p:nvPr/>
            </p:nvSpPr>
            <p:spPr bwMode="auto">
              <a:xfrm>
                <a:off x="1104"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06" name="Oval 2078"/>
              <p:cNvSpPr>
                <a:spLocks noChangeArrowheads="1"/>
              </p:cNvSpPr>
              <p:nvPr/>
            </p:nvSpPr>
            <p:spPr bwMode="auto">
              <a:xfrm>
                <a:off x="1392"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07" name="Oval 2079"/>
              <p:cNvSpPr>
                <a:spLocks noChangeArrowheads="1"/>
              </p:cNvSpPr>
              <p:nvPr/>
            </p:nvSpPr>
            <p:spPr bwMode="auto">
              <a:xfrm>
                <a:off x="1680"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08" name="Oval 2080"/>
              <p:cNvSpPr>
                <a:spLocks noChangeArrowheads="1"/>
              </p:cNvSpPr>
              <p:nvPr/>
            </p:nvSpPr>
            <p:spPr bwMode="auto">
              <a:xfrm>
                <a:off x="1968"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09" name="Oval 2081"/>
              <p:cNvSpPr>
                <a:spLocks noChangeArrowheads="1"/>
              </p:cNvSpPr>
              <p:nvPr/>
            </p:nvSpPr>
            <p:spPr bwMode="auto">
              <a:xfrm>
                <a:off x="2256"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10" name="Oval 2082"/>
              <p:cNvSpPr>
                <a:spLocks noChangeArrowheads="1"/>
              </p:cNvSpPr>
              <p:nvPr/>
            </p:nvSpPr>
            <p:spPr bwMode="auto">
              <a:xfrm>
                <a:off x="2544"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grpSp>
        <p:grpSp>
          <p:nvGrpSpPr>
            <p:cNvPr id="383011" name="Group 2083"/>
            <p:cNvGrpSpPr>
              <a:grpSpLocks/>
            </p:cNvGrpSpPr>
            <p:nvPr/>
          </p:nvGrpSpPr>
          <p:grpSpPr bwMode="auto">
            <a:xfrm>
              <a:off x="1104" y="2400"/>
              <a:ext cx="1536" cy="96"/>
              <a:chOff x="1104" y="1536"/>
              <a:chExt cx="1536" cy="96"/>
            </a:xfrm>
          </p:grpSpPr>
          <p:sp>
            <p:nvSpPr>
              <p:cNvPr id="383012" name="Oval 2084"/>
              <p:cNvSpPr>
                <a:spLocks noChangeArrowheads="1"/>
              </p:cNvSpPr>
              <p:nvPr/>
            </p:nvSpPr>
            <p:spPr bwMode="auto">
              <a:xfrm>
                <a:off x="1104"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13" name="Oval 2085"/>
              <p:cNvSpPr>
                <a:spLocks noChangeArrowheads="1"/>
              </p:cNvSpPr>
              <p:nvPr/>
            </p:nvSpPr>
            <p:spPr bwMode="auto">
              <a:xfrm>
                <a:off x="1392"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14" name="Oval 2086"/>
              <p:cNvSpPr>
                <a:spLocks noChangeArrowheads="1"/>
              </p:cNvSpPr>
              <p:nvPr/>
            </p:nvSpPr>
            <p:spPr bwMode="auto">
              <a:xfrm>
                <a:off x="1680"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15" name="Oval 2087"/>
              <p:cNvSpPr>
                <a:spLocks noChangeArrowheads="1"/>
              </p:cNvSpPr>
              <p:nvPr/>
            </p:nvSpPr>
            <p:spPr bwMode="auto">
              <a:xfrm>
                <a:off x="1968"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16" name="Oval 2088"/>
              <p:cNvSpPr>
                <a:spLocks noChangeArrowheads="1"/>
              </p:cNvSpPr>
              <p:nvPr/>
            </p:nvSpPr>
            <p:spPr bwMode="auto">
              <a:xfrm>
                <a:off x="2256"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17" name="Oval 2089"/>
              <p:cNvSpPr>
                <a:spLocks noChangeArrowheads="1"/>
              </p:cNvSpPr>
              <p:nvPr/>
            </p:nvSpPr>
            <p:spPr bwMode="auto">
              <a:xfrm>
                <a:off x="2544"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grpSp>
        <p:grpSp>
          <p:nvGrpSpPr>
            <p:cNvPr id="383018" name="Group 2090"/>
            <p:cNvGrpSpPr>
              <a:grpSpLocks/>
            </p:cNvGrpSpPr>
            <p:nvPr/>
          </p:nvGrpSpPr>
          <p:grpSpPr bwMode="auto">
            <a:xfrm>
              <a:off x="1104" y="2688"/>
              <a:ext cx="1536" cy="96"/>
              <a:chOff x="1104" y="1536"/>
              <a:chExt cx="1536" cy="96"/>
            </a:xfrm>
          </p:grpSpPr>
          <p:sp>
            <p:nvSpPr>
              <p:cNvPr id="383019" name="Oval 2091"/>
              <p:cNvSpPr>
                <a:spLocks noChangeArrowheads="1"/>
              </p:cNvSpPr>
              <p:nvPr/>
            </p:nvSpPr>
            <p:spPr bwMode="auto">
              <a:xfrm>
                <a:off x="1104"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20" name="Oval 2092"/>
              <p:cNvSpPr>
                <a:spLocks noChangeArrowheads="1"/>
              </p:cNvSpPr>
              <p:nvPr/>
            </p:nvSpPr>
            <p:spPr bwMode="auto">
              <a:xfrm>
                <a:off x="1392"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21" name="Oval 2093"/>
              <p:cNvSpPr>
                <a:spLocks noChangeArrowheads="1"/>
              </p:cNvSpPr>
              <p:nvPr/>
            </p:nvSpPr>
            <p:spPr bwMode="auto">
              <a:xfrm>
                <a:off x="1680"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22" name="Oval 2094"/>
              <p:cNvSpPr>
                <a:spLocks noChangeArrowheads="1"/>
              </p:cNvSpPr>
              <p:nvPr/>
            </p:nvSpPr>
            <p:spPr bwMode="auto">
              <a:xfrm>
                <a:off x="1968"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23" name="Oval 2095"/>
              <p:cNvSpPr>
                <a:spLocks noChangeArrowheads="1"/>
              </p:cNvSpPr>
              <p:nvPr/>
            </p:nvSpPr>
            <p:spPr bwMode="auto">
              <a:xfrm>
                <a:off x="2256"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24" name="Oval 2096"/>
              <p:cNvSpPr>
                <a:spLocks noChangeArrowheads="1"/>
              </p:cNvSpPr>
              <p:nvPr/>
            </p:nvSpPr>
            <p:spPr bwMode="auto">
              <a:xfrm>
                <a:off x="2544"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grpSp>
        <p:grpSp>
          <p:nvGrpSpPr>
            <p:cNvPr id="383025" name="Group 2097"/>
            <p:cNvGrpSpPr>
              <a:grpSpLocks/>
            </p:cNvGrpSpPr>
            <p:nvPr/>
          </p:nvGrpSpPr>
          <p:grpSpPr bwMode="auto">
            <a:xfrm>
              <a:off x="1104" y="2976"/>
              <a:ext cx="1536" cy="96"/>
              <a:chOff x="1104" y="1536"/>
              <a:chExt cx="1536" cy="96"/>
            </a:xfrm>
          </p:grpSpPr>
          <p:sp>
            <p:nvSpPr>
              <p:cNvPr id="383026" name="Oval 2098"/>
              <p:cNvSpPr>
                <a:spLocks noChangeArrowheads="1"/>
              </p:cNvSpPr>
              <p:nvPr/>
            </p:nvSpPr>
            <p:spPr bwMode="auto">
              <a:xfrm>
                <a:off x="1104"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27" name="Oval 2099"/>
              <p:cNvSpPr>
                <a:spLocks noChangeArrowheads="1"/>
              </p:cNvSpPr>
              <p:nvPr/>
            </p:nvSpPr>
            <p:spPr bwMode="auto">
              <a:xfrm>
                <a:off x="1392"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28" name="Oval 2100"/>
              <p:cNvSpPr>
                <a:spLocks noChangeArrowheads="1"/>
              </p:cNvSpPr>
              <p:nvPr/>
            </p:nvSpPr>
            <p:spPr bwMode="auto">
              <a:xfrm>
                <a:off x="1680"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29" name="Oval 2101"/>
              <p:cNvSpPr>
                <a:spLocks noChangeArrowheads="1"/>
              </p:cNvSpPr>
              <p:nvPr/>
            </p:nvSpPr>
            <p:spPr bwMode="auto">
              <a:xfrm>
                <a:off x="1968"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30" name="Oval 2102"/>
              <p:cNvSpPr>
                <a:spLocks noChangeArrowheads="1"/>
              </p:cNvSpPr>
              <p:nvPr/>
            </p:nvSpPr>
            <p:spPr bwMode="auto">
              <a:xfrm>
                <a:off x="2256"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31" name="Oval 2103"/>
              <p:cNvSpPr>
                <a:spLocks noChangeArrowheads="1"/>
              </p:cNvSpPr>
              <p:nvPr/>
            </p:nvSpPr>
            <p:spPr bwMode="auto">
              <a:xfrm>
                <a:off x="2544" y="153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grpSp>
      </p:grpSp>
      <p:grpSp>
        <p:nvGrpSpPr>
          <p:cNvPr id="383050" name="Group 2122"/>
          <p:cNvGrpSpPr>
            <a:grpSpLocks/>
          </p:cNvGrpSpPr>
          <p:nvPr/>
        </p:nvGrpSpPr>
        <p:grpSpPr bwMode="auto">
          <a:xfrm>
            <a:off x="1903413" y="2270125"/>
            <a:ext cx="153987" cy="2436813"/>
            <a:chOff x="1218" y="1728"/>
            <a:chExt cx="97" cy="1535"/>
          </a:xfrm>
        </p:grpSpPr>
        <p:sp>
          <p:nvSpPr>
            <p:cNvPr id="383033" name="Line 2105"/>
            <p:cNvSpPr>
              <a:spLocks noChangeShapeType="1"/>
            </p:cNvSpPr>
            <p:nvPr/>
          </p:nvSpPr>
          <p:spPr bwMode="auto">
            <a:xfrm rot="-5399992">
              <a:off x="551" y="2504"/>
              <a:ext cx="1440" cy="0"/>
            </a:xfrm>
            <a:prstGeom prst="line">
              <a:avLst/>
            </a:prstGeom>
            <a:noFill/>
            <a:ln w="12700">
              <a:solidFill>
                <a:schemeClr val="tx1"/>
              </a:solidFill>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35" name="Oval 2107"/>
            <p:cNvSpPr>
              <a:spLocks noChangeArrowheads="1"/>
            </p:cNvSpPr>
            <p:nvPr/>
          </p:nvSpPr>
          <p:spPr bwMode="auto">
            <a:xfrm rot="-5399992">
              <a:off x="1218" y="3167"/>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36" name="Oval 2108"/>
            <p:cNvSpPr>
              <a:spLocks noChangeArrowheads="1"/>
            </p:cNvSpPr>
            <p:nvPr/>
          </p:nvSpPr>
          <p:spPr bwMode="auto">
            <a:xfrm rot="-5399992">
              <a:off x="1218" y="2879"/>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37" name="Oval 2109"/>
            <p:cNvSpPr>
              <a:spLocks noChangeArrowheads="1"/>
            </p:cNvSpPr>
            <p:nvPr/>
          </p:nvSpPr>
          <p:spPr bwMode="auto">
            <a:xfrm rot="-5399992">
              <a:off x="1218" y="2591"/>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38" name="Oval 2110"/>
            <p:cNvSpPr>
              <a:spLocks noChangeArrowheads="1"/>
            </p:cNvSpPr>
            <p:nvPr/>
          </p:nvSpPr>
          <p:spPr bwMode="auto">
            <a:xfrm rot="-5399992">
              <a:off x="1219" y="2304"/>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39" name="Oval 2111"/>
            <p:cNvSpPr>
              <a:spLocks noChangeArrowheads="1"/>
            </p:cNvSpPr>
            <p:nvPr/>
          </p:nvSpPr>
          <p:spPr bwMode="auto">
            <a:xfrm rot="-5399992">
              <a:off x="1219" y="2016"/>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40" name="Oval 2112"/>
            <p:cNvSpPr>
              <a:spLocks noChangeArrowheads="1"/>
            </p:cNvSpPr>
            <p:nvPr/>
          </p:nvSpPr>
          <p:spPr bwMode="auto">
            <a:xfrm rot="-5399992">
              <a:off x="1219" y="1728"/>
              <a:ext cx="96" cy="96"/>
            </a:xfrm>
            <a:prstGeom prst="ellipse">
              <a:avLst/>
            </a:prstGeom>
            <a:solidFill>
              <a:schemeClr val="accent2"/>
            </a:solidFill>
            <a:ln w="12700">
              <a:solidFill>
                <a:schemeClr val="accent2"/>
              </a:solidFill>
              <a:round/>
              <a:headEnd type="none" w="sm" len="sm"/>
              <a:tailEnd type="none" w="sm" len="sm"/>
            </a:ln>
            <a:effectLst/>
            <a:extLs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nchor="ct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grpSp>
      <p:sp>
        <p:nvSpPr>
          <p:cNvPr id="383042" name="Line 2114"/>
          <p:cNvSpPr>
            <a:spLocks noChangeShapeType="1"/>
          </p:cNvSpPr>
          <p:nvPr/>
        </p:nvSpPr>
        <p:spPr bwMode="auto">
          <a:xfrm>
            <a:off x="1420813" y="3502025"/>
            <a:ext cx="5989637" cy="0"/>
          </a:xfrm>
          <a:prstGeom prst="line">
            <a:avLst/>
          </a:prstGeom>
          <a:noFill/>
          <a:ln w="57150">
            <a:solidFill>
              <a:schemeClr val="accent1"/>
            </a:solidFill>
            <a:prstDash val="dash"/>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43" name="Text Box 2115"/>
          <p:cNvSpPr txBox="1">
            <a:spLocks noChangeArrowheads="1"/>
          </p:cNvSpPr>
          <p:nvPr/>
        </p:nvSpPr>
        <p:spPr bwMode="auto">
          <a:xfrm>
            <a:off x="487363" y="3028950"/>
            <a:ext cx="1368425" cy="7016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spAutoFit/>
          </a:bodyPr>
          <a:lstStyle/>
          <a:p>
            <a:pPr algn="ctr" eaLnBrk="0" fontAlgn="base" hangingPunct="0">
              <a:spcBef>
                <a:spcPct val="0"/>
              </a:spcBef>
              <a:spcAft>
                <a:spcPct val="0"/>
              </a:spcAft>
            </a:pPr>
            <a:r>
              <a:rPr lang="en-US" sz="2000" b="1">
                <a:solidFill>
                  <a:srgbClr val="FC0128"/>
                </a:solidFill>
                <a:latin typeface="Arial" charset="0"/>
                <a:ea typeface="ＭＳ Ｐゴシック" charset="0"/>
              </a:rPr>
              <a:t>bisection </a:t>
            </a:r>
          </a:p>
          <a:p>
            <a:pPr algn="ctr" eaLnBrk="0" fontAlgn="base" hangingPunct="0">
              <a:spcBef>
                <a:spcPct val="0"/>
              </a:spcBef>
              <a:spcAft>
                <a:spcPct val="0"/>
              </a:spcAft>
            </a:pPr>
            <a:r>
              <a:rPr lang="en-US" sz="2000" b="1">
                <a:solidFill>
                  <a:srgbClr val="FC0128"/>
                </a:solidFill>
                <a:latin typeface="Arial" charset="0"/>
                <a:ea typeface="ＭＳ Ｐゴシック" charset="0"/>
              </a:rPr>
              <a:t>cut</a:t>
            </a:r>
          </a:p>
        </p:txBody>
      </p:sp>
      <p:sp>
        <p:nvSpPr>
          <p:cNvPr id="383044" name="Line 2116"/>
          <p:cNvSpPr>
            <a:spLocks noChangeShapeType="1"/>
          </p:cNvSpPr>
          <p:nvPr/>
        </p:nvSpPr>
        <p:spPr bwMode="auto">
          <a:xfrm>
            <a:off x="4273550" y="3979863"/>
            <a:ext cx="1524000" cy="0"/>
          </a:xfrm>
          <a:prstGeom prst="line">
            <a:avLst/>
          </a:prstGeom>
          <a:noFill/>
          <a:ln w="57150">
            <a:solidFill>
              <a:srgbClr val="006600"/>
            </a:solidFill>
            <a:prstDash val="dash"/>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45" name="Line 2117"/>
          <p:cNvSpPr>
            <a:spLocks noChangeShapeType="1"/>
          </p:cNvSpPr>
          <p:nvPr/>
        </p:nvSpPr>
        <p:spPr bwMode="auto">
          <a:xfrm>
            <a:off x="5797550" y="3028950"/>
            <a:ext cx="1612900" cy="0"/>
          </a:xfrm>
          <a:prstGeom prst="line">
            <a:avLst/>
          </a:prstGeom>
          <a:noFill/>
          <a:ln w="57150">
            <a:solidFill>
              <a:srgbClr val="006600"/>
            </a:solidFill>
            <a:prstDash val="dash"/>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46" name="Line 2118"/>
          <p:cNvSpPr>
            <a:spLocks noChangeShapeType="1"/>
          </p:cNvSpPr>
          <p:nvPr/>
        </p:nvSpPr>
        <p:spPr bwMode="auto">
          <a:xfrm>
            <a:off x="5797550" y="3028950"/>
            <a:ext cx="0" cy="950913"/>
          </a:xfrm>
          <a:prstGeom prst="line">
            <a:avLst/>
          </a:prstGeom>
          <a:noFill/>
          <a:ln w="57150">
            <a:solidFill>
              <a:srgbClr val="006600"/>
            </a:solidFill>
            <a:prstDash val="dash"/>
            <a:round/>
            <a:headEnd type="none" w="sm" len="sm"/>
            <a:tailEnd type="none" w="sm" len="sm"/>
          </a:ln>
          <a:effectLst/>
          <a:extLst>
            <a:ext uri="{909E8E84-426E-40dd-AFC4-6F175D3DCCD1}">
              <a14:hiddenFill xmlns="" xmlns:a14="http://schemas.microsoft.com/office/drawing/2010/main">
                <a:no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a:lstStyle/>
          <a:p>
            <a:pPr eaLnBrk="0" fontAlgn="base" hangingPunct="0">
              <a:spcBef>
                <a:spcPct val="0"/>
              </a:spcBef>
              <a:spcAft>
                <a:spcPct val="0"/>
              </a:spcAft>
            </a:pPr>
            <a:endParaRPr lang="en-US" sz="2000" b="1">
              <a:solidFill>
                <a:srgbClr val="FC0128"/>
              </a:solidFill>
              <a:latin typeface="Arial" charset="0"/>
              <a:ea typeface="ＭＳ Ｐゴシック" charset="0"/>
            </a:endParaRPr>
          </a:p>
        </p:txBody>
      </p:sp>
      <p:sp>
        <p:nvSpPr>
          <p:cNvPr id="383047" name="Text Box 2119"/>
          <p:cNvSpPr txBox="1">
            <a:spLocks noChangeArrowheads="1"/>
          </p:cNvSpPr>
          <p:nvPr/>
        </p:nvSpPr>
        <p:spPr bwMode="auto">
          <a:xfrm>
            <a:off x="7380288" y="2446338"/>
            <a:ext cx="1298575" cy="1006475"/>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12700">
                <a:solidFill>
                  <a:schemeClr val="tx1"/>
                </a:solidFill>
                <a:miter lim="800000"/>
                <a:headEnd type="none" w="sm" len="sm"/>
                <a:tailEnd type="none" w="sm" len="sm"/>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wrap="none">
            <a:spAutoFit/>
          </a:bodyPr>
          <a:lstStyle/>
          <a:p>
            <a:pPr eaLnBrk="0" fontAlgn="base" hangingPunct="0">
              <a:spcBef>
                <a:spcPct val="0"/>
              </a:spcBef>
              <a:spcAft>
                <a:spcPct val="0"/>
              </a:spcAft>
            </a:pPr>
            <a:r>
              <a:rPr lang="en-US" sz="2000" b="1">
                <a:solidFill>
                  <a:srgbClr val="006600"/>
                </a:solidFill>
                <a:latin typeface="Arial" charset="0"/>
                <a:ea typeface="ＭＳ Ｐゴシック" charset="0"/>
              </a:rPr>
              <a:t>not a </a:t>
            </a:r>
          </a:p>
          <a:p>
            <a:pPr eaLnBrk="0" fontAlgn="base" hangingPunct="0">
              <a:spcBef>
                <a:spcPct val="0"/>
              </a:spcBef>
              <a:spcAft>
                <a:spcPct val="0"/>
              </a:spcAft>
            </a:pPr>
            <a:r>
              <a:rPr lang="en-US" sz="2000" b="1">
                <a:solidFill>
                  <a:srgbClr val="006600"/>
                </a:solidFill>
                <a:latin typeface="Arial" charset="0"/>
                <a:ea typeface="ＭＳ Ｐゴシック" charset="0"/>
              </a:rPr>
              <a:t>bisection</a:t>
            </a:r>
          </a:p>
          <a:p>
            <a:pPr eaLnBrk="0" fontAlgn="base" hangingPunct="0">
              <a:spcBef>
                <a:spcPct val="0"/>
              </a:spcBef>
              <a:spcAft>
                <a:spcPct val="0"/>
              </a:spcAft>
            </a:pPr>
            <a:r>
              <a:rPr lang="en-US" sz="2000" b="1">
                <a:solidFill>
                  <a:srgbClr val="006600"/>
                </a:solidFill>
                <a:latin typeface="Arial" charset="0"/>
                <a:ea typeface="ＭＳ Ｐゴシック" charset="0"/>
              </a:rPr>
              <a:t>cut </a:t>
            </a:r>
          </a:p>
        </p:txBody>
      </p:sp>
      <p:sp>
        <p:nvSpPr>
          <p:cNvPr id="383048" name="Rectangle 2120"/>
          <p:cNvSpPr>
            <a:spLocks noChangeArrowheads="1"/>
          </p:cNvSpPr>
          <p:nvPr/>
        </p:nvSpPr>
        <p:spPr bwMode="auto">
          <a:xfrm>
            <a:off x="312738" y="4764088"/>
            <a:ext cx="3486150" cy="355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63500" tIns="25400" rIns="63500" bIns="25400">
            <a:spAutoFit/>
          </a:bodyPr>
          <a:lstStyle/>
          <a:p>
            <a:pPr algn="ctr" eaLnBrk="0" fontAlgn="base" hangingPunct="0">
              <a:spcBef>
                <a:spcPct val="15000"/>
              </a:spcBef>
              <a:spcAft>
                <a:spcPct val="0"/>
              </a:spcAft>
              <a:buSzPct val="100000"/>
            </a:pPr>
            <a:r>
              <a:rPr lang="en-US" sz="2000" b="1" i="1">
                <a:solidFill>
                  <a:srgbClr val="000066"/>
                </a:solidFill>
                <a:latin typeface="Arial" charset="0"/>
                <a:ea typeface="ＭＳ Ｐゴシック" charset="0"/>
              </a:rPr>
              <a:t>bisection bw= link bw</a:t>
            </a:r>
          </a:p>
        </p:txBody>
      </p:sp>
      <p:sp>
        <p:nvSpPr>
          <p:cNvPr id="383049" name="Rectangle 2121"/>
          <p:cNvSpPr>
            <a:spLocks noChangeArrowheads="1"/>
          </p:cNvSpPr>
          <p:nvPr/>
        </p:nvSpPr>
        <p:spPr bwMode="auto">
          <a:xfrm>
            <a:off x="4156075" y="4764088"/>
            <a:ext cx="3870325" cy="35560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63500" tIns="25400" rIns="63500" bIns="25400">
            <a:spAutoFit/>
          </a:bodyPr>
          <a:lstStyle/>
          <a:p>
            <a:pPr algn="ctr" eaLnBrk="0" fontAlgn="base" hangingPunct="0">
              <a:spcBef>
                <a:spcPct val="15000"/>
              </a:spcBef>
              <a:spcAft>
                <a:spcPct val="0"/>
              </a:spcAft>
              <a:buSzPct val="100000"/>
            </a:pPr>
            <a:r>
              <a:rPr lang="en-US" sz="2000" b="1" i="1">
                <a:solidFill>
                  <a:srgbClr val="000066"/>
                </a:solidFill>
                <a:latin typeface="Arial" charset="0"/>
                <a:ea typeface="ＭＳ Ｐゴシック" charset="0"/>
              </a:rPr>
              <a:t>bisection bw = sqrt(n) * link bw</a:t>
            </a:r>
          </a:p>
        </p:txBody>
      </p:sp>
      <p:sp>
        <p:nvSpPr>
          <p:cNvPr id="383051" name="Rectangle 2123"/>
          <p:cNvSpPr>
            <a:spLocks noChangeArrowheads="1"/>
          </p:cNvSpPr>
          <p:nvPr/>
        </p:nvSpPr>
        <p:spPr bwMode="auto">
          <a:xfrm>
            <a:off x="488950" y="5470525"/>
            <a:ext cx="8001000" cy="781050"/>
          </a:xfrm>
          <a:prstGeom prst="rect">
            <a:avLst/>
          </a:prstGeom>
          <a:noFill/>
          <a:ln>
            <a:noFill/>
          </a:ln>
          <a:effectLst/>
          <a:extLst>
            <a:ext uri="{909E8E84-426E-40dd-AFC4-6F175D3DCCD1}">
              <a14:hiddenFill xmlns="" xmlns:a14="http://schemas.microsoft.com/office/drawing/2010/main">
                <a:solidFill>
                  <a:schemeClr val="accent1"/>
                </a:solidFill>
              </a14:hiddenFill>
            </a:ext>
            <a:ext uri="{91240B29-F687-4f45-9708-019B960494DF}">
              <a14:hiddenLine xmlns="" xmlns:a14="http://schemas.microsoft.com/office/drawing/2010/main" w="9525">
                <a:solidFill>
                  <a:schemeClr val="tx1"/>
                </a:solidFill>
                <a:miter lim="800000"/>
                <a:headEnd/>
                <a:tailEnd/>
              </a14:hiddenLine>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p:spPr>
        <p:txBody>
          <a:bodyPr lIns="63500" tIns="25400" rIns="63500" bIns="25400">
            <a:spAutoFit/>
          </a:bodyPr>
          <a:lstStyle/>
          <a:p>
            <a:pPr marL="203200" indent="-203200" eaLnBrk="0" fontAlgn="base" hangingPunct="0">
              <a:spcBef>
                <a:spcPct val="15000"/>
              </a:spcBef>
              <a:spcAft>
                <a:spcPct val="0"/>
              </a:spcAft>
              <a:buSzPct val="100000"/>
              <a:buFontTx/>
              <a:buChar char="•"/>
            </a:pPr>
            <a:r>
              <a:rPr lang="en-US" sz="2400">
                <a:solidFill>
                  <a:srgbClr val="000000"/>
                </a:solidFill>
                <a:latin typeface="Arial" charset="0"/>
                <a:ea typeface="ＭＳ Ｐゴシック" charset="0"/>
              </a:rPr>
              <a:t>Bisection bandwidth is important for algorithms in which all processors need to communicate with all others</a:t>
            </a:r>
          </a:p>
        </p:txBody>
      </p:sp>
    </p:spTree>
    <p:extLst>
      <p:ext uri="{BB962C8B-B14F-4D97-AF65-F5344CB8AC3E}">
        <p14:creationId xmlns:p14="http://schemas.microsoft.com/office/powerpoint/2010/main" val="1010491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9218" name="Title 1"/>
          <p:cNvSpPr>
            <a:spLocks noGrp="1"/>
          </p:cNvSpPr>
          <p:nvPr>
            <p:ph type="title"/>
          </p:nvPr>
        </p:nvSpPr>
        <p:spPr>
          <a:xfrm>
            <a:off x="838200" y="304800"/>
            <a:ext cx="7772400" cy="1143000"/>
          </a:xfrm>
        </p:spPr>
        <p:txBody>
          <a:bodyPr>
            <a:normAutofit fontScale="90000"/>
          </a:bodyPr>
          <a:lstStyle/>
          <a:p>
            <a:r>
              <a:rPr lang="en-US" sz="3600"/>
              <a:t>Cisco Recommended DC Structure: Illustration</a:t>
            </a:r>
          </a:p>
        </p:txBody>
      </p:sp>
      <p:sp>
        <p:nvSpPr>
          <p:cNvPr id="9219" name="Slide Number Placeholder 2"/>
          <p:cNvSpPr>
            <a:spLocks noGrp="1"/>
          </p:cNvSpPr>
          <p:nvPr>
            <p:ph type="sldNum" sz="quarter" idx="10"/>
          </p:nvPr>
        </p:nvSpPr>
        <p:spPr>
          <a:noFill/>
        </p:spPr>
        <p:txBody>
          <a:bodyPr/>
          <a:lstStyle/>
          <a:p>
            <a:fld id="{82C8932B-8D63-4544-8DF8-289A4D12375D}" type="slidenum">
              <a:rPr lang="en-US" smtClean="0"/>
              <a:pPr/>
              <a:t>41</a:t>
            </a:fld>
            <a:endParaRPr lang="en-US"/>
          </a:p>
        </p:txBody>
      </p:sp>
      <p:grpSp>
        <p:nvGrpSpPr>
          <p:cNvPr id="2" name="Group 97"/>
          <p:cNvGrpSpPr>
            <a:grpSpLocks/>
          </p:cNvGrpSpPr>
          <p:nvPr/>
        </p:nvGrpSpPr>
        <p:grpSpPr bwMode="auto">
          <a:xfrm>
            <a:off x="762000" y="1600200"/>
            <a:ext cx="7772400" cy="4070350"/>
            <a:chOff x="762000" y="990600"/>
            <a:chExt cx="7078772" cy="4757221"/>
          </a:xfrm>
        </p:grpSpPr>
        <p:sp>
          <p:nvSpPr>
            <p:cNvPr id="6" name="Cloud"/>
            <p:cNvSpPr>
              <a:spLocks noChangeAspect="1" noEditPoints="1" noChangeArrowheads="1"/>
            </p:cNvSpPr>
            <p:nvPr/>
          </p:nvSpPr>
          <p:spPr bwMode="auto">
            <a:xfrm>
              <a:off x="3201112" y="990600"/>
              <a:ext cx="2742735" cy="610424"/>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BE7D"/>
            </a:solidFill>
            <a:ln w="9525">
              <a:solidFill>
                <a:srgbClr val="000000"/>
              </a:solidFill>
              <a:miter lim="800000"/>
              <a:headEnd/>
              <a:tailEnd/>
            </a:ln>
            <a:effectLst>
              <a:outerShdw dist="107763" dir="2700000" algn="ctr" rotWithShape="0">
                <a:srgbClr val="808080"/>
              </a:outerShdw>
            </a:effectLst>
          </p:spPr>
          <p:txBody>
            <a:bodyPr/>
            <a:lstStyle/>
            <a:p>
              <a:pPr>
                <a:defRPr/>
              </a:pPr>
              <a:r>
                <a:rPr lang="en-US" sz="2000" dirty="0"/>
                <a:t>Internet</a:t>
              </a:r>
            </a:p>
          </p:txBody>
        </p:sp>
        <p:grpSp>
          <p:nvGrpSpPr>
            <p:cNvPr id="3" name="Group 95"/>
            <p:cNvGrpSpPr>
              <a:grpSpLocks/>
            </p:cNvGrpSpPr>
            <p:nvPr/>
          </p:nvGrpSpPr>
          <p:grpSpPr bwMode="auto">
            <a:xfrm>
              <a:off x="762000" y="1066800"/>
              <a:ext cx="7078772" cy="4681021"/>
              <a:chOff x="762000" y="1066800"/>
              <a:chExt cx="7078772" cy="4681021"/>
            </a:xfrm>
          </p:grpSpPr>
          <p:grpSp>
            <p:nvGrpSpPr>
              <p:cNvPr id="4" name="Group 91"/>
              <p:cNvGrpSpPr>
                <a:grpSpLocks/>
              </p:cNvGrpSpPr>
              <p:nvPr/>
            </p:nvGrpSpPr>
            <p:grpSpPr bwMode="auto">
              <a:xfrm>
                <a:off x="762000" y="1066800"/>
                <a:ext cx="6629400" cy="4421188"/>
                <a:chOff x="762000" y="1066800"/>
                <a:chExt cx="6629400" cy="4421188"/>
              </a:xfrm>
            </p:grpSpPr>
            <p:sp>
              <p:nvSpPr>
                <p:cNvPr id="9226" name="Oval 7"/>
                <p:cNvSpPr>
                  <a:spLocks noChangeArrowheads="1"/>
                </p:cNvSpPr>
                <p:nvPr/>
              </p:nvSpPr>
              <p:spPr bwMode="auto">
                <a:xfrm>
                  <a:off x="3744913" y="1447800"/>
                  <a:ext cx="288925" cy="274638"/>
                </a:xfrm>
                <a:prstGeom prst="ellipse">
                  <a:avLst/>
                </a:prstGeom>
                <a:solidFill>
                  <a:srgbClr val="99CCFF"/>
                </a:solidFill>
                <a:ln w="9525">
                  <a:solidFill>
                    <a:schemeClr val="tx1"/>
                  </a:solidFill>
                  <a:round/>
                  <a:headEnd/>
                  <a:tailEnd/>
                </a:ln>
              </p:spPr>
              <p:txBody>
                <a:bodyPr wrap="none" anchor="ctr"/>
                <a:lstStyle/>
                <a:p>
                  <a:r>
                    <a:rPr lang="en-US" sz="1400" dirty="0">
                      <a:latin typeface="Verdana" pitchFamily="34" charset="0"/>
                    </a:rPr>
                    <a:t>CR</a:t>
                  </a:r>
                  <a:endParaRPr lang="en-US" sz="1800" dirty="0">
                    <a:latin typeface="Verdana" pitchFamily="34" charset="0"/>
                  </a:endParaRPr>
                </a:p>
              </p:txBody>
            </p:sp>
            <p:sp>
              <p:nvSpPr>
                <p:cNvPr id="9227" name="Oval 8"/>
                <p:cNvSpPr>
                  <a:spLocks noChangeArrowheads="1"/>
                </p:cNvSpPr>
                <p:nvPr/>
              </p:nvSpPr>
              <p:spPr bwMode="auto">
                <a:xfrm>
                  <a:off x="5192713" y="1447800"/>
                  <a:ext cx="288925" cy="274638"/>
                </a:xfrm>
                <a:prstGeom prst="ellipse">
                  <a:avLst/>
                </a:prstGeom>
                <a:solidFill>
                  <a:srgbClr val="99CCFF"/>
                </a:solidFill>
                <a:ln w="9525">
                  <a:solidFill>
                    <a:schemeClr val="tx1"/>
                  </a:solidFill>
                  <a:round/>
                  <a:headEnd/>
                  <a:tailEnd/>
                </a:ln>
              </p:spPr>
              <p:txBody>
                <a:bodyPr wrap="none" anchor="ctr"/>
                <a:lstStyle/>
                <a:p>
                  <a:r>
                    <a:rPr lang="en-US" sz="1400">
                      <a:latin typeface="Verdana" pitchFamily="34" charset="0"/>
                    </a:rPr>
                    <a:t>CR</a:t>
                  </a:r>
                  <a:endParaRPr lang="en-US" sz="1800">
                    <a:latin typeface="Verdana" pitchFamily="34" charset="0"/>
                  </a:endParaRPr>
                </a:p>
              </p:txBody>
            </p:sp>
            <p:sp>
              <p:nvSpPr>
                <p:cNvPr id="9228" name="Oval 9"/>
                <p:cNvSpPr>
                  <a:spLocks noChangeArrowheads="1"/>
                </p:cNvSpPr>
                <p:nvPr/>
              </p:nvSpPr>
              <p:spPr bwMode="auto">
                <a:xfrm>
                  <a:off x="2776538" y="2332038"/>
                  <a:ext cx="288925" cy="274637"/>
                </a:xfrm>
                <a:prstGeom prst="ellipse">
                  <a:avLst/>
                </a:prstGeom>
                <a:solidFill>
                  <a:srgbClr val="99CCFF"/>
                </a:solidFill>
                <a:ln w="9525">
                  <a:solidFill>
                    <a:schemeClr val="tx1"/>
                  </a:solidFill>
                  <a:round/>
                  <a:headEnd/>
                  <a:tailEnd/>
                </a:ln>
              </p:spPr>
              <p:txBody>
                <a:bodyPr wrap="none" anchor="ctr"/>
                <a:lstStyle/>
                <a:p>
                  <a:r>
                    <a:rPr lang="en-US" sz="1400">
                      <a:latin typeface="Verdana" pitchFamily="34" charset="0"/>
                    </a:rPr>
                    <a:t>AR</a:t>
                  </a:r>
                  <a:endParaRPr lang="en-US" sz="1800">
                    <a:latin typeface="Verdana" pitchFamily="34" charset="0"/>
                  </a:endParaRPr>
                </a:p>
              </p:txBody>
            </p:sp>
            <p:sp>
              <p:nvSpPr>
                <p:cNvPr id="9229" name="Oval 10"/>
                <p:cNvSpPr>
                  <a:spLocks noChangeArrowheads="1"/>
                </p:cNvSpPr>
                <p:nvPr/>
              </p:nvSpPr>
              <p:spPr bwMode="auto">
                <a:xfrm>
                  <a:off x="3690938" y="2332038"/>
                  <a:ext cx="288925" cy="274637"/>
                </a:xfrm>
                <a:prstGeom prst="ellipse">
                  <a:avLst/>
                </a:prstGeom>
                <a:solidFill>
                  <a:srgbClr val="99CCFF"/>
                </a:solidFill>
                <a:ln w="9525">
                  <a:solidFill>
                    <a:schemeClr val="tx1"/>
                  </a:solidFill>
                  <a:round/>
                  <a:headEnd/>
                  <a:tailEnd/>
                </a:ln>
              </p:spPr>
              <p:txBody>
                <a:bodyPr wrap="none" anchor="ctr"/>
                <a:lstStyle/>
                <a:p>
                  <a:r>
                    <a:rPr lang="en-US" sz="1400">
                      <a:latin typeface="Verdana" pitchFamily="34" charset="0"/>
                    </a:rPr>
                    <a:t>AR</a:t>
                  </a:r>
                  <a:endParaRPr lang="en-US" sz="1800">
                    <a:latin typeface="Verdana" pitchFamily="34" charset="0"/>
                  </a:endParaRPr>
                </a:p>
              </p:txBody>
            </p:sp>
            <p:sp>
              <p:nvSpPr>
                <p:cNvPr id="9230" name="Oval 11"/>
                <p:cNvSpPr>
                  <a:spLocks noChangeArrowheads="1"/>
                </p:cNvSpPr>
                <p:nvPr/>
              </p:nvSpPr>
              <p:spPr bwMode="auto">
                <a:xfrm>
                  <a:off x="5345113" y="2332038"/>
                  <a:ext cx="288925" cy="274637"/>
                </a:xfrm>
                <a:prstGeom prst="ellipse">
                  <a:avLst/>
                </a:prstGeom>
                <a:solidFill>
                  <a:srgbClr val="99CCFF"/>
                </a:solidFill>
                <a:ln w="9525">
                  <a:solidFill>
                    <a:schemeClr val="tx1"/>
                  </a:solidFill>
                  <a:round/>
                  <a:headEnd/>
                  <a:tailEnd/>
                </a:ln>
              </p:spPr>
              <p:txBody>
                <a:bodyPr wrap="none" anchor="ctr"/>
                <a:lstStyle/>
                <a:p>
                  <a:r>
                    <a:rPr lang="en-US" sz="1400">
                      <a:latin typeface="Verdana" pitchFamily="34" charset="0"/>
                    </a:rPr>
                    <a:t>AR</a:t>
                  </a:r>
                  <a:endParaRPr lang="en-US" sz="1800">
                    <a:latin typeface="Verdana" pitchFamily="34" charset="0"/>
                  </a:endParaRPr>
                </a:p>
              </p:txBody>
            </p:sp>
            <p:sp>
              <p:nvSpPr>
                <p:cNvPr id="9231" name="Oval 12"/>
                <p:cNvSpPr>
                  <a:spLocks noChangeArrowheads="1"/>
                </p:cNvSpPr>
                <p:nvPr/>
              </p:nvSpPr>
              <p:spPr bwMode="auto">
                <a:xfrm>
                  <a:off x="6357938" y="2332038"/>
                  <a:ext cx="288925" cy="274637"/>
                </a:xfrm>
                <a:prstGeom prst="ellipse">
                  <a:avLst/>
                </a:prstGeom>
                <a:solidFill>
                  <a:srgbClr val="99CCFF"/>
                </a:solidFill>
                <a:ln w="9525">
                  <a:solidFill>
                    <a:schemeClr val="tx1"/>
                  </a:solidFill>
                  <a:round/>
                  <a:headEnd/>
                  <a:tailEnd/>
                </a:ln>
              </p:spPr>
              <p:txBody>
                <a:bodyPr wrap="none" anchor="ctr"/>
                <a:lstStyle/>
                <a:p>
                  <a:r>
                    <a:rPr lang="en-US" sz="1400">
                      <a:latin typeface="Verdana" pitchFamily="34" charset="0"/>
                    </a:rPr>
                    <a:t>AR</a:t>
                  </a:r>
                  <a:endParaRPr lang="en-US" sz="1800">
                    <a:latin typeface="Verdana" pitchFamily="34" charset="0"/>
                  </a:endParaRPr>
                </a:p>
              </p:txBody>
            </p:sp>
            <p:cxnSp>
              <p:nvCxnSpPr>
                <p:cNvPr id="9232" name="AutoShape 13"/>
                <p:cNvCxnSpPr>
                  <a:cxnSpLocks noChangeShapeType="1"/>
                  <a:stCxn id="9226" idx="4"/>
                  <a:endCxn id="9228" idx="0"/>
                </p:cNvCxnSpPr>
                <p:nvPr/>
              </p:nvCxnSpPr>
              <p:spPr bwMode="auto">
                <a:xfrm flipH="1">
                  <a:off x="2921000" y="1722438"/>
                  <a:ext cx="968375" cy="609600"/>
                </a:xfrm>
                <a:prstGeom prst="straightConnector1">
                  <a:avLst/>
                </a:prstGeom>
                <a:noFill/>
                <a:ln w="9525">
                  <a:solidFill>
                    <a:schemeClr val="tx1"/>
                  </a:solidFill>
                  <a:round/>
                  <a:headEnd/>
                  <a:tailEnd/>
                </a:ln>
              </p:spPr>
            </p:cxnSp>
            <p:cxnSp>
              <p:nvCxnSpPr>
                <p:cNvPr id="9233" name="AutoShape 14"/>
                <p:cNvCxnSpPr>
                  <a:cxnSpLocks noChangeShapeType="1"/>
                  <a:stCxn id="9228" idx="0"/>
                  <a:endCxn id="9227" idx="4"/>
                </p:cNvCxnSpPr>
                <p:nvPr/>
              </p:nvCxnSpPr>
              <p:spPr bwMode="auto">
                <a:xfrm flipV="1">
                  <a:off x="2921000" y="1722438"/>
                  <a:ext cx="2416175" cy="609600"/>
                </a:xfrm>
                <a:prstGeom prst="straightConnector1">
                  <a:avLst/>
                </a:prstGeom>
                <a:noFill/>
                <a:ln w="9525">
                  <a:solidFill>
                    <a:schemeClr val="tx1"/>
                  </a:solidFill>
                  <a:round/>
                  <a:headEnd/>
                  <a:tailEnd/>
                </a:ln>
              </p:spPr>
            </p:cxnSp>
            <p:cxnSp>
              <p:nvCxnSpPr>
                <p:cNvPr id="9234" name="AutoShape 15"/>
                <p:cNvCxnSpPr>
                  <a:cxnSpLocks noChangeShapeType="1"/>
                  <a:stCxn id="9227" idx="4"/>
                  <a:endCxn id="9229" idx="0"/>
                </p:cNvCxnSpPr>
                <p:nvPr/>
              </p:nvCxnSpPr>
              <p:spPr bwMode="auto">
                <a:xfrm flipH="1">
                  <a:off x="3835400" y="1722438"/>
                  <a:ext cx="1501775" cy="609600"/>
                </a:xfrm>
                <a:prstGeom prst="straightConnector1">
                  <a:avLst/>
                </a:prstGeom>
                <a:noFill/>
                <a:ln w="9525">
                  <a:solidFill>
                    <a:schemeClr val="tx1"/>
                  </a:solidFill>
                  <a:round/>
                  <a:headEnd/>
                  <a:tailEnd/>
                </a:ln>
              </p:spPr>
            </p:cxnSp>
            <p:cxnSp>
              <p:nvCxnSpPr>
                <p:cNvPr id="9235" name="AutoShape 16"/>
                <p:cNvCxnSpPr>
                  <a:cxnSpLocks noChangeShapeType="1"/>
                  <a:stCxn id="9227" idx="4"/>
                  <a:endCxn id="9230" idx="0"/>
                </p:cNvCxnSpPr>
                <p:nvPr/>
              </p:nvCxnSpPr>
              <p:spPr bwMode="auto">
                <a:xfrm>
                  <a:off x="5337175" y="1722438"/>
                  <a:ext cx="152400" cy="609600"/>
                </a:xfrm>
                <a:prstGeom prst="straightConnector1">
                  <a:avLst/>
                </a:prstGeom>
                <a:noFill/>
                <a:ln w="9525">
                  <a:solidFill>
                    <a:schemeClr val="tx1"/>
                  </a:solidFill>
                  <a:round/>
                  <a:headEnd/>
                  <a:tailEnd/>
                </a:ln>
              </p:spPr>
            </p:cxnSp>
            <p:cxnSp>
              <p:nvCxnSpPr>
                <p:cNvPr id="9236" name="AutoShape 17"/>
                <p:cNvCxnSpPr>
                  <a:cxnSpLocks noChangeShapeType="1"/>
                  <a:stCxn id="9227" idx="4"/>
                  <a:endCxn id="9231" idx="0"/>
                </p:cNvCxnSpPr>
                <p:nvPr/>
              </p:nvCxnSpPr>
              <p:spPr bwMode="auto">
                <a:xfrm>
                  <a:off x="5337175" y="1722438"/>
                  <a:ext cx="1165225" cy="609600"/>
                </a:xfrm>
                <a:prstGeom prst="straightConnector1">
                  <a:avLst/>
                </a:prstGeom>
                <a:noFill/>
                <a:ln w="9525">
                  <a:solidFill>
                    <a:schemeClr val="tx1"/>
                  </a:solidFill>
                  <a:round/>
                  <a:headEnd/>
                  <a:tailEnd/>
                </a:ln>
              </p:spPr>
            </p:cxnSp>
            <p:cxnSp>
              <p:nvCxnSpPr>
                <p:cNvPr id="9237" name="AutoShape 18"/>
                <p:cNvCxnSpPr>
                  <a:cxnSpLocks noChangeShapeType="1"/>
                  <a:stCxn id="9226" idx="4"/>
                  <a:endCxn id="9231" idx="0"/>
                </p:cNvCxnSpPr>
                <p:nvPr/>
              </p:nvCxnSpPr>
              <p:spPr bwMode="auto">
                <a:xfrm>
                  <a:off x="3889375" y="1722438"/>
                  <a:ext cx="2613025" cy="609600"/>
                </a:xfrm>
                <a:prstGeom prst="straightConnector1">
                  <a:avLst/>
                </a:prstGeom>
                <a:noFill/>
                <a:ln w="9525">
                  <a:solidFill>
                    <a:schemeClr val="tx1"/>
                  </a:solidFill>
                  <a:round/>
                  <a:headEnd/>
                  <a:tailEnd/>
                </a:ln>
              </p:spPr>
            </p:cxnSp>
            <p:cxnSp>
              <p:nvCxnSpPr>
                <p:cNvPr id="9238" name="AutoShape 19"/>
                <p:cNvCxnSpPr>
                  <a:cxnSpLocks noChangeShapeType="1"/>
                  <a:stCxn id="9226" idx="4"/>
                  <a:endCxn id="9229" idx="0"/>
                </p:cNvCxnSpPr>
                <p:nvPr/>
              </p:nvCxnSpPr>
              <p:spPr bwMode="auto">
                <a:xfrm flipH="1">
                  <a:off x="3835400" y="1722438"/>
                  <a:ext cx="53975" cy="609600"/>
                </a:xfrm>
                <a:prstGeom prst="straightConnector1">
                  <a:avLst/>
                </a:prstGeom>
                <a:noFill/>
                <a:ln w="9525">
                  <a:solidFill>
                    <a:schemeClr val="tx1"/>
                  </a:solidFill>
                  <a:round/>
                  <a:headEnd/>
                  <a:tailEnd/>
                </a:ln>
              </p:spPr>
            </p:cxnSp>
            <p:cxnSp>
              <p:nvCxnSpPr>
                <p:cNvPr id="9239" name="AutoShape 20"/>
                <p:cNvCxnSpPr>
                  <a:cxnSpLocks noChangeShapeType="1"/>
                  <a:stCxn id="9226" idx="4"/>
                  <a:endCxn id="9230" idx="0"/>
                </p:cNvCxnSpPr>
                <p:nvPr/>
              </p:nvCxnSpPr>
              <p:spPr bwMode="auto">
                <a:xfrm>
                  <a:off x="3889375" y="1722438"/>
                  <a:ext cx="1600200" cy="609600"/>
                </a:xfrm>
                <a:prstGeom prst="straightConnector1">
                  <a:avLst/>
                </a:prstGeom>
                <a:noFill/>
                <a:ln w="9525">
                  <a:solidFill>
                    <a:schemeClr val="tx1"/>
                  </a:solidFill>
                  <a:round/>
                  <a:headEnd/>
                  <a:tailEnd/>
                </a:ln>
              </p:spPr>
            </p:cxnSp>
            <p:sp>
              <p:nvSpPr>
                <p:cNvPr id="9240" name="Rectangle 21"/>
                <p:cNvSpPr>
                  <a:spLocks noChangeArrowheads="1"/>
                </p:cNvSpPr>
                <p:nvPr/>
              </p:nvSpPr>
              <p:spPr bwMode="auto">
                <a:xfrm>
                  <a:off x="4452938" y="2255838"/>
                  <a:ext cx="412750" cy="366712"/>
                </a:xfrm>
                <a:prstGeom prst="rect">
                  <a:avLst/>
                </a:prstGeom>
                <a:noFill/>
                <a:ln w="9525">
                  <a:noFill/>
                  <a:miter lim="800000"/>
                  <a:headEnd/>
                  <a:tailEnd/>
                </a:ln>
              </p:spPr>
              <p:txBody>
                <a:bodyPr wrap="none">
                  <a:spAutoFit/>
                </a:bodyPr>
                <a:lstStyle/>
                <a:p>
                  <a:r>
                    <a:rPr lang="en-US" sz="1800"/>
                    <a:t>…</a:t>
                  </a:r>
                </a:p>
              </p:txBody>
            </p:sp>
            <p:sp>
              <p:nvSpPr>
                <p:cNvPr id="9241" name="Rectangle 25"/>
                <p:cNvSpPr>
                  <a:spLocks noChangeArrowheads="1"/>
                </p:cNvSpPr>
                <p:nvPr/>
              </p:nvSpPr>
              <p:spPr bwMode="auto">
                <a:xfrm>
                  <a:off x="3690938" y="3124200"/>
                  <a:ext cx="288925" cy="274638"/>
                </a:xfrm>
                <a:prstGeom prst="rect">
                  <a:avLst/>
                </a:prstGeom>
                <a:solidFill>
                  <a:srgbClr val="CCFFCC"/>
                </a:solidFill>
                <a:ln w="9525">
                  <a:solidFill>
                    <a:schemeClr val="tx1"/>
                  </a:solidFill>
                  <a:miter lim="800000"/>
                  <a:headEnd/>
                  <a:tailEnd/>
                </a:ln>
              </p:spPr>
              <p:txBody>
                <a:bodyPr wrap="none" anchor="ctr"/>
                <a:lstStyle/>
                <a:p>
                  <a:r>
                    <a:rPr lang="en-US" sz="1400">
                      <a:latin typeface="Verdana" pitchFamily="34" charset="0"/>
                    </a:rPr>
                    <a:t>S</a:t>
                  </a:r>
                </a:p>
              </p:txBody>
            </p:sp>
            <p:sp>
              <p:nvSpPr>
                <p:cNvPr id="9242" name="Rectangle 26"/>
                <p:cNvSpPr>
                  <a:spLocks noChangeArrowheads="1"/>
                </p:cNvSpPr>
                <p:nvPr/>
              </p:nvSpPr>
              <p:spPr bwMode="auto">
                <a:xfrm>
                  <a:off x="2776538" y="3124200"/>
                  <a:ext cx="288925" cy="274638"/>
                </a:xfrm>
                <a:prstGeom prst="rect">
                  <a:avLst/>
                </a:prstGeom>
                <a:solidFill>
                  <a:srgbClr val="CCFFCC"/>
                </a:solidFill>
                <a:ln w="9525">
                  <a:solidFill>
                    <a:schemeClr val="tx1"/>
                  </a:solidFill>
                  <a:miter lim="800000"/>
                  <a:headEnd/>
                  <a:tailEnd/>
                </a:ln>
              </p:spPr>
              <p:txBody>
                <a:bodyPr wrap="none" anchor="ctr"/>
                <a:lstStyle/>
                <a:p>
                  <a:r>
                    <a:rPr lang="en-US" sz="1400">
                      <a:latin typeface="Verdana" pitchFamily="34" charset="0"/>
                    </a:rPr>
                    <a:t>S</a:t>
                  </a:r>
                </a:p>
              </p:txBody>
            </p:sp>
            <p:sp>
              <p:nvSpPr>
                <p:cNvPr id="9243" name="AutoShape 40"/>
                <p:cNvSpPr>
                  <a:spLocks noChangeArrowheads="1"/>
                </p:cNvSpPr>
                <p:nvPr/>
              </p:nvSpPr>
              <p:spPr bwMode="auto">
                <a:xfrm>
                  <a:off x="1981200" y="3048000"/>
                  <a:ext cx="457200" cy="381000"/>
                </a:xfrm>
                <a:prstGeom prst="roundRect">
                  <a:avLst>
                    <a:gd name="adj" fmla="val 16667"/>
                  </a:avLst>
                </a:prstGeom>
                <a:solidFill>
                  <a:srgbClr val="FF99CC"/>
                </a:solidFill>
                <a:ln w="9525">
                  <a:solidFill>
                    <a:schemeClr val="tx1"/>
                  </a:solidFill>
                  <a:round/>
                  <a:headEnd/>
                  <a:tailEnd/>
                </a:ln>
              </p:spPr>
              <p:txBody>
                <a:bodyPr wrap="none" anchor="ctr"/>
                <a:lstStyle/>
                <a:p>
                  <a:r>
                    <a:rPr lang="en-US" sz="1400">
                      <a:latin typeface="Verdana" pitchFamily="34" charset="0"/>
                    </a:rPr>
                    <a:t>LB</a:t>
                  </a:r>
                  <a:endParaRPr lang="en-US"/>
                </a:p>
              </p:txBody>
            </p:sp>
            <p:sp>
              <p:nvSpPr>
                <p:cNvPr id="9244" name="AutoShape 42"/>
                <p:cNvSpPr>
                  <a:spLocks noChangeArrowheads="1"/>
                </p:cNvSpPr>
                <p:nvPr/>
              </p:nvSpPr>
              <p:spPr bwMode="auto">
                <a:xfrm>
                  <a:off x="4343400" y="3048000"/>
                  <a:ext cx="457200" cy="381000"/>
                </a:xfrm>
                <a:prstGeom prst="roundRect">
                  <a:avLst>
                    <a:gd name="adj" fmla="val 16667"/>
                  </a:avLst>
                </a:prstGeom>
                <a:solidFill>
                  <a:srgbClr val="FF99CC"/>
                </a:solidFill>
                <a:ln w="9525">
                  <a:solidFill>
                    <a:schemeClr val="tx1"/>
                  </a:solidFill>
                  <a:round/>
                  <a:headEnd/>
                  <a:tailEnd/>
                </a:ln>
              </p:spPr>
              <p:txBody>
                <a:bodyPr wrap="none" anchor="ctr"/>
                <a:lstStyle/>
                <a:p>
                  <a:r>
                    <a:rPr lang="en-US" sz="1400">
                      <a:latin typeface="Verdana" pitchFamily="34" charset="0"/>
                    </a:rPr>
                    <a:t>LB</a:t>
                  </a:r>
                  <a:endParaRPr lang="en-US"/>
                </a:p>
              </p:txBody>
            </p:sp>
            <p:cxnSp>
              <p:nvCxnSpPr>
                <p:cNvPr id="9245" name="AutoShape 55"/>
                <p:cNvCxnSpPr>
                  <a:cxnSpLocks noChangeShapeType="1"/>
                  <a:stCxn id="9242" idx="1"/>
                  <a:endCxn id="9243" idx="3"/>
                </p:cNvCxnSpPr>
                <p:nvPr/>
              </p:nvCxnSpPr>
              <p:spPr bwMode="auto">
                <a:xfrm rot="10800000">
                  <a:off x="2438400" y="3238501"/>
                  <a:ext cx="338138" cy="23019"/>
                </a:xfrm>
                <a:prstGeom prst="straightConnector1">
                  <a:avLst/>
                </a:prstGeom>
                <a:noFill/>
                <a:ln w="9525">
                  <a:solidFill>
                    <a:schemeClr val="tx1"/>
                  </a:solidFill>
                  <a:round/>
                  <a:headEnd/>
                  <a:tailEnd/>
                </a:ln>
              </p:spPr>
            </p:cxnSp>
            <p:cxnSp>
              <p:nvCxnSpPr>
                <p:cNvPr id="9246" name="AutoShape 57"/>
                <p:cNvCxnSpPr>
                  <a:cxnSpLocks noChangeShapeType="1"/>
                  <a:stCxn id="9244" idx="1"/>
                  <a:endCxn id="9241" idx="3"/>
                </p:cNvCxnSpPr>
                <p:nvPr/>
              </p:nvCxnSpPr>
              <p:spPr bwMode="auto">
                <a:xfrm rot="10800000" flipV="1">
                  <a:off x="3979864" y="3238499"/>
                  <a:ext cx="363537" cy="23019"/>
                </a:xfrm>
                <a:prstGeom prst="straightConnector1">
                  <a:avLst/>
                </a:prstGeom>
                <a:noFill/>
                <a:ln w="9525">
                  <a:solidFill>
                    <a:schemeClr val="tx1"/>
                  </a:solidFill>
                  <a:round/>
                  <a:headEnd/>
                  <a:tailEnd/>
                </a:ln>
              </p:spPr>
            </p:cxnSp>
            <p:cxnSp>
              <p:nvCxnSpPr>
                <p:cNvPr id="9247" name="AutoShape 59"/>
                <p:cNvCxnSpPr>
                  <a:cxnSpLocks noChangeShapeType="1"/>
                  <a:stCxn id="9242" idx="0"/>
                  <a:endCxn id="9228" idx="4"/>
                </p:cNvCxnSpPr>
                <p:nvPr/>
              </p:nvCxnSpPr>
              <p:spPr bwMode="auto">
                <a:xfrm flipV="1">
                  <a:off x="2921000" y="2606675"/>
                  <a:ext cx="0" cy="517525"/>
                </a:xfrm>
                <a:prstGeom prst="straightConnector1">
                  <a:avLst/>
                </a:prstGeom>
                <a:noFill/>
                <a:ln w="9525">
                  <a:solidFill>
                    <a:schemeClr val="tx1"/>
                  </a:solidFill>
                  <a:round/>
                  <a:headEnd/>
                  <a:tailEnd/>
                </a:ln>
              </p:spPr>
            </p:cxnSp>
            <p:cxnSp>
              <p:nvCxnSpPr>
                <p:cNvPr id="9248" name="AutoShape 60"/>
                <p:cNvCxnSpPr>
                  <a:cxnSpLocks noChangeShapeType="1"/>
                  <a:stCxn id="9241" idx="0"/>
                  <a:endCxn id="9228" idx="4"/>
                </p:cNvCxnSpPr>
                <p:nvPr/>
              </p:nvCxnSpPr>
              <p:spPr bwMode="auto">
                <a:xfrm flipH="1" flipV="1">
                  <a:off x="2921000" y="2606675"/>
                  <a:ext cx="914400" cy="517525"/>
                </a:xfrm>
                <a:prstGeom prst="straightConnector1">
                  <a:avLst/>
                </a:prstGeom>
                <a:noFill/>
                <a:ln w="9525">
                  <a:solidFill>
                    <a:schemeClr val="tx1"/>
                  </a:solidFill>
                  <a:round/>
                  <a:headEnd/>
                  <a:tailEnd/>
                </a:ln>
              </p:spPr>
            </p:cxnSp>
            <p:cxnSp>
              <p:nvCxnSpPr>
                <p:cNvPr id="9249" name="AutoShape 61"/>
                <p:cNvCxnSpPr>
                  <a:cxnSpLocks noChangeShapeType="1"/>
                  <a:stCxn id="9241" idx="0"/>
                  <a:endCxn id="9229" idx="4"/>
                </p:cNvCxnSpPr>
                <p:nvPr/>
              </p:nvCxnSpPr>
              <p:spPr bwMode="auto">
                <a:xfrm flipV="1">
                  <a:off x="3835400" y="2606675"/>
                  <a:ext cx="0" cy="517525"/>
                </a:xfrm>
                <a:prstGeom prst="straightConnector1">
                  <a:avLst/>
                </a:prstGeom>
                <a:noFill/>
                <a:ln w="9525">
                  <a:solidFill>
                    <a:schemeClr val="tx1"/>
                  </a:solidFill>
                  <a:round/>
                  <a:headEnd/>
                  <a:tailEnd/>
                </a:ln>
              </p:spPr>
            </p:cxnSp>
            <p:cxnSp>
              <p:nvCxnSpPr>
                <p:cNvPr id="9250" name="AutoShape 62"/>
                <p:cNvCxnSpPr>
                  <a:cxnSpLocks noChangeShapeType="1"/>
                  <a:stCxn id="9242" idx="0"/>
                  <a:endCxn id="9229" idx="4"/>
                </p:cNvCxnSpPr>
                <p:nvPr/>
              </p:nvCxnSpPr>
              <p:spPr bwMode="auto">
                <a:xfrm flipV="1">
                  <a:off x="2921000" y="2606675"/>
                  <a:ext cx="914400" cy="517525"/>
                </a:xfrm>
                <a:prstGeom prst="straightConnector1">
                  <a:avLst/>
                </a:prstGeom>
                <a:noFill/>
                <a:ln w="9525">
                  <a:solidFill>
                    <a:schemeClr val="tx1"/>
                  </a:solidFill>
                  <a:round/>
                  <a:headEnd/>
                  <a:tailEnd/>
                </a:ln>
              </p:spPr>
            </p:cxnSp>
            <p:cxnSp>
              <p:nvCxnSpPr>
                <p:cNvPr id="9251" name="AutoShape 63"/>
                <p:cNvCxnSpPr>
                  <a:cxnSpLocks noChangeShapeType="1"/>
                  <a:stCxn id="9242" idx="3"/>
                  <a:endCxn id="9241" idx="1"/>
                </p:cNvCxnSpPr>
                <p:nvPr/>
              </p:nvCxnSpPr>
              <p:spPr bwMode="auto">
                <a:xfrm>
                  <a:off x="3065463" y="3262313"/>
                  <a:ext cx="625475" cy="0"/>
                </a:xfrm>
                <a:prstGeom prst="straightConnector1">
                  <a:avLst/>
                </a:prstGeom>
                <a:noFill/>
                <a:ln w="9525">
                  <a:solidFill>
                    <a:schemeClr val="tx1"/>
                  </a:solidFill>
                  <a:round/>
                  <a:headEnd/>
                  <a:tailEnd/>
                </a:ln>
              </p:spPr>
            </p:cxnSp>
            <p:cxnSp>
              <p:nvCxnSpPr>
                <p:cNvPr id="9252" name="AutoShape 64"/>
                <p:cNvCxnSpPr>
                  <a:cxnSpLocks noChangeShapeType="1"/>
                  <a:stCxn id="9281" idx="0"/>
                  <a:endCxn id="9241" idx="2"/>
                </p:cNvCxnSpPr>
                <p:nvPr/>
              </p:nvCxnSpPr>
              <p:spPr bwMode="auto">
                <a:xfrm rot="5400000" flipH="1" flipV="1">
                  <a:off x="2624138" y="2827338"/>
                  <a:ext cx="639762" cy="1782763"/>
                </a:xfrm>
                <a:prstGeom prst="straightConnector1">
                  <a:avLst/>
                </a:prstGeom>
                <a:noFill/>
                <a:ln w="9525">
                  <a:solidFill>
                    <a:schemeClr val="tx1"/>
                  </a:solidFill>
                  <a:round/>
                  <a:headEnd/>
                  <a:tailEnd/>
                </a:ln>
              </p:spPr>
            </p:cxnSp>
            <p:cxnSp>
              <p:nvCxnSpPr>
                <p:cNvPr id="9253" name="AutoShape 65"/>
                <p:cNvCxnSpPr>
                  <a:cxnSpLocks noChangeShapeType="1"/>
                  <a:stCxn id="9281" idx="0"/>
                  <a:endCxn id="9242" idx="2"/>
                </p:cNvCxnSpPr>
                <p:nvPr/>
              </p:nvCxnSpPr>
              <p:spPr bwMode="auto">
                <a:xfrm rot="5400000" flipH="1" flipV="1">
                  <a:off x="2166938" y="3284538"/>
                  <a:ext cx="639762" cy="868363"/>
                </a:xfrm>
                <a:prstGeom prst="straightConnector1">
                  <a:avLst/>
                </a:prstGeom>
                <a:noFill/>
                <a:ln w="9525">
                  <a:solidFill>
                    <a:schemeClr val="tx1"/>
                  </a:solidFill>
                  <a:round/>
                  <a:headEnd/>
                  <a:tailEnd/>
                </a:ln>
              </p:spPr>
            </p:cxnSp>
            <p:cxnSp>
              <p:nvCxnSpPr>
                <p:cNvPr id="9254" name="AutoShape 66"/>
                <p:cNvCxnSpPr>
                  <a:cxnSpLocks noChangeShapeType="1"/>
                  <a:stCxn id="9280" idx="0"/>
                  <a:endCxn id="9242" idx="2"/>
                </p:cNvCxnSpPr>
                <p:nvPr/>
              </p:nvCxnSpPr>
              <p:spPr bwMode="auto">
                <a:xfrm rot="16200000" flipV="1">
                  <a:off x="2621758" y="3698082"/>
                  <a:ext cx="644525" cy="46037"/>
                </a:xfrm>
                <a:prstGeom prst="straightConnector1">
                  <a:avLst/>
                </a:prstGeom>
                <a:noFill/>
                <a:ln w="9525">
                  <a:solidFill>
                    <a:schemeClr val="tx1"/>
                  </a:solidFill>
                  <a:round/>
                  <a:headEnd/>
                  <a:tailEnd/>
                </a:ln>
              </p:spPr>
            </p:cxnSp>
            <p:cxnSp>
              <p:nvCxnSpPr>
                <p:cNvPr id="9255" name="AutoShape 67"/>
                <p:cNvCxnSpPr>
                  <a:cxnSpLocks noChangeShapeType="1"/>
                  <a:stCxn id="9280" idx="0"/>
                  <a:endCxn id="9241" idx="2"/>
                </p:cNvCxnSpPr>
                <p:nvPr/>
              </p:nvCxnSpPr>
              <p:spPr bwMode="auto">
                <a:xfrm rot="5400000" flipH="1" flipV="1">
                  <a:off x="3078957" y="3286920"/>
                  <a:ext cx="644525" cy="868363"/>
                </a:xfrm>
                <a:prstGeom prst="straightConnector1">
                  <a:avLst/>
                </a:prstGeom>
                <a:noFill/>
                <a:ln w="9525">
                  <a:solidFill>
                    <a:schemeClr val="tx1"/>
                  </a:solidFill>
                  <a:round/>
                  <a:headEnd/>
                  <a:tailEnd/>
                </a:ln>
              </p:spPr>
            </p:cxnSp>
            <p:cxnSp>
              <p:nvCxnSpPr>
                <p:cNvPr id="9256" name="Straight Connector 57"/>
                <p:cNvCxnSpPr>
                  <a:cxnSpLocks noChangeShapeType="1"/>
                </p:cNvCxnSpPr>
                <p:nvPr/>
              </p:nvCxnSpPr>
              <p:spPr bwMode="auto">
                <a:xfrm>
                  <a:off x="838200" y="1522413"/>
                  <a:ext cx="6553200" cy="1587"/>
                </a:xfrm>
                <a:prstGeom prst="line">
                  <a:avLst/>
                </a:prstGeom>
                <a:noFill/>
                <a:ln w="9525" algn="ctr">
                  <a:solidFill>
                    <a:schemeClr val="tx1"/>
                  </a:solidFill>
                  <a:prstDash val="sysDot"/>
                  <a:round/>
                  <a:headEnd/>
                  <a:tailEnd/>
                </a:ln>
              </p:spPr>
            </p:cxnSp>
            <p:sp>
              <p:nvSpPr>
                <p:cNvPr id="9257" name="TextBox 58"/>
                <p:cNvSpPr txBox="1">
                  <a:spLocks noChangeArrowheads="1"/>
                </p:cNvSpPr>
                <p:nvPr/>
              </p:nvSpPr>
              <p:spPr bwMode="auto">
                <a:xfrm>
                  <a:off x="838200" y="1600200"/>
                  <a:ext cx="1425968" cy="707886"/>
                </a:xfrm>
                <a:prstGeom prst="rect">
                  <a:avLst/>
                </a:prstGeom>
                <a:noFill/>
                <a:ln w="9525">
                  <a:noFill/>
                  <a:miter lim="800000"/>
                  <a:headEnd/>
                  <a:tailEnd/>
                </a:ln>
              </p:spPr>
              <p:txBody>
                <a:bodyPr wrap="none">
                  <a:spAutoFit/>
                </a:bodyPr>
                <a:lstStyle/>
                <a:p>
                  <a:r>
                    <a:rPr lang="en-US" sz="2000"/>
                    <a:t>Data Center</a:t>
                  </a:r>
                </a:p>
                <a:p>
                  <a:r>
                    <a:rPr lang="en-US" sz="2000"/>
                    <a:t>Layer 3</a:t>
                  </a:r>
                </a:p>
              </p:txBody>
            </p:sp>
            <p:sp>
              <p:nvSpPr>
                <p:cNvPr id="9258" name="TextBox 59"/>
                <p:cNvSpPr txBox="1">
                  <a:spLocks noChangeArrowheads="1"/>
                </p:cNvSpPr>
                <p:nvPr/>
              </p:nvSpPr>
              <p:spPr bwMode="auto">
                <a:xfrm>
                  <a:off x="838200" y="1066800"/>
                  <a:ext cx="1052512" cy="400050"/>
                </a:xfrm>
                <a:prstGeom prst="rect">
                  <a:avLst/>
                </a:prstGeom>
                <a:noFill/>
                <a:ln w="9525">
                  <a:noFill/>
                  <a:miter lim="800000"/>
                  <a:headEnd/>
                  <a:tailEnd/>
                </a:ln>
              </p:spPr>
              <p:txBody>
                <a:bodyPr wrap="none">
                  <a:spAutoFit/>
                </a:bodyPr>
                <a:lstStyle/>
                <a:p>
                  <a:r>
                    <a:rPr lang="en-US" sz="2000"/>
                    <a:t>Internet</a:t>
                  </a:r>
                </a:p>
              </p:txBody>
            </p:sp>
            <p:grpSp>
              <p:nvGrpSpPr>
                <p:cNvPr id="5" name="Group 89"/>
                <p:cNvGrpSpPr>
                  <a:grpSpLocks/>
                </p:cNvGrpSpPr>
                <p:nvPr/>
              </p:nvGrpSpPr>
              <p:grpSpPr bwMode="auto">
                <a:xfrm>
                  <a:off x="1905000" y="4038600"/>
                  <a:ext cx="1219200" cy="1449388"/>
                  <a:chOff x="1905000" y="4038600"/>
                  <a:chExt cx="1219200" cy="1449388"/>
                </a:xfrm>
              </p:grpSpPr>
              <p:sp>
                <p:nvSpPr>
                  <p:cNvPr id="9280" name="Rectangle 38"/>
                  <p:cNvSpPr>
                    <a:spLocks noChangeArrowheads="1"/>
                  </p:cNvSpPr>
                  <p:nvPr/>
                </p:nvSpPr>
                <p:spPr bwMode="auto">
                  <a:xfrm>
                    <a:off x="2822575" y="4043363"/>
                    <a:ext cx="288925" cy="274637"/>
                  </a:xfrm>
                  <a:prstGeom prst="rect">
                    <a:avLst/>
                  </a:prstGeom>
                  <a:solidFill>
                    <a:srgbClr val="CCFFCC"/>
                  </a:solidFill>
                  <a:ln w="9525">
                    <a:solidFill>
                      <a:schemeClr val="tx1"/>
                    </a:solidFill>
                    <a:miter lim="800000"/>
                    <a:headEnd/>
                    <a:tailEnd/>
                  </a:ln>
                </p:spPr>
                <p:txBody>
                  <a:bodyPr wrap="none" anchor="ctr"/>
                  <a:lstStyle/>
                  <a:p>
                    <a:r>
                      <a:rPr lang="en-US" sz="1400">
                        <a:latin typeface="Verdana" pitchFamily="34" charset="0"/>
                      </a:rPr>
                      <a:t>S</a:t>
                    </a:r>
                  </a:p>
                </p:txBody>
              </p:sp>
              <p:sp>
                <p:nvSpPr>
                  <p:cNvPr id="9281" name="Rectangle 39"/>
                  <p:cNvSpPr>
                    <a:spLocks noChangeArrowheads="1"/>
                  </p:cNvSpPr>
                  <p:nvPr/>
                </p:nvSpPr>
                <p:spPr bwMode="auto">
                  <a:xfrm>
                    <a:off x="1908175" y="4038600"/>
                    <a:ext cx="288925" cy="274638"/>
                  </a:xfrm>
                  <a:prstGeom prst="rect">
                    <a:avLst/>
                  </a:prstGeom>
                  <a:solidFill>
                    <a:srgbClr val="CCFFCC"/>
                  </a:solidFill>
                  <a:ln w="9525">
                    <a:solidFill>
                      <a:schemeClr val="tx1"/>
                    </a:solidFill>
                    <a:miter lim="800000"/>
                    <a:headEnd/>
                    <a:tailEnd/>
                  </a:ln>
                </p:spPr>
                <p:txBody>
                  <a:bodyPr wrap="none" anchor="ctr"/>
                  <a:lstStyle/>
                  <a:p>
                    <a:r>
                      <a:rPr lang="en-US" sz="1400">
                        <a:latin typeface="Verdana" pitchFamily="34" charset="0"/>
                      </a:rPr>
                      <a:t>S</a:t>
                    </a:r>
                  </a:p>
                </p:txBody>
              </p:sp>
              <p:cxnSp>
                <p:nvCxnSpPr>
                  <p:cNvPr id="9282" name="AutoShape 69"/>
                  <p:cNvCxnSpPr>
                    <a:cxnSpLocks noChangeShapeType="1"/>
                    <a:stCxn id="9286" idx="3"/>
                    <a:endCxn id="9280" idx="2"/>
                  </p:cNvCxnSpPr>
                  <p:nvPr/>
                </p:nvCxnSpPr>
                <p:spPr bwMode="auto">
                  <a:xfrm rot="5400000" flipH="1" flipV="1">
                    <a:off x="2230750" y="4142111"/>
                    <a:ext cx="560399" cy="912178"/>
                  </a:xfrm>
                  <a:prstGeom prst="straightConnector1">
                    <a:avLst/>
                  </a:prstGeom>
                  <a:noFill/>
                  <a:ln w="9525">
                    <a:solidFill>
                      <a:schemeClr val="tx1"/>
                    </a:solidFill>
                    <a:round/>
                    <a:headEnd/>
                    <a:tailEnd/>
                  </a:ln>
                </p:spPr>
              </p:cxnSp>
              <p:cxnSp>
                <p:nvCxnSpPr>
                  <p:cNvPr id="9283" name="AutoShape 70"/>
                  <p:cNvCxnSpPr>
                    <a:cxnSpLocks noChangeShapeType="1"/>
                    <a:stCxn id="9286" idx="3"/>
                    <a:endCxn id="9281" idx="2"/>
                  </p:cNvCxnSpPr>
                  <p:nvPr/>
                </p:nvCxnSpPr>
                <p:spPr bwMode="auto">
                  <a:xfrm rot="16200000" flipV="1">
                    <a:off x="1771169" y="4594708"/>
                    <a:ext cx="565161" cy="2222"/>
                  </a:xfrm>
                  <a:prstGeom prst="straightConnector1">
                    <a:avLst/>
                  </a:prstGeom>
                  <a:noFill/>
                  <a:ln w="9525">
                    <a:solidFill>
                      <a:schemeClr val="tx1"/>
                    </a:solidFill>
                    <a:round/>
                    <a:headEnd/>
                    <a:tailEnd/>
                  </a:ln>
                </p:spPr>
              </p:cxnSp>
              <p:cxnSp>
                <p:nvCxnSpPr>
                  <p:cNvPr id="9284" name="AutoShape 71"/>
                  <p:cNvCxnSpPr>
                    <a:cxnSpLocks noChangeShapeType="1"/>
                    <a:stCxn id="9287" idx="3"/>
                    <a:endCxn id="9281" idx="2"/>
                  </p:cNvCxnSpPr>
                  <p:nvPr/>
                </p:nvCxnSpPr>
                <p:spPr bwMode="auto">
                  <a:xfrm rot="16200000" flipV="1">
                    <a:off x="2228369" y="4137508"/>
                    <a:ext cx="565161" cy="916622"/>
                  </a:xfrm>
                  <a:prstGeom prst="straightConnector1">
                    <a:avLst/>
                  </a:prstGeom>
                  <a:noFill/>
                  <a:ln w="9525">
                    <a:solidFill>
                      <a:schemeClr val="tx1"/>
                    </a:solidFill>
                    <a:round/>
                    <a:headEnd/>
                    <a:tailEnd/>
                  </a:ln>
                </p:spPr>
              </p:cxnSp>
              <p:cxnSp>
                <p:nvCxnSpPr>
                  <p:cNvPr id="9285" name="AutoShape 72"/>
                  <p:cNvCxnSpPr>
                    <a:cxnSpLocks noChangeShapeType="1"/>
                    <a:stCxn id="9287" idx="3"/>
                    <a:endCxn id="9280" idx="2"/>
                  </p:cNvCxnSpPr>
                  <p:nvPr/>
                </p:nvCxnSpPr>
                <p:spPr bwMode="auto">
                  <a:xfrm rot="16200000" flipV="1">
                    <a:off x="2687950" y="4597089"/>
                    <a:ext cx="560399" cy="2222"/>
                  </a:xfrm>
                  <a:prstGeom prst="straightConnector1">
                    <a:avLst/>
                  </a:prstGeom>
                  <a:noFill/>
                  <a:ln w="9525">
                    <a:solidFill>
                      <a:schemeClr val="tx1"/>
                    </a:solidFill>
                    <a:round/>
                    <a:headEnd/>
                    <a:tailEnd/>
                  </a:ln>
                </p:spPr>
              </p:cxnSp>
              <p:sp>
                <p:nvSpPr>
                  <p:cNvPr id="9286" name="AutoShape 80"/>
                  <p:cNvSpPr>
                    <a:spLocks noChangeArrowheads="1"/>
                  </p:cNvSpPr>
                  <p:nvPr/>
                </p:nvSpPr>
                <p:spPr bwMode="auto">
                  <a:xfrm rot="-5428649">
                    <a:off x="1752600" y="5030788"/>
                    <a:ext cx="609600" cy="304800"/>
                  </a:xfrm>
                  <a:prstGeom prst="flowChartPredefinedProcess">
                    <a:avLst/>
                  </a:prstGeom>
                  <a:solidFill>
                    <a:srgbClr val="CCCCCC">
                      <a:alpha val="85097"/>
                    </a:srgbClr>
                  </a:solidFill>
                  <a:ln w="9525">
                    <a:solidFill>
                      <a:schemeClr val="tx1"/>
                    </a:solidFill>
                    <a:miter lim="800000"/>
                    <a:headEnd/>
                    <a:tailEnd/>
                  </a:ln>
                </p:spPr>
                <p:txBody>
                  <a:bodyPr vert="eaVert" wrap="none" anchor="ctr"/>
                  <a:lstStyle/>
                  <a:p>
                    <a:r>
                      <a:rPr lang="en-US" sz="1400">
                        <a:latin typeface="Verdana" pitchFamily="34" charset="0"/>
                      </a:rPr>
                      <a:t>A</a:t>
                    </a:r>
                  </a:p>
                </p:txBody>
              </p:sp>
              <p:sp>
                <p:nvSpPr>
                  <p:cNvPr id="9287" name="AutoShape 82"/>
                  <p:cNvSpPr>
                    <a:spLocks noChangeArrowheads="1"/>
                  </p:cNvSpPr>
                  <p:nvPr/>
                </p:nvSpPr>
                <p:spPr bwMode="auto">
                  <a:xfrm rot="-5428649">
                    <a:off x="2667000" y="5030788"/>
                    <a:ext cx="609600" cy="304800"/>
                  </a:xfrm>
                  <a:prstGeom prst="flowChartPredefinedProcess">
                    <a:avLst/>
                  </a:prstGeom>
                  <a:solidFill>
                    <a:srgbClr val="CCCCCC">
                      <a:alpha val="85097"/>
                    </a:srgbClr>
                  </a:solidFill>
                  <a:ln w="9525">
                    <a:solidFill>
                      <a:schemeClr val="tx1"/>
                    </a:solidFill>
                    <a:miter lim="800000"/>
                    <a:headEnd/>
                    <a:tailEnd/>
                  </a:ln>
                </p:spPr>
                <p:txBody>
                  <a:bodyPr vert="eaVert" wrap="none" anchor="ctr"/>
                  <a:lstStyle/>
                  <a:p>
                    <a:r>
                      <a:rPr lang="en-US" sz="1400">
                        <a:latin typeface="Verdana" pitchFamily="34" charset="0"/>
                      </a:rPr>
                      <a:t>A</a:t>
                    </a:r>
                  </a:p>
                </p:txBody>
              </p:sp>
              <p:sp>
                <p:nvSpPr>
                  <p:cNvPr id="9288" name="AutoShape 82"/>
                  <p:cNvSpPr>
                    <a:spLocks noChangeArrowheads="1"/>
                  </p:cNvSpPr>
                  <p:nvPr/>
                </p:nvSpPr>
                <p:spPr bwMode="auto">
                  <a:xfrm rot="-5428649">
                    <a:off x="2104385" y="5030788"/>
                    <a:ext cx="609600" cy="304800"/>
                  </a:xfrm>
                  <a:prstGeom prst="flowChartPredefinedProcess">
                    <a:avLst/>
                  </a:prstGeom>
                  <a:solidFill>
                    <a:srgbClr val="CCCCCC">
                      <a:alpha val="85097"/>
                    </a:srgbClr>
                  </a:solidFill>
                  <a:ln w="9525">
                    <a:solidFill>
                      <a:schemeClr val="tx1"/>
                    </a:solidFill>
                    <a:miter lim="800000"/>
                    <a:headEnd/>
                    <a:tailEnd/>
                  </a:ln>
                </p:spPr>
                <p:txBody>
                  <a:bodyPr vert="eaVert" wrap="none" anchor="ctr"/>
                  <a:lstStyle/>
                  <a:p>
                    <a:r>
                      <a:rPr lang="en-US" sz="1400">
                        <a:latin typeface="Verdana" pitchFamily="34" charset="0"/>
                      </a:rPr>
                      <a:t>A</a:t>
                    </a:r>
                  </a:p>
                </p:txBody>
              </p:sp>
              <p:sp>
                <p:nvSpPr>
                  <p:cNvPr id="9289" name="Rectangle 21"/>
                  <p:cNvSpPr>
                    <a:spLocks noChangeArrowheads="1"/>
                  </p:cNvSpPr>
                  <p:nvPr/>
                </p:nvSpPr>
                <p:spPr bwMode="auto">
                  <a:xfrm>
                    <a:off x="2527300" y="4984750"/>
                    <a:ext cx="412750" cy="366712"/>
                  </a:xfrm>
                  <a:prstGeom prst="rect">
                    <a:avLst/>
                  </a:prstGeom>
                  <a:noFill/>
                  <a:ln w="9525">
                    <a:noFill/>
                    <a:miter lim="800000"/>
                    <a:headEnd/>
                    <a:tailEnd/>
                  </a:ln>
                </p:spPr>
                <p:txBody>
                  <a:bodyPr wrap="none">
                    <a:spAutoFit/>
                  </a:bodyPr>
                  <a:lstStyle/>
                  <a:p>
                    <a:r>
                      <a:rPr lang="en-US" sz="1800"/>
                      <a:t>…</a:t>
                    </a:r>
                  </a:p>
                </p:txBody>
              </p:sp>
              <p:cxnSp>
                <p:nvCxnSpPr>
                  <p:cNvPr id="9290" name="AutoShape 69"/>
                  <p:cNvCxnSpPr>
                    <a:cxnSpLocks noChangeShapeType="1"/>
                    <a:endCxn id="9280" idx="2"/>
                  </p:cNvCxnSpPr>
                  <p:nvPr/>
                </p:nvCxnSpPr>
                <p:spPr bwMode="auto">
                  <a:xfrm flipV="1">
                    <a:off x="2406651" y="4318000"/>
                    <a:ext cx="560387" cy="541349"/>
                  </a:xfrm>
                  <a:prstGeom prst="straightConnector1">
                    <a:avLst/>
                  </a:prstGeom>
                  <a:noFill/>
                  <a:ln w="9525">
                    <a:solidFill>
                      <a:schemeClr val="tx1"/>
                    </a:solidFill>
                    <a:round/>
                    <a:headEnd/>
                    <a:tailEnd/>
                  </a:ln>
                </p:spPr>
              </p:cxnSp>
              <p:cxnSp>
                <p:nvCxnSpPr>
                  <p:cNvPr id="9291" name="AutoShape 69"/>
                  <p:cNvCxnSpPr>
                    <a:cxnSpLocks noChangeShapeType="1"/>
                  </p:cNvCxnSpPr>
                  <p:nvPr/>
                </p:nvCxnSpPr>
                <p:spPr bwMode="auto">
                  <a:xfrm rot="16200000" flipV="1">
                    <a:off x="1962945" y="4388644"/>
                    <a:ext cx="533399" cy="354013"/>
                  </a:xfrm>
                  <a:prstGeom prst="straightConnector1">
                    <a:avLst/>
                  </a:prstGeom>
                  <a:noFill/>
                  <a:ln w="9525">
                    <a:solidFill>
                      <a:schemeClr val="tx1"/>
                    </a:solidFill>
                    <a:round/>
                    <a:headEnd/>
                    <a:tailEnd/>
                  </a:ln>
                </p:spPr>
              </p:cxnSp>
            </p:grpSp>
            <p:grpSp>
              <p:nvGrpSpPr>
                <p:cNvPr id="7" name="Group 90"/>
                <p:cNvGrpSpPr>
                  <a:grpSpLocks/>
                </p:cNvGrpSpPr>
                <p:nvPr/>
              </p:nvGrpSpPr>
              <p:grpSpPr bwMode="auto">
                <a:xfrm>
                  <a:off x="3581400" y="4037012"/>
                  <a:ext cx="1219200" cy="1449388"/>
                  <a:chOff x="3581400" y="4037012"/>
                  <a:chExt cx="1219200" cy="1449388"/>
                </a:xfrm>
              </p:grpSpPr>
              <p:sp>
                <p:nvSpPr>
                  <p:cNvPr id="9268" name="Rectangle 38"/>
                  <p:cNvSpPr>
                    <a:spLocks noChangeArrowheads="1"/>
                  </p:cNvSpPr>
                  <p:nvPr/>
                </p:nvSpPr>
                <p:spPr bwMode="auto">
                  <a:xfrm>
                    <a:off x="4498975" y="4041775"/>
                    <a:ext cx="288925" cy="274637"/>
                  </a:xfrm>
                  <a:prstGeom prst="rect">
                    <a:avLst/>
                  </a:prstGeom>
                  <a:solidFill>
                    <a:srgbClr val="CCFFCC"/>
                  </a:solidFill>
                  <a:ln w="9525">
                    <a:solidFill>
                      <a:schemeClr val="tx1"/>
                    </a:solidFill>
                    <a:miter lim="800000"/>
                    <a:headEnd/>
                    <a:tailEnd/>
                  </a:ln>
                </p:spPr>
                <p:txBody>
                  <a:bodyPr wrap="none" anchor="ctr"/>
                  <a:lstStyle/>
                  <a:p>
                    <a:r>
                      <a:rPr lang="en-US" sz="1400">
                        <a:latin typeface="Verdana" pitchFamily="34" charset="0"/>
                      </a:rPr>
                      <a:t>S</a:t>
                    </a:r>
                  </a:p>
                </p:txBody>
              </p:sp>
              <p:sp>
                <p:nvSpPr>
                  <p:cNvPr id="9269" name="Rectangle 39"/>
                  <p:cNvSpPr>
                    <a:spLocks noChangeArrowheads="1"/>
                  </p:cNvSpPr>
                  <p:nvPr/>
                </p:nvSpPr>
                <p:spPr bwMode="auto">
                  <a:xfrm>
                    <a:off x="3584575" y="4037012"/>
                    <a:ext cx="288925" cy="274638"/>
                  </a:xfrm>
                  <a:prstGeom prst="rect">
                    <a:avLst/>
                  </a:prstGeom>
                  <a:solidFill>
                    <a:srgbClr val="CCFFCC"/>
                  </a:solidFill>
                  <a:ln w="9525">
                    <a:solidFill>
                      <a:schemeClr val="tx1"/>
                    </a:solidFill>
                    <a:miter lim="800000"/>
                    <a:headEnd/>
                    <a:tailEnd/>
                  </a:ln>
                </p:spPr>
                <p:txBody>
                  <a:bodyPr wrap="none" anchor="ctr"/>
                  <a:lstStyle/>
                  <a:p>
                    <a:r>
                      <a:rPr lang="en-US" sz="1400">
                        <a:latin typeface="Verdana" pitchFamily="34" charset="0"/>
                      </a:rPr>
                      <a:t>S</a:t>
                    </a:r>
                  </a:p>
                </p:txBody>
              </p:sp>
              <p:cxnSp>
                <p:nvCxnSpPr>
                  <p:cNvPr id="9270" name="AutoShape 69"/>
                  <p:cNvCxnSpPr>
                    <a:cxnSpLocks noChangeShapeType="1"/>
                    <a:stCxn id="9274" idx="3"/>
                    <a:endCxn id="9268" idx="2"/>
                  </p:cNvCxnSpPr>
                  <p:nvPr/>
                </p:nvCxnSpPr>
                <p:spPr bwMode="auto">
                  <a:xfrm rot="5400000" flipH="1" flipV="1">
                    <a:off x="3907150" y="4140523"/>
                    <a:ext cx="560399" cy="912178"/>
                  </a:xfrm>
                  <a:prstGeom prst="straightConnector1">
                    <a:avLst/>
                  </a:prstGeom>
                  <a:noFill/>
                  <a:ln w="9525">
                    <a:solidFill>
                      <a:schemeClr val="tx1"/>
                    </a:solidFill>
                    <a:round/>
                    <a:headEnd/>
                    <a:tailEnd/>
                  </a:ln>
                </p:spPr>
              </p:cxnSp>
              <p:cxnSp>
                <p:nvCxnSpPr>
                  <p:cNvPr id="9271" name="AutoShape 70"/>
                  <p:cNvCxnSpPr>
                    <a:cxnSpLocks noChangeShapeType="1"/>
                    <a:stCxn id="9274" idx="3"/>
                    <a:endCxn id="9269" idx="2"/>
                  </p:cNvCxnSpPr>
                  <p:nvPr/>
                </p:nvCxnSpPr>
                <p:spPr bwMode="auto">
                  <a:xfrm rot="16200000" flipV="1">
                    <a:off x="3447569" y="4593120"/>
                    <a:ext cx="565161" cy="2222"/>
                  </a:xfrm>
                  <a:prstGeom prst="straightConnector1">
                    <a:avLst/>
                  </a:prstGeom>
                  <a:noFill/>
                  <a:ln w="9525">
                    <a:solidFill>
                      <a:schemeClr val="tx1"/>
                    </a:solidFill>
                    <a:round/>
                    <a:headEnd/>
                    <a:tailEnd/>
                  </a:ln>
                </p:spPr>
              </p:cxnSp>
              <p:cxnSp>
                <p:nvCxnSpPr>
                  <p:cNvPr id="9272" name="AutoShape 71"/>
                  <p:cNvCxnSpPr>
                    <a:cxnSpLocks noChangeShapeType="1"/>
                    <a:stCxn id="9275" idx="3"/>
                    <a:endCxn id="9269" idx="2"/>
                  </p:cNvCxnSpPr>
                  <p:nvPr/>
                </p:nvCxnSpPr>
                <p:spPr bwMode="auto">
                  <a:xfrm rot="16200000" flipV="1">
                    <a:off x="3904769" y="4135920"/>
                    <a:ext cx="565161" cy="916622"/>
                  </a:xfrm>
                  <a:prstGeom prst="straightConnector1">
                    <a:avLst/>
                  </a:prstGeom>
                  <a:noFill/>
                  <a:ln w="9525">
                    <a:solidFill>
                      <a:schemeClr val="tx1"/>
                    </a:solidFill>
                    <a:round/>
                    <a:headEnd/>
                    <a:tailEnd/>
                  </a:ln>
                </p:spPr>
              </p:cxnSp>
              <p:cxnSp>
                <p:nvCxnSpPr>
                  <p:cNvPr id="9273" name="AutoShape 72"/>
                  <p:cNvCxnSpPr>
                    <a:cxnSpLocks noChangeShapeType="1"/>
                    <a:stCxn id="9275" idx="3"/>
                    <a:endCxn id="9268" idx="2"/>
                  </p:cNvCxnSpPr>
                  <p:nvPr/>
                </p:nvCxnSpPr>
                <p:spPr bwMode="auto">
                  <a:xfrm rot="16200000" flipV="1">
                    <a:off x="4364350" y="4595501"/>
                    <a:ext cx="560399" cy="2222"/>
                  </a:xfrm>
                  <a:prstGeom prst="straightConnector1">
                    <a:avLst/>
                  </a:prstGeom>
                  <a:noFill/>
                  <a:ln w="9525">
                    <a:solidFill>
                      <a:schemeClr val="tx1"/>
                    </a:solidFill>
                    <a:round/>
                    <a:headEnd/>
                    <a:tailEnd/>
                  </a:ln>
                </p:spPr>
              </p:cxnSp>
              <p:sp>
                <p:nvSpPr>
                  <p:cNvPr id="9274" name="AutoShape 80"/>
                  <p:cNvSpPr>
                    <a:spLocks noChangeArrowheads="1"/>
                  </p:cNvSpPr>
                  <p:nvPr/>
                </p:nvSpPr>
                <p:spPr bwMode="auto">
                  <a:xfrm rot="-5428649">
                    <a:off x="3429000" y="5029200"/>
                    <a:ext cx="609600" cy="304800"/>
                  </a:xfrm>
                  <a:prstGeom prst="flowChartPredefinedProcess">
                    <a:avLst/>
                  </a:prstGeom>
                  <a:solidFill>
                    <a:srgbClr val="CCCCCC">
                      <a:alpha val="85097"/>
                    </a:srgbClr>
                  </a:solidFill>
                  <a:ln w="9525">
                    <a:solidFill>
                      <a:schemeClr val="tx1"/>
                    </a:solidFill>
                    <a:miter lim="800000"/>
                    <a:headEnd/>
                    <a:tailEnd/>
                  </a:ln>
                </p:spPr>
                <p:txBody>
                  <a:bodyPr vert="eaVert" wrap="none" anchor="ctr"/>
                  <a:lstStyle/>
                  <a:p>
                    <a:r>
                      <a:rPr lang="en-US" sz="1400">
                        <a:latin typeface="Verdana" pitchFamily="34" charset="0"/>
                      </a:rPr>
                      <a:t>A</a:t>
                    </a:r>
                  </a:p>
                </p:txBody>
              </p:sp>
              <p:sp>
                <p:nvSpPr>
                  <p:cNvPr id="9275" name="AutoShape 82"/>
                  <p:cNvSpPr>
                    <a:spLocks noChangeArrowheads="1"/>
                  </p:cNvSpPr>
                  <p:nvPr/>
                </p:nvSpPr>
                <p:spPr bwMode="auto">
                  <a:xfrm rot="-5428649">
                    <a:off x="4343400" y="5029200"/>
                    <a:ext cx="609600" cy="304800"/>
                  </a:xfrm>
                  <a:prstGeom prst="flowChartPredefinedProcess">
                    <a:avLst/>
                  </a:prstGeom>
                  <a:solidFill>
                    <a:srgbClr val="CCCCCC">
                      <a:alpha val="85097"/>
                    </a:srgbClr>
                  </a:solidFill>
                  <a:ln w="9525">
                    <a:solidFill>
                      <a:schemeClr val="tx1"/>
                    </a:solidFill>
                    <a:miter lim="800000"/>
                    <a:headEnd/>
                    <a:tailEnd/>
                  </a:ln>
                </p:spPr>
                <p:txBody>
                  <a:bodyPr vert="eaVert" wrap="none" anchor="ctr"/>
                  <a:lstStyle/>
                  <a:p>
                    <a:r>
                      <a:rPr lang="en-US" sz="1400">
                        <a:latin typeface="Verdana" pitchFamily="34" charset="0"/>
                      </a:rPr>
                      <a:t>A</a:t>
                    </a:r>
                  </a:p>
                </p:txBody>
              </p:sp>
              <p:sp>
                <p:nvSpPr>
                  <p:cNvPr id="9276" name="AutoShape 82"/>
                  <p:cNvSpPr>
                    <a:spLocks noChangeArrowheads="1"/>
                  </p:cNvSpPr>
                  <p:nvPr/>
                </p:nvSpPr>
                <p:spPr bwMode="auto">
                  <a:xfrm rot="-5428649">
                    <a:off x="3780785" y="5029200"/>
                    <a:ext cx="609600" cy="304800"/>
                  </a:xfrm>
                  <a:prstGeom prst="flowChartPredefinedProcess">
                    <a:avLst/>
                  </a:prstGeom>
                  <a:solidFill>
                    <a:srgbClr val="CCCCCC">
                      <a:alpha val="85097"/>
                    </a:srgbClr>
                  </a:solidFill>
                  <a:ln w="9525">
                    <a:solidFill>
                      <a:schemeClr val="tx1"/>
                    </a:solidFill>
                    <a:miter lim="800000"/>
                    <a:headEnd/>
                    <a:tailEnd/>
                  </a:ln>
                </p:spPr>
                <p:txBody>
                  <a:bodyPr vert="eaVert" wrap="none" anchor="ctr"/>
                  <a:lstStyle/>
                  <a:p>
                    <a:r>
                      <a:rPr lang="en-US" sz="1400">
                        <a:latin typeface="Verdana" pitchFamily="34" charset="0"/>
                      </a:rPr>
                      <a:t>A</a:t>
                    </a:r>
                  </a:p>
                </p:txBody>
              </p:sp>
              <p:sp>
                <p:nvSpPr>
                  <p:cNvPr id="9277" name="Rectangle 21"/>
                  <p:cNvSpPr>
                    <a:spLocks noChangeArrowheads="1"/>
                  </p:cNvSpPr>
                  <p:nvPr/>
                </p:nvSpPr>
                <p:spPr bwMode="auto">
                  <a:xfrm>
                    <a:off x="4203700" y="4983162"/>
                    <a:ext cx="412750" cy="366712"/>
                  </a:xfrm>
                  <a:prstGeom prst="rect">
                    <a:avLst/>
                  </a:prstGeom>
                  <a:noFill/>
                  <a:ln w="9525">
                    <a:noFill/>
                    <a:miter lim="800000"/>
                    <a:headEnd/>
                    <a:tailEnd/>
                  </a:ln>
                </p:spPr>
                <p:txBody>
                  <a:bodyPr wrap="none">
                    <a:spAutoFit/>
                  </a:bodyPr>
                  <a:lstStyle/>
                  <a:p>
                    <a:r>
                      <a:rPr lang="en-US" sz="1800"/>
                      <a:t>…</a:t>
                    </a:r>
                  </a:p>
                </p:txBody>
              </p:sp>
              <p:cxnSp>
                <p:nvCxnSpPr>
                  <p:cNvPr id="9278" name="AutoShape 69"/>
                  <p:cNvCxnSpPr>
                    <a:cxnSpLocks noChangeShapeType="1"/>
                    <a:endCxn id="9268" idx="2"/>
                  </p:cNvCxnSpPr>
                  <p:nvPr/>
                </p:nvCxnSpPr>
                <p:spPr bwMode="auto">
                  <a:xfrm flipV="1">
                    <a:off x="4083051" y="4316412"/>
                    <a:ext cx="560387" cy="541349"/>
                  </a:xfrm>
                  <a:prstGeom prst="straightConnector1">
                    <a:avLst/>
                  </a:prstGeom>
                  <a:noFill/>
                  <a:ln w="9525">
                    <a:solidFill>
                      <a:schemeClr val="tx1"/>
                    </a:solidFill>
                    <a:round/>
                    <a:headEnd/>
                    <a:tailEnd/>
                  </a:ln>
                </p:spPr>
              </p:cxnSp>
              <p:cxnSp>
                <p:nvCxnSpPr>
                  <p:cNvPr id="9279" name="AutoShape 69"/>
                  <p:cNvCxnSpPr>
                    <a:cxnSpLocks noChangeShapeType="1"/>
                  </p:cNvCxnSpPr>
                  <p:nvPr/>
                </p:nvCxnSpPr>
                <p:spPr bwMode="auto">
                  <a:xfrm rot="16200000" flipV="1">
                    <a:off x="3639345" y="4387056"/>
                    <a:ext cx="533399" cy="354013"/>
                  </a:xfrm>
                  <a:prstGeom prst="straightConnector1">
                    <a:avLst/>
                  </a:prstGeom>
                  <a:noFill/>
                  <a:ln w="9525">
                    <a:solidFill>
                      <a:schemeClr val="tx1"/>
                    </a:solidFill>
                    <a:round/>
                    <a:headEnd/>
                    <a:tailEnd/>
                  </a:ln>
                </p:spPr>
              </p:cxnSp>
            </p:grpSp>
            <p:cxnSp>
              <p:nvCxnSpPr>
                <p:cNvPr id="9261" name="AutoShape 64"/>
                <p:cNvCxnSpPr>
                  <a:cxnSpLocks noChangeShapeType="1"/>
                </p:cNvCxnSpPr>
                <p:nvPr/>
              </p:nvCxnSpPr>
              <p:spPr bwMode="auto">
                <a:xfrm rot="16200000" flipV="1">
                  <a:off x="3467101" y="2822573"/>
                  <a:ext cx="639762" cy="1782763"/>
                </a:xfrm>
                <a:prstGeom prst="straightConnector1">
                  <a:avLst/>
                </a:prstGeom>
                <a:noFill/>
                <a:ln w="9525">
                  <a:solidFill>
                    <a:schemeClr val="tx1"/>
                  </a:solidFill>
                  <a:round/>
                  <a:headEnd/>
                  <a:tailEnd/>
                </a:ln>
              </p:spPr>
            </p:cxnSp>
            <p:cxnSp>
              <p:nvCxnSpPr>
                <p:cNvPr id="9262" name="AutoShape 65"/>
                <p:cNvCxnSpPr>
                  <a:cxnSpLocks noChangeShapeType="1"/>
                </p:cNvCxnSpPr>
                <p:nvPr/>
              </p:nvCxnSpPr>
              <p:spPr bwMode="auto">
                <a:xfrm rot="16200000" flipV="1">
                  <a:off x="3009901" y="3279773"/>
                  <a:ext cx="639762" cy="868363"/>
                </a:xfrm>
                <a:prstGeom prst="straightConnector1">
                  <a:avLst/>
                </a:prstGeom>
                <a:noFill/>
                <a:ln w="9525">
                  <a:solidFill>
                    <a:schemeClr val="tx1"/>
                  </a:solidFill>
                  <a:round/>
                  <a:headEnd/>
                  <a:tailEnd/>
                </a:ln>
              </p:spPr>
            </p:cxnSp>
            <p:cxnSp>
              <p:nvCxnSpPr>
                <p:cNvPr id="9263" name="AutoShape 66"/>
                <p:cNvCxnSpPr>
                  <a:cxnSpLocks noChangeShapeType="1"/>
                </p:cNvCxnSpPr>
                <p:nvPr/>
              </p:nvCxnSpPr>
              <p:spPr bwMode="auto">
                <a:xfrm rot="5400000" flipH="1" flipV="1">
                  <a:off x="3464721" y="3693317"/>
                  <a:ext cx="644525" cy="46037"/>
                </a:xfrm>
                <a:prstGeom prst="straightConnector1">
                  <a:avLst/>
                </a:prstGeom>
                <a:noFill/>
                <a:ln w="9525">
                  <a:solidFill>
                    <a:schemeClr val="tx1"/>
                  </a:solidFill>
                  <a:round/>
                  <a:headEnd/>
                  <a:tailEnd/>
                </a:ln>
              </p:spPr>
            </p:cxnSp>
            <p:cxnSp>
              <p:nvCxnSpPr>
                <p:cNvPr id="9264" name="AutoShape 67"/>
                <p:cNvCxnSpPr>
                  <a:cxnSpLocks noChangeShapeType="1"/>
                </p:cNvCxnSpPr>
                <p:nvPr/>
              </p:nvCxnSpPr>
              <p:spPr bwMode="auto">
                <a:xfrm rot="16200000" flipV="1">
                  <a:off x="3921920" y="3282155"/>
                  <a:ext cx="644525" cy="868363"/>
                </a:xfrm>
                <a:prstGeom prst="straightConnector1">
                  <a:avLst/>
                </a:prstGeom>
                <a:noFill/>
                <a:ln w="9525">
                  <a:solidFill>
                    <a:schemeClr val="tx1"/>
                  </a:solidFill>
                  <a:round/>
                  <a:headEnd/>
                  <a:tailEnd/>
                </a:ln>
              </p:spPr>
            </p:cxnSp>
            <p:sp>
              <p:nvSpPr>
                <p:cNvPr id="9265" name="Rectangle 21"/>
                <p:cNvSpPr>
                  <a:spLocks noChangeArrowheads="1"/>
                </p:cNvSpPr>
                <p:nvPr/>
              </p:nvSpPr>
              <p:spPr bwMode="auto">
                <a:xfrm>
                  <a:off x="4800600" y="3962400"/>
                  <a:ext cx="412750" cy="366712"/>
                </a:xfrm>
                <a:prstGeom prst="rect">
                  <a:avLst/>
                </a:prstGeom>
                <a:noFill/>
                <a:ln w="9525">
                  <a:noFill/>
                  <a:miter lim="800000"/>
                  <a:headEnd/>
                  <a:tailEnd/>
                </a:ln>
              </p:spPr>
              <p:txBody>
                <a:bodyPr wrap="none">
                  <a:spAutoFit/>
                </a:bodyPr>
                <a:lstStyle/>
                <a:p>
                  <a:r>
                    <a:rPr lang="en-US" sz="1800"/>
                    <a:t>…</a:t>
                  </a:r>
                </a:p>
              </p:txBody>
            </p:sp>
            <p:cxnSp>
              <p:nvCxnSpPr>
                <p:cNvPr id="9266" name="Straight Connector 57"/>
                <p:cNvCxnSpPr>
                  <a:cxnSpLocks noChangeShapeType="1"/>
                </p:cNvCxnSpPr>
                <p:nvPr/>
              </p:nvCxnSpPr>
              <p:spPr bwMode="auto">
                <a:xfrm>
                  <a:off x="762000" y="2819400"/>
                  <a:ext cx="6629400" cy="1588"/>
                </a:xfrm>
                <a:prstGeom prst="line">
                  <a:avLst/>
                </a:prstGeom>
                <a:noFill/>
                <a:ln w="9525" algn="ctr">
                  <a:solidFill>
                    <a:schemeClr val="tx1"/>
                  </a:solidFill>
                  <a:prstDash val="sysDot"/>
                  <a:round/>
                  <a:headEnd/>
                  <a:tailEnd/>
                </a:ln>
              </p:spPr>
            </p:cxnSp>
            <p:sp>
              <p:nvSpPr>
                <p:cNvPr id="9267" name="TextBox 58"/>
                <p:cNvSpPr txBox="1">
                  <a:spLocks noChangeArrowheads="1"/>
                </p:cNvSpPr>
                <p:nvPr/>
              </p:nvSpPr>
              <p:spPr bwMode="auto">
                <a:xfrm>
                  <a:off x="838200" y="2897187"/>
                  <a:ext cx="928588" cy="400110"/>
                </a:xfrm>
                <a:prstGeom prst="rect">
                  <a:avLst/>
                </a:prstGeom>
                <a:noFill/>
                <a:ln w="9525">
                  <a:noFill/>
                  <a:miter lim="800000"/>
                  <a:headEnd/>
                  <a:tailEnd/>
                </a:ln>
              </p:spPr>
              <p:txBody>
                <a:bodyPr wrap="none">
                  <a:spAutoFit/>
                </a:bodyPr>
                <a:lstStyle/>
                <a:p>
                  <a:r>
                    <a:rPr lang="en-US" sz="2000"/>
                    <a:t>Layer 2</a:t>
                  </a:r>
                </a:p>
              </p:txBody>
            </p:sp>
          </p:grpSp>
          <p:sp>
            <p:nvSpPr>
              <p:cNvPr id="9225" name="TextBox 8"/>
              <p:cNvSpPr txBox="1">
                <a:spLocks noChangeArrowheads="1"/>
              </p:cNvSpPr>
              <p:nvPr/>
            </p:nvSpPr>
            <p:spPr bwMode="auto">
              <a:xfrm>
                <a:off x="5227529" y="3683879"/>
                <a:ext cx="2613243" cy="2063942"/>
              </a:xfrm>
              <a:prstGeom prst="rect">
                <a:avLst/>
              </a:prstGeom>
              <a:noFill/>
              <a:ln w="9525">
                <a:solidFill>
                  <a:srgbClr val="000000"/>
                </a:solidFill>
                <a:miter lim="800000"/>
                <a:headEnd/>
                <a:tailEnd/>
              </a:ln>
            </p:spPr>
            <p:txBody>
              <a:bodyPr>
                <a:spAutoFit/>
              </a:bodyPr>
              <a:lstStyle/>
              <a:p>
                <a:r>
                  <a:rPr lang="en-US" sz="1400"/>
                  <a:t>Key:</a:t>
                </a:r>
              </a:p>
              <a:p>
                <a:pPr algn="l">
                  <a:buFont typeface="Arial" charset="0"/>
                  <a:buChar char="•"/>
                </a:pPr>
                <a:r>
                  <a:rPr lang="en-US" sz="1400"/>
                  <a:t> CR = L3 Core Router</a:t>
                </a:r>
              </a:p>
              <a:p>
                <a:pPr algn="l">
                  <a:buFont typeface="Arial" charset="0"/>
                  <a:buChar char="•"/>
                </a:pPr>
                <a:r>
                  <a:rPr lang="en-US" sz="1400"/>
                  <a:t> AR = L3 Access Router</a:t>
                </a:r>
              </a:p>
              <a:p>
                <a:pPr algn="l">
                  <a:buFont typeface="Arial" charset="0"/>
                  <a:buChar char="•"/>
                </a:pPr>
                <a:r>
                  <a:rPr lang="en-US" sz="1400"/>
                  <a:t> S = L2 Switch</a:t>
                </a:r>
              </a:p>
              <a:p>
                <a:pPr algn="l">
                  <a:buFont typeface="Arial" charset="0"/>
                  <a:buChar char="•"/>
                </a:pPr>
                <a:r>
                  <a:rPr lang="en-US" sz="1400"/>
                  <a:t> LB = Load Balancer</a:t>
                </a:r>
              </a:p>
              <a:p>
                <a:pPr algn="l">
                  <a:buFont typeface="Arial" charset="0"/>
                  <a:buChar char="•"/>
                </a:pPr>
                <a:r>
                  <a:rPr lang="en-US" sz="1400"/>
                  <a:t> A = Rack of 20 servers</a:t>
                </a:r>
              </a:p>
              <a:p>
                <a:pPr algn="l"/>
                <a:r>
                  <a:rPr lang="en-US" sz="1400"/>
                  <a:t>         with Top of Rack switch</a:t>
                </a:r>
              </a:p>
            </p:txBody>
          </p:sp>
        </p:grpSp>
      </p:gr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0242" name="Title 1"/>
          <p:cNvSpPr>
            <a:spLocks noGrp="1"/>
          </p:cNvSpPr>
          <p:nvPr>
            <p:ph type="title"/>
          </p:nvPr>
        </p:nvSpPr>
        <p:spPr>
          <a:xfrm>
            <a:off x="685800" y="228600"/>
            <a:ext cx="8077200" cy="914400"/>
          </a:xfrm>
        </p:spPr>
        <p:txBody>
          <a:bodyPr/>
          <a:lstStyle/>
          <a:p>
            <a:r>
              <a:rPr lang="en-US" sz="3600"/>
              <a:t>Data Center Design Requirements</a:t>
            </a:r>
          </a:p>
        </p:txBody>
      </p:sp>
      <p:sp>
        <p:nvSpPr>
          <p:cNvPr id="3" name="Content Placeholder 2"/>
          <p:cNvSpPr>
            <a:spLocks noGrp="1"/>
          </p:cNvSpPr>
          <p:nvPr>
            <p:ph idx="1"/>
          </p:nvPr>
        </p:nvSpPr>
        <p:spPr>
          <a:xfrm>
            <a:off x="611560" y="1504528"/>
            <a:ext cx="8153400" cy="4876800"/>
          </a:xfrm>
        </p:spPr>
        <p:txBody>
          <a:bodyPr>
            <a:normAutofit fontScale="77500" lnSpcReduction="20000"/>
          </a:bodyPr>
          <a:lstStyle/>
          <a:p>
            <a:pPr>
              <a:defRPr/>
            </a:pPr>
            <a:r>
              <a:rPr lang="en-US" dirty="0">
                <a:solidFill>
                  <a:srgbClr val="000099"/>
                </a:solidFill>
              </a:rPr>
              <a:t>Data centers typically run two types of applications </a:t>
            </a:r>
          </a:p>
          <a:p>
            <a:pPr lvl="1">
              <a:defRPr/>
            </a:pPr>
            <a:r>
              <a:rPr lang="en-US" dirty="0"/>
              <a:t>outward facing (e.g., serving web pages to users)</a:t>
            </a:r>
          </a:p>
          <a:p>
            <a:pPr lvl="1">
              <a:defRPr/>
            </a:pPr>
            <a:r>
              <a:rPr lang="en-US" dirty="0"/>
              <a:t>internal computations (e.g., </a:t>
            </a:r>
            <a:r>
              <a:rPr lang="en-US" dirty="0" err="1"/>
              <a:t>MapReduce</a:t>
            </a:r>
            <a:r>
              <a:rPr lang="en-US" dirty="0"/>
              <a:t> for web indexing)</a:t>
            </a:r>
            <a:endParaRPr lang="en-US" sz="1600" dirty="0"/>
          </a:p>
          <a:p>
            <a:pPr>
              <a:defRPr/>
            </a:pPr>
            <a:r>
              <a:rPr lang="en-US" dirty="0">
                <a:solidFill>
                  <a:srgbClr val="000099"/>
                </a:solidFill>
              </a:rPr>
              <a:t>Workloads often unpredictable:</a:t>
            </a:r>
          </a:p>
          <a:p>
            <a:pPr lvl="1">
              <a:defRPr/>
            </a:pPr>
            <a:r>
              <a:rPr lang="en-US" dirty="0">
                <a:solidFill>
                  <a:schemeClr val="tx2"/>
                </a:solidFill>
              </a:rPr>
              <a:t>Multiple services run concurrently within a DC</a:t>
            </a:r>
          </a:p>
          <a:p>
            <a:pPr lvl="1">
              <a:defRPr/>
            </a:pPr>
            <a:r>
              <a:rPr lang="en-US" dirty="0">
                <a:solidFill>
                  <a:schemeClr val="tx2"/>
                </a:solidFill>
              </a:rPr>
              <a:t> Demand for new services may spike unexpectedly</a:t>
            </a:r>
          </a:p>
          <a:p>
            <a:pPr lvl="2">
              <a:defRPr/>
            </a:pPr>
            <a:r>
              <a:rPr lang="en-US" dirty="0">
                <a:solidFill>
                  <a:srgbClr val="000099"/>
                </a:solidFill>
              </a:rPr>
              <a:t>Success: spike of demands for new services!</a:t>
            </a:r>
          </a:p>
          <a:p>
            <a:pPr lvl="2">
              <a:defRPr/>
            </a:pPr>
            <a:r>
              <a:rPr lang="en-US" dirty="0">
                <a:solidFill>
                  <a:srgbClr val="000099"/>
                </a:solidFill>
              </a:rPr>
              <a:t>But this is when success spells trouble (if one is not prepared)!  </a:t>
            </a:r>
          </a:p>
          <a:p>
            <a:pPr>
              <a:defRPr/>
            </a:pPr>
            <a:r>
              <a:rPr lang="en-US" dirty="0"/>
              <a:t>Failures of servers are the norm</a:t>
            </a:r>
          </a:p>
          <a:p>
            <a:pPr lvl="1">
              <a:defRPr/>
            </a:pPr>
            <a:r>
              <a:rPr lang="en-US" dirty="0">
                <a:solidFill>
                  <a:schemeClr val="tx2"/>
                </a:solidFill>
              </a:rPr>
              <a:t>Recall that GFS, </a:t>
            </a:r>
            <a:r>
              <a:rPr lang="en-US" dirty="0" err="1">
                <a:solidFill>
                  <a:schemeClr val="tx2"/>
                </a:solidFill>
              </a:rPr>
              <a:t>MapReduce</a:t>
            </a:r>
            <a:r>
              <a:rPr lang="en-US" dirty="0">
                <a:solidFill>
                  <a:schemeClr val="tx2"/>
                </a:solidFill>
              </a:rPr>
              <a:t>, etc., resort to dynamic re-assignment of </a:t>
            </a:r>
            <a:r>
              <a:rPr lang="en-US" dirty="0" err="1">
                <a:solidFill>
                  <a:schemeClr val="tx2"/>
                </a:solidFill>
              </a:rPr>
              <a:t>chunkservers</a:t>
            </a:r>
            <a:r>
              <a:rPr lang="en-US" dirty="0">
                <a:solidFill>
                  <a:schemeClr val="tx2"/>
                </a:solidFill>
              </a:rPr>
              <a:t>, jobs/tasks (worker servers) to deal with failures; data is often replicated across racks, …</a:t>
            </a:r>
          </a:p>
          <a:p>
            <a:pPr lvl="1">
              <a:defRPr/>
            </a:pPr>
            <a:r>
              <a:rPr lang="en-US" dirty="0">
                <a:solidFill>
                  <a:srgbClr val="FF0000"/>
                </a:solidFill>
              </a:rPr>
              <a:t>“Traffic matrix” between servers are constantly changing </a:t>
            </a:r>
          </a:p>
          <a:p>
            <a:pPr>
              <a:defRPr/>
            </a:pPr>
            <a:endParaRPr lang="en-US" dirty="0"/>
          </a:p>
        </p:txBody>
      </p:sp>
      <p:sp>
        <p:nvSpPr>
          <p:cNvPr id="10244" name="Slide Number Placeholder 3"/>
          <p:cNvSpPr>
            <a:spLocks noGrp="1"/>
          </p:cNvSpPr>
          <p:nvPr>
            <p:ph type="sldNum" sz="quarter" idx="10"/>
          </p:nvPr>
        </p:nvSpPr>
        <p:spPr>
          <a:noFill/>
        </p:spPr>
        <p:txBody>
          <a:bodyPr/>
          <a:lstStyle/>
          <a:p>
            <a:fld id="{50B1DC10-5FBB-455C-AA61-99ECF60E5913}" type="slidenum">
              <a:rPr lang="en-US" smtClean="0"/>
              <a:pPr/>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3314" name="Title 1"/>
          <p:cNvSpPr>
            <a:spLocks noGrp="1"/>
          </p:cNvSpPr>
          <p:nvPr>
            <p:ph type="title"/>
          </p:nvPr>
        </p:nvSpPr>
        <p:spPr>
          <a:xfrm>
            <a:off x="685800" y="228600"/>
            <a:ext cx="8077200" cy="914400"/>
          </a:xfrm>
        </p:spPr>
        <p:txBody>
          <a:bodyPr/>
          <a:lstStyle/>
          <a:p>
            <a:r>
              <a:rPr lang="en-US" sz="3600" dirty="0"/>
              <a:t>Overall Data Center Design Goals </a:t>
            </a:r>
          </a:p>
        </p:txBody>
      </p:sp>
      <p:sp>
        <p:nvSpPr>
          <p:cNvPr id="3" name="Content Placeholder 2"/>
          <p:cNvSpPr>
            <a:spLocks noGrp="1"/>
          </p:cNvSpPr>
          <p:nvPr>
            <p:ph idx="1"/>
          </p:nvPr>
        </p:nvSpPr>
        <p:spPr>
          <a:xfrm>
            <a:off x="611560" y="1504528"/>
            <a:ext cx="8153400" cy="4876800"/>
          </a:xfrm>
        </p:spPr>
        <p:txBody>
          <a:bodyPr>
            <a:normAutofit fontScale="85000" lnSpcReduction="10000"/>
          </a:bodyPr>
          <a:lstStyle/>
          <a:p>
            <a:pPr>
              <a:buNone/>
              <a:defRPr/>
            </a:pPr>
            <a:r>
              <a:rPr lang="en-US" sz="2800" dirty="0"/>
              <a:t>Important Goals</a:t>
            </a:r>
          </a:p>
          <a:p>
            <a:pPr>
              <a:buFont typeface="Wingdings" pitchFamily="2" charset="2"/>
              <a:buChar char="v"/>
              <a:defRPr/>
            </a:pPr>
            <a:r>
              <a:rPr lang="en-US" sz="2800" dirty="0">
                <a:solidFill>
                  <a:srgbClr val="FF0000"/>
                </a:solidFill>
              </a:rPr>
              <a:t>Agility – Any service, Any Server</a:t>
            </a:r>
          </a:p>
          <a:p>
            <a:pPr>
              <a:defRPr/>
            </a:pPr>
            <a:r>
              <a:rPr lang="en-US" dirty="0"/>
              <a:t>Turn the servers into a single large fungible pool</a:t>
            </a:r>
          </a:p>
          <a:p>
            <a:pPr lvl="1">
              <a:defRPr/>
            </a:pPr>
            <a:r>
              <a:rPr lang="en-US" dirty="0"/>
              <a:t>Let services “breathe”: dynamically expand and contract their footprint as needed</a:t>
            </a:r>
          </a:p>
          <a:p>
            <a:pPr lvl="2">
              <a:defRPr/>
            </a:pPr>
            <a:r>
              <a:rPr lang="en-US" dirty="0"/>
              <a:t>We see this is done for Google’s GFS, </a:t>
            </a:r>
            <a:r>
              <a:rPr lang="en-US" dirty="0" err="1"/>
              <a:t>BigTable</a:t>
            </a:r>
            <a:r>
              <a:rPr lang="en-US" dirty="0"/>
              <a:t>, MapReduce</a:t>
            </a:r>
          </a:p>
          <a:p>
            <a:pPr>
              <a:defRPr/>
            </a:pPr>
            <a:r>
              <a:rPr lang="en-US" dirty="0">
                <a:solidFill>
                  <a:srgbClr val="FF0000"/>
                </a:solidFill>
              </a:rPr>
              <a:t>Increase service developer productivity</a:t>
            </a:r>
          </a:p>
          <a:p>
            <a:pPr>
              <a:defRPr/>
            </a:pPr>
            <a:r>
              <a:rPr lang="en-US" dirty="0">
                <a:solidFill>
                  <a:srgbClr val="FF0000"/>
                </a:solidFill>
              </a:rPr>
              <a:t>Lower cost</a:t>
            </a:r>
          </a:p>
          <a:p>
            <a:pPr>
              <a:defRPr/>
            </a:pPr>
            <a:r>
              <a:rPr lang="en-US" dirty="0">
                <a:solidFill>
                  <a:srgbClr val="FF0000"/>
                </a:solidFill>
              </a:rPr>
              <a:t>Achieve high performance and reliability</a:t>
            </a:r>
          </a:p>
          <a:p>
            <a:pPr lvl="1">
              <a:buFontTx/>
              <a:buNone/>
              <a:defRPr/>
            </a:pPr>
            <a:endParaRPr lang="en-US" dirty="0">
              <a:solidFill>
                <a:srgbClr val="FF0000"/>
              </a:solidFill>
            </a:endParaRPr>
          </a:p>
          <a:p>
            <a:pPr>
              <a:buFontTx/>
              <a:buNone/>
              <a:defRPr/>
            </a:pPr>
            <a:r>
              <a:rPr lang="en-US" sz="2400" dirty="0">
                <a:solidFill>
                  <a:srgbClr val="6600FF"/>
                </a:solidFill>
              </a:rPr>
              <a:t>These are the motivators for most data center infrastructure projects!</a:t>
            </a:r>
          </a:p>
        </p:txBody>
      </p:sp>
      <p:sp>
        <p:nvSpPr>
          <p:cNvPr id="13316" name="Slide Number Placeholder 3"/>
          <p:cNvSpPr>
            <a:spLocks noGrp="1"/>
          </p:cNvSpPr>
          <p:nvPr>
            <p:ph type="sldNum" sz="quarter" idx="10"/>
          </p:nvPr>
        </p:nvSpPr>
        <p:spPr>
          <a:noFill/>
        </p:spPr>
        <p:txBody>
          <a:bodyPr/>
          <a:lstStyle/>
          <a:p>
            <a:fld id="{9C01B4A4-04DC-42EA-95EA-A94FA93A0F2E}" type="slidenum">
              <a:rPr lang="en-US" smtClean="0"/>
              <a:pPr/>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4338" name="Title 1"/>
          <p:cNvSpPr>
            <a:spLocks noGrp="1"/>
          </p:cNvSpPr>
          <p:nvPr>
            <p:ph type="title"/>
          </p:nvPr>
        </p:nvSpPr>
        <p:spPr>
          <a:xfrm>
            <a:off x="685800" y="228600"/>
            <a:ext cx="8077200" cy="914400"/>
          </a:xfrm>
        </p:spPr>
        <p:txBody>
          <a:bodyPr/>
          <a:lstStyle/>
          <a:p>
            <a:r>
              <a:rPr lang="en-US" sz="3600"/>
              <a:t>Achieving Agility … </a:t>
            </a:r>
          </a:p>
        </p:txBody>
      </p:sp>
      <p:sp>
        <p:nvSpPr>
          <p:cNvPr id="3" name="Content Placeholder 2"/>
          <p:cNvSpPr>
            <a:spLocks noGrp="1"/>
          </p:cNvSpPr>
          <p:nvPr>
            <p:ph idx="1"/>
          </p:nvPr>
        </p:nvSpPr>
        <p:spPr>
          <a:xfrm>
            <a:off x="611560" y="1432520"/>
            <a:ext cx="8153400" cy="4876800"/>
          </a:xfrm>
        </p:spPr>
        <p:txBody>
          <a:bodyPr>
            <a:normAutofit fontScale="85000" lnSpcReduction="10000"/>
          </a:bodyPr>
          <a:lstStyle/>
          <a:p>
            <a:pPr>
              <a:defRPr/>
            </a:pPr>
            <a:r>
              <a:rPr lang="en-US" dirty="0"/>
              <a:t>Workload Management</a:t>
            </a:r>
          </a:p>
          <a:p>
            <a:pPr lvl="1">
              <a:defRPr/>
            </a:pPr>
            <a:r>
              <a:rPr lang="en-US" dirty="0"/>
              <a:t>means for rapidly installing a service’s code on a server</a:t>
            </a:r>
          </a:p>
          <a:p>
            <a:pPr lvl="1">
              <a:defRPr/>
            </a:pPr>
            <a:r>
              <a:rPr lang="en-US" i="1" dirty="0"/>
              <a:t>dynamic cluster scheduling and server assignment </a:t>
            </a:r>
            <a:r>
              <a:rPr lang="en-US" dirty="0">
                <a:sym typeface="Wingdings"/>
              </a:rPr>
              <a:t></a:t>
            </a:r>
          </a:p>
          <a:p>
            <a:pPr lvl="2">
              <a:defRPr/>
            </a:pPr>
            <a:r>
              <a:rPr lang="en-US" i="1" dirty="0">
                <a:sym typeface="Wingdings"/>
              </a:rPr>
              <a:t>E.g., </a:t>
            </a:r>
            <a:r>
              <a:rPr lang="en-US" i="1" dirty="0" err="1">
                <a:sym typeface="Wingdings"/>
              </a:rPr>
              <a:t>MapReduce</a:t>
            </a:r>
            <a:r>
              <a:rPr lang="en-US" i="1" dirty="0">
                <a:sym typeface="Wingdings"/>
              </a:rPr>
              <a:t>, </a:t>
            </a:r>
            <a:r>
              <a:rPr lang="en-US" i="1" dirty="0" err="1">
                <a:sym typeface="Wingdings"/>
              </a:rPr>
              <a:t>Bigtable</a:t>
            </a:r>
            <a:r>
              <a:rPr lang="en-US" i="1" dirty="0">
                <a:sym typeface="Wingdings"/>
              </a:rPr>
              <a:t>, … </a:t>
            </a:r>
            <a:endParaRPr lang="en-US" i="1" dirty="0"/>
          </a:p>
          <a:p>
            <a:pPr lvl="1">
              <a:defRPr/>
            </a:pPr>
            <a:r>
              <a:rPr lang="en-US" i="1" dirty="0"/>
              <a:t>virtual machines, disk images </a:t>
            </a:r>
            <a:r>
              <a:rPr lang="en-US" dirty="0">
                <a:sym typeface="Wingdings"/>
              </a:rPr>
              <a:t></a:t>
            </a:r>
            <a:endParaRPr lang="en-US" i="1" dirty="0"/>
          </a:p>
          <a:p>
            <a:pPr>
              <a:defRPr/>
            </a:pPr>
            <a:r>
              <a:rPr lang="en-US" dirty="0"/>
              <a:t>Storage Management</a:t>
            </a:r>
          </a:p>
          <a:p>
            <a:pPr lvl="1">
              <a:defRPr/>
            </a:pPr>
            <a:r>
              <a:rPr lang="en-US" dirty="0"/>
              <a:t>means for a server to access persistent data</a:t>
            </a:r>
          </a:p>
          <a:p>
            <a:pPr lvl="1">
              <a:defRPr/>
            </a:pPr>
            <a:r>
              <a:rPr lang="en-US" i="1" dirty="0"/>
              <a:t>distributed file systems  (e.g., GFS)</a:t>
            </a:r>
            <a:r>
              <a:rPr lang="en-US" dirty="0">
                <a:sym typeface="Wingdings"/>
              </a:rPr>
              <a:t> </a:t>
            </a:r>
            <a:endParaRPr lang="en-US" i="1" dirty="0"/>
          </a:p>
          <a:p>
            <a:pPr>
              <a:defRPr/>
            </a:pPr>
            <a:r>
              <a:rPr lang="en-US" dirty="0"/>
              <a:t>Network Management</a:t>
            </a:r>
          </a:p>
          <a:p>
            <a:pPr lvl="1">
              <a:defRPr/>
            </a:pPr>
            <a:r>
              <a:rPr lang="en-US" dirty="0"/>
              <a:t>Means for communicating with other servers, </a:t>
            </a:r>
            <a:r>
              <a:rPr lang="en-US" dirty="0">
                <a:solidFill>
                  <a:srgbClr val="FF0000"/>
                </a:solidFill>
              </a:rPr>
              <a:t>regardless of where they are in the data center</a:t>
            </a:r>
          </a:p>
          <a:p>
            <a:pPr lvl="1">
              <a:defRPr/>
            </a:pPr>
            <a:r>
              <a:rPr lang="en-US" dirty="0">
                <a:solidFill>
                  <a:srgbClr val="FF0000"/>
                </a:solidFill>
              </a:rPr>
              <a:t>Achieve high performance and reliability</a:t>
            </a:r>
          </a:p>
          <a:p>
            <a:pPr lvl="1">
              <a:buFontTx/>
              <a:buNone/>
              <a:defRPr/>
            </a:pPr>
            <a:endParaRPr lang="en-US" dirty="0">
              <a:solidFill>
                <a:srgbClr val="FF0000"/>
              </a:solidFill>
            </a:endParaRPr>
          </a:p>
        </p:txBody>
      </p:sp>
      <p:sp>
        <p:nvSpPr>
          <p:cNvPr id="14340" name="Slide Number Placeholder 3"/>
          <p:cNvSpPr>
            <a:spLocks noGrp="1"/>
          </p:cNvSpPr>
          <p:nvPr>
            <p:ph type="sldNum" sz="quarter" idx="10"/>
          </p:nvPr>
        </p:nvSpPr>
        <p:spPr>
          <a:noFill/>
        </p:spPr>
        <p:txBody>
          <a:bodyPr/>
          <a:lstStyle/>
          <a:p>
            <a:fld id="{BA2B5F67-43F2-4A8C-BD42-0D503A193F07}" type="slidenum">
              <a:rPr lang="en-US" smtClean="0"/>
              <a:pPr/>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5362" name="Title 1"/>
          <p:cNvSpPr>
            <a:spLocks noGrp="1"/>
          </p:cNvSpPr>
          <p:nvPr>
            <p:ph type="title"/>
          </p:nvPr>
        </p:nvSpPr>
        <p:spPr>
          <a:xfrm>
            <a:off x="685800" y="228600"/>
            <a:ext cx="8077200" cy="914400"/>
          </a:xfrm>
        </p:spPr>
        <p:txBody>
          <a:bodyPr/>
          <a:lstStyle/>
          <a:p>
            <a:r>
              <a:rPr lang="en-US" sz="3600"/>
              <a:t>Networking Objectives </a:t>
            </a:r>
          </a:p>
        </p:txBody>
      </p:sp>
      <p:sp>
        <p:nvSpPr>
          <p:cNvPr id="3" name="Content Placeholder 2"/>
          <p:cNvSpPr>
            <a:spLocks noGrp="1"/>
          </p:cNvSpPr>
          <p:nvPr>
            <p:ph idx="1"/>
          </p:nvPr>
        </p:nvSpPr>
        <p:spPr>
          <a:xfrm>
            <a:off x="467544" y="1504528"/>
            <a:ext cx="8153400" cy="4876800"/>
          </a:xfrm>
        </p:spPr>
        <p:txBody>
          <a:bodyPr>
            <a:normAutofit fontScale="85000" lnSpcReduction="10000"/>
          </a:bodyPr>
          <a:lstStyle/>
          <a:p>
            <a:pPr marL="457200" indent="-457200">
              <a:buFont typeface="+mj-lt"/>
              <a:buAutoNum type="arabicPeriod"/>
              <a:defRPr/>
            </a:pPr>
            <a:r>
              <a:rPr lang="en-US" dirty="0"/>
              <a:t>Uniform high capacity</a:t>
            </a:r>
          </a:p>
          <a:p>
            <a:pPr marL="914400" lvl="1" indent="-457200">
              <a:defRPr/>
            </a:pPr>
            <a:r>
              <a:rPr lang="en-US" dirty="0"/>
              <a:t>Capacity between servers limited only by their NICs</a:t>
            </a:r>
          </a:p>
          <a:p>
            <a:pPr marL="914400" lvl="1" indent="-457200">
              <a:defRPr/>
            </a:pPr>
            <a:r>
              <a:rPr lang="en-US" dirty="0"/>
              <a:t>Should not have to consider network topology when adding servers</a:t>
            </a:r>
          </a:p>
          <a:p>
            <a:pPr marL="1314450" lvl="2" indent="-457200">
              <a:buFontTx/>
              <a:buNone/>
              <a:defRPr/>
            </a:pPr>
            <a:r>
              <a:rPr lang="en-US" dirty="0"/>
              <a:t>=&gt; In other words,  high capacity between any two servers no matter which racks they are located in!</a:t>
            </a:r>
          </a:p>
          <a:p>
            <a:pPr marL="457200" indent="-457200">
              <a:buFont typeface="+mj-lt"/>
              <a:buAutoNum type="arabicPeriod"/>
              <a:defRPr/>
            </a:pPr>
            <a:r>
              <a:rPr lang="en-US" dirty="0"/>
              <a:t>Performance isolation</a:t>
            </a:r>
          </a:p>
          <a:p>
            <a:pPr marL="914400" lvl="1" indent="-457200">
              <a:defRPr/>
            </a:pPr>
            <a:r>
              <a:rPr lang="en-US" dirty="0"/>
              <a:t>Traffic of one service should be unaffected by others</a:t>
            </a:r>
          </a:p>
          <a:p>
            <a:pPr marL="457200" indent="-457200">
              <a:buFont typeface="+mj-lt"/>
              <a:buAutoNum type="arabicPeriod"/>
              <a:defRPr/>
            </a:pPr>
            <a:r>
              <a:rPr lang="en-US" dirty="0"/>
              <a:t>Ease of management: “Plug-&amp;-Play</a:t>
            </a:r>
            <a:r>
              <a:rPr lang="en-US" sz="2000" dirty="0"/>
              <a:t>”</a:t>
            </a:r>
            <a:r>
              <a:rPr lang="en-US" dirty="0"/>
              <a:t> </a:t>
            </a:r>
            <a:r>
              <a:rPr lang="en-US" sz="2000" dirty="0"/>
              <a:t>(layer-2 semantics)</a:t>
            </a:r>
          </a:p>
          <a:p>
            <a:pPr lvl="1">
              <a:defRPr/>
            </a:pPr>
            <a:r>
              <a:rPr lang="en-US" dirty="0"/>
              <a:t>Flat addressing, so any server can have any IP address</a:t>
            </a:r>
          </a:p>
          <a:p>
            <a:pPr lvl="1">
              <a:defRPr/>
            </a:pPr>
            <a:r>
              <a:rPr lang="en-US" dirty="0"/>
              <a:t>Server configuration is the same as in a LAN</a:t>
            </a:r>
          </a:p>
          <a:p>
            <a:pPr lvl="1">
              <a:defRPr/>
            </a:pPr>
            <a:r>
              <a:rPr lang="en-US" dirty="0"/>
              <a:t>Legacy applications depending on broadcast must work</a:t>
            </a:r>
          </a:p>
          <a:p>
            <a:pPr lvl="1">
              <a:buFontTx/>
              <a:buNone/>
              <a:defRPr/>
            </a:pPr>
            <a:endParaRPr lang="en-US" dirty="0">
              <a:solidFill>
                <a:srgbClr val="FF0000"/>
              </a:solidFill>
            </a:endParaRPr>
          </a:p>
        </p:txBody>
      </p:sp>
      <p:sp>
        <p:nvSpPr>
          <p:cNvPr id="15364" name="Slide Number Placeholder 3"/>
          <p:cNvSpPr>
            <a:spLocks noGrp="1"/>
          </p:cNvSpPr>
          <p:nvPr>
            <p:ph type="sldNum" sz="quarter" idx="10"/>
          </p:nvPr>
        </p:nvSpPr>
        <p:spPr>
          <a:noFill/>
        </p:spPr>
        <p:txBody>
          <a:bodyPr/>
          <a:lstStyle/>
          <a:p>
            <a:fld id="{8BCB6285-29B6-4BDF-A115-9A1FD4845E1E}" type="slidenum">
              <a:rPr lang="en-US" smtClean="0"/>
              <a:pPr/>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6386" name="Title 1"/>
          <p:cNvSpPr>
            <a:spLocks noGrp="1"/>
          </p:cNvSpPr>
          <p:nvPr>
            <p:ph type="title"/>
          </p:nvPr>
        </p:nvSpPr>
        <p:spPr>
          <a:xfrm>
            <a:off x="838200" y="152400"/>
            <a:ext cx="7772400" cy="914400"/>
          </a:xfrm>
        </p:spPr>
        <p:txBody>
          <a:bodyPr>
            <a:normAutofit/>
          </a:bodyPr>
          <a:lstStyle/>
          <a:p>
            <a:r>
              <a:rPr lang="en-US" sz="3200" dirty="0"/>
              <a:t>Additional Data Center Considerations</a:t>
            </a:r>
          </a:p>
        </p:txBody>
      </p:sp>
      <p:sp>
        <p:nvSpPr>
          <p:cNvPr id="16387" name="Slide Number Placeholder 2"/>
          <p:cNvSpPr>
            <a:spLocks noGrp="1"/>
          </p:cNvSpPr>
          <p:nvPr>
            <p:ph type="sldNum" sz="quarter" idx="10"/>
          </p:nvPr>
        </p:nvSpPr>
        <p:spPr>
          <a:noFill/>
        </p:spPr>
        <p:txBody>
          <a:bodyPr/>
          <a:lstStyle/>
          <a:p>
            <a:fld id="{7C9011BB-1E98-4489-AF51-EE002E3516EB}" type="slidenum">
              <a:rPr lang="en-US" smtClean="0"/>
              <a:pPr/>
              <a:t>46</a:t>
            </a:fld>
            <a:endParaRPr lang="en-US"/>
          </a:p>
        </p:txBody>
      </p:sp>
      <p:grpSp>
        <p:nvGrpSpPr>
          <p:cNvPr id="2" name="Group 97"/>
          <p:cNvGrpSpPr>
            <a:grpSpLocks/>
          </p:cNvGrpSpPr>
          <p:nvPr/>
        </p:nvGrpSpPr>
        <p:grpSpPr bwMode="auto">
          <a:xfrm>
            <a:off x="4191000" y="3089176"/>
            <a:ext cx="4724400" cy="3506788"/>
            <a:chOff x="667873" y="781079"/>
            <a:chExt cx="6947645" cy="5259808"/>
          </a:xfrm>
        </p:grpSpPr>
        <p:sp>
          <p:nvSpPr>
            <p:cNvPr id="6" name="Cloud"/>
            <p:cNvSpPr>
              <a:spLocks noChangeAspect="1" noEditPoints="1" noChangeArrowheads="1"/>
            </p:cNvSpPr>
            <p:nvPr/>
          </p:nvSpPr>
          <p:spPr bwMode="auto">
            <a:xfrm>
              <a:off x="3200869" y="781079"/>
              <a:ext cx="2743105" cy="819092"/>
            </a:xfrm>
            <a:custGeom>
              <a:avLst/>
              <a:gdLst>
                <a:gd name="T0" fmla="*/ 67 w 21600"/>
                <a:gd name="T1" fmla="*/ 10800 h 21600"/>
                <a:gd name="T2" fmla="*/ 10800 w 21600"/>
                <a:gd name="T3" fmla="*/ 21577 h 21600"/>
                <a:gd name="T4" fmla="*/ 21582 w 21600"/>
                <a:gd name="T5" fmla="*/ 10800 h 21600"/>
                <a:gd name="T6" fmla="*/ 10800 w 21600"/>
                <a:gd name="T7" fmla="*/ 1235 h 21600"/>
                <a:gd name="T8" fmla="*/ 2977 w 21600"/>
                <a:gd name="T9" fmla="*/ 3262 h 21600"/>
                <a:gd name="T10" fmla="*/ 17087 w 21600"/>
                <a:gd name="T11" fmla="*/ 17337 h 21600"/>
              </a:gdLst>
              <a:ahLst/>
              <a:cxnLst>
                <a:cxn ang="0">
                  <a:pos x="T0" y="T1"/>
                </a:cxn>
                <a:cxn ang="0">
                  <a:pos x="T2" y="T3"/>
                </a:cxn>
                <a:cxn ang="0">
                  <a:pos x="T4" y="T5"/>
                </a:cxn>
                <a:cxn ang="0">
                  <a:pos x="T6" y="T7"/>
                </a:cxn>
              </a:cxnLst>
              <a:rect l="T8" t="T9" r="T10" b="T11"/>
              <a:pathLst>
                <a:path w="21600" h="21600" extrusionOk="0">
                  <a:moveTo>
                    <a:pt x="1949" y="7180"/>
                  </a:moveTo>
                  <a:cubicBezTo>
                    <a:pt x="841" y="7336"/>
                    <a:pt x="0" y="8613"/>
                    <a:pt x="0" y="10137"/>
                  </a:cubicBezTo>
                  <a:cubicBezTo>
                    <a:pt x="-1" y="11192"/>
                    <a:pt x="409" y="12169"/>
                    <a:pt x="1074" y="12702"/>
                  </a:cubicBezTo>
                  <a:lnTo>
                    <a:pt x="1063" y="12668"/>
                  </a:lnTo>
                  <a:cubicBezTo>
                    <a:pt x="685" y="13217"/>
                    <a:pt x="475" y="13940"/>
                    <a:pt x="475" y="14690"/>
                  </a:cubicBezTo>
                  <a:cubicBezTo>
                    <a:pt x="475" y="16325"/>
                    <a:pt x="1451" y="17650"/>
                    <a:pt x="2655" y="17650"/>
                  </a:cubicBezTo>
                  <a:cubicBezTo>
                    <a:pt x="2739" y="17650"/>
                    <a:pt x="2824" y="17643"/>
                    <a:pt x="2909" y="17629"/>
                  </a:cubicBezTo>
                  <a:lnTo>
                    <a:pt x="2897" y="17649"/>
                  </a:lnTo>
                  <a:cubicBezTo>
                    <a:pt x="3585" y="19288"/>
                    <a:pt x="4863" y="20300"/>
                    <a:pt x="6247" y="20300"/>
                  </a:cubicBezTo>
                  <a:cubicBezTo>
                    <a:pt x="6947" y="20299"/>
                    <a:pt x="7635" y="20039"/>
                    <a:pt x="8235" y="19546"/>
                  </a:cubicBezTo>
                  <a:lnTo>
                    <a:pt x="8229" y="19550"/>
                  </a:lnTo>
                  <a:cubicBezTo>
                    <a:pt x="8855" y="20829"/>
                    <a:pt x="9908" y="21597"/>
                    <a:pt x="11036" y="21597"/>
                  </a:cubicBezTo>
                  <a:cubicBezTo>
                    <a:pt x="12523" y="21596"/>
                    <a:pt x="13836" y="20267"/>
                    <a:pt x="14267" y="18324"/>
                  </a:cubicBezTo>
                  <a:lnTo>
                    <a:pt x="14270" y="18350"/>
                  </a:lnTo>
                  <a:cubicBezTo>
                    <a:pt x="14730" y="18740"/>
                    <a:pt x="15260" y="18947"/>
                    <a:pt x="15802" y="18947"/>
                  </a:cubicBezTo>
                  <a:cubicBezTo>
                    <a:pt x="17390" y="18946"/>
                    <a:pt x="18682" y="17205"/>
                    <a:pt x="18694" y="15045"/>
                  </a:cubicBezTo>
                  <a:lnTo>
                    <a:pt x="18689" y="15035"/>
                  </a:lnTo>
                  <a:cubicBezTo>
                    <a:pt x="20357" y="14710"/>
                    <a:pt x="21597" y="12765"/>
                    <a:pt x="21597" y="10472"/>
                  </a:cubicBezTo>
                  <a:cubicBezTo>
                    <a:pt x="21597" y="9456"/>
                    <a:pt x="21350" y="8469"/>
                    <a:pt x="20896" y="7663"/>
                  </a:cubicBezTo>
                  <a:lnTo>
                    <a:pt x="20889" y="7661"/>
                  </a:lnTo>
                  <a:cubicBezTo>
                    <a:pt x="21031" y="7208"/>
                    <a:pt x="21105" y="6721"/>
                    <a:pt x="21105" y="6228"/>
                  </a:cubicBezTo>
                  <a:cubicBezTo>
                    <a:pt x="21105" y="4588"/>
                    <a:pt x="20299" y="3150"/>
                    <a:pt x="19139" y="2719"/>
                  </a:cubicBezTo>
                  <a:lnTo>
                    <a:pt x="19148" y="2712"/>
                  </a:lnTo>
                  <a:cubicBezTo>
                    <a:pt x="18940" y="1142"/>
                    <a:pt x="17933" y="0"/>
                    <a:pt x="16758" y="0"/>
                  </a:cubicBezTo>
                  <a:cubicBezTo>
                    <a:pt x="16044" y="-1"/>
                    <a:pt x="15367" y="426"/>
                    <a:pt x="14905" y="1165"/>
                  </a:cubicBezTo>
                  <a:lnTo>
                    <a:pt x="14909" y="1170"/>
                  </a:lnTo>
                  <a:cubicBezTo>
                    <a:pt x="14497" y="432"/>
                    <a:pt x="13855" y="0"/>
                    <a:pt x="13174" y="0"/>
                  </a:cubicBezTo>
                  <a:cubicBezTo>
                    <a:pt x="12347" y="-1"/>
                    <a:pt x="11590" y="637"/>
                    <a:pt x="11221" y="1645"/>
                  </a:cubicBezTo>
                  <a:lnTo>
                    <a:pt x="11229" y="1694"/>
                  </a:lnTo>
                  <a:cubicBezTo>
                    <a:pt x="10730" y="1024"/>
                    <a:pt x="10058" y="650"/>
                    <a:pt x="9358" y="650"/>
                  </a:cubicBezTo>
                  <a:cubicBezTo>
                    <a:pt x="8372" y="649"/>
                    <a:pt x="7466" y="1391"/>
                    <a:pt x="7003" y="2578"/>
                  </a:cubicBezTo>
                  <a:lnTo>
                    <a:pt x="6995" y="2602"/>
                  </a:lnTo>
                  <a:cubicBezTo>
                    <a:pt x="6477" y="2189"/>
                    <a:pt x="5888" y="1972"/>
                    <a:pt x="5288" y="1972"/>
                  </a:cubicBezTo>
                  <a:cubicBezTo>
                    <a:pt x="3423" y="1972"/>
                    <a:pt x="1912" y="4029"/>
                    <a:pt x="1912" y="6567"/>
                  </a:cubicBezTo>
                  <a:cubicBezTo>
                    <a:pt x="1911" y="6774"/>
                    <a:pt x="1922" y="6981"/>
                    <a:pt x="1942" y="7186"/>
                  </a:cubicBezTo>
                  <a:close/>
                </a:path>
                <a:path w="21600" h="21600" fill="none" extrusionOk="0">
                  <a:moveTo>
                    <a:pt x="1074" y="12702"/>
                  </a:moveTo>
                  <a:cubicBezTo>
                    <a:pt x="1407" y="12969"/>
                    <a:pt x="1786" y="13110"/>
                    <a:pt x="2172" y="13110"/>
                  </a:cubicBezTo>
                  <a:cubicBezTo>
                    <a:pt x="2228" y="13109"/>
                    <a:pt x="2285" y="13107"/>
                    <a:pt x="2341" y="13101"/>
                  </a:cubicBezTo>
                </a:path>
                <a:path w="21600" h="21600" fill="none" extrusionOk="0">
                  <a:moveTo>
                    <a:pt x="2909" y="17629"/>
                  </a:moveTo>
                  <a:cubicBezTo>
                    <a:pt x="3099" y="17599"/>
                    <a:pt x="3285" y="17535"/>
                    <a:pt x="3463" y="17439"/>
                  </a:cubicBezTo>
                </a:path>
                <a:path w="21600" h="21600" fill="none" extrusionOk="0">
                  <a:moveTo>
                    <a:pt x="7895" y="18680"/>
                  </a:moveTo>
                  <a:cubicBezTo>
                    <a:pt x="7983" y="18985"/>
                    <a:pt x="8095" y="19277"/>
                    <a:pt x="8229" y="19550"/>
                  </a:cubicBezTo>
                </a:path>
                <a:path w="21600" h="21600" fill="none" extrusionOk="0">
                  <a:moveTo>
                    <a:pt x="14267" y="18324"/>
                  </a:moveTo>
                  <a:cubicBezTo>
                    <a:pt x="14336" y="18013"/>
                    <a:pt x="14380" y="17693"/>
                    <a:pt x="14400" y="17370"/>
                  </a:cubicBezTo>
                </a:path>
                <a:path w="21600" h="21600" fill="none" extrusionOk="0">
                  <a:moveTo>
                    <a:pt x="18694" y="15045"/>
                  </a:moveTo>
                  <a:cubicBezTo>
                    <a:pt x="18694" y="15034"/>
                    <a:pt x="18695" y="15024"/>
                    <a:pt x="18695" y="15013"/>
                  </a:cubicBezTo>
                  <a:cubicBezTo>
                    <a:pt x="18695" y="13508"/>
                    <a:pt x="18063" y="12136"/>
                    <a:pt x="17069" y="11477"/>
                  </a:cubicBezTo>
                </a:path>
                <a:path w="21600" h="21600" fill="none" extrusionOk="0">
                  <a:moveTo>
                    <a:pt x="20165" y="8999"/>
                  </a:moveTo>
                  <a:cubicBezTo>
                    <a:pt x="20479" y="8635"/>
                    <a:pt x="20726" y="8177"/>
                    <a:pt x="20889" y="7661"/>
                  </a:cubicBezTo>
                </a:path>
                <a:path w="21600" h="21600" fill="none" extrusionOk="0">
                  <a:moveTo>
                    <a:pt x="19186" y="3344"/>
                  </a:moveTo>
                  <a:cubicBezTo>
                    <a:pt x="19186" y="3328"/>
                    <a:pt x="19187" y="3313"/>
                    <a:pt x="19187" y="3297"/>
                  </a:cubicBezTo>
                  <a:cubicBezTo>
                    <a:pt x="19187" y="3101"/>
                    <a:pt x="19174" y="2905"/>
                    <a:pt x="19148" y="2712"/>
                  </a:cubicBezTo>
                </a:path>
                <a:path w="21600" h="21600" fill="none" extrusionOk="0">
                  <a:moveTo>
                    <a:pt x="14905" y="1165"/>
                  </a:moveTo>
                  <a:cubicBezTo>
                    <a:pt x="14754" y="1408"/>
                    <a:pt x="14629" y="1679"/>
                    <a:pt x="14535" y="1971"/>
                  </a:cubicBezTo>
                </a:path>
                <a:path w="21600" h="21600" fill="none" extrusionOk="0">
                  <a:moveTo>
                    <a:pt x="11221" y="1645"/>
                  </a:moveTo>
                  <a:cubicBezTo>
                    <a:pt x="11140" y="1866"/>
                    <a:pt x="11080" y="2099"/>
                    <a:pt x="11041" y="2340"/>
                  </a:cubicBezTo>
                </a:path>
                <a:path w="21600" h="21600" fill="none" extrusionOk="0">
                  <a:moveTo>
                    <a:pt x="7645" y="3276"/>
                  </a:moveTo>
                  <a:cubicBezTo>
                    <a:pt x="7449" y="3016"/>
                    <a:pt x="7231" y="2790"/>
                    <a:pt x="6995" y="2602"/>
                  </a:cubicBezTo>
                </a:path>
                <a:path w="21600" h="21600" fill="none" extrusionOk="0">
                  <a:moveTo>
                    <a:pt x="1942" y="7186"/>
                  </a:moveTo>
                  <a:cubicBezTo>
                    <a:pt x="1966" y="7426"/>
                    <a:pt x="2004" y="7663"/>
                    <a:pt x="2056" y="7895"/>
                  </a:cubicBezTo>
                </a:path>
              </a:pathLst>
            </a:custGeom>
            <a:solidFill>
              <a:srgbClr val="FFBE7D"/>
            </a:solidFill>
            <a:ln w="9525">
              <a:solidFill>
                <a:srgbClr val="000000"/>
              </a:solidFill>
              <a:miter lim="800000"/>
              <a:headEnd/>
              <a:tailEnd/>
            </a:ln>
            <a:effectLst>
              <a:outerShdw dist="107763" dir="2700000" algn="ctr" rotWithShape="0">
                <a:srgbClr val="808080"/>
              </a:outerShdw>
            </a:effectLst>
          </p:spPr>
          <p:txBody>
            <a:bodyPr/>
            <a:lstStyle/>
            <a:p>
              <a:pPr>
                <a:defRPr/>
              </a:pPr>
              <a:r>
                <a:rPr lang="en-US" sz="1800" dirty="0"/>
                <a:t>Internet</a:t>
              </a:r>
            </a:p>
          </p:txBody>
        </p:sp>
        <p:grpSp>
          <p:nvGrpSpPr>
            <p:cNvPr id="3" name="Group 95"/>
            <p:cNvGrpSpPr>
              <a:grpSpLocks/>
            </p:cNvGrpSpPr>
            <p:nvPr/>
          </p:nvGrpSpPr>
          <p:grpSpPr bwMode="auto">
            <a:xfrm>
              <a:off x="667873" y="1066800"/>
              <a:ext cx="6947645" cy="4974087"/>
              <a:chOff x="667873" y="1066800"/>
              <a:chExt cx="6947645" cy="4974087"/>
            </a:xfrm>
          </p:grpSpPr>
          <p:grpSp>
            <p:nvGrpSpPr>
              <p:cNvPr id="4" name="Group 91"/>
              <p:cNvGrpSpPr>
                <a:grpSpLocks/>
              </p:cNvGrpSpPr>
              <p:nvPr/>
            </p:nvGrpSpPr>
            <p:grpSpPr bwMode="auto">
              <a:xfrm>
                <a:off x="667873" y="1066800"/>
                <a:ext cx="6723527" cy="4421188"/>
                <a:chOff x="667873" y="1066800"/>
                <a:chExt cx="6723527" cy="4421188"/>
              </a:xfrm>
            </p:grpSpPr>
            <p:sp>
              <p:nvSpPr>
                <p:cNvPr id="16396" name="Oval 7"/>
                <p:cNvSpPr>
                  <a:spLocks noChangeArrowheads="1"/>
                </p:cNvSpPr>
                <p:nvPr/>
              </p:nvSpPr>
              <p:spPr bwMode="auto">
                <a:xfrm>
                  <a:off x="3744913" y="1447800"/>
                  <a:ext cx="288925" cy="274638"/>
                </a:xfrm>
                <a:prstGeom prst="ellipse">
                  <a:avLst/>
                </a:prstGeom>
                <a:solidFill>
                  <a:srgbClr val="99CCFF"/>
                </a:solidFill>
                <a:ln w="9525">
                  <a:solidFill>
                    <a:schemeClr val="tx1"/>
                  </a:solidFill>
                  <a:round/>
                  <a:headEnd/>
                  <a:tailEnd/>
                </a:ln>
              </p:spPr>
              <p:txBody>
                <a:bodyPr wrap="none" anchor="ctr"/>
                <a:lstStyle/>
                <a:p>
                  <a:r>
                    <a:rPr lang="en-US" sz="1400">
                      <a:latin typeface="Verdana" pitchFamily="34" charset="0"/>
                    </a:rPr>
                    <a:t>CR</a:t>
                  </a:r>
                  <a:endParaRPr lang="en-US" sz="1800">
                    <a:latin typeface="Verdana" pitchFamily="34" charset="0"/>
                  </a:endParaRPr>
                </a:p>
              </p:txBody>
            </p:sp>
            <p:sp>
              <p:nvSpPr>
                <p:cNvPr id="16397" name="Oval 8"/>
                <p:cNvSpPr>
                  <a:spLocks noChangeArrowheads="1"/>
                </p:cNvSpPr>
                <p:nvPr/>
              </p:nvSpPr>
              <p:spPr bwMode="auto">
                <a:xfrm>
                  <a:off x="5192713" y="1447800"/>
                  <a:ext cx="288925" cy="274638"/>
                </a:xfrm>
                <a:prstGeom prst="ellipse">
                  <a:avLst/>
                </a:prstGeom>
                <a:solidFill>
                  <a:srgbClr val="99CCFF"/>
                </a:solidFill>
                <a:ln w="9525">
                  <a:solidFill>
                    <a:schemeClr val="tx1"/>
                  </a:solidFill>
                  <a:round/>
                  <a:headEnd/>
                  <a:tailEnd/>
                </a:ln>
              </p:spPr>
              <p:txBody>
                <a:bodyPr wrap="none" anchor="ctr"/>
                <a:lstStyle/>
                <a:p>
                  <a:r>
                    <a:rPr lang="en-US" sz="1400">
                      <a:latin typeface="Verdana" pitchFamily="34" charset="0"/>
                    </a:rPr>
                    <a:t>CR</a:t>
                  </a:r>
                  <a:endParaRPr lang="en-US" sz="1800">
                    <a:latin typeface="Verdana" pitchFamily="34" charset="0"/>
                  </a:endParaRPr>
                </a:p>
              </p:txBody>
            </p:sp>
            <p:sp>
              <p:nvSpPr>
                <p:cNvPr id="16398" name="Oval 9"/>
                <p:cNvSpPr>
                  <a:spLocks noChangeArrowheads="1"/>
                </p:cNvSpPr>
                <p:nvPr/>
              </p:nvSpPr>
              <p:spPr bwMode="auto">
                <a:xfrm>
                  <a:off x="2776538" y="2332038"/>
                  <a:ext cx="288925" cy="274637"/>
                </a:xfrm>
                <a:prstGeom prst="ellipse">
                  <a:avLst/>
                </a:prstGeom>
                <a:solidFill>
                  <a:srgbClr val="99CCFF"/>
                </a:solidFill>
                <a:ln w="9525">
                  <a:solidFill>
                    <a:schemeClr val="tx1"/>
                  </a:solidFill>
                  <a:round/>
                  <a:headEnd/>
                  <a:tailEnd/>
                </a:ln>
              </p:spPr>
              <p:txBody>
                <a:bodyPr wrap="none" anchor="ctr"/>
                <a:lstStyle/>
                <a:p>
                  <a:r>
                    <a:rPr lang="en-US" sz="1400">
                      <a:latin typeface="Verdana" pitchFamily="34" charset="0"/>
                    </a:rPr>
                    <a:t>AR</a:t>
                  </a:r>
                  <a:endParaRPr lang="en-US" sz="1800">
                    <a:latin typeface="Verdana" pitchFamily="34" charset="0"/>
                  </a:endParaRPr>
                </a:p>
              </p:txBody>
            </p:sp>
            <p:sp>
              <p:nvSpPr>
                <p:cNvPr id="16399" name="Oval 10"/>
                <p:cNvSpPr>
                  <a:spLocks noChangeArrowheads="1"/>
                </p:cNvSpPr>
                <p:nvPr/>
              </p:nvSpPr>
              <p:spPr bwMode="auto">
                <a:xfrm>
                  <a:off x="3690938" y="2332038"/>
                  <a:ext cx="288925" cy="274637"/>
                </a:xfrm>
                <a:prstGeom prst="ellipse">
                  <a:avLst/>
                </a:prstGeom>
                <a:solidFill>
                  <a:srgbClr val="99CCFF"/>
                </a:solidFill>
                <a:ln w="9525">
                  <a:solidFill>
                    <a:schemeClr val="tx1"/>
                  </a:solidFill>
                  <a:round/>
                  <a:headEnd/>
                  <a:tailEnd/>
                </a:ln>
              </p:spPr>
              <p:txBody>
                <a:bodyPr wrap="none" anchor="ctr"/>
                <a:lstStyle/>
                <a:p>
                  <a:r>
                    <a:rPr lang="en-US" sz="1400">
                      <a:latin typeface="Verdana" pitchFamily="34" charset="0"/>
                    </a:rPr>
                    <a:t>AR</a:t>
                  </a:r>
                  <a:endParaRPr lang="en-US" sz="1800">
                    <a:latin typeface="Verdana" pitchFamily="34" charset="0"/>
                  </a:endParaRPr>
                </a:p>
              </p:txBody>
            </p:sp>
            <p:sp>
              <p:nvSpPr>
                <p:cNvPr id="16400" name="Oval 11"/>
                <p:cNvSpPr>
                  <a:spLocks noChangeArrowheads="1"/>
                </p:cNvSpPr>
                <p:nvPr/>
              </p:nvSpPr>
              <p:spPr bwMode="auto">
                <a:xfrm>
                  <a:off x="5345113" y="2332038"/>
                  <a:ext cx="288925" cy="274637"/>
                </a:xfrm>
                <a:prstGeom prst="ellipse">
                  <a:avLst/>
                </a:prstGeom>
                <a:solidFill>
                  <a:srgbClr val="99CCFF"/>
                </a:solidFill>
                <a:ln w="9525">
                  <a:solidFill>
                    <a:schemeClr val="tx1"/>
                  </a:solidFill>
                  <a:round/>
                  <a:headEnd/>
                  <a:tailEnd/>
                </a:ln>
              </p:spPr>
              <p:txBody>
                <a:bodyPr wrap="none" anchor="ctr"/>
                <a:lstStyle/>
                <a:p>
                  <a:r>
                    <a:rPr lang="en-US" sz="1400">
                      <a:latin typeface="Verdana" pitchFamily="34" charset="0"/>
                    </a:rPr>
                    <a:t>AR</a:t>
                  </a:r>
                  <a:endParaRPr lang="en-US" sz="1800">
                    <a:latin typeface="Verdana" pitchFamily="34" charset="0"/>
                  </a:endParaRPr>
                </a:p>
              </p:txBody>
            </p:sp>
            <p:sp>
              <p:nvSpPr>
                <p:cNvPr id="16401" name="Oval 12"/>
                <p:cNvSpPr>
                  <a:spLocks noChangeArrowheads="1"/>
                </p:cNvSpPr>
                <p:nvPr/>
              </p:nvSpPr>
              <p:spPr bwMode="auto">
                <a:xfrm>
                  <a:off x="6357938" y="2332038"/>
                  <a:ext cx="288925" cy="274637"/>
                </a:xfrm>
                <a:prstGeom prst="ellipse">
                  <a:avLst/>
                </a:prstGeom>
                <a:solidFill>
                  <a:srgbClr val="99CCFF"/>
                </a:solidFill>
                <a:ln w="9525">
                  <a:solidFill>
                    <a:schemeClr val="tx1"/>
                  </a:solidFill>
                  <a:round/>
                  <a:headEnd/>
                  <a:tailEnd/>
                </a:ln>
              </p:spPr>
              <p:txBody>
                <a:bodyPr wrap="none" anchor="ctr"/>
                <a:lstStyle/>
                <a:p>
                  <a:r>
                    <a:rPr lang="en-US" sz="1400">
                      <a:latin typeface="Verdana" pitchFamily="34" charset="0"/>
                    </a:rPr>
                    <a:t>AR</a:t>
                  </a:r>
                  <a:endParaRPr lang="en-US" sz="1800">
                    <a:latin typeface="Verdana" pitchFamily="34" charset="0"/>
                  </a:endParaRPr>
                </a:p>
              </p:txBody>
            </p:sp>
            <p:cxnSp>
              <p:nvCxnSpPr>
                <p:cNvPr id="16402" name="AutoShape 13"/>
                <p:cNvCxnSpPr>
                  <a:cxnSpLocks noChangeShapeType="1"/>
                  <a:stCxn id="16396" idx="4"/>
                  <a:endCxn id="16398" idx="0"/>
                </p:cNvCxnSpPr>
                <p:nvPr/>
              </p:nvCxnSpPr>
              <p:spPr bwMode="auto">
                <a:xfrm flipH="1">
                  <a:off x="2921000" y="1722438"/>
                  <a:ext cx="968375" cy="609600"/>
                </a:xfrm>
                <a:prstGeom prst="straightConnector1">
                  <a:avLst/>
                </a:prstGeom>
                <a:noFill/>
                <a:ln w="9525">
                  <a:solidFill>
                    <a:schemeClr val="tx1"/>
                  </a:solidFill>
                  <a:round/>
                  <a:headEnd/>
                  <a:tailEnd/>
                </a:ln>
              </p:spPr>
            </p:cxnSp>
            <p:cxnSp>
              <p:nvCxnSpPr>
                <p:cNvPr id="16403" name="AutoShape 14"/>
                <p:cNvCxnSpPr>
                  <a:cxnSpLocks noChangeShapeType="1"/>
                  <a:stCxn id="16398" idx="0"/>
                  <a:endCxn id="16397" idx="4"/>
                </p:cNvCxnSpPr>
                <p:nvPr/>
              </p:nvCxnSpPr>
              <p:spPr bwMode="auto">
                <a:xfrm flipV="1">
                  <a:off x="2921000" y="1722438"/>
                  <a:ext cx="2416175" cy="609600"/>
                </a:xfrm>
                <a:prstGeom prst="straightConnector1">
                  <a:avLst/>
                </a:prstGeom>
                <a:noFill/>
                <a:ln w="9525">
                  <a:solidFill>
                    <a:schemeClr val="tx1"/>
                  </a:solidFill>
                  <a:round/>
                  <a:headEnd/>
                  <a:tailEnd/>
                </a:ln>
              </p:spPr>
            </p:cxnSp>
            <p:cxnSp>
              <p:nvCxnSpPr>
                <p:cNvPr id="16404" name="AutoShape 15"/>
                <p:cNvCxnSpPr>
                  <a:cxnSpLocks noChangeShapeType="1"/>
                  <a:stCxn id="16397" idx="4"/>
                  <a:endCxn id="16399" idx="0"/>
                </p:cNvCxnSpPr>
                <p:nvPr/>
              </p:nvCxnSpPr>
              <p:spPr bwMode="auto">
                <a:xfrm flipH="1">
                  <a:off x="3835400" y="1722438"/>
                  <a:ext cx="1501775" cy="609600"/>
                </a:xfrm>
                <a:prstGeom prst="straightConnector1">
                  <a:avLst/>
                </a:prstGeom>
                <a:noFill/>
                <a:ln w="9525">
                  <a:solidFill>
                    <a:schemeClr val="tx1"/>
                  </a:solidFill>
                  <a:round/>
                  <a:headEnd/>
                  <a:tailEnd/>
                </a:ln>
              </p:spPr>
            </p:cxnSp>
            <p:cxnSp>
              <p:nvCxnSpPr>
                <p:cNvPr id="16405" name="AutoShape 16"/>
                <p:cNvCxnSpPr>
                  <a:cxnSpLocks noChangeShapeType="1"/>
                  <a:stCxn id="16397" idx="4"/>
                  <a:endCxn id="16400" idx="0"/>
                </p:cNvCxnSpPr>
                <p:nvPr/>
              </p:nvCxnSpPr>
              <p:spPr bwMode="auto">
                <a:xfrm>
                  <a:off x="5337175" y="1722438"/>
                  <a:ext cx="152400" cy="609600"/>
                </a:xfrm>
                <a:prstGeom prst="straightConnector1">
                  <a:avLst/>
                </a:prstGeom>
                <a:noFill/>
                <a:ln w="9525">
                  <a:solidFill>
                    <a:schemeClr val="tx1"/>
                  </a:solidFill>
                  <a:round/>
                  <a:headEnd/>
                  <a:tailEnd/>
                </a:ln>
              </p:spPr>
            </p:cxnSp>
            <p:cxnSp>
              <p:nvCxnSpPr>
                <p:cNvPr id="16406" name="AutoShape 17"/>
                <p:cNvCxnSpPr>
                  <a:cxnSpLocks noChangeShapeType="1"/>
                  <a:stCxn id="16397" idx="4"/>
                  <a:endCxn id="16401" idx="0"/>
                </p:cNvCxnSpPr>
                <p:nvPr/>
              </p:nvCxnSpPr>
              <p:spPr bwMode="auto">
                <a:xfrm>
                  <a:off x="5337175" y="1722438"/>
                  <a:ext cx="1165225" cy="609600"/>
                </a:xfrm>
                <a:prstGeom prst="straightConnector1">
                  <a:avLst/>
                </a:prstGeom>
                <a:noFill/>
                <a:ln w="9525">
                  <a:solidFill>
                    <a:schemeClr val="tx1"/>
                  </a:solidFill>
                  <a:round/>
                  <a:headEnd/>
                  <a:tailEnd/>
                </a:ln>
              </p:spPr>
            </p:cxnSp>
            <p:cxnSp>
              <p:nvCxnSpPr>
                <p:cNvPr id="16407" name="AutoShape 18"/>
                <p:cNvCxnSpPr>
                  <a:cxnSpLocks noChangeShapeType="1"/>
                  <a:stCxn id="16396" idx="4"/>
                  <a:endCxn id="16401" idx="0"/>
                </p:cNvCxnSpPr>
                <p:nvPr/>
              </p:nvCxnSpPr>
              <p:spPr bwMode="auto">
                <a:xfrm>
                  <a:off x="3889375" y="1722438"/>
                  <a:ext cx="2613025" cy="609600"/>
                </a:xfrm>
                <a:prstGeom prst="straightConnector1">
                  <a:avLst/>
                </a:prstGeom>
                <a:noFill/>
                <a:ln w="9525">
                  <a:solidFill>
                    <a:schemeClr val="tx1"/>
                  </a:solidFill>
                  <a:round/>
                  <a:headEnd/>
                  <a:tailEnd/>
                </a:ln>
              </p:spPr>
            </p:cxnSp>
            <p:cxnSp>
              <p:nvCxnSpPr>
                <p:cNvPr id="16408" name="AutoShape 19"/>
                <p:cNvCxnSpPr>
                  <a:cxnSpLocks noChangeShapeType="1"/>
                  <a:stCxn id="16396" idx="4"/>
                  <a:endCxn id="16399" idx="0"/>
                </p:cNvCxnSpPr>
                <p:nvPr/>
              </p:nvCxnSpPr>
              <p:spPr bwMode="auto">
                <a:xfrm flipH="1">
                  <a:off x="3835400" y="1722438"/>
                  <a:ext cx="53975" cy="609600"/>
                </a:xfrm>
                <a:prstGeom prst="straightConnector1">
                  <a:avLst/>
                </a:prstGeom>
                <a:noFill/>
                <a:ln w="9525">
                  <a:solidFill>
                    <a:schemeClr val="tx1"/>
                  </a:solidFill>
                  <a:round/>
                  <a:headEnd/>
                  <a:tailEnd/>
                </a:ln>
              </p:spPr>
            </p:cxnSp>
            <p:cxnSp>
              <p:nvCxnSpPr>
                <p:cNvPr id="16409" name="AutoShape 20"/>
                <p:cNvCxnSpPr>
                  <a:cxnSpLocks noChangeShapeType="1"/>
                  <a:stCxn id="16396" idx="4"/>
                  <a:endCxn id="16400" idx="0"/>
                </p:cNvCxnSpPr>
                <p:nvPr/>
              </p:nvCxnSpPr>
              <p:spPr bwMode="auto">
                <a:xfrm>
                  <a:off x="3889375" y="1722438"/>
                  <a:ext cx="1600200" cy="609600"/>
                </a:xfrm>
                <a:prstGeom prst="straightConnector1">
                  <a:avLst/>
                </a:prstGeom>
                <a:noFill/>
                <a:ln w="9525">
                  <a:solidFill>
                    <a:schemeClr val="tx1"/>
                  </a:solidFill>
                  <a:round/>
                  <a:headEnd/>
                  <a:tailEnd/>
                </a:ln>
              </p:spPr>
            </p:cxnSp>
            <p:sp>
              <p:nvSpPr>
                <p:cNvPr id="16410" name="Rectangle 21"/>
                <p:cNvSpPr>
                  <a:spLocks noChangeArrowheads="1"/>
                </p:cNvSpPr>
                <p:nvPr/>
              </p:nvSpPr>
              <p:spPr bwMode="auto">
                <a:xfrm>
                  <a:off x="4452938" y="2255838"/>
                  <a:ext cx="412750" cy="366712"/>
                </a:xfrm>
                <a:prstGeom prst="rect">
                  <a:avLst/>
                </a:prstGeom>
                <a:noFill/>
                <a:ln w="9525">
                  <a:noFill/>
                  <a:miter lim="800000"/>
                  <a:headEnd/>
                  <a:tailEnd/>
                </a:ln>
              </p:spPr>
              <p:txBody>
                <a:bodyPr wrap="none">
                  <a:spAutoFit/>
                </a:bodyPr>
                <a:lstStyle/>
                <a:p>
                  <a:r>
                    <a:rPr lang="en-US" sz="1800"/>
                    <a:t>…</a:t>
                  </a:r>
                </a:p>
              </p:txBody>
            </p:sp>
            <p:sp>
              <p:nvSpPr>
                <p:cNvPr id="16411" name="Rectangle 25"/>
                <p:cNvSpPr>
                  <a:spLocks noChangeArrowheads="1"/>
                </p:cNvSpPr>
                <p:nvPr/>
              </p:nvSpPr>
              <p:spPr bwMode="auto">
                <a:xfrm>
                  <a:off x="3690938" y="3124200"/>
                  <a:ext cx="288925" cy="274638"/>
                </a:xfrm>
                <a:prstGeom prst="rect">
                  <a:avLst/>
                </a:prstGeom>
                <a:solidFill>
                  <a:srgbClr val="CCFFCC"/>
                </a:solidFill>
                <a:ln w="9525">
                  <a:solidFill>
                    <a:schemeClr val="tx1"/>
                  </a:solidFill>
                  <a:miter lim="800000"/>
                  <a:headEnd/>
                  <a:tailEnd/>
                </a:ln>
              </p:spPr>
              <p:txBody>
                <a:bodyPr wrap="none" anchor="ctr"/>
                <a:lstStyle/>
                <a:p>
                  <a:r>
                    <a:rPr lang="en-US" sz="1400">
                      <a:latin typeface="Verdana" pitchFamily="34" charset="0"/>
                    </a:rPr>
                    <a:t>S</a:t>
                  </a:r>
                </a:p>
              </p:txBody>
            </p:sp>
            <p:sp>
              <p:nvSpPr>
                <p:cNvPr id="16412" name="Rectangle 26"/>
                <p:cNvSpPr>
                  <a:spLocks noChangeArrowheads="1"/>
                </p:cNvSpPr>
                <p:nvPr/>
              </p:nvSpPr>
              <p:spPr bwMode="auto">
                <a:xfrm>
                  <a:off x="2776538" y="3124200"/>
                  <a:ext cx="288925" cy="274638"/>
                </a:xfrm>
                <a:prstGeom prst="rect">
                  <a:avLst/>
                </a:prstGeom>
                <a:solidFill>
                  <a:srgbClr val="CCFFCC"/>
                </a:solidFill>
                <a:ln w="9525">
                  <a:solidFill>
                    <a:schemeClr val="tx1"/>
                  </a:solidFill>
                  <a:miter lim="800000"/>
                  <a:headEnd/>
                  <a:tailEnd/>
                </a:ln>
              </p:spPr>
              <p:txBody>
                <a:bodyPr wrap="none" anchor="ctr"/>
                <a:lstStyle/>
                <a:p>
                  <a:r>
                    <a:rPr lang="en-US" sz="1400">
                      <a:latin typeface="Verdana" pitchFamily="34" charset="0"/>
                    </a:rPr>
                    <a:t>S</a:t>
                  </a:r>
                </a:p>
              </p:txBody>
            </p:sp>
            <p:sp>
              <p:nvSpPr>
                <p:cNvPr id="16413" name="AutoShape 40"/>
                <p:cNvSpPr>
                  <a:spLocks noChangeArrowheads="1"/>
                </p:cNvSpPr>
                <p:nvPr/>
              </p:nvSpPr>
              <p:spPr bwMode="auto">
                <a:xfrm>
                  <a:off x="1981200" y="3048000"/>
                  <a:ext cx="457200" cy="381000"/>
                </a:xfrm>
                <a:prstGeom prst="roundRect">
                  <a:avLst>
                    <a:gd name="adj" fmla="val 16667"/>
                  </a:avLst>
                </a:prstGeom>
                <a:solidFill>
                  <a:srgbClr val="FF99CC"/>
                </a:solidFill>
                <a:ln w="9525">
                  <a:solidFill>
                    <a:schemeClr val="tx1"/>
                  </a:solidFill>
                  <a:round/>
                  <a:headEnd/>
                  <a:tailEnd/>
                </a:ln>
              </p:spPr>
              <p:txBody>
                <a:bodyPr wrap="none" anchor="ctr"/>
                <a:lstStyle/>
                <a:p>
                  <a:r>
                    <a:rPr lang="en-US" sz="1400">
                      <a:latin typeface="Verdana" pitchFamily="34" charset="0"/>
                    </a:rPr>
                    <a:t>LB</a:t>
                  </a:r>
                  <a:endParaRPr lang="en-US"/>
                </a:p>
              </p:txBody>
            </p:sp>
            <p:sp>
              <p:nvSpPr>
                <p:cNvPr id="16414" name="AutoShape 42"/>
                <p:cNvSpPr>
                  <a:spLocks noChangeArrowheads="1"/>
                </p:cNvSpPr>
                <p:nvPr/>
              </p:nvSpPr>
              <p:spPr bwMode="auto">
                <a:xfrm>
                  <a:off x="4343400" y="3048000"/>
                  <a:ext cx="457200" cy="381000"/>
                </a:xfrm>
                <a:prstGeom prst="roundRect">
                  <a:avLst>
                    <a:gd name="adj" fmla="val 16667"/>
                  </a:avLst>
                </a:prstGeom>
                <a:solidFill>
                  <a:srgbClr val="FF99CC"/>
                </a:solidFill>
                <a:ln w="9525">
                  <a:solidFill>
                    <a:schemeClr val="tx1"/>
                  </a:solidFill>
                  <a:round/>
                  <a:headEnd/>
                  <a:tailEnd/>
                </a:ln>
              </p:spPr>
              <p:txBody>
                <a:bodyPr wrap="none" anchor="ctr"/>
                <a:lstStyle/>
                <a:p>
                  <a:r>
                    <a:rPr lang="en-US" sz="1400">
                      <a:latin typeface="Verdana" pitchFamily="34" charset="0"/>
                    </a:rPr>
                    <a:t>LB</a:t>
                  </a:r>
                  <a:endParaRPr lang="en-US"/>
                </a:p>
              </p:txBody>
            </p:sp>
            <p:cxnSp>
              <p:nvCxnSpPr>
                <p:cNvPr id="16415" name="AutoShape 55"/>
                <p:cNvCxnSpPr>
                  <a:cxnSpLocks noChangeShapeType="1"/>
                  <a:stCxn id="16412" idx="1"/>
                  <a:endCxn id="16413" idx="3"/>
                </p:cNvCxnSpPr>
                <p:nvPr/>
              </p:nvCxnSpPr>
              <p:spPr bwMode="auto">
                <a:xfrm rot="10800000">
                  <a:off x="2438400" y="3238501"/>
                  <a:ext cx="338138" cy="23019"/>
                </a:xfrm>
                <a:prstGeom prst="straightConnector1">
                  <a:avLst/>
                </a:prstGeom>
                <a:noFill/>
                <a:ln w="9525">
                  <a:solidFill>
                    <a:schemeClr val="tx1"/>
                  </a:solidFill>
                  <a:round/>
                  <a:headEnd/>
                  <a:tailEnd/>
                </a:ln>
              </p:spPr>
            </p:cxnSp>
            <p:cxnSp>
              <p:nvCxnSpPr>
                <p:cNvPr id="16416" name="AutoShape 57"/>
                <p:cNvCxnSpPr>
                  <a:cxnSpLocks noChangeShapeType="1"/>
                  <a:stCxn id="16414" idx="1"/>
                  <a:endCxn id="16411" idx="3"/>
                </p:cNvCxnSpPr>
                <p:nvPr/>
              </p:nvCxnSpPr>
              <p:spPr bwMode="auto">
                <a:xfrm rot="10800000" flipV="1">
                  <a:off x="3979864" y="3238499"/>
                  <a:ext cx="363537" cy="23019"/>
                </a:xfrm>
                <a:prstGeom prst="straightConnector1">
                  <a:avLst/>
                </a:prstGeom>
                <a:noFill/>
                <a:ln w="9525">
                  <a:solidFill>
                    <a:schemeClr val="tx1"/>
                  </a:solidFill>
                  <a:round/>
                  <a:headEnd/>
                  <a:tailEnd/>
                </a:ln>
              </p:spPr>
            </p:cxnSp>
            <p:cxnSp>
              <p:nvCxnSpPr>
                <p:cNvPr id="16417" name="AutoShape 59"/>
                <p:cNvCxnSpPr>
                  <a:cxnSpLocks noChangeShapeType="1"/>
                  <a:stCxn id="16412" idx="0"/>
                  <a:endCxn id="16398" idx="4"/>
                </p:cNvCxnSpPr>
                <p:nvPr/>
              </p:nvCxnSpPr>
              <p:spPr bwMode="auto">
                <a:xfrm flipV="1">
                  <a:off x="2921000" y="2606675"/>
                  <a:ext cx="0" cy="517525"/>
                </a:xfrm>
                <a:prstGeom prst="straightConnector1">
                  <a:avLst/>
                </a:prstGeom>
                <a:noFill/>
                <a:ln w="9525">
                  <a:solidFill>
                    <a:schemeClr val="tx1"/>
                  </a:solidFill>
                  <a:round/>
                  <a:headEnd/>
                  <a:tailEnd/>
                </a:ln>
              </p:spPr>
            </p:cxnSp>
            <p:cxnSp>
              <p:nvCxnSpPr>
                <p:cNvPr id="16418" name="AutoShape 60"/>
                <p:cNvCxnSpPr>
                  <a:cxnSpLocks noChangeShapeType="1"/>
                  <a:stCxn id="16411" idx="0"/>
                  <a:endCxn id="16398" idx="4"/>
                </p:cNvCxnSpPr>
                <p:nvPr/>
              </p:nvCxnSpPr>
              <p:spPr bwMode="auto">
                <a:xfrm flipH="1" flipV="1">
                  <a:off x="2921000" y="2606675"/>
                  <a:ext cx="914400" cy="517525"/>
                </a:xfrm>
                <a:prstGeom prst="straightConnector1">
                  <a:avLst/>
                </a:prstGeom>
                <a:noFill/>
                <a:ln w="9525">
                  <a:solidFill>
                    <a:schemeClr val="tx1"/>
                  </a:solidFill>
                  <a:round/>
                  <a:headEnd/>
                  <a:tailEnd/>
                </a:ln>
              </p:spPr>
            </p:cxnSp>
            <p:cxnSp>
              <p:nvCxnSpPr>
                <p:cNvPr id="16419" name="AutoShape 61"/>
                <p:cNvCxnSpPr>
                  <a:cxnSpLocks noChangeShapeType="1"/>
                  <a:stCxn id="16411" idx="0"/>
                  <a:endCxn id="16399" idx="4"/>
                </p:cNvCxnSpPr>
                <p:nvPr/>
              </p:nvCxnSpPr>
              <p:spPr bwMode="auto">
                <a:xfrm flipV="1">
                  <a:off x="3835400" y="2606675"/>
                  <a:ext cx="0" cy="517525"/>
                </a:xfrm>
                <a:prstGeom prst="straightConnector1">
                  <a:avLst/>
                </a:prstGeom>
                <a:noFill/>
                <a:ln w="9525">
                  <a:solidFill>
                    <a:schemeClr val="tx1"/>
                  </a:solidFill>
                  <a:round/>
                  <a:headEnd/>
                  <a:tailEnd/>
                </a:ln>
              </p:spPr>
            </p:cxnSp>
            <p:cxnSp>
              <p:nvCxnSpPr>
                <p:cNvPr id="16420" name="AutoShape 62"/>
                <p:cNvCxnSpPr>
                  <a:cxnSpLocks noChangeShapeType="1"/>
                  <a:stCxn id="16412" idx="0"/>
                  <a:endCxn id="16399" idx="4"/>
                </p:cNvCxnSpPr>
                <p:nvPr/>
              </p:nvCxnSpPr>
              <p:spPr bwMode="auto">
                <a:xfrm flipV="1">
                  <a:off x="2921000" y="2606675"/>
                  <a:ext cx="914400" cy="517525"/>
                </a:xfrm>
                <a:prstGeom prst="straightConnector1">
                  <a:avLst/>
                </a:prstGeom>
                <a:noFill/>
                <a:ln w="9525">
                  <a:solidFill>
                    <a:schemeClr val="tx1"/>
                  </a:solidFill>
                  <a:round/>
                  <a:headEnd/>
                  <a:tailEnd/>
                </a:ln>
              </p:spPr>
            </p:cxnSp>
            <p:cxnSp>
              <p:nvCxnSpPr>
                <p:cNvPr id="16421" name="AutoShape 63"/>
                <p:cNvCxnSpPr>
                  <a:cxnSpLocks noChangeShapeType="1"/>
                  <a:stCxn id="16412" idx="3"/>
                  <a:endCxn id="16411" idx="1"/>
                </p:cNvCxnSpPr>
                <p:nvPr/>
              </p:nvCxnSpPr>
              <p:spPr bwMode="auto">
                <a:xfrm>
                  <a:off x="3065463" y="3262313"/>
                  <a:ext cx="625475" cy="0"/>
                </a:xfrm>
                <a:prstGeom prst="straightConnector1">
                  <a:avLst/>
                </a:prstGeom>
                <a:noFill/>
                <a:ln w="9525">
                  <a:solidFill>
                    <a:schemeClr val="tx1"/>
                  </a:solidFill>
                  <a:round/>
                  <a:headEnd/>
                  <a:tailEnd/>
                </a:ln>
              </p:spPr>
            </p:cxnSp>
            <p:cxnSp>
              <p:nvCxnSpPr>
                <p:cNvPr id="16422" name="AutoShape 64"/>
                <p:cNvCxnSpPr>
                  <a:cxnSpLocks noChangeShapeType="1"/>
                  <a:stCxn id="16451" idx="0"/>
                  <a:endCxn id="16411" idx="2"/>
                </p:cNvCxnSpPr>
                <p:nvPr/>
              </p:nvCxnSpPr>
              <p:spPr bwMode="auto">
                <a:xfrm rot="5400000" flipH="1" flipV="1">
                  <a:off x="2624138" y="2827338"/>
                  <a:ext cx="639762" cy="1782763"/>
                </a:xfrm>
                <a:prstGeom prst="straightConnector1">
                  <a:avLst/>
                </a:prstGeom>
                <a:noFill/>
                <a:ln w="9525">
                  <a:solidFill>
                    <a:schemeClr val="tx1"/>
                  </a:solidFill>
                  <a:round/>
                  <a:headEnd/>
                  <a:tailEnd/>
                </a:ln>
              </p:spPr>
            </p:cxnSp>
            <p:cxnSp>
              <p:nvCxnSpPr>
                <p:cNvPr id="16423" name="AutoShape 65"/>
                <p:cNvCxnSpPr>
                  <a:cxnSpLocks noChangeShapeType="1"/>
                  <a:stCxn id="16451" idx="0"/>
                  <a:endCxn id="16412" idx="2"/>
                </p:cNvCxnSpPr>
                <p:nvPr/>
              </p:nvCxnSpPr>
              <p:spPr bwMode="auto">
                <a:xfrm rot="5400000" flipH="1" flipV="1">
                  <a:off x="2166938" y="3284538"/>
                  <a:ext cx="639762" cy="868363"/>
                </a:xfrm>
                <a:prstGeom prst="straightConnector1">
                  <a:avLst/>
                </a:prstGeom>
                <a:noFill/>
                <a:ln w="9525">
                  <a:solidFill>
                    <a:schemeClr val="tx1"/>
                  </a:solidFill>
                  <a:round/>
                  <a:headEnd/>
                  <a:tailEnd/>
                </a:ln>
              </p:spPr>
            </p:cxnSp>
            <p:cxnSp>
              <p:nvCxnSpPr>
                <p:cNvPr id="16424" name="AutoShape 66"/>
                <p:cNvCxnSpPr>
                  <a:cxnSpLocks noChangeShapeType="1"/>
                  <a:stCxn id="16450" idx="0"/>
                  <a:endCxn id="16412" idx="2"/>
                </p:cNvCxnSpPr>
                <p:nvPr/>
              </p:nvCxnSpPr>
              <p:spPr bwMode="auto">
                <a:xfrm rot="16200000" flipV="1">
                  <a:off x="2621758" y="3698082"/>
                  <a:ext cx="644525" cy="46037"/>
                </a:xfrm>
                <a:prstGeom prst="straightConnector1">
                  <a:avLst/>
                </a:prstGeom>
                <a:noFill/>
                <a:ln w="9525">
                  <a:solidFill>
                    <a:schemeClr val="tx1"/>
                  </a:solidFill>
                  <a:round/>
                  <a:headEnd/>
                  <a:tailEnd/>
                </a:ln>
              </p:spPr>
            </p:cxnSp>
            <p:cxnSp>
              <p:nvCxnSpPr>
                <p:cNvPr id="16425" name="AutoShape 67"/>
                <p:cNvCxnSpPr>
                  <a:cxnSpLocks noChangeShapeType="1"/>
                  <a:stCxn id="16450" idx="0"/>
                  <a:endCxn id="16411" idx="2"/>
                </p:cNvCxnSpPr>
                <p:nvPr/>
              </p:nvCxnSpPr>
              <p:spPr bwMode="auto">
                <a:xfrm rot="5400000" flipH="1" flipV="1">
                  <a:off x="3078957" y="3286920"/>
                  <a:ext cx="644525" cy="868363"/>
                </a:xfrm>
                <a:prstGeom prst="straightConnector1">
                  <a:avLst/>
                </a:prstGeom>
                <a:noFill/>
                <a:ln w="9525">
                  <a:solidFill>
                    <a:schemeClr val="tx1"/>
                  </a:solidFill>
                  <a:round/>
                  <a:headEnd/>
                  <a:tailEnd/>
                </a:ln>
              </p:spPr>
            </p:cxnSp>
            <p:cxnSp>
              <p:nvCxnSpPr>
                <p:cNvPr id="16426" name="Straight Connector 57"/>
                <p:cNvCxnSpPr>
                  <a:cxnSpLocks noChangeShapeType="1"/>
                </p:cNvCxnSpPr>
                <p:nvPr/>
              </p:nvCxnSpPr>
              <p:spPr bwMode="auto">
                <a:xfrm>
                  <a:off x="838200" y="1522413"/>
                  <a:ext cx="6553200" cy="1587"/>
                </a:xfrm>
                <a:prstGeom prst="line">
                  <a:avLst/>
                </a:prstGeom>
                <a:noFill/>
                <a:ln w="9525" algn="ctr">
                  <a:solidFill>
                    <a:schemeClr val="tx1"/>
                  </a:solidFill>
                  <a:prstDash val="sysDot"/>
                  <a:round/>
                  <a:headEnd/>
                  <a:tailEnd/>
                </a:ln>
              </p:spPr>
            </p:cxnSp>
            <p:sp>
              <p:nvSpPr>
                <p:cNvPr id="16427" name="TextBox 58"/>
                <p:cNvSpPr txBox="1">
                  <a:spLocks noChangeArrowheads="1"/>
                </p:cNvSpPr>
                <p:nvPr/>
              </p:nvSpPr>
              <p:spPr bwMode="auto">
                <a:xfrm>
                  <a:off x="691151" y="1600200"/>
                  <a:ext cx="1720067" cy="803953"/>
                </a:xfrm>
                <a:prstGeom prst="rect">
                  <a:avLst/>
                </a:prstGeom>
                <a:noFill/>
                <a:ln w="9525">
                  <a:noFill/>
                  <a:miter lim="800000"/>
                  <a:headEnd/>
                  <a:tailEnd/>
                </a:ln>
              </p:spPr>
              <p:txBody>
                <a:bodyPr wrap="none">
                  <a:spAutoFit/>
                </a:bodyPr>
                <a:lstStyle/>
                <a:p>
                  <a:r>
                    <a:rPr lang="en-US" sz="1600"/>
                    <a:t>Data Center</a:t>
                  </a:r>
                </a:p>
                <a:p>
                  <a:r>
                    <a:rPr lang="en-US" sz="1600"/>
                    <a:t>Layer 3</a:t>
                  </a:r>
                </a:p>
              </p:txBody>
            </p:sp>
            <p:sp>
              <p:nvSpPr>
                <p:cNvPr id="16428" name="TextBox 59"/>
                <p:cNvSpPr txBox="1">
                  <a:spLocks noChangeArrowheads="1"/>
                </p:cNvSpPr>
                <p:nvPr/>
              </p:nvSpPr>
              <p:spPr bwMode="auto">
                <a:xfrm>
                  <a:off x="710456" y="1066800"/>
                  <a:ext cx="1308000" cy="465446"/>
                </a:xfrm>
                <a:prstGeom prst="rect">
                  <a:avLst/>
                </a:prstGeom>
                <a:noFill/>
                <a:ln w="9525">
                  <a:noFill/>
                  <a:miter lim="800000"/>
                  <a:headEnd/>
                  <a:tailEnd/>
                </a:ln>
              </p:spPr>
              <p:txBody>
                <a:bodyPr wrap="none">
                  <a:spAutoFit/>
                </a:bodyPr>
                <a:lstStyle/>
                <a:p>
                  <a:r>
                    <a:rPr lang="en-US" sz="1600"/>
                    <a:t>Internet</a:t>
                  </a:r>
                </a:p>
              </p:txBody>
            </p:sp>
            <p:grpSp>
              <p:nvGrpSpPr>
                <p:cNvPr id="5" name="Group 89"/>
                <p:cNvGrpSpPr>
                  <a:grpSpLocks/>
                </p:cNvGrpSpPr>
                <p:nvPr/>
              </p:nvGrpSpPr>
              <p:grpSpPr bwMode="auto">
                <a:xfrm>
                  <a:off x="1905000" y="4038600"/>
                  <a:ext cx="1219200" cy="1449388"/>
                  <a:chOff x="1905000" y="4038600"/>
                  <a:chExt cx="1219200" cy="1449388"/>
                </a:xfrm>
              </p:grpSpPr>
              <p:sp>
                <p:nvSpPr>
                  <p:cNvPr id="16450" name="Rectangle 38"/>
                  <p:cNvSpPr>
                    <a:spLocks noChangeArrowheads="1"/>
                  </p:cNvSpPr>
                  <p:nvPr/>
                </p:nvSpPr>
                <p:spPr bwMode="auto">
                  <a:xfrm>
                    <a:off x="2822575" y="4043363"/>
                    <a:ext cx="288925" cy="274637"/>
                  </a:xfrm>
                  <a:prstGeom prst="rect">
                    <a:avLst/>
                  </a:prstGeom>
                  <a:solidFill>
                    <a:srgbClr val="CCFFCC"/>
                  </a:solidFill>
                  <a:ln w="9525">
                    <a:solidFill>
                      <a:schemeClr val="tx1"/>
                    </a:solidFill>
                    <a:miter lim="800000"/>
                    <a:headEnd/>
                    <a:tailEnd/>
                  </a:ln>
                </p:spPr>
                <p:txBody>
                  <a:bodyPr wrap="none" anchor="ctr"/>
                  <a:lstStyle/>
                  <a:p>
                    <a:r>
                      <a:rPr lang="en-US" sz="1400">
                        <a:latin typeface="Verdana" pitchFamily="34" charset="0"/>
                      </a:rPr>
                      <a:t>S</a:t>
                    </a:r>
                  </a:p>
                </p:txBody>
              </p:sp>
              <p:sp>
                <p:nvSpPr>
                  <p:cNvPr id="16451" name="Rectangle 39"/>
                  <p:cNvSpPr>
                    <a:spLocks noChangeArrowheads="1"/>
                  </p:cNvSpPr>
                  <p:nvPr/>
                </p:nvSpPr>
                <p:spPr bwMode="auto">
                  <a:xfrm>
                    <a:off x="1908175" y="4038600"/>
                    <a:ext cx="288925" cy="274638"/>
                  </a:xfrm>
                  <a:prstGeom prst="rect">
                    <a:avLst/>
                  </a:prstGeom>
                  <a:solidFill>
                    <a:srgbClr val="CCFFCC"/>
                  </a:solidFill>
                  <a:ln w="9525">
                    <a:solidFill>
                      <a:schemeClr val="tx1"/>
                    </a:solidFill>
                    <a:miter lim="800000"/>
                    <a:headEnd/>
                    <a:tailEnd/>
                  </a:ln>
                </p:spPr>
                <p:txBody>
                  <a:bodyPr wrap="none" anchor="ctr"/>
                  <a:lstStyle/>
                  <a:p>
                    <a:r>
                      <a:rPr lang="en-US" sz="1400">
                        <a:latin typeface="Verdana" pitchFamily="34" charset="0"/>
                      </a:rPr>
                      <a:t>S</a:t>
                    </a:r>
                  </a:p>
                </p:txBody>
              </p:sp>
              <p:cxnSp>
                <p:nvCxnSpPr>
                  <p:cNvPr id="16452" name="AutoShape 69"/>
                  <p:cNvCxnSpPr>
                    <a:cxnSpLocks noChangeShapeType="1"/>
                    <a:stCxn id="16456" idx="3"/>
                    <a:endCxn id="16450" idx="2"/>
                  </p:cNvCxnSpPr>
                  <p:nvPr/>
                </p:nvCxnSpPr>
                <p:spPr bwMode="auto">
                  <a:xfrm rot="5400000" flipH="1" flipV="1">
                    <a:off x="2230750" y="4142111"/>
                    <a:ext cx="560399" cy="912178"/>
                  </a:xfrm>
                  <a:prstGeom prst="straightConnector1">
                    <a:avLst/>
                  </a:prstGeom>
                  <a:noFill/>
                  <a:ln w="9525">
                    <a:solidFill>
                      <a:schemeClr val="tx1"/>
                    </a:solidFill>
                    <a:round/>
                    <a:headEnd/>
                    <a:tailEnd/>
                  </a:ln>
                </p:spPr>
              </p:cxnSp>
              <p:cxnSp>
                <p:nvCxnSpPr>
                  <p:cNvPr id="16453" name="AutoShape 70"/>
                  <p:cNvCxnSpPr>
                    <a:cxnSpLocks noChangeShapeType="1"/>
                    <a:stCxn id="16456" idx="3"/>
                    <a:endCxn id="16451" idx="2"/>
                  </p:cNvCxnSpPr>
                  <p:nvPr/>
                </p:nvCxnSpPr>
                <p:spPr bwMode="auto">
                  <a:xfrm rot="16200000" flipV="1">
                    <a:off x="1771169" y="4594708"/>
                    <a:ext cx="565161" cy="2222"/>
                  </a:xfrm>
                  <a:prstGeom prst="straightConnector1">
                    <a:avLst/>
                  </a:prstGeom>
                  <a:noFill/>
                  <a:ln w="9525">
                    <a:solidFill>
                      <a:schemeClr val="tx1"/>
                    </a:solidFill>
                    <a:round/>
                    <a:headEnd/>
                    <a:tailEnd/>
                  </a:ln>
                </p:spPr>
              </p:cxnSp>
              <p:cxnSp>
                <p:nvCxnSpPr>
                  <p:cNvPr id="16454" name="AutoShape 71"/>
                  <p:cNvCxnSpPr>
                    <a:cxnSpLocks noChangeShapeType="1"/>
                    <a:stCxn id="16457" idx="3"/>
                    <a:endCxn id="16451" idx="2"/>
                  </p:cNvCxnSpPr>
                  <p:nvPr/>
                </p:nvCxnSpPr>
                <p:spPr bwMode="auto">
                  <a:xfrm rot="16200000" flipV="1">
                    <a:off x="2228369" y="4137508"/>
                    <a:ext cx="565161" cy="916622"/>
                  </a:xfrm>
                  <a:prstGeom prst="straightConnector1">
                    <a:avLst/>
                  </a:prstGeom>
                  <a:noFill/>
                  <a:ln w="9525">
                    <a:solidFill>
                      <a:schemeClr val="tx1"/>
                    </a:solidFill>
                    <a:round/>
                    <a:headEnd/>
                    <a:tailEnd/>
                  </a:ln>
                </p:spPr>
              </p:cxnSp>
              <p:cxnSp>
                <p:nvCxnSpPr>
                  <p:cNvPr id="16455" name="AutoShape 72"/>
                  <p:cNvCxnSpPr>
                    <a:cxnSpLocks noChangeShapeType="1"/>
                    <a:stCxn id="16457" idx="3"/>
                    <a:endCxn id="16450" idx="2"/>
                  </p:cNvCxnSpPr>
                  <p:nvPr/>
                </p:nvCxnSpPr>
                <p:spPr bwMode="auto">
                  <a:xfrm rot="16200000" flipV="1">
                    <a:off x="2687950" y="4597089"/>
                    <a:ext cx="560399" cy="2222"/>
                  </a:xfrm>
                  <a:prstGeom prst="straightConnector1">
                    <a:avLst/>
                  </a:prstGeom>
                  <a:noFill/>
                  <a:ln w="9525">
                    <a:solidFill>
                      <a:schemeClr val="tx1"/>
                    </a:solidFill>
                    <a:round/>
                    <a:headEnd/>
                    <a:tailEnd/>
                  </a:ln>
                </p:spPr>
              </p:cxnSp>
              <p:sp>
                <p:nvSpPr>
                  <p:cNvPr id="16456" name="AutoShape 80"/>
                  <p:cNvSpPr>
                    <a:spLocks noChangeArrowheads="1"/>
                  </p:cNvSpPr>
                  <p:nvPr/>
                </p:nvSpPr>
                <p:spPr bwMode="auto">
                  <a:xfrm rot="-5428649">
                    <a:off x="1752600" y="5030788"/>
                    <a:ext cx="609600" cy="304800"/>
                  </a:xfrm>
                  <a:prstGeom prst="flowChartPredefinedProcess">
                    <a:avLst/>
                  </a:prstGeom>
                  <a:solidFill>
                    <a:srgbClr val="CCCCCC">
                      <a:alpha val="85097"/>
                    </a:srgbClr>
                  </a:solidFill>
                  <a:ln w="9525">
                    <a:solidFill>
                      <a:schemeClr val="tx1"/>
                    </a:solidFill>
                    <a:miter lim="800000"/>
                    <a:headEnd/>
                    <a:tailEnd/>
                  </a:ln>
                </p:spPr>
                <p:txBody>
                  <a:bodyPr vert="eaVert" wrap="none" anchor="ctr"/>
                  <a:lstStyle/>
                  <a:p>
                    <a:r>
                      <a:rPr lang="en-US" sz="1400">
                        <a:latin typeface="Verdana" pitchFamily="34" charset="0"/>
                      </a:rPr>
                      <a:t>A</a:t>
                    </a:r>
                  </a:p>
                </p:txBody>
              </p:sp>
              <p:sp>
                <p:nvSpPr>
                  <p:cNvPr id="16457" name="AutoShape 82"/>
                  <p:cNvSpPr>
                    <a:spLocks noChangeArrowheads="1"/>
                  </p:cNvSpPr>
                  <p:nvPr/>
                </p:nvSpPr>
                <p:spPr bwMode="auto">
                  <a:xfrm rot="-5428649">
                    <a:off x="2667000" y="5030788"/>
                    <a:ext cx="609600" cy="304800"/>
                  </a:xfrm>
                  <a:prstGeom prst="flowChartPredefinedProcess">
                    <a:avLst/>
                  </a:prstGeom>
                  <a:solidFill>
                    <a:srgbClr val="CCCCCC">
                      <a:alpha val="85097"/>
                    </a:srgbClr>
                  </a:solidFill>
                  <a:ln w="9525">
                    <a:solidFill>
                      <a:schemeClr val="tx1"/>
                    </a:solidFill>
                    <a:miter lim="800000"/>
                    <a:headEnd/>
                    <a:tailEnd/>
                  </a:ln>
                </p:spPr>
                <p:txBody>
                  <a:bodyPr vert="eaVert" wrap="none" anchor="ctr"/>
                  <a:lstStyle/>
                  <a:p>
                    <a:r>
                      <a:rPr lang="en-US" sz="1400">
                        <a:latin typeface="Verdana" pitchFamily="34" charset="0"/>
                      </a:rPr>
                      <a:t>A</a:t>
                    </a:r>
                  </a:p>
                </p:txBody>
              </p:sp>
              <p:sp>
                <p:nvSpPr>
                  <p:cNvPr id="16458" name="AutoShape 82"/>
                  <p:cNvSpPr>
                    <a:spLocks noChangeArrowheads="1"/>
                  </p:cNvSpPr>
                  <p:nvPr/>
                </p:nvSpPr>
                <p:spPr bwMode="auto">
                  <a:xfrm rot="-5428649">
                    <a:off x="2104385" y="5030788"/>
                    <a:ext cx="609600" cy="304800"/>
                  </a:xfrm>
                  <a:prstGeom prst="flowChartPredefinedProcess">
                    <a:avLst/>
                  </a:prstGeom>
                  <a:solidFill>
                    <a:srgbClr val="CCCCCC">
                      <a:alpha val="85097"/>
                    </a:srgbClr>
                  </a:solidFill>
                  <a:ln w="9525">
                    <a:solidFill>
                      <a:schemeClr val="tx1"/>
                    </a:solidFill>
                    <a:miter lim="800000"/>
                    <a:headEnd/>
                    <a:tailEnd/>
                  </a:ln>
                </p:spPr>
                <p:txBody>
                  <a:bodyPr vert="eaVert" wrap="none" anchor="ctr"/>
                  <a:lstStyle/>
                  <a:p>
                    <a:r>
                      <a:rPr lang="en-US" sz="1400">
                        <a:latin typeface="Verdana" pitchFamily="34" charset="0"/>
                      </a:rPr>
                      <a:t>A</a:t>
                    </a:r>
                  </a:p>
                </p:txBody>
              </p:sp>
              <p:sp>
                <p:nvSpPr>
                  <p:cNvPr id="16459" name="Rectangle 21"/>
                  <p:cNvSpPr>
                    <a:spLocks noChangeArrowheads="1"/>
                  </p:cNvSpPr>
                  <p:nvPr/>
                </p:nvSpPr>
                <p:spPr bwMode="auto">
                  <a:xfrm>
                    <a:off x="2527300" y="4984750"/>
                    <a:ext cx="412750" cy="366712"/>
                  </a:xfrm>
                  <a:prstGeom prst="rect">
                    <a:avLst/>
                  </a:prstGeom>
                  <a:noFill/>
                  <a:ln w="9525">
                    <a:noFill/>
                    <a:miter lim="800000"/>
                    <a:headEnd/>
                    <a:tailEnd/>
                  </a:ln>
                </p:spPr>
                <p:txBody>
                  <a:bodyPr wrap="none">
                    <a:spAutoFit/>
                  </a:bodyPr>
                  <a:lstStyle/>
                  <a:p>
                    <a:r>
                      <a:rPr lang="en-US" sz="1800"/>
                      <a:t>…</a:t>
                    </a:r>
                  </a:p>
                </p:txBody>
              </p:sp>
              <p:cxnSp>
                <p:nvCxnSpPr>
                  <p:cNvPr id="16460" name="AutoShape 69"/>
                  <p:cNvCxnSpPr>
                    <a:cxnSpLocks noChangeShapeType="1"/>
                    <a:endCxn id="16450" idx="2"/>
                  </p:cNvCxnSpPr>
                  <p:nvPr/>
                </p:nvCxnSpPr>
                <p:spPr bwMode="auto">
                  <a:xfrm flipV="1">
                    <a:off x="2406651" y="4318000"/>
                    <a:ext cx="560387" cy="541349"/>
                  </a:xfrm>
                  <a:prstGeom prst="straightConnector1">
                    <a:avLst/>
                  </a:prstGeom>
                  <a:noFill/>
                  <a:ln w="9525">
                    <a:solidFill>
                      <a:schemeClr val="tx1"/>
                    </a:solidFill>
                    <a:round/>
                    <a:headEnd/>
                    <a:tailEnd/>
                  </a:ln>
                </p:spPr>
              </p:cxnSp>
              <p:cxnSp>
                <p:nvCxnSpPr>
                  <p:cNvPr id="16461" name="AutoShape 69"/>
                  <p:cNvCxnSpPr>
                    <a:cxnSpLocks noChangeShapeType="1"/>
                  </p:cNvCxnSpPr>
                  <p:nvPr/>
                </p:nvCxnSpPr>
                <p:spPr bwMode="auto">
                  <a:xfrm rot="16200000" flipV="1">
                    <a:off x="1962945" y="4388644"/>
                    <a:ext cx="533399" cy="354013"/>
                  </a:xfrm>
                  <a:prstGeom prst="straightConnector1">
                    <a:avLst/>
                  </a:prstGeom>
                  <a:noFill/>
                  <a:ln w="9525">
                    <a:solidFill>
                      <a:schemeClr val="tx1"/>
                    </a:solidFill>
                    <a:round/>
                    <a:headEnd/>
                    <a:tailEnd/>
                  </a:ln>
                </p:spPr>
              </p:cxnSp>
            </p:grpSp>
            <p:grpSp>
              <p:nvGrpSpPr>
                <p:cNvPr id="7" name="Group 90"/>
                <p:cNvGrpSpPr>
                  <a:grpSpLocks/>
                </p:cNvGrpSpPr>
                <p:nvPr/>
              </p:nvGrpSpPr>
              <p:grpSpPr bwMode="auto">
                <a:xfrm>
                  <a:off x="3581400" y="4037012"/>
                  <a:ext cx="1219200" cy="1449388"/>
                  <a:chOff x="3581400" y="4037012"/>
                  <a:chExt cx="1219200" cy="1449388"/>
                </a:xfrm>
              </p:grpSpPr>
              <p:sp>
                <p:nvSpPr>
                  <p:cNvPr id="16438" name="Rectangle 38"/>
                  <p:cNvSpPr>
                    <a:spLocks noChangeArrowheads="1"/>
                  </p:cNvSpPr>
                  <p:nvPr/>
                </p:nvSpPr>
                <p:spPr bwMode="auto">
                  <a:xfrm>
                    <a:off x="4498975" y="4041775"/>
                    <a:ext cx="288925" cy="274637"/>
                  </a:xfrm>
                  <a:prstGeom prst="rect">
                    <a:avLst/>
                  </a:prstGeom>
                  <a:solidFill>
                    <a:srgbClr val="CCFFCC"/>
                  </a:solidFill>
                  <a:ln w="9525">
                    <a:solidFill>
                      <a:schemeClr val="tx1"/>
                    </a:solidFill>
                    <a:miter lim="800000"/>
                    <a:headEnd/>
                    <a:tailEnd/>
                  </a:ln>
                </p:spPr>
                <p:txBody>
                  <a:bodyPr wrap="none" anchor="ctr"/>
                  <a:lstStyle/>
                  <a:p>
                    <a:r>
                      <a:rPr lang="en-US" sz="1400">
                        <a:latin typeface="Verdana" pitchFamily="34" charset="0"/>
                      </a:rPr>
                      <a:t>S</a:t>
                    </a:r>
                  </a:p>
                </p:txBody>
              </p:sp>
              <p:sp>
                <p:nvSpPr>
                  <p:cNvPr id="16439" name="Rectangle 39"/>
                  <p:cNvSpPr>
                    <a:spLocks noChangeArrowheads="1"/>
                  </p:cNvSpPr>
                  <p:nvPr/>
                </p:nvSpPr>
                <p:spPr bwMode="auto">
                  <a:xfrm>
                    <a:off x="3584575" y="4037012"/>
                    <a:ext cx="288925" cy="274638"/>
                  </a:xfrm>
                  <a:prstGeom prst="rect">
                    <a:avLst/>
                  </a:prstGeom>
                  <a:solidFill>
                    <a:srgbClr val="CCFFCC"/>
                  </a:solidFill>
                  <a:ln w="9525">
                    <a:solidFill>
                      <a:schemeClr val="tx1"/>
                    </a:solidFill>
                    <a:miter lim="800000"/>
                    <a:headEnd/>
                    <a:tailEnd/>
                  </a:ln>
                </p:spPr>
                <p:txBody>
                  <a:bodyPr wrap="none" anchor="ctr"/>
                  <a:lstStyle/>
                  <a:p>
                    <a:r>
                      <a:rPr lang="en-US" sz="1400">
                        <a:latin typeface="Verdana" pitchFamily="34" charset="0"/>
                      </a:rPr>
                      <a:t>S</a:t>
                    </a:r>
                  </a:p>
                </p:txBody>
              </p:sp>
              <p:cxnSp>
                <p:nvCxnSpPr>
                  <p:cNvPr id="16440" name="AutoShape 69"/>
                  <p:cNvCxnSpPr>
                    <a:cxnSpLocks noChangeShapeType="1"/>
                    <a:stCxn id="16444" idx="3"/>
                    <a:endCxn id="16438" idx="2"/>
                  </p:cNvCxnSpPr>
                  <p:nvPr/>
                </p:nvCxnSpPr>
                <p:spPr bwMode="auto">
                  <a:xfrm rot="5400000" flipH="1" flipV="1">
                    <a:off x="3907150" y="4140523"/>
                    <a:ext cx="560399" cy="912178"/>
                  </a:xfrm>
                  <a:prstGeom prst="straightConnector1">
                    <a:avLst/>
                  </a:prstGeom>
                  <a:noFill/>
                  <a:ln w="9525">
                    <a:solidFill>
                      <a:schemeClr val="tx1"/>
                    </a:solidFill>
                    <a:round/>
                    <a:headEnd/>
                    <a:tailEnd/>
                  </a:ln>
                </p:spPr>
              </p:cxnSp>
              <p:cxnSp>
                <p:nvCxnSpPr>
                  <p:cNvPr id="16441" name="AutoShape 70"/>
                  <p:cNvCxnSpPr>
                    <a:cxnSpLocks noChangeShapeType="1"/>
                    <a:stCxn id="16444" idx="3"/>
                    <a:endCxn id="16439" idx="2"/>
                  </p:cNvCxnSpPr>
                  <p:nvPr/>
                </p:nvCxnSpPr>
                <p:spPr bwMode="auto">
                  <a:xfrm rot="16200000" flipV="1">
                    <a:off x="3447569" y="4593120"/>
                    <a:ext cx="565161" cy="2222"/>
                  </a:xfrm>
                  <a:prstGeom prst="straightConnector1">
                    <a:avLst/>
                  </a:prstGeom>
                  <a:noFill/>
                  <a:ln w="9525">
                    <a:solidFill>
                      <a:schemeClr val="tx1"/>
                    </a:solidFill>
                    <a:round/>
                    <a:headEnd/>
                    <a:tailEnd/>
                  </a:ln>
                </p:spPr>
              </p:cxnSp>
              <p:cxnSp>
                <p:nvCxnSpPr>
                  <p:cNvPr id="16442" name="AutoShape 71"/>
                  <p:cNvCxnSpPr>
                    <a:cxnSpLocks noChangeShapeType="1"/>
                    <a:stCxn id="16445" idx="3"/>
                    <a:endCxn id="16439" idx="2"/>
                  </p:cNvCxnSpPr>
                  <p:nvPr/>
                </p:nvCxnSpPr>
                <p:spPr bwMode="auto">
                  <a:xfrm rot="16200000" flipV="1">
                    <a:off x="3904769" y="4135920"/>
                    <a:ext cx="565161" cy="916622"/>
                  </a:xfrm>
                  <a:prstGeom prst="straightConnector1">
                    <a:avLst/>
                  </a:prstGeom>
                  <a:noFill/>
                  <a:ln w="9525">
                    <a:solidFill>
                      <a:schemeClr val="tx1"/>
                    </a:solidFill>
                    <a:round/>
                    <a:headEnd/>
                    <a:tailEnd/>
                  </a:ln>
                </p:spPr>
              </p:cxnSp>
              <p:cxnSp>
                <p:nvCxnSpPr>
                  <p:cNvPr id="16443" name="AutoShape 72"/>
                  <p:cNvCxnSpPr>
                    <a:cxnSpLocks noChangeShapeType="1"/>
                    <a:stCxn id="16445" idx="3"/>
                    <a:endCxn id="16438" idx="2"/>
                  </p:cNvCxnSpPr>
                  <p:nvPr/>
                </p:nvCxnSpPr>
                <p:spPr bwMode="auto">
                  <a:xfrm rot="16200000" flipV="1">
                    <a:off x="4364350" y="4595501"/>
                    <a:ext cx="560399" cy="2222"/>
                  </a:xfrm>
                  <a:prstGeom prst="straightConnector1">
                    <a:avLst/>
                  </a:prstGeom>
                  <a:noFill/>
                  <a:ln w="9525">
                    <a:solidFill>
                      <a:schemeClr val="tx1"/>
                    </a:solidFill>
                    <a:round/>
                    <a:headEnd/>
                    <a:tailEnd/>
                  </a:ln>
                </p:spPr>
              </p:cxnSp>
              <p:sp>
                <p:nvSpPr>
                  <p:cNvPr id="16444" name="AutoShape 80"/>
                  <p:cNvSpPr>
                    <a:spLocks noChangeArrowheads="1"/>
                  </p:cNvSpPr>
                  <p:nvPr/>
                </p:nvSpPr>
                <p:spPr bwMode="auto">
                  <a:xfrm rot="-5428649">
                    <a:off x="3429000" y="5029200"/>
                    <a:ext cx="609600" cy="304800"/>
                  </a:xfrm>
                  <a:prstGeom prst="flowChartPredefinedProcess">
                    <a:avLst/>
                  </a:prstGeom>
                  <a:solidFill>
                    <a:srgbClr val="CCCCCC">
                      <a:alpha val="85097"/>
                    </a:srgbClr>
                  </a:solidFill>
                  <a:ln w="9525">
                    <a:solidFill>
                      <a:schemeClr val="tx1"/>
                    </a:solidFill>
                    <a:miter lim="800000"/>
                    <a:headEnd/>
                    <a:tailEnd/>
                  </a:ln>
                </p:spPr>
                <p:txBody>
                  <a:bodyPr vert="eaVert" wrap="none" anchor="ctr"/>
                  <a:lstStyle/>
                  <a:p>
                    <a:r>
                      <a:rPr lang="en-US" sz="1400">
                        <a:latin typeface="Verdana" pitchFamily="34" charset="0"/>
                      </a:rPr>
                      <a:t>A</a:t>
                    </a:r>
                  </a:p>
                </p:txBody>
              </p:sp>
              <p:sp>
                <p:nvSpPr>
                  <p:cNvPr id="16445" name="AutoShape 82"/>
                  <p:cNvSpPr>
                    <a:spLocks noChangeArrowheads="1"/>
                  </p:cNvSpPr>
                  <p:nvPr/>
                </p:nvSpPr>
                <p:spPr bwMode="auto">
                  <a:xfrm rot="-5428649">
                    <a:off x="4343400" y="5029200"/>
                    <a:ext cx="609600" cy="304800"/>
                  </a:xfrm>
                  <a:prstGeom prst="flowChartPredefinedProcess">
                    <a:avLst/>
                  </a:prstGeom>
                  <a:solidFill>
                    <a:srgbClr val="CCCCCC">
                      <a:alpha val="85097"/>
                    </a:srgbClr>
                  </a:solidFill>
                  <a:ln w="9525">
                    <a:solidFill>
                      <a:schemeClr val="tx1"/>
                    </a:solidFill>
                    <a:miter lim="800000"/>
                    <a:headEnd/>
                    <a:tailEnd/>
                  </a:ln>
                </p:spPr>
                <p:txBody>
                  <a:bodyPr vert="eaVert" wrap="none" anchor="ctr"/>
                  <a:lstStyle/>
                  <a:p>
                    <a:r>
                      <a:rPr lang="en-US" sz="1400">
                        <a:latin typeface="Verdana" pitchFamily="34" charset="0"/>
                      </a:rPr>
                      <a:t>A</a:t>
                    </a:r>
                  </a:p>
                </p:txBody>
              </p:sp>
              <p:sp>
                <p:nvSpPr>
                  <p:cNvPr id="16446" name="AutoShape 82"/>
                  <p:cNvSpPr>
                    <a:spLocks noChangeArrowheads="1"/>
                  </p:cNvSpPr>
                  <p:nvPr/>
                </p:nvSpPr>
                <p:spPr bwMode="auto">
                  <a:xfrm rot="-5428649">
                    <a:off x="3780785" y="5029200"/>
                    <a:ext cx="609600" cy="304800"/>
                  </a:xfrm>
                  <a:prstGeom prst="flowChartPredefinedProcess">
                    <a:avLst/>
                  </a:prstGeom>
                  <a:solidFill>
                    <a:srgbClr val="CCCCCC">
                      <a:alpha val="85097"/>
                    </a:srgbClr>
                  </a:solidFill>
                  <a:ln w="9525">
                    <a:solidFill>
                      <a:schemeClr val="tx1"/>
                    </a:solidFill>
                    <a:miter lim="800000"/>
                    <a:headEnd/>
                    <a:tailEnd/>
                  </a:ln>
                </p:spPr>
                <p:txBody>
                  <a:bodyPr vert="eaVert" wrap="none" anchor="ctr"/>
                  <a:lstStyle/>
                  <a:p>
                    <a:r>
                      <a:rPr lang="en-US" sz="1400">
                        <a:latin typeface="Verdana" pitchFamily="34" charset="0"/>
                      </a:rPr>
                      <a:t>A</a:t>
                    </a:r>
                  </a:p>
                </p:txBody>
              </p:sp>
              <p:sp>
                <p:nvSpPr>
                  <p:cNvPr id="16447" name="Rectangle 21"/>
                  <p:cNvSpPr>
                    <a:spLocks noChangeArrowheads="1"/>
                  </p:cNvSpPr>
                  <p:nvPr/>
                </p:nvSpPr>
                <p:spPr bwMode="auto">
                  <a:xfrm>
                    <a:off x="4203700" y="4983162"/>
                    <a:ext cx="412750" cy="366712"/>
                  </a:xfrm>
                  <a:prstGeom prst="rect">
                    <a:avLst/>
                  </a:prstGeom>
                  <a:noFill/>
                  <a:ln w="9525">
                    <a:noFill/>
                    <a:miter lim="800000"/>
                    <a:headEnd/>
                    <a:tailEnd/>
                  </a:ln>
                </p:spPr>
                <p:txBody>
                  <a:bodyPr wrap="none">
                    <a:spAutoFit/>
                  </a:bodyPr>
                  <a:lstStyle/>
                  <a:p>
                    <a:r>
                      <a:rPr lang="en-US" sz="1800"/>
                      <a:t>…</a:t>
                    </a:r>
                  </a:p>
                </p:txBody>
              </p:sp>
              <p:cxnSp>
                <p:nvCxnSpPr>
                  <p:cNvPr id="16448" name="AutoShape 69"/>
                  <p:cNvCxnSpPr>
                    <a:cxnSpLocks noChangeShapeType="1"/>
                    <a:endCxn id="16438" idx="2"/>
                  </p:cNvCxnSpPr>
                  <p:nvPr/>
                </p:nvCxnSpPr>
                <p:spPr bwMode="auto">
                  <a:xfrm flipV="1">
                    <a:off x="4083051" y="4316412"/>
                    <a:ext cx="560387" cy="541349"/>
                  </a:xfrm>
                  <a:prstGeom prst="straightConnector1">
                    <a:avLst/>
                  </a:prstGeom>
                  <a:noFill/>
                  <a:ln w="9525">
                    <a:solidFill>
                      <a:schemeClr val="tx1"/>
                    </a:solidFill>
                    <a:round/>
                    <a:headEnd/>
                    <a:tailEnd/>
                  </a:ln>
                </p:spPr>
              </p:cxnSp>
              <p:cxnSp>
                <p:nvCxnSpPr>
                  <p:cNvPr id="16449" name="AutoShape 69"/>
                  <p:cNvCxnSpPr>
                    <a:cxnSpLocks noChangeShapeType="1"/>
                  </p:cNvCxnSpPr>
                  <p:nvPr/>
                </p:nvCxnSpPr>
                <p:spPr bwMode="auto">
                  <a:xfrm rot="16200000" flipV="1">
                    <a:off x="3639345" y="4387056"/>
                    <a:ext cx="533399" cy="354013"/>
                  </a:xfrm>
                  <a:prstGeom prst="straightConnector1">
                    <a:avLst/>
                  </a:prstGeom>
                  <a:noFill/>
                  <a:ln w="9525">
                    <a:solidFill>
                      <a:schemeClr val="tx1"/>
                    </a:solidFill>
                    <a:round/>
                    <a:headEnd/>
                    <a:tailEnd/>
                  </a:ln>
                </p:spPr>
              </p:cxnSp>
            </p:grpSp>
            <p:cxnSp>
              <p:nvCxnSpPr>
                <p:cNvPr id="16431" name="AutoShape 64"/>
                <p:cNvCxnSpPr>
                  <a:cxnSpLocks noChangeShapeType="1"/>
                </p:cNvCxnSpPr>
                <p:nvPr/>
              </p:nvCxnSpPr>
              <p:spPr bwMode="auto">
                <a:xfrm rot="16200000" flipV="1">
                  <a:off x="3467101" y="2822573"/>
                  <a:ext cx="639762" cy="1782763"/>
                </a:xfrm>
                <a:prstGeom prst="straightConnector1">
                  <a:avLst/>
                </a:prstGeom>
                <a:noFill/>
                <a:ln w="9525">
                  <a:solidFill>
                    <a:schemeClr val="tx1"/>
                  </a:solidFill>
                  <a:round/>
                  <a:headEnd/>
                  <a:tailEnd/>
                </a:ln>
              </p:spPr>
            </p:cxnSp>
            <p:cxnSp>
              <p:nvCxnSpPr>
                <p:cNvPr id="16432" name="AutoShape 65"/>
                <p:cNvCxnSpPr>
                  <a:cxnSpLocks noChangeShapeType="1"/>
                </p:cNvCxnSpPr>
                <p:nvPr/>
              </p:nvCxnSpPr>
              <p:spPr bwMode="auto">
                <a:xfrm rot="16200000" flipV="1">
                  <a:off x="3009901" y="3279773"/>
                  <a:ext cx="639762" cy="868363"/>
                </a:xfrm>
                <a:prstGeom prst="straightConnector1">
                  <a:avLst/>
                </a:prstGeom>
                <a:noFill/>
                <a:ln w="9525">
                  <a:solidFill>
                    <a:schemeClr val="tx1"/>
                  </a:solidFill>
                  <a:round/>
                  <a:headEnd/>
                  <a:tailEnd/>
                </a:ln>
              </p:spPr>
            </p:cxnSp>
            <p:cxnSp>
              <p:nvCxnSpPr>
                <p:cNvPr id="16433" name="AutoShape 66"/>
                <p:cNvCxnSpPr>
                  <a:cxnSpLocks noChangeShapeType="1"/>
                </p:cNvCxnSpPr>
                <p:nvPr/>
              </p:nvCxnSpPr>
              <p:spPr bwMode="auto">
                <a:xfrm rot="5400000" flipH="1" flipV="1">
                  <a:off x="3464721" y="3693317"/>
                  <a:ext cx="644525" cy="46037"/>
                </a:xfrm>
                <a:prstGeom prst="straightConnector1">
                  <a:avLst/>
                </a:prstGeom>
                <a:noFill/>
                <a:ln w="9525">
                  <a:solidFill>
                    <a:schemeClr val="tx1"/>
                  </a:solidFill>
                  <a:round/>
                  <a:headEnd/>
                  <a:tailEnd/>
                </a:ln>
              </p:spPr>
            </p:cxnSp>
            <p:cxnSp>
              <p:nvCxnSpPr>
                <p:cNvPr id="16434" name="AutoShape 67"/>
                <p:cNvCxnSpPr>
                  <a:cxnSpLocks noChangeShapeType="1"/>
                </p:cNvCxnSpPr>
                <p:nvPr/>
              </p:nvCxnSpPr>
              <p:spPr bwMode="auto">
                <a:xfrm rot="16200000" flipV="1">
                  <a:off x="3921920" y="3282155"/>
                  <a:ext cx="644525" cy="868363"/>
                </a:xfrm>
                <a:prstGeom prst="straightConnector1">
                  <a:avLst/>
                </a:prstGeom>
                <a:noFill/>
                <a:ln w="9525">
                  <a:solidFill>
                    <a:schemeClr val="tx1"/>
                  </a:solidFill>
                  <a:round/>
                  <a:headEnd/>
                  <a:tailEnd/>
                </a:ln>
              </p:spPr>
            </p:cxnSp>
            <p:sp>
              <p:nvSpPr>
                <p:cNvPr id="16435" name="Rectangle 21"/>
                <p:cNvSpPr>
                  <a:spLocks noChangeArrowheads="1"/>
                </p:cNvSpPr>
                <p:nvPr/>
              </p:nvSpPr>
              <p:spPr bwMode="auto">
                <a:xfrm>
                  <a:off x="4800600" y="3962400"/>
                  <a:ext cx="412750" cy="366712"/>
                </a:xfrm>
                <a:prstGeom prst="rect">
                  <a:avLst/>
                </a:prstGeom>
                <a:noFill/>
                <a:ln w="9525">
                  <a:noFill/>
                  <a:miter lim="800000"/>
                  <a:headEnd/>
                  <a:tailEnd/>
                </a:ln>
              </p:spPr>
              <p:txBody>
                <a:bodyPr wrap="none">
                  <a:spAutoFit/>
                </a:bodyPr>
                <a:lstStyle/>
                <a:p>
                  <a:r>
                    <a:rPr lang="en-US" sz="1800"/>
                    <a:t>…</a:t>
                  </a:r>
                </a:p>
              </p:txBody>
            </p:sp>
            <p:cxnSp>
              <p:nvCxnSpPr>
                <p:cNvPr id="16436" name="Straight Connector 57"/>
                <p:cNvCxnSpPr>
                  <a:cxnSpLocks noChangeShapeType="1"/>
                </p:cNvCxnSpPr>
                <p:nvPr/>
              </p:nvCxnSpPr>
              <p:spPr bwMode="auto">
                <a:xfrm>
                  <a:off x="762000" y="2819400"/>
                  <a:ext cx="6629400" cy="1588"/>
                </a:xfrm>
                <a:prstGeom prst="line">
                  <a:avLst/>
                </a:prstGeom>
                <a:noFill/>
                <a:ln w="9525" algn="ctr">
                  <a:solidFill>
                    <a:schemeClr val="tx1"/>
                  </a:solidFill>
                  <a:prstDash val="sysDot"/>
                  <a:round/>
                  <a:headEnd/>
                  <a:tailEnd/>
                </a:ln>
              </p:spPr>
            </p:cxnSp>
            <p:sp>
              <p:nvSpPr>
                <p:cNvPr id="16437" name="TextBox 58"/>
                <p:cNvSpPr txBox="1">
                  <a:spLocks noChangeArrowheads="1"/>
                </p:cNvSpPr>
                <p:nvPr/>
              </p:nvSpPr>
              <p:spPr bwMode="auto">
                <a:xfrm>
                  <a:off x="667873" y="2897186"/>
                  <a:ext cx="1269243" cy="507760"/>
                </a:xfrm>
                <a:prstGeom prst="rect">
                  <a:avLst/>
                </a:prstGeom>
                <a:noFill/>
                <a:ln w="9525">
                  <a:noFill/>
                  <a:miter lim="800000"/>
                  <a:headEnd/>
                  <a:tailEnd/>
                </a:ln>
              </p:spPr>
              <p:txBody>
                <a:bodyPr wrap="none">
                  <a:spAutoFit/>
                </a:bodyPr>
                <a:lstStyle/>
                <a:p>
                  <a:r>
                    <a:rPr lang="en-US" sz="1800"/>
                    <a:t>Layer 2</a:t>
                  </a:r>
                </a:p>
              </p:txBody>
            </p:sp>
          </p:grpSp>
          <p:sp>
            <p:nvSpPr>
              <p:cNvPr id="16395" name="TextBox 8"/>
              <p:cNvSpPr txBox="1">
                <a:spLocks noChangeArrowheads="1"/>
              </p:cNvSpPr>
              <p:nvPr/>
            </p:nvSpPr>
            <p:spPr bwMode="auto">
              <a:xfrm>
                <a:off x="5486401" y="3085805"/>
                <a:ext cx="2129117" cy="2955082"/>
              </a:xfrm>
              <a:prstGeom prst="rect">
                <a:avLst/>
              </a:prstGeom>
              <a:noFill/>
              <a:ln w="9525">
                <a:solidFill>
                  <a:srgbClr val="000000"/>
                </a:solidFill>
                <a:miter lim="800000"/>
                <a:headEnd/>
                <a:tailEnd/>
              </a:ln>
            </p:spPr>
            <p:txBody>
              <a:bodyPr>
                <a:spAutoFit/>
              </a:bodyPr>
              <a:lstStyle/>
              <a:p>
                <a:r>
                  <a:rPr lang="en-US" sz="1200"/>
                  <a:t>Key:</a:t>
                </a:r>
              </a:p>
              <a:p>
                <a:pPr algn="l">
                  <a:buFont typeface="Arial" charset="0"/>
                  <a:buChar char="•"/>
                </a:pPr>
                <a:r>
                  <a:rPr lang="en-US" sz="1200"/>
                  <a:t> CR = L3 Core Router</a:t>
                </a:r>
              </a:p>
              <a:p>
                <a:pPr algn="l">
                  <a:buFont typeface="Arial" charset="0"/>
                  <a:buChar char="•"/>
                </a:pPr>
                <a:r>
                  <a:rPr lang="en-US" sz="1200"/>
                  <a:t> AR = L3 Access Router</a:t>
                </a:r>
              </a:p>
              <a:p>
                <a:pPr algn="l">
                  <a:buFont typeface="Arial" charset="0"/>
                  <a:buChar char="•"/>
                </a:pPr>
                <a:r>
                  <a:rPr lang="en-US" sz="1200"/>
                  <a:t> S = L2 Switch</a:t>
                </a:r>
              </a:p>
              <a:p>
                <a:pPr algn="l">
                  <a:buFont typeface="Arial" charset="0"/>
                  <a:buChar char="•"/>
                </a:pPr>
                <a:r>
                  <a:rPr lang="en-US" sz="1200"/>
                  <a:t> LB = Load Balancer</a:t>
                </a:r>
              </a:p>
              <a:p>
                <a:pPr algn="l">
                  <a:buFont typeface="Arial" charset="0"/>
                  <a:buChar char="•"/>
                </a:pPr>
                <a:r>
                  <a:rPr lang="en-US" sz="1200"/>
                  <a:t> A = Top of Rack </a:t>
                </a:r>
                <a:r>
                  <a:rPr lang="en-US" sz="1400"/>
                  <a:t>switch</a:t>
                </a:r>
              </a:p>
            </p:txBody>
          </p:sp>
        </p:grpSp>
      </p:grpSp>
      <p:sp>
        <p:nvSpPr>
          <p:cNvPr id="76" name="Content Placeholder 2"/>
          <p:cNvSpPr txBox="1">
            <a:spLocks/>
          </p:cNvSpPr>
          <p:nvPr/>
        </p:nvSpPr>
        <p:spPr>
          <a:xfrm>
            <a:off x="533400" y="3089176"/>
            <a:ext cx="3810000" cy="3352800"/>
          </a:xfrm>
          <a:prstGeom prst="rect">
            <a:avLst/>
          </a:prstGeom>
        </p:spPr>
        <p:txBody>
          <a:bodyPr/>
          <a:lstStyle/>
          <a:p>
            <a:pPr marL="457200" indent="-457200" algn="l">
              <a:spcBef>
                <a:spcPct val="20000"/>
              </a:spcBef>
              <a:buFont typeface="Arial" pitchFamily="34" charset="0"/>
              <a:buChar char="•"/>
              <a:defRPr/>
            </a:pPr>
            <a:r>
              <a:rPr lang="en-US" sz="2000" kern="0" dirty="0">
                <a:solidFill>
                  <a:srgbClr val="6600FF"/>
                </a:solidFill>
                <a:latin typeface="+mn-lt"/>
              </a:rPr>
              <a:t>Uniform high capacity?</a:t>
            </a:r>
          </a:p>
          <a:p>
            <a:pPr marL="457200" indent="-457200" algn="l">
              <a:spcBef>
                <a:spcPct val="20000"/>
              </a:spcBef>
              <a:buFont typeface="Arial" pitchFamily="34" charset="0"/>
              <a:buChar char="•"/>
              <a:defRPr/>
            </a:pPr>
            <a:r>
              <a:rPr lang="en-US" sz="2000" kern="0" dirty="0">
                <a:solidFill>
                  <a:srgbClr val="6600FF"/>
                </a:solidFill>
                <a:latin typeface="+mn-lt"/>
              </a:rPr>
              <a:t>Performance isolation?</a:t>
            </a:r>
          </a:p>
          <a:p>
            <a:pPr marL="457200" indent="-457200" algn="l">
              <a:spcBef>
                <a:spcPct val="20000"/>
              </a:spcBef>
              <a:defRPr/>
            </a:pPr>
            <a:r>
              <a:rPr lang="en-US" sz="1800" kern="0" dirty="0">
                <a:solidFill>
                  <a:schemeClr val="tx1"/>
                </a:solidFill>
                <a:latin typeface="+mn-lt"/>
              </a:rPr>
              <a:t>          typically via VLANs</a:t>
            </a:r>
          </a:p>
          <a:p>
            <a:pPr marL="457200" indent="-457200" algn="l">
              <a:spcBef>
                <a:spcPct val="20000"/>
              </a:spcBef>
              <a:buFont typeface="Arial" pitchFamily="34" charset="0"/>
              <a:buChar char="•"/>
              <a:defRPr/>
            </a:pPr>
            <a:r>
              <a:rPr lang="en-US" sz="2000" kern="0" dirty="0">
                <a:solidFill>
                  <a:srgbClr val="6600FF"/>
                </a:solidFill>
                <a:latin typeface="+mn-lt"/>
              </a:rPr>
              <a:t>Agility in terms of dynamically adding or shrinking servers?</a:t>
            </a:r>
          </a:p>
          <a:p>
            <a:pPr marL="457200" indent="-457200" algn="l">
              <a:spcBef>
                <a:spcPct val="20000"/>
              </a:spcBef>
              <a:buFont typeface="Arial" pitchFamily="34" charset="0"/>
              <a:buChar char="•"/>
              <a:defRPr/>
            </a:pPr>
            <a:r>
              <a:rPr lang="en-US" sz="2000" kern="0" dirty="0">
                <a:solidFill>
                  <a:srgbClr val="6600FF"/>
                </a:solidFill>
                <a:latin typeface="+mn-lt"/>
              </a:rPr>
              <a:t>Agility in terms of adapting to failures, and to traffic dynamics?</a:t>
            </a:r>
          </a:p>
          <a:p>
            <a:pPr marL="457200" indent="-457200" algn="l">
              <a:spcBef>
                <a:spcPct val="20000"/>
              </a:spcBef>
              <a:buFont typeface="Arial" pitchFamily="34" charset="0"/>
              <a:buChar char="•"/>
              <a:defRPr/>
            </a:pPr>
            <a:r>
              <a:rPr lang="en-US" sz="2000" kern="0" dirty="0">
                <a:solidFill>
                  <a:srgbClr val="6600FF"/>
                </a:solidFill>
                <a:latin typeface="+mn-lt"/>
              </a:rPr>
              <a:t>Ease of management?</a:t>
            </a:r>
          </a:p>
        </p:txBody>
      </p:sp>
      <p:sp>
        <p:nvSpPr>
          <p:cNvPr id="77" name="Content Placeholder 2"/>
          <p:cNvSpPr txBox="1">
            <a:spLocks/>
          </p:cNvSpPr>
          <p:nvPr/>
        </p:nvSpPr>
        <p:spPr>
          <a:xfrm>
            <a:off x="533400" y="1412776"/>
            <a:ext cx="8305800" cy="838200"/>
          </a:xfrm>
          <a:prstGeom prst="rect">
            <a:avLst/>
          </a:prstGeom>
        </p:spPr>
        <p:txBody>
          <a:bodyPr/>
          <a:lstStyle/>
          <a:p>
            <a:pPr algn="l">
              <a:buFont typeface="Arial" pitchFamily="34" charset="0"/>
              <a:buChar char="•"/>
              <a:defRPr/>
            </a:pPr>
            <a:r>
              <a:rPr lang="en-US" sz="2000" dirty="0">
                <a:solidFill>
                  <a:schemeClr val="tx1"/>
                </a:solidFill>
              </a:rPr>
              <a:t> </a:t>
            </a:r>
            <a:r>
              <a:rPr lang="en-US" sz="2000" dirty="0">
                <a:solidFill>
                  <a:schemeClr val="accent2">
                    <a:lumMod val="50000"/>
                  </a:schemeClr>
                </a:solidFill>
              </a:rPr>
              <a:t>Hierarchical network; 1+1 redundancy</a:t>
            </a:r>
          </a:p>
          <a:p>
            <a:pPr algn="l">
              <a:buFont typeface="Arial" pitchFamily="34" charset="0"/>
              <a:buChar char="•"/>
              <a:defRPr/>
            </a:pPr>
            <a:r>
              <a:rPr lang="en-US" sz="2000" dirty="0">
                <a:solidFill>
                  <a:schemeClr val="accent2">
                    <a:lumMod val="50000"/>
                  </a:schemeClr>
                </a:solidFill>
              </a:rPr>
              <a:t> Equipment higher in the hierarchy handles more traffic</a:t>
            </a:r>
          </a:p>
          <a:p>
            <a:pPr lvl="1" algn="l">
              <a:buFont typeface="Arial" pitchFamily="34" charset="0"/>
              <a:buChar char="•"/>
              <a:defRPr/>
            </a:pPr>
            <a:r>
              <a:rPr lang="en-US" sz="2000" dirty="0">
                <a:solidFill>
                  <a:schemeClr val="tx1"/>
                </a:solidFill>
              </a:rPr>
              <a:t> more expensive, more effort for availability </a:t>
            </a:r>
            <a:r>
              <a:rPr lang="en-US" sz="2000" dirty="0">
                <a:solidFill>
                  <a:schemeClr val="tx1"/>
                </a:solidFill>
                <a:sym typeface="Wingdings" pitchFamily="2" charset="2"/>
              </a:rPr>
              <a:t> </a:t>
            </a:r>
            <a:r>
              <a:rPr lang="en-US" sz="2000" i="1" dirty="0">
                <a:solidFill>
                  <a:srgbClr val="FF0000"/>
                </a:solidFill>
                <a:sym typeface="Wingdings" pitchFamily="2" charset="2"/>
              </a:rPr>
              <a:t>scale-up design</a:t>
            </a:r>
            <a:endParaRPr lang="en-US" sz="2000" i="1" dirty="0">
              <a:solidFill>
                <a:srgbClr val="FF0000"/>
              </a:solidFill>
            </a:endParaRPr>
          </a:p>
          <a:p>
            <a:pPr algn="l">
              <a:buFont typeface="Arial" pitchFamily="34" charset="0"/>
              <a:buChar char="•"/>
              <a:defRPr/>
            </a:pPr>
            <a:r>
              <a:rPr lang="en-US" sz="2000" dirty="0">
                <a:solidFill>
                  <a:schemeClr val="tx1"/>
                </a:solidFill>
              </a:rPr>
              <a:t> </a:t>
            </a:r>
            <a:r>
              <a:rPr lang="en-US" sz="2000" dirty="0">
                <a:solidFill>
                  <a:schemeClr val="accent2">
                    <a:lumMod val="50000"/>
                  </a:schemeClr>
                </a:solidFill>
              </a:rPr>
              <a:t>Servers connect via 1-10 Gbps UTP to Top-of-Rack switches</a:t>
            </a:r>
          </a:p>
          <a:p>
            <a:pPr algn="l">
              <a:buFont typeface="Arial" pitchFamily="34" charset="0"/>
              <a:buChar char="•"/>
              <a:defRPr/>
            </a:pPr>
            <a:r>
              <a:rPr lang="en-US" sz="2000" dirty="0">
                <a:solidFill>
                  <a:schemeClr val="accent2">
                    <a:lumMod val="50000"/>
                  </a:schemeClr>
                </a:solidFill>
              </a:rPr>
              <a:t> Other links are mix of 1G, 10G, 100G; fiber, copper </a:t>
            </a:r>
            <a:endParaRPr lang="en-US" sz="2000" kern="0" dirty="0">
              <a:solidFill>
                <a:schemeClr val="accent2">
                  <a:lumMod val="50000"/>
                </a:schemeClr>
              </a:solidFill>
              <a:latin typeface="+mn-lt"/>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Title 1"/>
          <p:cNvSpPr>
            <a:spLocks noGrp="1"/>
          </p:cNvSpPr>
          <p:nvPr>
            <p:ph type="title"/>
          </p:nvPr>
        </p:nvSpPr>
        <p:spPr>
          <a:xfrm>
            <a:off x="228600" y="274638"/>
            <a:ext cx="8763000" cy="1143000"/>
          </a:xfrm>
        </p:spPr>
        <p:txBody>
          <a:bodyPr>
            <a:normAutofit fontScale="90000"/>
          </a:bodyPr>
          <a:lstStyle/>
          <a:p>
            <a:pPr eaLnBrk="1" hangingPunct="1"/>
            <a:r>
              <a:rPr lang="en-US" dirty="0"/>
              <a:t>Modern Data Center Network Architectures: Options</a:t>
            </a:r>
          </a:p>
        </p:txBody>
      </p:sp>
      <p:sp>
        <p:nvSpPr>
          <p:cNvPr id="3" name="Content Placeholder 2"/>
          <p:cNvSpPr>
            <a:spLocks noGrp="1"/>
          </p:cNvSpPr>
          <p:nvPr>
            <p:ph idx="1"/>
          </p:nvPr>
        </p:nvSpPr>
        <p:spPr>
          <a:xfrm>
            <a:off x="304800" y="1447800"/>
            <a:ext cx="8610600" cy="5029200"/>
          </a:xfrm>
        </p:spPr>
        <p:txBody>
          <a:bodyPr rtlCol="0">
            <a:normAutofit/>
          </a:bodyPr>
          <a:lstStyle/>
          <a:p>
            <a:pPr>
              <a:buFont typeface="Wingdings 2"/>
              <a:buChar char="Þ"/>
              <a:defRPr/>
            </a:pPr>
            <a:r>
              <a:rPr lang="en-US" sz="3300" dirty="0"/>
              <a:t>Switch-centric</a:t>
            </a:r>
          </a:p>
          <a:p>
            <a:pPr lvl="1">
              <a:buFont typeface="Wingdings 2"/>
              <a:buChar char=""/>
              <a:defRPr/>
            </a:pPr>
            <a:r>
              <a:rPr lang="en-US" dirty="0"/>
              <a:t>Servers use only 1 port for connection</a:t>
            </a:r>
          </a:p>
          <a:p>
            <a:pPr lvl="1">
              <a:buFont typeface="Wingdings 2"/>
              <a:buChar char=""/>
              <a:defRPr/>
            </a:pPr>
            <a:r>
              <a:rPr lang="en-US" dirty="0"/>
              <a:t>Interconnection and routing intelligence put into switches</a:t>
            </a:r>
          </a:p>
          <a:p>
            <a:pPr lvl="1">
              <a:buFont typeface="Wingdings 2"/>
              <a:buChar char=""/>
              <a:defRPr/>
            </a:pPr>
            <a:r>
              <a:rPr lang="en-US" dirty="0"/>
              <a:t>Fat-Tree, </a:t>
            </a:r>
            <a:r>
              <a:rPr lang="en-US" dirty="0" err="1"/>
              <a:t>PortLand</a:t>
            </a:r>
            <a:r>
              <a:rPr lang="en-US" dirty="0"/>
              <a:t>, VL2</a:t>
            </a:r>
          </a:p>
          <a:p>
            <a:pPr>
              <a:buFont typeface="Wingdings 2"/>
              <a:buChar char="Þ"/>
              <a:defRPr/>
            </a:pPr>
            <a:r>
              <a:rPr lang="en-US" sz="3300" dirty="0"/>
              <a:t>Server-centric</a:t>
            </a:r>
          </a:p>
          <a:p>
            <a:pPr lvl="1">
              <a:buFont typeface="Wingdings 2"/>
              <a:buChar char=""/>
              <a:defRPr/>
            </a:pPr>
            <a:r>
              <a:rPr lang="en-US" dirty="0"/>
              <a:t>Servers use multiple ports</a:t>
            </a:r>
          </a:p>
          <a:p>
            <a:pPr lvl="1">
              <a:buFont typeface="Wingdings 2"/>
              <a:buChar char=""/>
              <a:defRPr/>
            </a:pPr>
            <a:r>
              <a:rPr lang="en-US" dirty="0"/>
              <a:t>Participate in packet forwarding</a:t>
            </a:r>
          </a:p>
          <a:p>
            <a:pPr lvl="1">
              <a:buFont typeface="Wingdings 2"/>
              <a:buChar char=""/>
              <a:defRPr/>
            </a:pPr>
            <a:r>
              <a:rPr lang="en-US" dirty="0" err="1"/>
              <a:t>DCell</a:t>
            </a:r>
            <a:r>
              <a:rPr lang="en-US" dirty="0"/>
              <a:t>, </a:t>
            </a:r>
            <a:r>
              <a:rPr lang="en-US" dirty="0" err="1"/>
              <a:t>FiConn</a:t>
            </a:r>
            <a:r>
              <a:rPr lang="en-US" dirty="0"/>
              <a:t>, </a:t>
            </a:r>
            <a:r>
              <a:rPr lang="en-US" dirty="0" err="1"/>
              <a:t>BCube</a:t>
            </a:r>
            <a:r>
              <a:rPr lang="en-US" dirty="0"/>
              <a:t>, </a:t>
            </a:r>
            <a:r>
              <a:rPr lang="en-US" dirty="0" err="1"/>
              <a:t>MDCube</a:t>
            </a:r>
            <a:r>
              <a:rPr lang="en-US" dirty="0"/>
              <a:t>, </a:t>
            </a:r>
            <a:r>
              <a:rPr lang="en-US" dirty="0" err="1"/>
              <a:t>CamCube</a:t>
            </a:r>
            <a:endParaRPr lang="en-US" dirty="0"/>
          </a:p>
        </p:txBody>
      </p:sp>
      <p:sp>
        <p:nvSpPr>
          <p:cNvPr id="20484" name="Date Placeholder 3"/>
          <p:cNvSpPr>
            <a:spLocks noGrp="1"/>
          </p:cNvSpPr>
          <p:nvPr>
            <p:ph type="dt" sz="quarter" idx="10"/>
          </p:nvPr>
        </p:nvSpPr>
        <p:spPr bwMode="auto">
          <a:ln>
            <a:miter lim="800000"/>
            <a:headEnd/>
            <a:tailEnd/>
          </a:ln>
        </p:spPr>
        <p:txBody>
          <a:bodyPr wrap="square" lIns="91440" tIns="45720" rIns="91440" bIns="45720" numCol="1" anchorCtr="0" compatLnSpc="1">
            <a:prstTxWarp prst="textNoShape">
              <a:avLst/>
            </a:prstTxWarp>
          </a:bodyPr>
          <a:lstStyle/>
          <a:p>
            <a:pPr fontAlgn="base">
              <a:spcBef>
                <a:spcPct val="0"/>
              </a:spcBef>
              <a:spcAft>
                <a:spcPct val="0"/>
              </a:spcAft>
              <a:defRPr/>
            </a:pPr>
            <a:fld id="{F76B2509-2757-4E59-9F77-227E7AA85582}" type="datetime1">
              <a:rPr lang="en-US" smtClean="0"/>
              <a:pPr fontAlgn="base">
                <a:spcBef>
                  <a:spcPct val="0"/>
                </a:spcBef>
                <a:spcAft>
                  <a:spcPct val="0"/>
                </a:spcAft>
                <a:defRPr/>
              </a:pPr>
              <a:t>3/5/25</a:t>
            </a:fld>
            <a:endParaRPr lang="en-US"/>
          </a:p>
        </p:txBody>
      </p:sp>
      <p:sp>
        <p:nvSpPr>
          <p:cNvPr id="20485" name="Slide Number Placeholder 4"/>
          <p:cNvSpPr>
            <a:spLocks noGrp="1"/>
          </p:cNvSpPr>
          <p:nvPr>
            <p:ph type="sldNum" sz="quarter" idx="4294967295"/>
          </p:nvPr>
        </p:nvSpPr>
        <p:spPr bwMode="auto">
          <a:xfrm>
            <a:off x="4114800" y="6400800"/>
            <a:ext cx="914400" cy="284163"/>
          </a:xfrm>
          <a:prstGeom prst="rect">
            <a:avLst/>
          </a:prstGeom>
          <a:ln>
            <a:miter lim="800000"/>
            <a:headEnd/>
            <a:tailEnd/>
          </a:ln>
        </p:spPr>
        <p:txBody>
          <a:bodyPr wrap="square" tIns="45720" bIns="45720" numCol="1" anchorCtr="0" compatLnSpc="1">
            <a:prstTxWarp prst="textNoShape">
              <a:avLst/>
            </a:prstTxWarp>
          </a:bodyPr>
          <a:lstStyle/>
          <a:p>
            <a:pPr fontAlgn="base">
              <a:spcBef>
                <a:spcPct val="0"/>
              </a:spcBef>
              <a:spcAft>
                <a:spcPct val="0"/>
              </a:spcAft>
              <a:defRPr/>
            </a:pPr>
            <a:fld id="{3DBD1ABC-1D41-453D-BD3B-EA226CBC5B39}" type="slidenum">
              <a:rPr lang="en-US" smtClean="0"/>
              <a:pPr fontAlgn="base">
                <a:spcBef>
                  <a:spcPct val="0"/>
                </a:spcBef>
                <a:spcAft>
                  <a:spcPct val="0"/>
                </a:spcAft>
                <a:defRPr/>
              </a:pPr>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t>Data Center Introduction</a:t>
            </a:r>
          </a:p>
          <a:p>
            <a:r>
              <a:rPr lang="en-US" dirty="0"/>
              <a:t>Data Center Network Architectures</a:t>
            </a:r>
          </a:p>
          <a:p>
            <a:r>
              <a:rPr lang="en-US" dirty="0">
                <a:solidFill>
                  <a:srgbClr val="FF0000"/>
                </a:solidFill>
              </a:rPr>
              <a:t>Fat-Tree</a:t>
            </a:r>
          </a:p>
          <a:p>
            <a:r>
              <a:rPr lang="en-US" dirty="0"/>
              <a:t>VL2</a:t>
            </a:r>
          </a:p>
          <a:p>
            <a:r>
              <a:rPr lang="en-US" dirty="0" err="1"/>
              <a:t>DCell</a:t>
            </a:r>
            <a:endParaRPr lang="en-US" dirty="0"/>
          </a:p>
          <a:p>
            <a:r>
              <a:rPr lang="en-US" dirty="0" err="1"/>
              <a:t>BCube</a:t>
            </a:r>
            <a:endParaRPr lang="en-US" dirty="0"/>
          </a:p>
          <a:p>
            <a:r>
              <a:rPr lang="en-US" dirty="0" err="1"/>
              <a:t>FiConn</a:t>
            </a:r>
            <a:endParaRPr lang="en-US" dirty="0"/>
          </a:p>
        </p:txBody>
      </p:sp>
      <p:sp>
        <p:nvSpPr>
          <p:cNvPr id="4" name="Date Placeholder 3"/>
          <p:cNvSpPr>
            <a:spLocks noGrp="1"/>
          </p:cNvSpPr>
          <p:nvPr>
            <p:ph type="dt" sz="half" idx="10"/>
          </p:nvPr>
        </p:nvSpPr>
        <p:spPr/>
        <p:txBody>
          <a:bodyPr/>
          <a:lstStyle/>
          <a:p>
            <a:fld id="{827ADB60-3E79-449A-88A8-D8CD2A903F4E}" type="datetime1">
              <a:rPr lang="zh-CN" altLang="en-US" smtClean="0"/>
              <a:pPr/>
              <a:t>2025/3/5</a:t>
            </a:fld>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pPr/>
              <a:t>48</a:t>
            </a:fld>
            <a:endParaRPr lang="zh-CN" alt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609600" y="457200"/>
            <a:ext cx="7772400" cy="1143000"/>
          </a:xfrm>
        </p:spPr>
        <p:txBody>
          <a:bodyPr>
            <a:normAutofit fontScale="90000"/>
          </a:bodyPr>
          <a:lstStyle/>
          <a:p>
            <a:r>
              <a:rPr lang="en-US" sz="3600"/>
              <a:t>A Scalable, Commodity Data Center Network Architecture</a:t>
            </a:r>
            <a:br>
              <a:rPr lang="en-US" sz="3600"/>
            </a:br>
            <a:endParaRPr lang="en-US" sz="3600"/>
          </a:p>
        </p:txBody>
      </p:sp>
      <p:sp>
        <p:nvSpPr>
          <p:cNvPr id="703491" name="Rectangle 3"/>
          <p:cNvSpPr>
            <a:spLocks noGrp="1" noChangeArrowheads="1"/>
          </p:cNvSpPr>
          <p:nvPr>
            <p:ph type="body" idx="1"/>
          </p:nvPr>
        </p:nvSpPr>
        <p:spPr>
          <a:xfrm>
            <a:off x="251520" y="1371600"/>
            <a:ext cx="8568952" cy="5225752"/>
          </a:xfrm>
        </p:spPr>
        <p:txBody>
          <a:bodyPr>
            <a:normAutofit fontScale="92500" lnSpcReduction="10000"/>
          </a:bodyPr>
          <a:lstStyle/>
          <a:p>
            <a:pPr>
              <a:defRPr/>
            </a:pPr>
            <a:r>
              <a:rPr lang="en-US" dirty="0"/>
              <a:t>Main Goal: addressing the limitations of today’s data center network architecture</a:t>
            </a:r>
          </a:p>
          <a:p>
            <a:pPr lvl="1">
              <a:defRPr/>
            </a:pPr>
            <a:r>
              <a:rPr lang="en-US" dirty="0"/>
              <a:t>single point of failure</a:t>
            </a:r>
          </a:p>
          <a:p>
            <a:pPr lvl="1">
              <a:defRPr/>
            </a:pPr>
            <a:r>
              <a:rPr lang="en-US" dirty="0"/>
              <a:t>Over-subscription of links higher up in the topology</a:t>
            </a:r>
          </a:p>
          <a:p>
            <a:pPr>
              <a:defRPr/>
            </a:pPr>
            <a:r>
              <a:rPr lang="en-US" dirty="0"/>
              <a:t>Key Design Considerations/Goals</a:t>
            </a:r>
          </a:p>
          <a:p>
            <a:pPr lvl="1">
              <a:defRPr/>
            </a:pPr>
            <a:r>
              <a:rPr lang="en-US" dirty="0"/>
              <a:t>Allows host-host communication at line speed</a:t>
            </a:r>
          </a:p>
          <a:p>
            <a:pPr lvl="2">
              <a:defRPr/>
            </a:pPr>
            <a:r>
              <a:rPr lang="en-US" dirty="0"/>
              <a:t>no matter where they are located!</a:t>
            </a:r>
          </a:p>
          <a:p>
            <a:pPr lvl="1">
              <a:defRPr/>
            </a:pPr>
            <a:r>
              <a:rPr lang="en-US" dirty="0"/>
              <a:t>Backwards compatible with existing infrastructure</a:t>
            </a:r>
          </a:p>
          <a:p>
            <a:pPr lvl="2">
              <a:defRPr/>
            </a:pPr>
            <a:r>
              <a:rPr lang="en-US" dirty="0"/>
              <a:t>no changes in application &amp; support of layer 2 (Ethernet)</a:t>
            </a:r>
          </a:p>
          <a:p>
            <a:pPr lvl="1">
              <a:defRPr/>
            </a:pPr>
            <a:r>
              <a:rPr lang="en-US" dirty="0"/>
              <a:t>Cost effective</a:t>
            </a:r>
          </a:p>
          <a:p>
            <a:pPr lvl="2">
              <a:defRPr/>
            </a:pPr>
            <a:r>
              <a:rPr lang="en-US" dirty="0"/>
              <a:t>cheap infrastructure </a:t>
            </a:r>
          </a:p>
          <a:p>
            <a:pPr lvl="2">
              <a:defRPr/>
            </a:pPr>
            <a:r>
              <a:rPr lang="en-US" dirty="0"/>
              <a:t>and low power consumption &amp; heat emission</a:t>
            </a:r>
          </a:p>
          <a:p>
            <a:pPr lvl="1">
              <a:defRPr/>
            </a:pPr>
            <a:endParaRPr lang="en-US" dirty="0"/>
          </a:p>
          <a:p>
            <a:pPr lvl="1">
              <a:defRPr/>
            </a:pPr>
            <a:endParaRPr lang="en-US" dirty="0"/>
          </a:p>
          <a:p>
            <a:pPr>
              <a:defRPr/>
            </a:pPr>
            <a:endParaRPr lang="en-US" dirty="0"/>
          </a:p>
        </p:txBody>
      </p:sp>
      <p:sp>
        <p:nvSpPr>
          <p:cNvPr id="18437" name="Slide Number Placeholder 3"/>
          <p:cNvSpPr>
            <a:spLocks noGrp="1"/>
          </p:cNvSpPr>
          <p:nvPr>
            <p:ph type="sldNum" sz="quarter" idx="10"/>
          </p:nvPr>
        </p:nvSpPr>
        <p:spPr>
          <a:noFill/>
        </p:spPr>
        <p:txBody>
          <a:bodyPr/>
          <a:lstStyle/>
          <a:p>
            <a:fld id="{B7F8CEC9-AEDB-470C-86A9-E871155F71EC}" type="slidenum">
              <a:rPr lang="en-US" smtClean="0"/>
              <a:pPr/>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pic>
        <p:nvPicPr>
          <p:cNvPr id="19458" name="Picture 6"/>
          <p:cNvPicPr>
            <a:picLocks noChangeAspect="1" noChangeArrowheads="1"/>
          </p:cNvPicPr>
          <p:nvPr/>
        </p:nvPicPr>
        <p:blipFill>
          <a:blip r:embed="rId3" cstate="print"/>
          <a:srcRect/>
          <a:stretch>
            <a:fillRect/>
          </a:stretch>
        </p:blipFill>
        <p:spPr bwMode="auto">
          <a:xfrm>
            <a:off x="1115616" y="3645024"/>
            <a:ext cx="6918920" cy="2690691"/>
          </a:xfrm>
          <a:prstGeom prst="rect">
            <a:avLst/>
          </a:prstGeom>
          <a:noFill/>
          <a:ln w="9525">
            <a:noFill/>
            <a:miter lim="800000"/>
            <a:headEnd/>
            <a:tailEnd/>
          </a:ln>
        </p:spPr>
      </p:pic>
      <p:sp>
        <p:nvSpPr>
          <p:cNvPr id="19459" name="Rectangle 2"/>
          <p:cNvSpPr>
            <a:spLocks noGrp="1" noChangeArrowheads="1"/>
          </p:cNvSpPr>
          <p:nvPr>
            <p:ph type="title"/>
          </p:nvPr>
        </p:nvSpPr>
        <p:spPr>
          <a:xfrm>
            <a:off x="685800" y="92711"/>
            <a:ext cx="7772400" cy="838200"/>
          </a:xfrm>
        </p:spPr>
        <p:txBody>
          <a:bodyPr/>
          <a:lstStyle/>
          <a:p>
            <a:r>
              <a:rPr lang="en-US" sz="3600" dirty="0"/>
              <a:t>Fat-Tree Based DC Architecture </a:t>
            </a:r>
          </a:p>
        </p:txBody>
      </p:sp>
      <p:sp>
        <p:nvSpPr>
          <p:cNvPr id="19460" name="Rectangle 3"/>
          <p:cNvSpPr>
            <a:spLocks noGrp="1" noChangeArrowheads="1"/>
          </p:cNvSpPr>
          <p:nvPr>
            <p:ph type="body" idx="1"/>
          </p:nvPr>
        </p:nvSpPr>
        <p:spPr>
          <a:xfrm>
            <a:off x="215516" y="899512"/>
            <a:ext cx="8712968" cy="2745511"/>
          </a:xfrm>
        </p:spPr>
        <p:txBody>
          <a:bodyPr>
            <a:normAutofit/>
          </a:bodyPr>
          <a:lstStyle/>
          <a:p>
            <a:pPr eaLnBrk="1" hangingPunct="1">
              <a:lnSpc>
                <a:spcPct val="80000"/>
              </a:lnSpc>
            </a:pPr>
            <a:r>
              <a:rPr lang="en-US" altLang="zh-CN" sz="2200" dirty="0">
                <a:solidFill>
                  <a:srgbClr val="000099"/>
                </a:solidFill>
                <a:ea typeface="SimSun" pitchFamily="2" charset="-122"/>
              </a:rPr>
              <a:t>Inter-connect racks (of servers) using a fat-tree topology</a:t>
            </a:r>
          </a:p>
          <a:p>
            <a:pPr eaLnBrk="1" hangingPunct="1">
              <a:lnSpc>
                <a:spcPct val="80000"/>
              </a:lnSpc>
            </a:pPr>
            <a:r>
              <a:rPr lang="en-US" altLang="zh-CN" sz="2200" dirty="0">
                <a:solidFill>
                  <a:srgbClr val="FF0000"/>
                </a:solidFill>
                <a:ea typeface="SimSun" pitchFamily="2" charset="-122"/>
              </a:rPr>
              <a:t>Fat-Tree: </a:t>
            </a:r>
            <a:r>
              <a:rPr lang="en-US" altLang="zh-CN" sz="2200" dirty="0">
                <a:solidFill>
                  <a:srgbClr val="000099"/>
                </a:solidFill>
                <a:ea typeface="SimSun" pitchFamily="2" charset="-122"/>
              </a:rPr>
              <a:t>a special type of Clos Network (after C. </a:t>
            </a:r>
            <a:r>
              <a:rPr lang="en-US" altLang="zh-CN" sz="2200" dirty="0" err="1">
                <a:solidFill>
                  <a:srgbClr val="000099"/>
                </a:solidFill>
                <a:ea typeface="SimSun" pitchFamily="2" charset="-122"/>
              </a:rPr>
              <a:t>Clos</a:t>
            </a:r>
            <a:r>
              <a:rPr lang="en-US" altLang="zh-CN" sz="2200" dirty="0">
                <a:solidFill>
                  <a:srgbClr val="000099"/>
                </a:solidFill>
                <a:ea typeface="SimSun" pitchFamily="2" charset="-122"/>
              </a:rPr>
              <a:t>)</a:t>
            </a:r>
          </a:p>
          <a:p>
            <a:pPr lvl="1" eaLnBrk="1" hangingPunct="1">
              <a:lnSpc>
                <a:spcPct val="80000"/>
              </a:lnSpc>
              <a:buFontTx/>
              <a:buNone/>
            </a:pPr>
            <a:r>
              <a:rPr lang="en-US" altLang="zh-CN" sz="1800" dirty="0">
                <a:ea typeface="SimSun" pitchFamily="2" charset="-122"/>
              </a:rPr>
              <a:t>K-</a:t>
            </a:r>
            <a:r>
              <a:rPr lang="en-US" altLang="zh-CN" sz="1800" dirty="0" err="1">
                <a:ea typeface="SimSun" pitchFamily="2" charset="-122"/>
              </a:rPr>
              <a:t>ary</a:t>
            </a:r>
            <a:r>
              <a:rPr lang="en-US" altLang="zh-CN" sz="1800" dirty="0">
                <a:ea typeface="SimSun" pitchFamily="2" charset="-122"/>
              </a:rPr>
              <a:t> fat tree: three-layer topology (edge, aggregation and core)</a:t>
            </a:r>
          </a:p>
          <a:p>
            <a:pPr lvl="1">
              <a:lnSpc>
                <a:spcPct val="80000"/>
              </a:lnSpc>
            </a:pPr>
            <a:r>
              <a:rPr lang="en-US" altLang="zh-CN" sz="1800" dirty="0">
                <a:ea typeface="SimSun" pitchFamily="2" charset="-122"/>
              </a:rPr>
              <a:t>each pod consists of (k/2)</a:t>
            </a:r>
            <a:r>
              <a:rPr lang="en-US" altLang="zh-CN" sz="1800" baseline="30000" dirty="0">
                <a:ea typeface="SimSun" pitchFamily="2" charset="-122"/>
              </a:rPr>
              <a:t>2</a:t>
            </a:r>
            <a:r>
              <a:rPr lang="en-US" altLang="zh-CN" sz="1800" dirty="0">
                <a:ea typeface="SimSun" pitchFamily="2" charset="-122"/>
              </a:rPr>
              <a:t> servers &amp; 2 layers of k/2 k-port switches</a:t>
            </a:r>
          </a:p>
          <a:p>
            <a:pPr lvl="1" eaLnBrk="1" hangingPunct="1">
              <a:lnSpc>
                <a:spcPct val="80000"/>
              </a:lnSpc>
            </a:pPr>
            <a:r>
              <a:rPr lang="en-US" altLang="zh-CN" sz="1800" dirty="0">
                <a:ea typeface="SimSun" pitchFamily="2" charset="-122"/>
              </a:rPr>
              <a:t>each edge switch connects to k/2 servers &amp; k/2 </a:t>
            </a:r>
            <a:r>
              <a:rPr lang="en-US" altLang="zh-CN" sz="1800" dirty="0" err="1">
                <a:ea typeface="SimSun" pitchFamily="2" charset="-122"/>
              </a:rPr>
              <a:t>aggr</a:t>
            </a:r>
            <a:r>
              <a:rPr lang="en-US" altLang="zh-CN" sz="1800" dirty="0">
                <a:ea typeface="SimSun" pitchFamily="2" charset="-122"/>
              </a:rPr>
              <a:t>. switches </a:t>
            </a:r>
          </a:p>
          <a:p>
            <a:pPr lvl="1" eaLnBrk="1" hangingPunct="1">
              <a:lnSpc>
                <a:spcPct val="80000"/>
              </a:lnSpc>
            </a:pPr>
            <a:r>
              <a:rPr lang="en-US" sz="1800" dirty="0">
                <a:ea typeface="SimSun" pitchFamily="2" charset="-122"/>
              </a:rPr>
              <a:t>each </a:t>
            </a:r>
            <a:r>
              <a:rPr lang="en-US" sz="1800" dirty="0" err="1">
                <a:ea typeface="SimSun" pitchFamily="2" charset="-122"/>
              </a:rPr>
              <a:t>aggr</a:t>
            </a:r>
            <a:r>
              <a:rPr lang="en-US" sz="1800" dirty="0">
                <a:ea typeface="SimSun" pitchFamily="2" charset="-122"/>
              </a:rPr>
              <a:t>. switch connects to k/2 edge &amp; k/2 core switches</a:t>
            </a:r>
          </a:p>
          <a:p>
            <a:pPr lvl="1">
              <a:lnSpc>
                <a:spcPct val="80000"/>
              </a:lnSpc>
            </a:pPr>
            <a:r>
              <a:rPr lang="en-US" sz="1800" b="1" dirty="0">
                <a:ea typeface="SimSun" pitchFamily="2" charset="-122"/>
              </a:rPr>
              <a:t>(k/2)</a:t>
            </a:r>
            <a:r>
              <a:rPr lang="en-US" sz="1800" b="1" baseline="30000" dirty="0">
                <a:ea typeface="SimSun" pitchFamily="2" charset="-122"/>
              </a:rPr>
              <a:t>2</a:t>
            </a:r>
            <a:r>
              <a:rPr lang="en-US" sz="1800" b="1" dirty="0">
                <a:ea typeface="SimSun" pitchFamily="2" charset="-122"/>
              </a:rPr>
              <a:t> core switches</a:t>
            </a:r>
            <a:r>
              <a:rPr lang="en-US" sz="1800" dirty="0">
                <a:ea typeface="SimSun" pitchFamily="2" charset="-122"/>
              </a:rPr>
              <a:t>: each connects to k pods; </a:t>
            </a:r>
            <a:r>
              <a:rPr lang="en-US" altLang="zh-CN" sz="1800" dirty="0">
                <a:ea typeface="SimSun" pitchFamily="2" charset="-122"/>
              </a:rPr>
              <a:t>(</a:t>
            </a:r>
            <a:r>
              <a:rPr lang="en-US" altLang="zh-CN" sz="1800" b="1" dirty="0">
                <a:ea typeface="SimSun" pitchFamily="2" charset="-122"/>
              </a:rPr>
              <a:t>Total: </a:t>
            </a:r>
            <a:r>
              <a:rPr lang="en-US" sz="1800" b="1" dirty="0"/>
              <a:t>k</a:t>
            </a:r>
            <a:r>
              <a:rPr lang="en-US" sz="1800" b="1" baseline="30000" dirty="0"/>
              <a:t>3</a:t>
            </a:r>
            <a:r>
              <a:rPr lang="en-US" sz="1800" b="1" dirty="0"/>
              <a:t>/4 servers)</a:t>
            </a:r>
            <a:r>
              <a:rPr lang="en-US" altLang="zh-CN" sz="1800" dirty="0">
                <a:ea typeface="SimSun" pitchFamily="2" charset="-122"/>
              </a:rPr>
              <a:t> </a:t>
            </a:r>
            <a:endParaRPr lang="en-US" sz="1800" dirty="0">
              <a:ea typeface="SimSun" pitchFamily="2" charset="-122"/>
            </a:endParaRPr>
          </a:p>
          <a:p>
            <a:pPr>
              <a:lnSpc>
                <a:spcPct val="80000"/>
              </a:lnSpc>
            </a:pPr>
            <a:r>
              <a:rPr lang="en-US" sz="2200" dirty="0"/>
              <a:t>Using 2-level routing table, </a:t>
            </a:r>
            <a:r>
              <a:rPr lang="en-US" sz="2200" dirty="0" err="1"/>
              <a:t>pkts</a:t>
            </a:r>
            <a:r>
              <a:rPr lang="en-US" sz="2200" dirty="0"/>
              <a:t>. from source 10.0.1.2 to 10.2.0.3 take the dashed path</a:t>
            </a:r>
          </a:p>
        </p:txBody>
      </p:sp>
      <p:sp>
        <p:nvSpPr>
          <p:cNvPr id="19461" name="Rectangle 11"/>
          <p:cNvSpPr>
            <a:spLocks noChangeArrowheads="1"/>
          </p:cNvSpPr>
          <p:nvPr/>
        </p:nvSpPr>
        <p:spPr bwMode="auto">
          <a:xfrm>
            <a:off x="290513" y="4079031"/>
            <a:ext cx="1060093" cy="646331"/>
          </a:xfrm>
          <a:prstGeom prst="rect">
            <a:avLst/>
          </a:prstGeom>
          <a:noFill/>
          <a:ln w="9525">
            <a:noFill/>
            <a:miter lim="800000"/>
            <a:headEnd/>
            <a:tailEnd/>
          </a:ln>
        </p:spPr>
        <p:txBody>
          <a:bodyPr wrap="none">
            <a:spAutoFit/>
          </a:bodyPr>
          <a:lstStyle/>
          <a:p>
            <a:r>
              <a:rPr lang="en-US" altLang="zh-CN" sz="1800" dirty="0">
                <a:ea typeface="SimSun" pitchFamily="2" charset="-122"/>
              </a:rPr>
              <a:t>Fat-tree </a:t>
            </a:r>
          </a:p>
          <a:p>
            <a:r>
              <a:rPr lang="en-US" altLang="zh-CN" sz="1800" dirty="0">
                <a:ea typeface="SimSun" pitchFamily="2" charset="-122"/>
              </a:rPr>
              <a:t>with K=4</a:t>
            </a:r>
          </a:p>
        </p:txBody>
      </p:sp>
      <p:sp>
        <p:nvSpPr>
          <p:cNvPr id="19463" name="Slide Number Placeholder 3"/>
          <p:cNvSpPr>
            <a:spLocks noGrp="1"/>
          </p:cNvSpPr>
          <p:nvPr>
            <p:ph type="sldNum" sz="quarter" idx="10"/>
          </p:nvPr>
        </p:nvSpPr>
        <p:spPr>
          <a:noFill/>
        </p:spPr>
        <p:txBody>
          <a:bodyPr/>
          <a:lstStyle/>
          <a:p>
            <a:fld id="{5D7BA487-72E9-48A0-86ED-A3148D257D07}" type="slidenum">
              <a:rPr lang="en-US" smtClean="0"/>
              <a:pPr/>
              <a:t>50</a:t>
            </a:fld>
            <a:endParaRPr lang="en-US"/>
          </a:p>
        </p:txBody>
      </p:sp>
      <p:sp>
        <p:nvSpPr>
          <p:cNvPr id="8" name="TextBox 7">
            <a:extLst>
              <a:ext uri="{FF2B5EF4-FFF2-40B4-BE49-F238E27FC236}">
                <a16:creationId xmlns:a16="http://schemas.microsoft.com/office/drawing/2014/main" id="{DA283180-3E31-1F41-8A49-5A30D2D9EC55}"/>
              </a:ext>
            </a:extLst>
          </p:cNvPr>
          <p:cNvSpPr txBox="1"/>
          <p:nvPr/>
        </p:nvSpPr>
        <p:spPr>
          <a:xfrm>
            <a:off x="1115616" y="6342437"/>
            <a:ext cx="6356548" cy="553998"/>
          </a:xfrm>
          <a:prstGeom prst="rect">
            <a:avLst/>
          </a:prstGeom>
          <a:noFill/>
        </p:spPr>
        <p:txBody>
          <a:bodyPr wrap="none" rtlCol="0">
            <a:spAutoFit/>
          </a:bodyPr>
          <a:lstStyle/>
          <a:p>
            <a:pPr defTabSz="457200"/>
            <a:r>
              <a:rPr lang="en-US" dirty="0">
                <a:solidFill>
                  <a:prstClr val="black"/>
                </a:solidFill>
                <a:latin typeface="Calibri"/>
                <a:hlinkClick r:id="rId4"/>
              </a:rPr>
              <a:t>[UCSD] A Scalable Commodity Data Center Network Architecture</a:t>
            </a:r>
            <a:r>
              <a:rPr lang="en-US" dirty="0">
                <a:solidFill>
                  <a:prstClr val="black"/>
                </a:solidFill>
                <a:latin typeface="Calibri"/>
              </a:rPr>
              <a:t>: </a:t>
            </a:r>
          </a:p>
          <a:p>
            <a:pPr defTabSz="457200"/>
            <a:r>
              <a:rPr lang="en-US" sz="1200" dirty="0"/>
              <a:t>M. Al-Fares, A. </a:t>
            </a:r>
            <a:r>
              <a:rPr lang="en-US" sz="1200" dirty="0" err="1"/>
              <a:t>Loukissas</a:t>
            </a:r>
            <a:r>
              <a:rPr lang="en-US" sz="1200" dirty="0"/>
              <a:t>, A. </a:t>
            </a:r>
            <a:r>
              <a:rPr lang="en-US" sz="1200" dirty="0" err="1"/>
              <a:t>Vahdat</a:t>
            </a:r>
            <a:r>
              <a:rPr lang="en-US" sz="1200" dirty="0"/>
              <a:t>. ACM SIGCOMM 2008, pages 63-74.</a:t>
            </a:r>
            <a:endParaRPr lang="en-US" dirty="0">
              <a:solidFill>
                <a:prstClr val="black"/>
              </a:solidFill>
              <a:latin typeface="Calibri"/>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78098"/>
          </a:xfrm>
        </p:spPr>
        <p:txBody>
          <a:bodyPr/>
          <a:lstStyle/>
          <a:p>
            <a:r>
              <a:rPr lang="en-US" dirty="0"/>
              <a:t>Fat tree topology</a:t>
            </a:r>
          </a:p>
        </p:txBody>
      </p:sp>
      <p:sp>
        <p:nvSpPr>
          <p:cNvPr id="3" name="Content Placeholder 2"/>
          <p:cNvSpPr>
            <a:spLocks noGrp="1"/>
          </p:cNvSpPr>
          <p:nvPr>
            <p:ph idx="1"/>
          </p:nvPr>
        </p:nvSpPr>
        <p:spPr>
          <a:xfrm>
            <a:off x="333079" y="1177454"/>
            <a:ext cx="8543049" cy="995657"/>
          </a:xfrm>
        </p:spPr>
        <p:txBody>
          <a:bodyPr>
            <a:normAutofit lnSpcReduction="10000"/>
          </a:bodyPr>
          <a:lstStyle/>
          <a:p>
            <a:r>
              <a:rPr lang="en-US" dirty="0"/>
              <a:t>Core branches, i.e., those near the top of the hierarchy, are fatter or higher in capacity</a:t>
            </a:r>
          </a:p>
        </p:txBody>
      </p:sp>
      <p:sp>
        <p:nvSpPr>
          <p:cNvPr id="4" name="Slide Number Placeholder 3"/>
          <p:cNvSpPr>
            <a:spLocks noGrp="1"/>
          </p:cNvSpPr>
          <p:nvPr>
            <p:ph type="sldNum" sz="quarter" idx="12"/>
          </p:nvPr>
        </p:nvSpPr>
        <p:spPr>
          <a:xfrm>
            <a:off x="8202604" y="6441630"/>
            <a:ext cx="914400" cy="283464"/>
          </a:xfrm>
        </p:spPr>
        <p:txBody>
          <a:bodyPr/>
          <a:lstStyle/>
          <a:p>
            <a:fld id="{6B13335D-4FC9-924F-B266-DEE7D65B61EE}" type="slidenum">
              <a:rPr lang="en-US" smtClean="0"/>
              <a:pPr/>
              <a:t>51</a:t>
            </a:fld>
            <a:endParaRPr lang="en-US" dirty="0"/>
          </a:p>
        </p:txBody>
      </p:sp>
      <p:pic>
        <p:nvPicPr>
          <p:cNvPr id="6" name="Picture 5" descr="Screen Shot 2016-04-20 at 11.35.00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70000" y="2160214"/>
            <a:ext cx="6932604" cy="3789066"/>
          </a:xfrm>
          <a:prstGeom prst="rect">
            <a:avLst/>
          </a:prstGeom>
        </p:spPr>
      </p:pic>
      <p:sp>
        <p:nvSpPr>
          <p:cNvPr id="5" name="TextBox 4">
            <a:extLst>
              <a:ext uri="{FF2B5EF4-FFF2-40B4-BE49-F238E27FC236}">
                <a16:creationId xmlns:a16="http://schemas.microsoft.com/office/drawing/2014/main" id="{ABA4D950-8DEE-DE42-9D1F-195B45D6D358}"/>
              </a:ext>
            </a:extLst>
          </p:cNvPr>
          <p:cNvSpPr txBox="1"/>
          <p:nvPr/>
        </p:nvSpPr>
        <p:spPr>
          <a:xfrm>
            <a:off x="462652" y="6078763"/>
            <a:ext cx="7831631" cy="646331"/>
          </a:xfrm>
          <a:prstGeom prst="rect">
            <a:avLst/>
          </a:prstGeom>
          <a:noFill/>
        </p:spPr>
        <p:txBody>
          <a:bodyPr wrap="none" rtlCol="0">
            <a:spAutoFit/>
          </a:bodyPr>
          <a:lstStyle/>
          <a:p>
            <a:r>
              <a:rPr lang="en-US" dirty="0"/>
              <a:t>e.g., 48- port GigE switches; consist of 48 pods, edge layer + aggregation layer </a:t>
            </a:r>
            <a:br>
              <a:rPr lang="en-US" dirty="0"/>
            </a:br>
            <a:r>
              <a:rPr lang="en-US" dirty="0"/>
              <a:t>w/24 switches each.  Edge switches in every pod assigned to 24 hosts each.</a:t>
            </a:r>
          </a:p>
        </p:txBody>
      </p:sp>
    </p:spTree>
    <p:extLst>
      <p:ext uri="{BB962C8B-B14F-4D97-AF65-F5344CB8AC3E}">
        <p14:creationId xmlns:p14="http://schemas.microsoft.com/office/powerpoint/2010/main" val="392551672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CAB786DA-AA16-8E4D-81F2-A33A9FC5DA54}"/>
              </a:ext>
            </a:extLst>
          </p:cNvPr>
          <p:cNvSpPr>
            <a:spLocks noGrp="1"/>
          </p:cNvSpPr>
          <p:nvPr>
            <p:ph type="title"/>
          </p:nvPr>
        </p:nvSpPr>
        <p:spPr>
          <a:xfrm>
            <a:off x="457200" y="-3900"/>
            <a:ext cx="8229600" cy="1143000"/>
          </a:xfrm>
        </p:spPr>
        <p:txBody>
          <a:bodyPr/>
          <a:lstStyle/>
          <a:p>
            <a:r>
              <a:rPr lang="en-US" dirty="0"/>
              <a:t>Bisection of Fat Tree</a:t>
            </a:r>
          </a:p>
        </p:txBody>
      </p:sp>
      <p:sp>
        <p:nvSpPr>
          <p:cNvPr id="4" name="Date Placeholder 3">
            <a:extLst>
              <a:ext uri="{FF2B5EF4-FFF2-40B4-BE49-F238E27FC236}">
                <a16:creationId xmlns:a16="http://schemas.microsoft.com/office/drawing/2014/main" id="{F38B9954-8A87-354C-B5F1-B9C176CE37F2}"/>
              </a:ext>
            </a:extLst>
          </p:cNvPr>
          <p:cNvSpPr>
            <a:spLocks noGrp="1"/>
          </p:cNvSpPr>
          <p:nvPr>
            <p:ph type="dt" sz="half" idx="10"/>
          </p:nvPr>
        </p:nvSpPr>
        <p:spPr/>
        <p:txBody>
          <a:bodyPr/>
          <a:lstStyle/>
          <a:p>
            <a:fld id="{827ADB60-3E79-449A-88A8-D8CD2A903F4E}" type="datetime1">
              <a:rPr lang="zh-CN" altLang="en-US" smtClean="0"/>
              <a:pPr/>
              <a:t>2025/3/5</a:t>
            </a:fld>
            <a:endParaRPr lang="zh-CN" altLang="en-US"/>
          </a:p>
        </p:txBody>
      </p:sp>
      <p:sp>
        <p:nvSpPr>
          <p:cNvPr id="5" name="Slide Number Placeholder 4">
            <a:extLst>
              <a:ext uri="{FF2B5EF4-FFF2-40B4-BE49-F238E27FC236}">
                <a16:creationId xmlns:a16="http://schemas.microsoft.com/office/drawing/2014/main" id="{43766C4E-C7E4-E342-9C27-FABE09577BD6}"/>
              </a:ext>
            </a:extLst>
          </p:cNvPr>
          <p:cNvSpPr>
            <a:spLocks noGrp="1"/>
          </p:cNvSpPr>
          <p:nvPr>
            <p:ph type="sldNum" sz="quarter" idx="12"/>
          </p:nvPr>
        </p:nvSpPr>
        <p:spPr/>
        <p:txBody>
          <a:bodyPr/>
          <a:lstStyle/>
          <a:p>
            <a:fld id="{0C913308-F349-4B6D-A68A-DD1791B4A57B}" type="slidenum">
              <a:rPr lang="zh-CN" altLang="en-US" smtClean="0"/>
              <a:pPr/>
              <a:t>52</a:t>
            </a:fld>
            <a:endParaRPr lang="zh-CN" altLang="en-US"/>
          </a:p>
        </p:txBody>
      </p:sp>
      <p:pic>
        <p:nvPicPr>
          <p:cNvPr id="472066" name="Picture 2" descr="http://3.bp.blogspot.com/-gRqlvMFYwC0/T-ALafOYFrI/AAAAAAAAAE0/AMEPiBBfjL8/s1600/fat_tree_bisection_oversubscription.png">
            <a:extLst>
              <a:ext uri="{FF2B5EF4-FFF2-40B4-BE49-F238E27FC236}">
                <a16:creationId xmlns:a16="http://schemas.microsoft.com/office/drawing/2014/main" id="{51DF886B-1F9A-AA4C-868E-4D8D6316878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908720"/>
            <a:ext cx="9144000" cy="4752528"/>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CEE3E588-604F-6B45-A4D8-CCA04BC7DB11}"/>
              </a:ext>
            </a:extLst>
          </p:cNvPr>
          <p:cNvSpPr txBox="1"/>
          <p:nvPr/>
        </p:nvSpPr>
        <p:spPr>
          <a:xfrm>
            <a:off x="179512" y="5661248"/>
            <a:ext cx="7488832" cy="707886"/>
          </a:xfrm>
          <a:prstGeom prst="rect">
            <a:avLst/>
          </a:prstGeom>
          <a:noFill/>
        </p:spPr>
        <p:txBody>
          <a:bodyPr wrap="square" rtlCol="0">
            <a:spAutoFit/>
          </a:bodyPr>
          <a:lstStyle/>
          <a:p>
            <a:r>
              <a:rPr lang="en-US" sz="2000" dirty="0"/>
              <a:t>Architecture provides full bisection bandwidth and </a:t>
            </a:r>
          </a:p>
          <a:p>
            <a:r>
              <a:rPr lang="en-US" sz="2000" dirty="0"/>
              <a:t>there is no oversubscription at the aggregation and edge switches.</a:t>
            </a:r>
          </a:p>
        </p:txBody>
      </p:sp>
    </p:spTree>
    <p:extLst>
      <p:ext uri="{BB962C8B-B14F-4D97-AF65-F5344CB8AC3E}">
        <p14:creationId xmlns:p14="http://schemas.microsoft.com/office/powerpoint/2010/main" val="351609550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Why simpler hierarchies not good enough?</a:t>
            </a:r>
          </a:p>
        </p:txBody>
      </p:sp>
      <p:sp>
        <p:nvSpPr>
          <p:cNvPr id="3" name="Content Placeholder 2"/>
          <p:cNvSpPr>
            <a:spLocks noGrp="1"/>
          </p:cNvSpPr>
          <p:nvPr>
            <p:ph idx="1"/>
          </p:nvPr>
        </p:nvSpPr>
        <p:spPr/>
        <p:txBody>
          <a:bodyPr/>
          <a:lstStyle/>
          <a:p>
            <a:r>
              <a:rPr lang="en-US" dirty="0"/>
              <a:t>High cost</a:t>
            </a:r>
          </a:p>
          <a:p>
            <a:r>
              <a:rPr lang="en-US" dirty="0"/>
              <a:t>High </a:t>
            </a:r>
            <a:r>
              <a:rPr lang="en-US" i="1" dirty="0"/>
              <a:t>oversubscription</a:t>
            </a:r>
            <a:r>
              <a:rPr lang="en-US" dirty="0"/>
              <a:t> (ratio of worst-case aggregate bandwidth among end-hosts to bisection bandwidth)</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B13335D-4FC9-924F-B266-DEE7D65B61E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53</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pic>
        <p:nvPicPr>
          <p:cNvPr id="5" name="Picture 4" descr="Screen Shot 2016-04-20 at 12.07.04 P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91444" y="1177454"/>
            <a:ext cx="7719017" cy="5323545"/>
          </a:xfrm>
          <a:prstGeom prst="rect">
            <a:avLst/>
          </a:prstGeom>
        </p:spPr>
      </p:pic>
      <p:pic>
        <p:nvPicPr>
          <p:cNvPr id="6" name="Picture 5" descr="Screen Shot 2016-04-20 at 12.08.26 PM.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634" y="1459674"/>
            <a:ext cx="8517879" cy="3960989"/>
          </a:xfrm>
          <a:prstGeom prst="rect">
            <a:avLst/>
          </a:prstGeom>
        </p:spPr>
      </p:pic>
    </p:spTree>
    <p:extLst>
      <p:ext uri="{BB962C8B-B14F-4D97-AF65-F5344CB8AC3E}">
        <p14:creationId xmlns:p14="http://schemas.microsoft.com/office/powerpoint/2010/main" val="1593741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a:xfrm>
            <a:off x="609600" y="228600"/>
            <a:ext cx="7772400" cy="1143000"/>
          </a:xfrm>
        </p:spPr>
        <p:txBody>
          <a:bodyPr/>
          <a:lstStyle/>
          <a:p>
            <a:r>
              <a:rPr lang="en-US" sz="3600"/>
              <a:t>Fat-tree Topology is Great, But …</a:t>
            </a:r>
          </a:p>
        </p:txBody>
      </p:sp>
      <p:sp>
        <p:nvSpPr>
          <p:cNvPr id="707587" name="Rectangle 3"/>
          <p:cNvSpPr>
            <a:spLocks noGrp="1" noChangeArrowheads="1"/>
          </p:cNvSpPr>
          <p:nvPr>
            <p:ph type="body" idx="1"/>
          </p:nvPr>
        </p:nvSpPr>
        <p:spPr>
          <a:xfrm>
            <a:off x="323528" y="1556792"/>
            <a:ext cx="8568952" cy="4824536"/>
          </a:xfrm>
        </p:spPr>
        <p:txBody>
          <a:bodyPr>
            <a:normAutofit fontScale="85000" lnSpcReduction="10000"/>
          </a:bodyPr>
          <a:lstStyle/>
          <a:p>
            <a:pPr>
              <a:buFontTx/>
              <a:buNone/>
              <a:defRPr/>
            </a:pPr>
            <a:r>
              <a:rPr lang="en-US" dirty="0">
                <a:solidFill>
                  <a:srgbClr val="FF0000"/>
                </a:solidFill>
              </a:rPr>
              <a:t>Is using fat-tree topology to inter-connect racks of servers by itself sufficient?</a:t>
            </a:r>
          </a:p>
          <a:p>
            <a:pPr>
              <a:defRPr/>
            </a:pPr>
            <a:r>
              <a:rPr lang="en-US" dirty="0"/>
              <a:t>What routing protocols should we run on these switches?</a:t>
            </a:r>
          </a:p>
          <a:p>
            <a:pPr>
              <a:defRPr/>
            </a:pPr>
            <a:r>
              <a:rPr lang="en-US" dirty="0"/>
              <a:t>Layer 2 switch algorithm: results in data plane flooding!</a:t>
            </a:r>
          </a:p>
          <a:p>
            <a:pPr>
              <a:defRPr/>
            </a:pPr>
            <a:r>
              <a:rPr lang="en-US" dirty="0"/>
              <a:t>Layer 3 IP routing:</a:t>
            </a:r>
          </a:p>
          <a:p>
            <a:pPr lvl="1">
              <a:defRPr/>
            </a:pPr>
            <a:r>
              <a:rPr lang="en-US" dirty="0"/>
              <a:t>shortest path IP routing will typically use only one path despite the path diversity in the topology</a:t>
            </a:r>
          </a:p>
          <a:p>
            <a:pPr lvl="1">
              <a:defRPr/>
            </a:pPr>
            <a:r>
              <a:rPr lang="en-US" dirty="0"/>
              <a:t>if using equal-cost multi-path routing at each switch independently and blindly, packet re-ordering may occur; further load may not necessarily be well-balanced</a:t>
            </a:r>
          </a:p>
          <a:p>
            <a:pPr lvl="1">
              <a:defRPr/>
            </a:pPr>
            <a:r>
              <a:rPr lang="en-US" dirty="0"/>
              <a:t>And: control plane flooding!</a:t>
            </a:r>
          </a:p>
          <a:p>
            <a:pPr>
              <a:buFontTx/>
              <a:buNone/>
              <a:defRPr/>
            </a:pPr>
            <a:endParaRPr lang="en-US" dirty="0"/>
          </a:p>
        </p:txBody>
      </p:sp>
      <p:sp>
        <p:nvSpPr>
          <p:cNvPr id="22533" name="Slide Number Placeholder 3"/>
          <p:cNvSpPr>
            <a:spLocks noGrp="1"/>
          </p:cNvSpPr>
          <p:nvPr>
            <p:ph type="sldNum" sz="quarter" idx="10"/>
          </p:nvPr>
        </p:nvSpPr>
        <p:spPr>
          <a:noFill/>
        </p:spPr>
        <p:txBody>
          <a:bodyPr/>
          <a:lstStyle/>
          <a:p>
            <a:fld id="{C12A934B-4190-40BF-BC54-3E54867237BA}" type="slidenum">
              <a:rPr lang="en-US" smtClean="0"/>
              <a:pPr/>
              <a:t>54</a:t>
            </a:fld>
            <a:endParaRPr lang="en-US"/>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a:xfrm>
            <a:off x="323528" y="304800"/>
            <a:ext cx="8424936" cy="1035968"/>
          </a:xfrm>
        </p:spPr>
        <p:txBody>
          <a:bodyPr>
            <a:noAutofit/>
          </a:bodyPr>
          <a:lstStyle/>
          <a:p>
            <a:pPr>
              <a:defRPr/>
            </a:pPr>
            <a:r>
              <a:rPr lang="en-US" dirty="0">
                <a:solidFill>
                  <a:schemeClr val="tx1"/>
                </a:solidFill>
              </a:rPr>
              <a:t>Optimizations to Distribute traffic</a:t>
            </a:r>
          </a:p>
        </p:txBody>
      </p:sp>
      <p:sp>
        <p:nvSpPr>
          <p:cNvPr id="713731" name="Rectangle 3"/>
          <p:cNvSpPr>
            <a:spLocks noGrp="1" noChangeArrowheads="1"/>
          </p:cNvSpPr>
          <p:nvPr>
            <p:ph type="body" idx="1"/>
          </p:nvPr>
        </p:nvSpPr>
        <p:spPr>
          <a:xfrm>
            <a:off x="539552" y="1484784"/>
            <a:ext cx="7772400" cy="5029200"/>
          </a:xfrm>
        </p:spPr>
        <p:txBody>
          <a:bodyPr>
            <a:normAutofit/>
          </a:bodyPr>
          <a:lstStyle/>
          <a:p>
            <a:pPr>
              <a:defRPr/>
            </a:pPr>
            <a:r>
              <a:rPr lang="en-US" dirty="0"/>
              <a:t>Flow classification</a:t>
            </a:r>
          </a:p>
          <a:p>
            <a:pPr lvl="1">
              <a:defRPr/>
            </a:pPr>
            <a:r>
              <a:rPr lang="en-US" dirty="0"/>
              <a:t>Eliminates local congestion</a:t>
            </a:r>
          </a:p>
          <a:p>
            <a:pPr lvl="1">
              <a:defRPr/>
            </a:pPr>
            <a:r>
              <a:rPr lang="en-US" dirty="0"/>
              <a:t>Assign traffic to ports on a per-flow basis instead of a per-host basis</a:t>
            </a:r>
          </a:p>
          <a:p>
            <a:pPr>
              <a:defRPr/>
            </a:pPr>
            <a:r>
              <a:rPr lang="en-US" dirty="0"/>
              <a:t>Flow scheduling</a:t>
            </a:r>
          </a:p>
          <a:p>
            <a:pPr lvl="1">
              <a:defRPr/>
            </a:pPr>
            <a:r>
              <a:rPr lang="en-US" dirty="0"/>
              <a:t>Eliminate global congestion</a:t>
            </a:r>
          </a:p>
          <a:p>
            <a:pPr lvl="1">
              <a:defRPr/>
            </a:pPr>
            <a:r>
              <a:rPr lang="en-US" dirty="0"/>
              <a:t>Prevent long lived flows from sharing the same links</a:t>
            </a:r>
          </a:p>
          <a:p>
            <a:pPr lvl="2">
              <a:defRPr/>
            </a:pPr>
            <a:r>
              <a:rPr lang="en-US" dirty="0"/>
              <a:t>Assign long lived flows to different  links</a:t>
            </a:r>
          </a:p>
        </p:txBody>
      </p:sp>
      <p:sp>
        <p:nvSpPr>
          <p:cNvPr id="24581" name="Slide Number Placeholder 3"/>
          <p:cNvSpPr>
            <a:spLocks noGrp="1"/>
          </p:cNvSpPr>
          <p:nvPr>
            <p:ph type="sldNum" sz="quarter" idx="10"/>
          </p:nvPr>
        </p:nvSpPr>
        <p:spPr>
          <a:noFill/>
        </p:spPr>
        <p:txBody>
          <a:bodyPr/>
          <a:lstStyle/>
          <a:p>
            <a:fld id="{09DA0502-4A7C-4343-B837-FE19F42768AE}" type="slidenum">
              <a:rPr lang="en-US" smtClean="0"/>
              <a:pPr/>
              <a:t>55</a:t>
            </a:fld>
            <a:endParaRPr lang="en-US"/>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3794" name="Rectangle 2"/>
          <p:cNvSpPr>
            <a:spLocks noGrp="1" noChangeArrowheads="1"/>
          </p:cNvSpPr>
          <p:nvPr>
            <p:ph type="title"/>
          </p:nvPr>
        </p:nvSpPr>
        <p:spPr>
          <a:xfrm>
            <a:off x="323528" y="152400"/>
            <a:ext cx="8280920" cy="1143000"/>
          </a:xfrm>
        </p:spPr>
        <p:txBody>
          <a:bodyPr>
            <a:noAutofit/>
          </a:bodyPr>
          <a:lstStyle/>
          <a:p>
            <a:r>
              <a:rPr lang="en-US" dirty="0"/>
              <a:t>Design Goals for Network Fabric</a:t>
            </a:r>
          </a:p>
        </p:txBody>
      </p:sp>
      <p:sp>
        <p:nvSpPr>
          <p:cNvPr id="703491" name="Rectangle 3"/>
          <p:cNvSpPr>
            <a:spLocks noGrp="1" noChangeArrowheads="1"/>
          </p:cNvSpPr>
          <p:nvPr>
            <p:ph type="body" idx="1"/>
          </p:nvPr>
        </p:nvSpPr>
        <p:spPr>
          <a:xfrm>
            <a:off x="539552" y="1517104"/>
            <a:ext cx="8136904" cy="5152256"/>
          </a:xfrm>
        </p:spPr>
        <p:txBody>
          <a:bodyPr>
            <a:normAutofit lnSpcReduction="10000"/>
          </a:bodyPr>
          <a:lstStyle/>
          <a:p>
            <a:pPr>
              <a:buFontTx/>
              <a:buNone/>
              <a:defRPr/>
            </a:pPr>
            <a:r>
              <a:rPr lang="en-US" dirty="0">
                <a:solidFill>
                  <a:srgbClr val="FF0000"/>
                </a:solidFill>
              </a:rPr>
              <a:t>Main consideration: Support for Agility</a:t>
            </a:r>
          </a:p>
          <a:p>
            <a:pPr>
              <a:defRPr/>
            </a:pPr>
            <a:r>
              <a:rPr lang="en-US" sz="2200" dirty="0"/>
              <a:t>Easy configuration and management: </a:t>
            </a:r>
            <a:r>
              <a:rPr lang="en-US" sz="2200" dirty="0">
                <a:solidFill>
                  <a:srgbClr val="FF0000"/>
                </a:solidFill>
              </a:rPr>
              <a:t>plug-&amp;-play</a:t>
            </a:r>
          </a:p>
          <a:p>
            <a:pPr>
              <a:defRPr/>
            </a:pPr>
            <a:r>
              <a:rPr lang="en-US" sz="2200" dirty="0"/>
              <a:t>Fault tolerance, routing and addressing: </a:t>
            </a:r>
            <a:r>
              <a:rPr lang="en-US" sz="2200" dirty="0">
                <a:solidFill>
                  <a:srgbClr val="FF0000"/>
                </a:solidFill>
              </a:rPr>
              <a:t>scalability</a:t>
            </a:r>
          </a:p>
          <a:p>
            <a:pPr>
              <a:defRPr/>
            </a:pPr>
            <a:r>
              <a:rPr lang="en-US" sz="2200" dirty="0"/>
              <a:t>Commodity switch hardware: </a:t>
            </a:r>
            <a:r>
              <a:rPr lang="en-US" sz="2200" dirty="0">
                <a:solidFill>
                  <a:srgbClr val="FF0000"/>
                </a:solidFill>
              </a:rPr>
              <a:t>small switch state</a:t>
            </a:r>
          </a:p>
          <a:p>
            <a:pPr>
              <a:defRPr/>
            </a:pPr>
            <a:r>
              <a:rPr lang="en-US" sz="2200" dirty="0"/>
              <a:t>Virtualization support: </a:t>
            </a:r>
            <a:r>
              <a:rPr lang="en-US" sz="2200" dirty="0">
                <a:solidFill>
                  <a:srgbClr val="FF0000"/>
                </a:solidFill>
              </a:rPr>
              <a:t>seamless VM migration</a:t>
            </a:r>
          </a:p>
          <a:p>
            <a:pPr>
              <a:buFontTx/>
              <a:buNone/>
              <a:defRPr/>
            </a:pPr>
            <a:endParaRPr lang="en-US" sz="1200" dirty="0">
              <a:solidFill>
                <a:schemeClr val="tx2"/>
              </a:solidFill>
            </a:endParaRPr>
          </a:p>
          <a:p>
            <a:pPr marL="0" indent="0">
              <a:buNone/>
              <a:defRPr/>
            </a:pPr>
            <a:r>
              <a:rPr lang="en-US" sz="2200" dirty="0">
                <a:solidFill>
                  <a:schemeClr val="tx2"/>
                </a:solidFill>
              </a:rPr>
              <a:t>Useful to evaluate approaches: Layer-2 (Ethernet w/ flat-addressing) vs. layer-3 (IP w/ prefix-based addressing) based on these considerations:</a:t>
            </a:r>
          </a:p>
          <a:p>
            <a:pPr lvl="1">
              <a:defRPr/>
            </a:pPr>
            <a:r>
              <a:rPr lang="en-US" dirty="0">
                <a:solidFill>
                  <a:schemeClr val="tx2"/>
                </a:solidFill>
              </a:rPr>
              <a:t>plug-&amp;-play? </a:t>
            </a:r>
          </a:p>
          <a:p>
            <a:pPr lvl="1">
              <a:defRPr/>
            </a:pPr>
            <a:r>
              <a:rPr lang="en-US" dirty="0">
                <a:solidFill>
                  <a:schemeClr val="tx2"/>
                </a:solidFill>
              </a:rPr>
              <a:t>scalability?</a:t>
            </a:r>
          </a:p>
          <a:p>
            <a:pPr lvl="1">
              <a:defRPr/>
            </a:pPr>
            <a:r>
              <a:rPr lang="en-US" dirty="0">
                <a:solidFill>
                  <a:schemeClr val="tx2"/>
                </a:solidFill>
              </a:rPr>
              <a:t>small switch state? </a:t>
            </a:r>
          </a:p>
          <a:p>
            <a:pPr lvl="1">
              <a:defRPr/>
            </a:pPr>
            <a:r>
              <a:rPr lang="en-US" dirty="0">
                <a:solidFill>
                  <a:schemeClr val="tx2"/>
                </a:solidFill>
              </a:rPr>
              <a:t>seamless VM migration?</a:t>
            </a:r>
          </a:p>
          <a:p>
            <a:pPr>
              <a:buFontTx/>
              <a:buNone/>
              <a:defRPr/>
            </a:pPr>
            <a:endParaRPr lang="en-US" dirty="0">
              <a:solidFill>
                <a:srgbClr val="FF0000"/>
              </a:solidFill>
            </a:endParaRPr>
          </a:p>
        </p:txBody>
      </p:sp>
      <p:sp>
        <p:nvSpPr>
          <p:cNvPr id="33797" name="Slide Number Placeholder 3"/>
          <p:cNvSpPr>
            <a:spLocks noGrp="1"/>
          </p:cNvSpPr>
          <p:nvPr>
            <p:ph type="sldNum" sz="quarter" idx="10"/>
          </p:nvPr>
        </p:nvSpPr>
        <p:spPr>
          <a:noFill/>
        </p:spPr>
        <p:txBody>
          <a:bodyPr/>
          <a:lstStyle/>
          <a:p>
            <a:fld id="{FD3EBF67-0E91-4FB4-ABBC-196B86CFD852}" type="slidenum">
              <a:rPr lang="en-US" smtClean="0"/>
              <a:pPr/>
              <a:t>56</a:t>
            </a:fld>
            <a:endParaRPr lang="en-US"/>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a:xfrm>
            <a:off x="609600" y="0"/>
            <a:ext cx="7772400" cy="1143000"/>
          </a:xfrm>
        </p:spPr>
        <p:txBody>
          <a:bodyPr/>
          <a:lstStyle/>
          <a:p>
            <a:r>
              <a:rPr lang="en-US"/>
              <a:t>FAT-Tree Modified</a:t>
            </a:r>
          </a:p>
        </p:txBody>
      </p:sp>
      <p:sp>
        <p:nvSpPr>
          <p:cNvPr id="708611" name="Rectangle 3"/>
          <p:cNvSpPr>
            <a:spLocks noGrp="1" noChangeArrowheads="1"/>
          </p:cNvSpPr>
          <p:nvPr>
            <p:ph type="body" idx="1"/>
          </p:nvPr>
        </p:nvSpPr>
        <p:spPr>
          <a:xfrm>
            <a:off x="0" y="1117848"/>
            <a:ext cx="9144000" cy="2743200"/>
          </a:xfrm>
        </p:spPr>
        <p:txBody>
          <a:bodyPr>
            <a:normAutofit fontScale="85000" lnSpcReduction="20000"/>
          </a:bodyPr>
          <a:lstStyle/>
          <a:p>
            <a:pPr>
              <a:defRPr/>
            </a:pPr>
            <a:r>
              <a:rPr lang="en-US" dirty="0"/>
              <a:t>Enforce a special (IP?) addressing scheme in DC</a:t>
            </a:r>
          </a:p>
          <a:p>
            <a:pPr lvl="1">
              <a:defRPr/>
            </a:pPr>
            <a:r>
              <a:rPr lang="en-US" dirty="0" err="1">
                <a:solidFill>
                  <a:srgbClr val="868686"/>
                </a:solidFill>
              </a:rPr>
              <a:t>Unused</a:t>
            </a:r>
            <a:r>
              <a:rPr lang="en-US" dirty="0" err="1"/>
              <a:t>.PodNumber.switchnumber.Endhost</a:t>
            </a:r>
            <a:endParaRPr lang="en-US" dirty="0"/>
          </a:p>
          <a:p>
            <a:pPr lvl="1">
              <a:defRPr/>
            </a:pPr>
            <a:r>
              <a:rPr lang="en-US" dirty="0"/>
              <a:t>Allows hosts attached to same switch to route only through switch</a:t>
            </a:r>
          </a:p>
          <a:p>
            <a:pPr lvl="1">
              <a:defRPr/>
            </a:pPr>
            <a:r>
              <a:rPr lang="en-US" dirty="0"/>
              <a:t>Allows intra-pod traffic to stay within pod</a:t>
            </a:r>
          </a:p>
          <a:p>
            <a:pPr>
              <a:defRPr/>
            </a:pPr>
            <a:r>
              <a:rPr lang="en-US" dirty="0"/>
              <a:t>Use two level look-ups to distribute traffic and maintain packet ordering</a:t>
            </a:r>
          </a:p>
          <a:p>
            <a:pPr>
              <a:defRPr/>
            </a:pPr>
            <a:endParaRPr lang="en-US" dirty="0"/>
          </a:p>
          <a:p>
            <a:pPr lvl="1">
              <a:buFontTx/>
              <a:buNone/>
              <a:defRPr/>
            </a:pPr>
            <a:endParaRPr lang="en-US" dirty="0"/>
          </a:p>
        </p:txBody>
      </p:sp>
      <p:pic>
        <p:nvPicPr>
          <p:cNvPr id="23556" name="Picture 4"/>
          <p:cNvPicPr>
            <a:picLocks noChangeAspect="1" noChangeArrowheads="1"/>
          </p:cNvPicPr>
          <p:nvPr/>
        </p:nvPicPr>
        <p:blipFill>
          <a:blip r:embed="rId3" cstate="print"/>
          <a:srcRect/>
          <a:stretch>
            <a:fillRect/>
          </a:stretch>
        </p:blipFill>
        <p:spPr bwMode="auto">
          <a:xfrm>
            <a:off x="5181600" y="4077072"/>
            <a:ext cx="3962400" cy="1822450"/>
          </a:xfrm>
          <a:prstGeom prst="rect">
            <a:avLst/>
          </a:prstGeom>
          <a:noFill/>
          <a:ln w="9525">
            <a:noFill/>
            <a:miter lim="800000"/>
            <a:headEnd/>
            <a:tailEnd/>
          </a:ln>
        </p:spPr>
      </p:pic>
      <p:sp>
        <p:nvSpPr>
          <p:cNvPr id="5" name="Rectangle 9"/>
          <p:cNvSpPr txBox="1">
            <a:spLocks noChangeArrowheads="1"/>
          </p:cNvSpPr>
          <p:nvPr/>
        </p:nvSpPr>
        <p:spPr bwMode="auto">
          <a:xfrm>
            <a:off x="0" y="3645024"/>
            <a:ext cx="5292080" cy="2286000"/>
          </a:xfrm>
          <a:prstGeom prst="rect">
            <a:avLst/>
          </a:prstGeom>
          <a:noFill/>
          <a:ln w="9525">
            <a:noFill/>
            <a:miter lim="800000"/>
            <a:headEnd/>
            <a:tailEnd/>
          </a:ln>
        </p:spPr>
        <p:txBody>
          <a:bodyPr/>
          <a:lstStyle/>
          <a:p>
            <a:pPr marL="342900" indent="-342900">
              <a:spcBef>
                <a:spcPct val="20000"/>
              </a:spcBef>
              <a:buFont typeface="Arial" pitchFamily="34" charset="0"/>
              <a:buChar char="•"/>
              <a:defRPr/>
            </a:pPr>
            <a:r>
              <a:rPr lang="en-US" sz="2400" kern="0" dirty="0">
                <a:solidFill>
                  <a:schemeClr val="tx1"/>
                </a:solidFill>
                <a:latin typeface="+mn-lt"/>
              </a:rPr>
              <a:t>First level is prefix lookup	</a:t>
            </a:r>
          </a:p>
          <a:p>
            <a:pPr marL="742950" lvl="1" indent="-285750">
              <a:spcBef>
                <a:spcPct val="20000"/>
              </a:spcBef>
              <a:buFontTx/>
              <a:buChar char="–"/>
              <a:defRPr/>
            </a:pPr>
            <a:r>
              <a:rPr lang="en-US" sz="2400" kern="0" dirty="0">
                <a:latin typeface="+mn-lt"/>
              </a:rPr>
              <a:t>u</a:t>
            </a:r>
            <a:r>
              <a:rPr lang="en-US" sz="2400" kern="0" dirty="0" err="1">
                <a:latin typeface="+mn-lt"/>
              </a:rPr>
              <a:t>sed</a:t>
            </a:r>
            <a:r>
              <a:rPr lang="en-US" sz="2400" kern="0" dirty="0">
                <a:latin typeface="+mn-lt"/>
              </a:rPr>
              <a:t> to route down the topology to servers</a:t>
            </a:r>
          </a:p>
          <a:p>
            <a:pPr marL="342900" indent="-342900">
              <a:spcBef>
                <a:spcPct val="20000"/>
              </a:spcBef>
              <a:buFontTx/>
              <a:buChar char="•"/>
              <a:defRPr/>
            </a:pPr>
            <a:r>
              <a:rPr lang="en-US" sz="2400" kern="0" dirty="0">
                <a:solidFill>
                  <a:schemeClr val="tx1"/>
                </a:solidFill>
                <a:latin typeface="+mn-lt"/>
              </a:rPr>
              <a:t>Second level is a suffix lookup</a:t>
            </a:r>
          </a:p>
          <a:p>
            <a:pPr marL="742950" lvl="1" indent="-285750">
              <a:spcBef>
                <a:spcPct val="20000"/>
              </a:spcBef>
              <a:buFontTx/>
              <a:buChar char="–"/>
              <a:defRPr/>
            </a:pPr>
            <a:r>
              <a:rPr lang="en-US" sz="2400" kern="0" dirty="0">
                <a:latin typeface="+mn-lt"/>
              </a:rPr>
              <a:t>u</a:t>
            </a:r>
            <a:r>
              <a:rPr lang="en-US" sz="2400" kern="0" dirty="0" err="1">
                <a:latin typeface="+mn-lt"/>
              </a:rPr>
              <a:t>sed</a:t>
            </a:r>
            <a:r>
              <a:rPr lang="en-US" sz="2400" kern="0" dirty="0">
                <a:latin typeface="+mn-lt"/>
              </a:rPr>
              <a:t> to route up towards core</a:t>
            </a:r>
          </a:p>
          <a:p>
            <a:pPr marL="742950" lvl="1" indent="-285750">
              <a:spcBef>
                <a:spcPct val="20000"/>
              </a:spcBef>
              <a:buFontTx/>
              <a:buChar char="–"/>
              <a:defRPr/>
            </a:pPr>
            <a:r>
              <a:rPr lang="en-US" sz="2400" kern="0" dirty="0">
                <a:latin typeface="+mn-lt"/>
              </a:rPr>
              <a:t>m</a:t>
            </a:r>
            <a:r>
              <a:rPr lang="en-US" sz="2400" kern="0" dirty="0" err="1">
                <a:latin typeface="+mn-lt"/>
              </a:rPr>
              <a:t>aintain</a:t>
            </a:r>
            <a:r>
              <a:rPr lang="en-US" sz="2400" kern="0" dirty="0">
                <a:latin typeface="+mn-lt"/>
              </a:rPr>
              <a:t> packet ordering by using same ports for same server</a:t>
            </a:r>
          </a:p>
        </p:txBody>
      </p:sp>
      <p:sp>
        <p:nvSpPr>
          <p:cNvPr id="23559" name="Slide Number Placeholder 3"/>
          <p:cNvSpPr>
            <a:spLocks noGrp="1"/>
          </p:cNvSpPr>
          <p:nvPr>
            <p:ph type="sldNum" sz="quarter" idx="10"/>
          </p:nvPr>
        </p:nvSpPr>
        <p:spPr>
          <a:noFill/>
        </p:spPr>
        <p:txBody>
          <a:bodyPr/>
          <a:lstStyle/>
          <a:p>
            <a:fld id="{C21181EB-6C28-40AA-B455-4064EE6D8D76}" type="slidenum">
              <a:rPr lang="en-US" smtClean="0"/>
              <a:pPr/>
              <a:t>57</a:t>
            </a:fld>
            <a:endParaRPr lang="en-US"/>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6FEB3-3867-8549-BD14-7A1B1B8B020B}"/>
              </a:ext>
            </a:extLst>
          </p:cNvPr>
          <p:cNvSpPr>
            <a:spLocks noGrp="1"/>
          </p:cNvSpPr>
          <p:nvPr>
            <p:ph type="title"/>
          </p:nvPr>
        </p:nvSpPr>
        <p:spPr>
          <a:xfrm>
            <a:off x="457200" y="274638"/>
            <a:ext cx="8229600" cy="418058"/>
          </a:xfrm>
        </p:spPr>
        <p:txBody>
          <a:bodyPr>
            <a:normAutofit fontScale="90000"/>
          </a:bodyPr>
          <a:lstStyle/>
          <a:p>
            <a:r>
              <a:rPr lang="en-US" dirty="0"/>
              <a:t>Fat Tree Routing Example</a:t>
            </a:r>
          </a:p>
        </p:txBody>
      </p:sp>
      <p:sp>
        <p:nvSpPr>
          <p:cNvPr id="4" name="Date Placeholder 3">
            <a:extLst>
              <a:ext uri="{FF2B5EF4-FFF2-40B4-BE49-F238E27FC236}">
                <a16:creationId xmlns:a16="http://schemas.microsoft.com/office/drawing/2014/main" id="{F079BE10-23D9-474A-ABFE-C378DA98615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27ADB60-3E79-449A-88A8-D8CD2A903F4E}" type="datetime1">
              <a:rPr kumimoji="0" lang="zh-CN" altLang="en-US" sz="1400" b="0" i="0" u="none" strike="noStrike" kern="1200" cap="none" spc="0" normalizeH="0" baseline="0" noProof="0" smtClean="0">
                <a:ln>
                  <a:noFill/>
                </a:ln>
                <a:solidFill>
                  <a:srgbClr val="0070C0"/>
                </a:solidFill>
                <a:effectLst/>
                <a:uLnTx/>
                <a:uFillTx/>
                <a:latin typeface="Franklin Gothic Book"/>
                <a:ea typeface="黑体" panose="02010609060101010101" pitchFamily="49"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2025/3/6</a:t>
            </a:fld>
            <a:endParaRPr kumimoji="0" lang="zh-CN" altLang="en-US" sz="1400" b="0" i="0" u="none" strike="noStrike" kern="1200" cap="none" spc="0" normalizeH="0" baseline="0" noProof="0">
              <a:ln>
                <a:noFill/>
              </a:ln>
              <a:solidFill>
                <a:srgbClr val="0070C0"/>
              </a:solidFill>
              <a:effectLst/>
              <a:uLnTx/>
              <a:uFillTx/>
              <a:latin typeface="Franklin Gothic Book"/>
              <a:ea typeface="黑体" panose="02010609060101010101" pitchFamily="49" charset="-122"/>
              <a:cs typeface="+mn-cs"/>
            </a:endParaRPr>
          </a:p>
        </p:txBody>
      </p:sp>
      <p:sp>
        <p:nvSpPr>
          <p:cNvPr id="5" name="Slide Number Placeholder 4">
            <a:extLst>
              <a:ext uri="{FF2B5EF4-FFF2-40B4-BE49-F238E27FC236}">
                <a16:creationId xmlns:a16="http://schemas.microsoft.com/office/drawing/2014/main" id="{1FEA1F3A-1363-4545-914E-1BDDA6E6E512}"/>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C913308-F349-4B6D-A68A-DD1791B4A57B}" type="slidenum">
              <a:rPr kumimoji="0" lang="zh-CN" altLang="en-US" sz="1400" b="0" i="0" u="none" strike="noStrike" kern="1200" cap="none" spc="0" normalizeH="0" baseline="0" noProof="0" smtClean="0">
                <a:ln>
                  <a:noFill/>
                </a:ln>
                <a:solidFill>
                  <a:srgbClr val="0070C0"/>
                </a:solidFill>
                <a:effectLst/>
                <a:uLnTx/>
                <a:uFillTx/>
                <a:latin typeface="Franklin Gothic Book"/>
                <a:ea typeface="黑体" panose="02010609060101010101" pitchFamily="49"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58</a:t>
            </a:fld>
            <a:endParaRPr kumimoji="0" lang="zh-CN" altLang="en-US" sz="1400" b="0" i="0" u="none" strike="noStrike" kern="1200" cap="none" spc="0" normalizeH="0" baseline="0" noProof="0">
              <a:ln>
                <a:noFill/>
              </a:ln>
              <a:solidFill>
                <a:srgbClr val="0070C0"/>
              </a:solidFill>
              <a:effectLst/>
              <a:uLnTx/>
              <a:uFillTx/>
              <a:latin typeface="Franklin Gothic Book"/>
              <a:ea typeface="黑体" panose="02010609060101010101" pitchFamily="49" charset="-122"/>
              <a:cs typeface="+mn-cs"/>
            </a:endParaRPr>
          </a:p>
        </p:txBody>
      </p:sp>
      <p:pic>
        <p:nvPicPr>
          <p:cNvPr id="6" name="Picture 6">
            <a:extLst>
              <a:ext uri="{FF2B5EF4-FFF2-40B4-BE49-F238E27FC236}">
                <a16:creationId xmlns:a16="http://schemas.microsoft.com/office/drawing/2014/main" id="{16476828-A322-134E-BE20-FD6F0FB02D42}"/>
              </a:ext>
            </a:extLst>
          </p:cNvPr>
          <p:cNvPicPr>
            <a:picLocks noChangeAspect="1" noChangeArrowheads="1"/>
          </p:cNvPicPr>
          <p:nvPr/>
        </p:nvPicPr>
        <p:blipFill>
          <a:blip r:embed="rId2" cstate="print"/>
          <a:srcRect/>
          <a:stretch>
            <a:fillRect/>
          </a:stretch>
        </p:blipFill>
        <p:spPr bwMode="auto">
          <a:xfrm>
            <a:off x="439722" y="1412776"/>
            <a:ext cx="8397008" cy="3265503"/>
          </a:xfrm>
          <a:prstGeom prst="rect">
            <a:avLst/>
          </a:prstGeom>
          <a:noFill/>
          <a:ln w="9525">
            <a:noFill/>
            <a:miter lim="800000"/>
            <a:headEnd/>
            <a:tailEnd/>
          </a:ln>
        </p:spPr>
      </p:pic>
      <p:sp>
        <p:nvSpPr>
          <p:cNvPr id="3" name="Rectangle 2">
            <a:extLst>
              <a:ext uri="{FF2B5EF4-FFF2-40B4-BE49-F238E27FC236}">
                <a16:creationId xmlns:a16="http://schemas.microsoft.com/office/drawing/2014/main" id="{2D107E75-8101-5347-9F56-E032E537CF2B}"/>
              </a:ext>
            </a:extLst>
          </p:cNvPr>
          <p:cNvSpPr/>
          <p:nvPr/>
        </p:nvSpPr>
        <p:spPr>
          <a:xfrm>
            <a:off x="971600" y="5260558"/>
            <a:ext cx="6680792" cy="369332"/>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008400"/>
                </a:solidFill>
                <a:effectLst/>
                <a:uLnTx/>
                <a:uFillTx/>
                <a:latin typeface="Menlo" panose="020B0609030804020204" pitchFamily="49" charset="0"/>
                <a:ea typeface="+mn-ea"/>
                <a:cs typeface="+mn-cs"/>
              </a:rPr>
              <a:t>Send packet from 10.0.1.2 to 10.2.0.3</a:t>
            </a:r>
          </a:p>
        </p:txBody>
      </p:sp>
      <p:sp>
        <p:nvSpPr>
          <p:cNvPr id="7" name="Donut 6">
            <a:extLst>
              <a:ext uri="{FF2B5EF4-FFF2-40B4-BE49-F238E27FC236}">
                <a16:creationId xmlns:a16="http://schemas.microsoft.com/office/drawing/2014/main" id="{6B4F00EE-843D-6D9C-F347-B25398A94986}"/>
              </a:ext>
            </a:extLst>
          </p:cNvPr>
          <p:cNvSpPr/>
          <p:nvPr/>
        </p:nvSpPr>
        <p:spPr>
          <a:xfrm>
            <a:off x="1043608" y="3645024"/>
            <a:ext cx="802432" cy="936104"/>
          </a:xfrm>
          <a:prstGeom prst="donut">
            <a:avLst>
              <a:gd name="adj" fmla="val 11594"/>
            </a:avLst>
          </a:prstGeom>
          <a:ln w="63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tx1"/>
              </a:solidFill>
            </a:endParaRPr>
          </a:p>
        </p:txBody>
      </p:sp>
      <p:sp>
        <p:nvSpPr>
          <p:cNvPr id="8" name="Donut 7">
            <a:extLst>
              <a:ext uri="{FF2B5EF4-FFF2-40B4-BE49-F238E27FC236}">
                <a16:creationId xmlns:a16="http://schemas.microsoft.com/office/drawing/2014/main" id="{31618786-72E5-8B33-4CCA-184A85F351AB}"/>
              </a:ext>
            </a:extLst>
          </p:cNvPr>
          <p:cNvSpPr/>
          <p:nvPr/>
        </p:nvSpPr>
        <p:spPr>
          <a:xfrm>
            <a:off x="4489648" y="3717032"/>
            <a:ext cx="802432" cy="936104"/>
          </a:xfrm>
          <a:prstGeom prst="donut">
            <a:avLst>
              <a:gd name="adj" fmla="val 11594"/>
            </a:avLst>
          </a:prstGeom>
          <a:ln w="63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3098187795"/>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6FEB3-3867-8549-BD14-7A1B1B8B020B}"/>
              </a:ext>
            </a:extLst>
          </p:cNvPr>
          <p:cNvSpPr>
            <a:spLocks noGrp="1"/>
          </p:cNvSpPr>
          <p:nvPr>
            <p:ph type="title"/>
          </p:nvPr>
        </p:nvSpPr>
        <p:spPr>
          <a:xfrm>
            <a:off x="457200" y="274638"/>
            <a:ext cx="8229600" cy="418058"/>
          </a:xfrm>
        </p:spPr>
        <p:txBody>
          <a:bodyPr>
            <a:normAutofit fontScale="90000"/>
          </a:bodyPr>
          <a:lstStyle/>
          <a:p>
            <a:r>
              <a:rPr lang="en-US" dirty="0"/>
              <a:t>Fat Tree Routing Example</a:t>
            </a:r>
          </a:p>
        </p:txBody>
      </p:sp>
      <p:sp>
        <p:nvSpPr>
          <p:cNvPr id="3" name="Content Placeholder 2">
            <a:extLst>
              <a:ext uri="{FF2B5EF4-FFF2-40B4-BE49-F238E27FC236}">
                <a16:creationId xmlns:a16="http://schemas.microsoft.com/office/drawing/2014/main" id="{92CC5B02-C1B9-A040-8937-969E262CD9EC}"/>
              </a:ext>
            </a:extLst>
          </p:cNvPr>
          <p:cNvSpPr>
            <a:spLocks noGrp="1"/>
          </p:cNvSpPr>
          <p:nvPr>
            <p:ph idx="1"/>
          </p:nvPr>
        </p:nvSpPr>
        <p:spPr>
          <a:xfrm>
            <a:off x="73152" y="3824051"/>
            <a:ext cx="4426841" cy="2222379"/>
          </a:xfrm>
        </p:spPr>
        <p:txBody>
          <a:bodyPr>
            <a:normAutofit fontScale="92500"/>
          </a:bodyPr>
          <a:lstStyle/>
          <a:p>
            <a:pPr marL="0" indent="0">
              <a:buNone/>
            </a:pPr>
            <a:r>
              <a:rPr lang="en-US" sz="1800" dirty="0"/>
              <a:t>At Switch (10.0.2.1) </a:t>
            </a:r>
          </a:p>
          <a:p>
            <a:r>
              <a:rPr lang="en-US" sz="2200" dirty="0" err="1"/>
              <a:t>dest</a:t>
            </a:r>
            <a:r>
              <a:rPr lang="en-US" sz="2200" dirty="0"/>
              <a:t> </a:t>
            </a:r>
            <a:r>
              <a:rPr lang="en-US" sz="2200" dirty="0" err="1"/>
              <a:t>ip</a:t>
            </a:r>
            <a:r>
              <a:rPr lang="en-US" sz="2200" dirty="0"/>
              <a:t> = 10.2.0.3</a:t>
            </a:r>
          </a:p>
          <a:p>
            <a:r>
              <a:rPr lang="en-US" sz="2200" dirty="0"/>
              <a:t> since no prefix exists, follow default and go to suffix table </a:t>
            </a:r>
          </a:p>
          <a:p>
            <a:r>
              <a:rPr lang="en-US" sz="2200" dirty="0"/>
              <a:t>Suffix = 3 ( from </a:t>
            </a:r>
            <a:r>
              <a:rPr lang="en-US" sz="2200" dirty="0" err="1"/>
              <a:t>dest</a:t>
            </a:r>
            <a:r>
              <a:rPr lang="en-US" sz="2200" dirty="0"/>
              <a:t> IP 10.2.0.</a:t>
            </a:r>
            <a:r>
              <a:rPr lang="en-US" sz="2200" dirty="0">
                <a:solidFill>
                  <a:srgbClr val="FF0000"/>
                </a:solidFill>
              </a:rPr>
              <a:t>3</a:t>
            </a:r>
            <a:r>
              <a:rPr lang="en-US" sz="2200" dirty="0"/>
              <a:t>)</a:t>
            </a:r>
          </a:p>
          <a:p>
            <a:r>
              <a:rPr lang="en-US" sz="2200" dirty="0"/>
              <a:t>Output port =3 to 10.4.1.2</a:t>
            </a:r>
          </a:p>
          <a:p>
            <a:pPr marL="0" indent="0">
              <a:buNone/>
            </a:pPr>
            <a:endParaRPr lang="en-US" dirty="0"/>
          </a:p>
        </p:txBody>
      </p:sp>
      <p:sp>
        <p:nvSpPr>
          <p:cNvPr id="4" name="Date Placeholder 3">
            <a:extLst>
              <a:ext uri="{FF2B5EF4-FFF2-40B4-BE49-F238E27FC236}">
                <a16:creationId xmlns:a16="http://schemas.microsoft.com/office/drawing/2014/main" id="{F079BE10-23D9-474A-ABFE-C378DA98615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27ADB60-3E79-449A-88A8-D8CD2A903F4E}" type="datetime1">
              <a:rPr kumimoji="0" lang="zh-CN" altLang="en-US" sz="1400" b="0" i="0" u="none" strike="noStrike" kern="1200" cap="none" spc="0" normalizeH="0" baseline="0" noProof="0" smtClean="0">
                <a:ln>
                  <a:noFill/>
                </a:ln>
                <a:solidFill>
                  <a:srgbClr val="0070C0"/>
                </a:solidFill>
                <a:effectLst/>
                <a:uLnTx/>
                <a:uFillTx/>
                <a:latin typeface="Franklin Gothic Book"/>
                <a:ea typeface="黑体" panose="02010609060101010101" pitchFamily="49"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2025/3/5</a:t>
            </a:fld>
            <a:endParaRPr kumimoji="0" lang="zh-CN" altLang="en-US" sz="1400" b="0" i="0" u="none" strike="noStrike" kern="1200" cap="none" spc="0" normalizeH="0" baseline="0" noProof="0">
              <a:ln>
                <a:noFill/>
              </a:ln>
              <a:solidFill>
                <a:srgbClr val="0070C0"/>
              </a:solidFill>
              <a:effectLst/>
              <a:uLnTx/>
              <a:uFillTx/>
              <a:latin typeface="Franklin Gothic Book"/>
              <a:ea typeface="黑体" panose="02010609060101010101" pitchFamily="49" charset="-122"/>
              <a:cs typeface="+mn-cs"/>
            </a:endParaRPr>
          </a:p>
        </p:txBody>
      </p:sp>
      <p:sp>
        <p:nvSpPr>
          <p:cNvPr id="5" name="Slide Number Placeholder 4">
            <a:extLst>
              <a:ext uri="{FF2B5EF4-FFF2-40B4-BE49-F238E27FC236}">
                <a16:creationId xmlns:a16="http://schemas.microsoft.com/office/drawing/2014/main" id="{1FEA1F3A-1363-4545-914E-1BDDA6E6E512}"/>
              </a:ext>
            </a:extLst>
          </p:cNvPr>
          <p:cNvSpPr>
            <a:spLocks noGrp="1"/>
          </p:cNvSpPr>
          <p:nvPr>
            <p:ph type="sldNum" sz="quarter" idx="12"/>
          </p:nvPr>
        </p:nvSpPr>
        <p:spPr>
          <a:xfrm>
            <a:off x="1259632" y="6400800"/>
            <a:ext cx="914400" cy="283464"/>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C913308-F349-4B6D-A68A-DD1791B4A57B}" type="slidenum">
              <a:rPr kumimoji="0" lang="zh-CN" altLang="en-US" sz="1400" b="0" i="0" u="none" strike="noStrike" kern="1200" cap="none" spc="0" normalizeH="0" baseline="0" noProof="0" smtClean="0">
                <a:ln>
                  <a:noFill/>
                </a:ln>
                <a:solidFill>
                  <a:srgbClr val="0070C0"/>
                </a:solidFill>
                <a:effectLst/>
                <a:uLnTx/>
                <a:uFillTx/>
                <a:latin typeface="Franklin Gothic Book"/>
                <a:ea typeface="黑体" panose="02010609060101010101" pitchFamily="49"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59</a:t>
            </a:fld>
            <a:endParaRPr kumimoji="0" lang="zh-CN" altLang="en-US" sz="1400" b="0" i="0" u="none" strike="noStrike" kern="1200" cap="none" spc="0" normalizeH="0" baseline="0" noProof="0" dirty="0">
              <a:ln>
                <a:noFill/>
              </a:ln>
              <a:solidFill>
                <a:srgbClr val="0070C0"/>
              </a:solidFill>
              <a:effectLst/>
              <a:uLnTx/>
              <a:uFillTx/>
              <a:latin typeface="Franklin Gothic Book"/>
              <a:ea typeface="黑体" panose="02010609060101010101" pitchFamily="49" charset="-122"/>
              <a:cs typeface="+mn-cs"/>
            </a:endParaRPr>
          </a:p>
        </p:txBody>
      </p:sp>
      <p:pic>
        <p:nvPicPr>
          <p:cNvPr id="6" name="Picture 6">
            <a:extLst>
              <a:ext uri="{FF2B5EF4-FFF2-40B4-BE49-F238E27FC236}">
                <a16:creationId xmlns:a16="http://schemas.microsoft.com/office/drawing/2014/main" id="{16476828-A322-134E-BE20-FD6F0FB02D42}"/>
              </a:ext>
            </a:extLst>
          </p:cNvPr>
          <p:cNvPicPr>
            <a:picLocks noChangeAspect="1" noChangeArrowheads="1"/>
          </p:cNvPicPr>
          <p:nvPr/>
        </p:nvPicPr>
        <p:blipFill>
          <a:blip r:embed="rId2" cstate="print"/>
          <a:srcRect/>
          <a:stretch>
            <a:fillRect/>
          </a:stretch>
        </p:blipFill>
        <p:spPr bwMode="auto">
          <a:xfrm>
            <a:off x="475488" y="811569"/>
            <a:ext cx="6918920" cy="2690691"/>
          </a:xfrm>
          <a:prstGeom prst="rect">
            <a:avLst/>
          </a:prstGeom>
          <a:noFill/>
          <a:ln w="9525">
            <a:noFill/>
            <a:miter lim="800000"/>
            <a:headEnd/>
            <a:tailEnd/>
          </a:ln>
        </p:spPr>
      </p:pic>
      <p:graphicFrame>
        <p:nvGraphicFramePr>
          <p:cNvPr id="10" name="Content Placeholder 3">
            <a:extLst>
              <a:ext uri="{FF2B5EF4-FFF2-40B4-BE49-F238E27FC236}">
                <a16:creationId xmlns:a16="http://schemas.microsoft.com/office/drawing/2014/main" id="{AD123D39-7BB5-F948-B2C9-F0DD1FE71E66}"/>
              </a:ext>
            </a:extLst>
          </p:cNvPr>
          <p:cNvGraphicFramePr>
            <a:graphicFrameLocks/>
          </p:cNvGraphicFramePr>
          <p:nvPr/>
        </p:nvGraphicFramePr>
        <p:xfrm>
          <a:off x="4644008" y="4293096"/>
          <a:ext cx="2438400" cy="1356194"/>
        </p:xfrm>
        <a:graphic>
          <a:graphicData uri="http://schemas.openxmlformats.org/drawingml/2006/table">
            <a:tbl>
              <a:tblPr firstRow="1" bandRow="1">
                <a:tableStyleId>{5940675A-B579-460E-94D1-54222C63F5DA}</a:tableStyleId>
              </a:tblPr>
              <a:tblGrid>
                <a:gridCol w="1651000">
                  <a:extLst>
                    <a:ext uri="{9D8B030D-6E8A-4147-A177-3AD203B41FA5}">
                      <a16:colId xmlns:a16="http://schemas.microsoft.com/office/drawing/2014/main" val="20000"/>
                    </a:ext>
                  </a:extLst>
                </a:gridCol>
                <a:gridCol w="787400">
                  <a:extLst>
                    <a:ext uri="{9D8B030D-6E8A-4147-A177-3AD203B41FA5}">
                      <a16:colId xmlns:a16="http://schemas.microsoft.com/office/drawing/2014/main" val="20001"/>
                    </a:ext>
                  </a:extLst>
                </a:gridCol>
              </a:tblGrid>
              <a:tr h="305908">
                <a:tc>
                  <a:txBody>
                    <a:bodyPr/>
                    <a:lstStyle/>
                    <a:p>
                      <a:r>
                        <a:rPr lang="en-US" sz="1400" dirty="0"/>
                        <a:t>Prefixes</a:t>
                      </a:r>
                      <a:r>
                        <a:rPr lang="en-US" sz="1400" baseline="0" dirty="0"/>
                        <a:t> </a:t>
                      </a:r>
                      <a:endParaRPr lang="en-US" sz="1400" dirty="0"/>
                    </a:p>
                  </a:txBody>
                  <a:tcPr/>
                </a:tc>
                <a:tc>
                  <a:txBody>
                    <a:bodyPr/>
                    <a:lstStyle/>
                    <a:p>
                      <a:r>
                        <a:rPr lang="en-US" sz="1400" dirty="0"/>
                        <a:t>Port </a:t>
                      </a:r>
                    </a:p>
                  </a:txBody>
                  <a:tcPr/>
                </a:tc>
                <a:extLst>
                  <a:ext uri="{0D108BD9-81ED-4DB2-BD59-A6C34878D82A}">
                    <a16:rowId xmlns:a16="http://schemas.microsoft.com/office/drawing/2014/main" val="10000"/>
                  </a:ext>
                </a:extLst>
              </a:tr>
              <a:tr h="372189">
                <a:tc>
                  <a:txBody>
                    <a:bodyPr/>
                    <a:lstStyle/>
                    <a:p>
                      <a:r>
                        <a:rPr lang="en-US" sz="1400" dirty="0"/>
                        <a:t>10.0.0.0/24</a:t>
                      </a:r>
                    </a:p>
                  </a:txBody>
                  <a:tcPr/>
                </a:tc>
                <a:tc>
                  <a:txBody>
                    <a:bodyPr/>
                    <a:lstStyle/>
                    <a:p>
                      <a:r>
                        <a:rPr lang="en-US" sz="1400" dirty="0"/>
                        <a:t>0</a:t>
                      </a:r>
                    </a:p>
                  </a:txBody>
                  <a:tcPr/>
                </a:tc>
                <a:extLst>
                  <a:ext uri="{0D108BD9-81ED-4DB2-BD59-A6C34878D82A}">
                    <a16:rowId xmlns:a16="http://schemas.microsoft.com/office/drawing/2014/main" val="10001"/>
                  </a:ext>
                </a:extLst>
              </a:tr>
              <a:tr h="372189">
                <a:tc>
                  <a:txBody>
                    <a:bodyPr/>
                    <a:lstStyle/>
                    <a:p>
                      <a:r>
                        <a:rPr lang="en-US" sz="1400" dirty="0"/>
                        <a:t>10.0.1.0/24</a:t>
                      </a:r>
                    </a:p>
                  </a:txBody>
                  <a:tcPr/>
                </a:tc>
                <a:tc>
                  <a:txBody>
                    <a:bodyPr/>
                    <a:lstStyle/>
                    <a:p>
                      <a:r>
                        <a:rPr lang="en-US" sz="1400" dirty="0"/>
                        <a:t>1</a:t>
                      </a:r>
                    </a:p>
                  </a:txBody>
                  <a:tcPr/>
                </a:tc>
                <a:extLst>
                  <a:ext uri="{0D108BD9-81ED-4DB2-BD59-A6C34878D82A}">
                    <a16:rowId xmlns:a16="http://schemas.microsoft.com/office/drawing/2014/main" val="10002"/>
                  </a:ext>
                </a:extLst>
              </a:tr>
              <a:tr h="305908">
                <a:tc>
                  <a:txBody>
                    <a:bodyPr/>
                    <a:lstStyle/>
                    <a:p>
                      <a:r>
                        <a:rPr lang="en-US" sz="1400" dirty="0"/>
                        <a:t>0.0.0.0/8</a:t>
                      </a:r>
                    </a:p>
                  </a:txBody>
                  <a:tcPr/>
                </a:tc>
                <a:tc>
                  <a:txBody>
                    <a:bodyPr/>
                    <a:lstStyle/>
                    <a:p>
                      <a:endParaRPr lang="en-US" sz="1400" dirty="0"/>
                    </a:p>
                  </a:txBody>
                  <a:tcPr/>
                </a:tc>
                <a:extLst>
                  <a:ext uri="{0D108BD9-81ED-4DB2-BD59-A6C34878D82A}">
                    <a16:rowId xmlns:a16="http://schemas.microsoft.com/office/drawing/2014/main" val="10003"/>
                  </a:ext>
                </a:extLst>
              </a:tr>
            </a:tbl>
          </a:graphicData>
        </a:graphic>
      </p:graphicFrame>
      <p:sp>
        <p:nvSpPr>
          <p:cNvPr id="11" name="TextBox 10">
            <a:extLst>
              <a:ext uri="{FF2B5EF4-FFF2-40B4-BE49-F238E27FC236}">
                <a16:creationId xmlns:a16="http://schemas.microsoft.com/office/drawing/2014/main" id="{F8E5C0EA-7D33-C742-812E-212F99A98163}"/>
              </a:ext>
            </a:extLst>
          </p:cNvPr>
          <p:cNvSpPr txBox="1"/>
          <p:nvPr/>
        </p:nvSpPr>
        <p:spPr>
          <a:xfrm>
            <a:off x="4986908" y="3903279"/>
            <a:ext cx="130118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a:ea typeface="+mn-ea"/>
                <a:cs typeface="+mn-cs"/>
              </a:rPr>
              <a:t>S: 10.0.2.1</a:t>
            </a:r>
          </a:p>
        </p:txBody>
      </p:sp>
      <p:graphicFrame>
        <p:nvGraphicFramePr>
          <p:cNvPr id="12" name="Content Placeholder 3">
            <a:extLst>
              <a:ext uri="{FF2B5EF4-FFF2-40B4-BE49-F238E27FC236}">
                <a16:creationId xmlns:a16="http://schemas.microsoft.com/office/drawing/2014/main" id="{ACFC8843-ED54-BA4B-BDEE-C7FAD7A755F0}"/>
              </a:ext>
            </a:extLst>
          </p:cNvPr>
          <p:cNvGraphicFramePr>
            <a:graphicFrameLocks/>
          </p:cNvGraphicFramePr>
          <p:nvPr>
            <p:extLst>
              <p:ext uri="{D42A27DB-BD31-4B8C-83A1-F6EECF244321}">
                <p14:modId xmlns:p14="http://schemas.microsoft.com/office/powerpoint/2010/main" val="1852855530"/>
              </p:ext>
            </p:extLst>
          </p:nvPr>
        </p:nvGraphicFramePr>
        <p:xfrm>
          <a:off x="7161088" y="5287408"/>
          <a:ext cx="1803400" cy="1237936"/>
        </p:xfrm>
        <a:graphic>
          <a:graphicData uri="http://schemas.openxmlformats.org/drawingml/2006/table">
            <a:tbl>
              <a:tblPr firstRow="1" bandRow="1">
                <a:tableStyleId>{5940675A-B579-460E-94D1-54222C63F5DA}</a:tableStyleId>
              </a:tblPr>
              <a:tblGrid>
                <a:gridCol w="9906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tblGrid>
              <a:tr h="567322">
                <a:tc>
                  <a:txBody>
                    <a:bodyPr/>
                    <a:lstStyle/>
                    <a:p>
                      <a:r>
                        <a:rPr lang="en-US" sz="1400" dirty="0" err="1"/>
                        <a:t>Sufffixes</a:t>
                      </a:r>
                      <a:r>
                        <a:rPr lang="en-US" sz="1400" baseline="0" dirty="0"/>
                        <a:t> </a:t>
                      </a:r>
                      <a:endParaRPr lang="en-US" sz="1400" dirty="0"/>
                    </a:p>
                  </a:txBody>
                  <a:tcPr/>
                </a:tc>
                <a:tc>
                  <a:txBody>
                    <a:bodyPr/>
                    <a:lstStyle/>
                    <a:p>
                      <a:r>
                        <a:rPr lang="en-US" sz="1400" dirty="0"/>
                        <a:t>Port </a:t>
                      </a:r>
                    </a:p>
                  </a:txBody>
                  <a:tcPr/>
                </a:tc>
                <a:extLst>
                  <a:ext uri="{0D108BD9-81ED-4DB2-BD59-A6C34878D82A}">
                    <a16:rowId xmlns:a16="http://schemas.microsoft.com/office/drawing/2014/main" val="10000"/>
                  </a:ext>
                </a:extLst>
              </a:tr>
              <a:tr h="339936">
                <a:tc>
                  <a:txBody>
                    <a:bodyPr/>
                    <a:lstStyle/>
                    <a:p>
                      <a:r>
                        <a:rPr lang="en-US" sz="1400" dirty="0"/>
                        <a:t>0.0.0.2/8</a:t>
                      </a:r>
                    </a:p>
                  </a:txBody>
                  <a:tcPr/>
                </a:tc>
                <a:tc>
                  <a:txBody>
                    <a:bodyPr/>
                    <a:lstStyle/>
                    <a:p>
                      <a:r>
                        <a:rPr lang="en-US" sz="1400" dirty="0"/>
                        <a:t>2</a:t>
                      </a:r>
                    </a:p>
                  </a:txBody>
                  <a:tcPr/>
                </a:tc>
                <a:extLst>
                  <a:ext uri="{0D108BD9-81ED-4DB2-BD59-A6C34878D82A}">
                    <a16:rowId xmlns:a16="http://schemas.microsoft.com/office/drawing/2014/main" val="10001"/>
                  </a:ext>
                </a:extLst>
              </a:tr>
              <a:tr h="330678">
                <a:tc>
                  <a:txBody>
                    <a:bodyPr/>
                    <a:lstStyle/>
                    <a:p>
                      <a:r>
                        <a:rPr lang="en-US" sz="1400" dirty="0"/>
                        <a:t>0.0.0.3/8</a:t>
                      </a:r>
                    </a:p>
                  </a:txBody>
                  <a:tcPr>
                    <a:solidFill>
                      <a:schemeClr val="accent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3</a:t>
                      </a:r>
                    </a:p>
                  </a:txBody>
                  <a:tcPr>
                    <a:solidFill>
                      <a:schemeClr val="accent1"/>
                    </a:solidFill>
                  </a:tcPr>
                </a:tc>
                <a:extLst>
                  <a:ext uri="{0D108BD9-81ED-4DB2-BD59-A6C34878D82A}">
                    <a16:rowId xmlns:a16="http://schemas.microsoft.com/office/drawing/2014/main" val="10002"/>
                  </a:ext>
                </a:extLst>
              </a:tr>
            </a:tbl>
          </a:graphicData>
        </a:graphic>
      </p:graphicFrame>
      <p:sp>
        <p:nvSpPr>
          <p:cNvPr id="7" name="TextBox 6">
            <a:extLst>
              <a:ext uri="{FF2B5EF4-FFF2-40B4-BE49-F238E27FC236}">
                <a16:creationId xmlns:a16="http://schemas.microsoft.com/office/drawing/2014/main" id="{28D6B372-BBD6-994E-AF09-458225ECC5B5}"/>
              </a:ext>
            </a:extLst>
          </p:cNvPr>
          <p:cNvSpPr txBox="1"/>
          <p:nvPr/>
        </p:nvSpPr>
        <p:spPr>
          <a:xfrm>
            <a:off x="683568" y="2276872"/>
            <a:ext cx="245580" cy="215444"/>
          </a:xfrm>
          <a:prstGeom prst="rect">
            <a:avLst/>
          </a:prstGeom>
          <a:noFill/>
        </p:spPr>
        <p:txBody>
          <a:bodyPr wrap="none" rtlCol="0">
            <a:spAutoFit/>
          </a:bodyPr>
          <a:lstStyle/>
          <a:p>
            <a:r>
              <a:rPr lang="en-US" sz="800" dirty="0"/>
              <a:t>0</a:t>
            </a:r>
          </a:p>
        </p:txBody>
      </p:sp>
      <p:sp>
        <p:nvSpPr>
          <p:cNvPr id="13" name="TextBox 12">
            <a:extLst>
              <a:ext uri="{FF2B5EF4-FFF2-40B4-BE49-F238E27FC236}">
                <a16:creationId xmlns:a16="http://schemas.microsoft.com/office/drawing/2014/main" id="{43FFFCE6-97C3-9A4D-8138-147A28005B61}"/>
              </a:ext>
            </a:extLst>
          </p:cNvPr>
          <p:cNvSpPr txBox="1"/>
          <p:nvPr/>
        </p:nvSpPr>
        <p:spPr>
          <a:xfrm>
            <a:off x="891648" y="2276872"/>
            <a:ext cx="245580" cy="215444"/>
          </a:xfrm>
          <a:prstGeom prst="rect">
            <a:avLst/>
          </a:prstGeom>
          <a:noFill/>
        </p:spPr>
        <p:txBody>
          <a:bodyPr wrap="none" rtlCol="0">
            <a:spAutoFit/>
          </a:bodyPr>
          <a:lstStyle/>
          <a:p>
            <a:r>
              <a:rPr lang="en-US" sz="800" dirty="0"/>
              <a:t>1</a:t>
            </a:r>
          </a:p>
        </p:txBody>
      </p:sp>
      <p:sp>
        <p:nvSpPr>
          <p:cNvPr id="14" name="TextBox 13">
            <a:extLst>
              <a:ext uri="{FF2B5EF4-FFF2-40B4-BE49-F238E27FC236}">
                <a16:creationId xmlns:a16="http://schemas.microsoft.com/office/drawing/2014/main" id="{EEFCB64A-138C-DA47-814D-21EA037C5215}"/>
              </a:ext>
            </a:extLst>
          </p:cNvPr>
          <p:cNvSpPr txBox="1"/>
          <p:nvPr/>
        </p:nvSpPr>
        <p:spPr>
          <a:xfrm>
            <a:off x="1086060" y="1772816"/>
            <a:ext cx="245580" cy="215444"/>
          </a:xfrm>
          <a:prstGeom prst="rect">
            <a:avLst/>
          </a:prstGeom>
          <a:noFill/>
        </p:spPr>
        <p:txBody>
          <a:bodyPr wrap="none" rtlCol="0">
            <a:spAutoFit/>
          </a:bodyPr>
          <a:lstStyle/>
          <a:p>
            <a:r>
              <a:rPr lang="en-US" sz="800" dirty="0"/>
              <a:t>2</a:t>
            </a:r>
          </a:p>
        </p:txBody>
      </p:sp>
      <p:sp>
        <p:nvSpPr>
          <p:cNvPr id="15" name="TextBox 14">
            <a:extLst>
              <a:ext uri="{FF2B5EF4-FFF2-40B4-BE49-F238E27FC236}">
                <a16:creationId xmlns:a16="http://schemas.microsoft.com/office/drawing/2014/main" id="{6116AED5-7905-5D4F-857F-925D0321BC0E}"/>
              </a:ext>
            </a:extLst>
          </p:cNvPr>
          <p:cNvSpPr txBox="1"/>
          <p:nvPr/>
        </p:nvSpPr>
        <p:spPr>
          <a:xfrm>
            <a:off x="1403648" y="1772816"/>
            <a:ext cx="245580" cy="215444"/>
          </a:xfrm>
          <a:prstGeom prst="rect">
            <a:avLst/>
          </a:prstGeom>
          <a:noFill/>
        </p:spPr>
        <p:txBody>
          <a:bodyPr wrap="none" rtlCol="0">
            <a:spAutoFit/>
          </a:bodyPr>
          <a:lstStyle/>
          <a:p>
            <a:r>
              <a:rPr lang="en-US" sz="800" dirty="0"/>
              <a:t>3</a:t>
            </a:r>
          </a:p>
        </p:txBody>
      </p:sp>
      <p:cxnSp>
        <p:nvCxnSpPr>
          <p:cNvPr id="9" name="Straight Arrow Connector 8">
            <a:extLst>
              <a:ext uri="{FF2B5EF4-FFF2-40B4-BE49-F238E27FC236}">
                <a16:creationId xmlns:a16="http://schemas.microsoft.com/office/drawing/2014/main" id="{5BF1A7E2-940E-0B4F-AFEC-4AC7D20E2ED1}"/>
              </a:ext>
            </a:extLst>
          </p:cNvPr>
          <p:cNvCxnSpPr/>
          <p:nvPr/>
        </p:nvCxnSpPr>
        <p:spPr>
          <a:xfrm>
            <a:off x="6732240" y="5517232"/>
            <a:ext cx="428848" cy="0"/>
          </a:xfrm>
          <a:prstGeom prst="straightConnector1">
            <a:avLst/>
          </a:prstGeom>
          <a:ln w="28575">
            <a:solidFill>
              <a:schemeClr val="accent1"/>
            </a:solidFill>
            <a:tailEnd type="triangle"/>
          </a:ln>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8302117D-2C38-5049-8BE4-B7C0BEC3CC53}"/>
              </a:ext>
            </a:extLst>
          </p:cNvPr>
          <p:cNvSpPr txBox="1"/>
          <p:nvPr/>
        </p:nvSpPr>
        <p:spPr>
          <a:xfrm>
            <a:off x="1187624" y="2709500"/>
            <a:ext cx="245580" cy="215444"/>
          </a:xfrm>
          <a:prstGeom prst="rect">
            <a:avLst/>
          </a:prstGeom>
          <a:noFill/>
        </p:spPr>
        <p:txBody>
          <a:bodyPr wrap="none" rtlCol="0">
            <a:spAutoFit/>
          </a:bodyPr>
          <a:lstStyle/>
          <a:p>
            <a:r>
              <a:rPr lang="en-US" sz="800" dirty="0"/>
              <a:t>0</a:t>
            </a:r>
          </a:p>
        </p:txBody>
      </p:sp>
      <p:sp>
        <p:nvSpPr>
          <p:cNvPr id="17" name="TextBox 16">
            <a:extLst>
              <a:ext uri="{FF2B5EF4-FFF2-40B4-BE49-F238E27FC236}">
                <a16:creationId xmlns:a16="http://schemas.microsoft.com/office/drawing/2014/main" id="{892F79CC-E7D3-F342-A8B3-F5295FC4E3E2}"/>
              </a:ext>
            </a:extLst>
          </p:cNvPr>
          <p:cNvSpPr txBox="1"/>
          <p:nvPr/>
        </p:nvSpPr>
        <p:spPr>
          <a:xfrm>
            <a:off x="1475656" y="2709500"/>
            <a:ext cx="245580" cy="215444"/>
          </a:xfrm>
          <a:prstGeom prst="rect">
            <a:avLst/>
          </a:prstGeom>
          <a:noFill/>
        </p:spPr>
        <p:txBody>
          <a:bodyPr wrap="none" rtlCol="0">
            <a:spAutoFit/>
          </a:bodyPr>
          <a:lstStyle/>
          <a:p>
            <a:r>
              <a:rPr lang="en-US" sz="800" dirty="0"/>
              <a:t>1</a:t>
            </a:r>
          </a:p>
        </p:txBody>
      </p:sp>
      <p:sp>
        <p:nvSpPr>
          <p:cNvPr id="18" name="TextBox 17">
            <a:extLst>
              <a:ext uri="{FF2B5EF4-FFF2-40B4-BE49-F238E27FC236}">
                <a16:creationId xmlns:a16="http://schemas.microsoft.com/office/drawing/2014/main" id="{F97DB596-F7CE-7540-B28A-607985B4AD24}"/>
              </a:ext>
            </a:extLst>
          </p:cNvPr>
          <p:cNvSpPr txBox="1"/>
          <p:nvPr/>
        </p:nvSpPr>
        <p:spPr>
          <a:xfrm>
            <a:off x="1115616" y="2493476"/>
            <a:ext cx="245580" cy="215444"/>
          </a:xfrm>
          <a:prstGeom prst="rect">
            <a:avLst/>
          </a:prstGeom>
          <a:noFill/>
        </p:spPr>
        <p:txBody>
          <a:bodyPr wrap="none" rtlCol="0">
            <a:spAutoFit/>
          </a:bodyPr>
          <a:lstStyle/>
          <a:p>
            <a:r>
              <a:rPr lang="en-US" sz="800" dirty="0"/>
              <a:t>2</a:t>
            </a:r>
          </a:p>
        </p:txBody>
      </p:sp>
      <p:sp>
        <p:nvSpPr>
          <p:cNvPr id="19" name="TextBox 18">
            <a:extLst>
              <a:ext uri="{FF2B5EF4-FFF2-40B4-BE49-F238E27FC236}">
                <a16:creationId xmlns:a16="http://schemas.microsoft.com/office/drawing/2014/main" id="{A4FA984D-E36D-2645-AEE3-B4A79F6D2E41}"/>
              </a:ext>
            </a:extLst>
          </p:cNvPr>
          <p:cNvSpPr txBox="1"/>
          <p:nvPr/>
        </p:nvSpPr>
        <p:spPr>
          <a:xfrm>
            <a:off x="1374092" y="2348880"/>
            <a:ext cx="245580" cy="215444"/>
          </a:xfrm>
          <a:prstGeom prst="rect">
            <a:avLst/>
          </a:prstGeom>
          <a:noFill/>
        </p:spPr>
        <p:txBody>
          <a:bodyPr wrap="none" rtlCol="0">
            <a:spAutoFit/>
          </a:bodyPr>
          <a:lstStyle/>
          <a:p>
            <a:r>
              <a:rPr lang="en-US" sz="800" dirty="0"/>
              <a:t>3</a:t>
            </a:r>
          </a:p>
        </p:txBody>
      </p:sp>
      <p:sp>
        <p:nvSpPr>
          <p:cNvPr id="20" name="Donut 19">
            <a:extLst>
              <a:ext uri="{FF2B5EF4-FFF2-40B4-BE49-F238E27FC236}">
                <a16:creationId xmlns:a16="http://schemas.microsoft.com/office/drawing/2014/main" id="{37D49110-8954-FAE2-4DB4-A172530FB43E}"/>
              </a:ext>
            </a:extLst>
          </p:cNvPr>
          <p:cNvSpPr/>
          <p:nvPr/>
        </p:nvSpPr>
        <p:spPr>
          <a:xfrm>
            <a:off x="457200" y="1772816"/>
            <a:ext cx="802432" cy="936104"/>
          </a:xfrm>
          <a:prstGeom prst="donut">
            <a:avLst>
              <a:gd name="adj" fmla="val 11594"/>
            </a:avLst>
          </a:prstGeom>
          <a:ln w="6350"/>
        </p:spPr>
        <p:style>
          <a:lnRef idx="2">
            <a:schemeClr val="accent6"/>
          </a:lnRef>
          <a:fillRef idx="1">
            <a:schemeClr val="lt1"/>
          </a:fillRef>
          <a:effectRef idx="0">
            <a:schemeClr val="accent6"/>
          </a:effectRef>
          <a:fontRef idx="minor">
            <a:schemeClr val="dk1"/>
          </a:fontRef>
        </p:style>
        <p:txBody>
          <a:bodyPr rtlCol="0" anchor="ctr"/>
          <a:lstStyle/>
          <a:p>
            <a:pPr algn="ctr"/>
            <a:endParaRPr lang="en-US">
              <a:solidFill>
                <a:schemeClr val="tx1"/>
              </a:solidFill>
            </a:endParaRPr>
          </a:p>
        </p:txBody>
      </p:sp>
    </p:spTree>
    <p:extLst>
      <p:ext uri="{BB962C8B-B14F-4D97-AF65-F5344CB8AC3E}">
        <p14:creationId xmlns:p14="http://schemas.microsoft.com/office/powerpoint/2010/main" val="263363610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6FEB3-3867-8549-BD14-7A1B1B8B020B}"/>
              </a:ext>
            </a:extLst>
          </p:cNvPr>
          <p:cNvSpPr>
            <a:spLocks noGrp="1"/>
          </p:cNvSpPr>
          <p:nvPr>
            <p:ph type="title"/>
          </p:nvPr>
        </p:nvSpPr>
        <p:spPr>
          <a:xfrm>
            <a:off x="457200" y="274638"/>
            <a:ext cx="8229600" cy="418058"/>
          </a:xfrm>
        </p:spPr>
        <p:txBody>
          <a:bodyPr>
            <a:normAutofit fontScale="90000"/>
          </a:bodyPr>
          <a:lstStyle/>
          <a:p>
            <a:r>
              <a:rPr lang="en-US" dirty="0"/>
              <a:t>Fat Tree Routing Example</a:t>
            </a:r>
          </a:p>
        </p:txBody>
      </p:sp>
      <p:sp>
        <p:nvSpPr>
          <p:cNvPr id="3" name="Content Placeholder 2">
            <a:extLst>
              <a:ext uri="{FF2B5EF4-FFF2-40B4-BE49-F238E27FC236}">
                <a16:creationId xmlns:a16="http://schemas.microsoft.com/office/drawing/2014/main" id="{92CC5B02-C1B9-A040-8937-969E262CD9EC}"/>
              </a:ext>
            </a:extLst>
          </p:cNvPr>
          <p:cNvSpPr>
            <a:spLocks noGrp="1"/>
          </p:cNvSpPr>
          <p:nvPr>
            <p:ph idx="1"/>
          </p:nvPr>
        </p:nvSpPr>
        <p:spPr>
          <a:xfrm>
            <a:off x="73152" y="3824051"/>
            <a:ext cx="4426841" cy="2222379"/>
          </a:xfrm>
        </p:spPr>
        <p:txBody>
          <a:bodyPr>
            <a:normAutofit/>
          </a:bodyPr>
          <a:lstStyle/>
          <a:p>
            <a:pPr marL="0" indent="0">
              <a:buNone/>
            </a:pPr>
            <a:r>
              <a:rPr lang="en-US" sz="1800" dirty="0"/>
              <a:t>At Switch (10.4.1.2) </a:t>
            </a:r>
          </a:p>
          <a:p>
            <a:r>
              <a:rPr lang="en-US" sz="2200" dirty="0" err="1"/>
              <a:t>dest</a:t>
            </a:r>
            <a:r>
              <a:rPr lang="en-US" sz="2200" dirty="0"/>
              <a:t> </a:t>
            </a:r>
            <a:r>
              <a:rPr lang="en-US" sz="2200" dirty="0" err="1"/>
              <a:t>ip</a:t>
            </a:r>
            <a:r>
              <a:rPr lang="en-US" sz="2200" dirty="0"/>
              <a:t> = 10.2.0.3</a:t>
            </a:r>
          </a:p>
          <a:p>
            <a:r>
              <a:rPr lang="en-US" sz="2200" dirty="0"/>
              <a:t>prefix exists</a:t>
            </a:r>
          </a:p>
          <a:p>
            <a:r>
              <a:rPr lang="en-US" sz="2200" dirty="0"/>
              <a:t>Output port =2 to 10.2.2.1</a:t>
            </a:r>
          </a:p>
          <a:p>
            <a:pPr marL="0" indent="0">
              <a:buNone/>
            </a:pPr>
            <a:endParaRPr lang="en-US" dirty="0"/>
          </a:p>
        </p:txBody>
      </p:sp>
      <p:sp>
        <p:nvSpPr>
          <p:cNvPr id="4" name="Date Placeholder 3">
            <a:extLst>
              <a:ext uri="{FF2B5EF4-FFF2-40B4-BE49-F238E27FC236}">
                <a16:creationId xmlns:a16="http://schemas.microsoft.com/office/drawing/2014/main" id="{F079BE10-23D9-474A-ABFE-C378DA98615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27ADB60-3E79-449A-88A8-D8CD2A903F4E}" type="datetime1">
              <a:rPr kumimoji="0" lang="zh-CN" altLang="en-US" sz="1400" b="0" i="0" u="none" strike="noStrike" kern="1200" cap="none" spc="0" normalizeH="0" baseline="0" noProof="0" smtClean="0">
                <a:ln>
                  <a:noFill/>
                </a:ln>
                <a:solidFill>
                  <a:srgbClr val="0070C0"/>
                </a:solidFill>
                <a:effectLst/>
                <a:uLnTx/>
                <a:uFillTx/>
                <a:latin typeface="Franklin Gothic Book"/>
                <a:ea typeface="黑体" panose="02010609060101010101" pitchFamily="49"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2025/3/5</a:t>
            </a:fld>
            <a:endParaRPr kumimoji="0" lang="zh-CN" altLang="en-US" sz="1400" b="0" i="0" u="none" strike="noStrike" kern="1200" cap="none" spc="0" normalizeH="0" baseline="0" noProof="0">
              <a:ln>
                <a:noFill/>
              </a:ln>
              <a:solidFill>
                <a:srgbClr val="0070C0"/>
              </a:solidFill>
              <a:effectLst/>
              <a:uLnTx/>
              <a:uFillTx/>
              <a:latin typeface="Franklin Gothic Book"/>
              <a:ea typeface="黑体" panose="02010609060101010101" pitchFamily="49" charset="-122"/>
              <a:cs typeface="+mn-cs"/>
            </a:endParaRPr>
          </a:p>
        </p:txBody>
      </p:sp>
      <p:sp>
        <p:nvSpPr>
          <p:cNvPr id="5" name="Slide Number Placeholder 4">
            <a:extLst>
              <a:ext uri="{FF2B5EF4-FFF2-40B4-BE49-F238E27FC236}">
                <a16:creationId xmlns:a16="http://schemas.microsoft.com/office/drawing/2014/main" id="{1FEA1F3A-1363-4545-914E-1BDDA6E6E512}"/>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C913308-F349-4B6D-A68A-DD1791B4A57B}" type="slidenum">
              <a:rPr kumimoji="0" lang="zh-CN" altLang="en-US" sz="1400" b="0" i="0" u="none" strike="noStrike" kern="1200" cap="none" spc="0" normalizeH="0" baseline="0" noProof="0" smtClean="0">
                <a:ln>
                  <a:noFill/>
                </a:ln>
                <a:solidFill>
                  <a:srgbClr val="0070C0"/>
                </a:solidFill>
                <a:effectLst/>
                <a:uLnTx/>
                <a:uFillTx/>
                <a:latin typeface="Franklin Gothic Book"/>
                <a:ea typeface="黑体" panose="02010609060101010101" pitchFamily="49"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60</a:t>
            </a:fld>
            <a:endParaRPr kumimoji="0" lang="zh-CN" altLang="en-US" sz="1400" b="0" i="0" u="none" strike="noStrike" kern="1200" cap="none" spc="0" normalizeH="0" baseline="0" noProof="0">
              <a:ln>
                <a:noFill/>
              </a:ln>
              <a:solidFill>
                <a:srgbClr val="0070C0"/>
              </a:solidFill>
              <a:effectLst/>
              <a:uLnTx/>
              <a:uFillTx/>
              <a:latin typeface="Franklin Gothic Book"/>
              <a:ea typeface="黑体" panose="02010609060101010101" pitchFamily="49" charset="-122"/>
              <a:cs typeface="+mn-cs"/>
            </a:endParaRPr>
          </a:p>
        </p:txBody>
      </p:sp>
      <p:pic>
        <p:nvPicPr>
          <p:cNvPr id="6" name="Picture 6">
            <a:extLst>
              <a:ext uri="{FF2B5EF4-FFF2-40B4-BE49-F238E27FC236}">
                <a16:creationId xmlns:a16="http://schemas.microsoft.com/office/drawing/2014/main" id="{16476828-A322-134E-BE20-FD6F0FB02D42}"/>
              </a:ext>
            </a:extLst>
          </p:cNvPr>
          <p:cNvPicPr>
            <a:picLocks noChangeAspect="1" noChangeArrowheads="1"/>
          </p:cNvPicPr>
          <p:nvPr/>
        </p:nvPicPr>
        <p:blipFill>
          <a:blip r:embed="rId2" cstate="print"/>
          <a:srcRect/>
          <a:stretch>
            <a:fillRect/>
          </a:stretch>
        </p:blipFill>
        <p:spPr bwMode="auto">
          <a:xfrm>
            <a:off x="475488" y="811569"/>
            <a:ext cx="6918920" cy="2690691"/>
          </a:xfrm>
          <a:prstGeom prst="rect">
            <a:avLst/>
          </a:prstGeom>
          <a:noFill/>
          <a:ln w="9525">
            <a:noFill/>
            <a:miter lim="800000"/>
            <a:headEnd/>
            <a:tailEnd/>
          </a:ln>
        </p:spPr>
      </p:pic>
      <p:graphicFrame>
        <p:nvGraphicFramePr>
          <p:cNvPr id="13" name="Content Placeholder 3">
            <a:extLst>
              <a:ext uri="{FF2B5EF4-FFF2-40B4-BE49-F238E27FC236}">
                <a16:creationId xmlns:a16="http://schemas.microsoft.com/office/drawing/2014/main" id="{AC260381-7C84-A642-8299-B519DA664055}"/>
              </a:ext>
            </a:extLst>
          </p:cNvPr>
          <p:cNvGraphicFramePr>
            <a:graphicFrameLocks/>
          </p:cNvGraphicFramePr>
          <p:nvPr/>
        </p:nvGraphicFramePr>
        <p:xfrm>
          <a:off x="5652120" y="4207338"/>
          <a:ext cx="2438400" cy="1656080"/>
        </p:xfrm>
        <a:graphic>
          <a:graphicData uri="http://schemas.openxmlformats.org/drawingml/2006/table">
            <a:tbl>
              <a:tblPr firstRow="1" bandRow="1">
                <a:tableStyleId>{5940675A-B579-460E-94D1-54222C63F5DA}</a:tableStyleId>
              </a:tblPr>
              <a:tblGrid>
                <a:gridCol w="1651000">
                  <a:extLst>
                    <a:ext uri="{9D8B030D-6E8A-4147-A177-3AD203B41FA5}">
                      <a16:colId xmlns:a16="http://schemas.microsoft.com/office/drawing/2014/main" val="20000"/>
                    </a:ext>
                  </a:extLst>
                </a:gridCol>
                <a:gridCol w="787400">
                  <a:extLst>
                    <a:ext uri="{9D8B030D-6E8A-4147-A177-3AD203B41FA5}">
                      <a16:colId xmlns:a16="http://schemas.microsoft.com/office/drawing/2014/main" val="20001"/>
                    </a:ext>
                  </a:extLst>
                </a:gridCol>
              </a:tblGrid>
              <a:tr h="208280">
                <a:tc>
                  <a:txBody>
                    <a:bodyPr/>
                    <a:lstStyle/>
                    <a:p>
                      <a:r>
                        <a:rPr lang="en-US" sz="1400" dirty="0"/>
                        <a:t>Prefixes</a:t>
                      </a:r>
                      <a:r>
                        <a:rPr lang="en-US" sz="1400" baseline="0" dirty="0"/>
                        <a:t> </a:t>
                      </a:r>
                      <a:endParaRPr lang="en-US" sz="1400" dirty="0"/>
                    </a:p>
                  </a:txBody>
                  <a:tcPr/>
                </a:tc>
                <a:tc>
                  <a:txBody>
                    <a:bodyPr/>
                    <a:lstStyle/>
                    <a:p>
                      <a:r>
                        <a:rPr lang="en-US" sz="1400" dirty="0"/>
                        <a:t>Port </a:t>
                      </a:r>
                    </a:p>
                  </a:txBody>
                  <a:tcPr/>
                </a:tc>
                <a:extLst>
                  <a:ext uri="{0D108BD9-81ED-4DB2-BD59-A6C34878D82A}">
                    <a16:rowId xmlns:a16="http://schemas.microsoft.com/office/drawing/2014/main" val="10000"/>
                  </a:ext>
                </a:extLst>
              </a:tr>
              <a:tr h="370840">
                <a:tc>
                  <a:txBody>
                    <a:bodyPr/>
                    <a:lstStyle/>
                    <a:p>
                      <a:r>
                        <a:rPr lang="en-US" sz="1400" dirty="0"/>
                        <a:t>10.0.0.0/16</a:t>
                      </a:r>
                    </a:p>
                  </a:txBody>
                  <a:tcPr/>
                </a:tc>
                <a:tc>
                  <a:txBody>
                    <a:bodyPr/>
                    <a:lstStyle/>
                    <a:p>
                      <a:r>
                        <a:rPr lang="en-US" sz="1400" dirty="0"/>
                        <a:t>0</a:t>
                      </a:r>
                    </a:p>
                  </a:txBody>
                  <a:tcPr/>
                </a:tc>
                <a:extLst>
                  <a:ext uri="{0D108BD9-81ED-4DB2-BD59-A6C34878D82A}">
                    <a16:rowId xmlns:a16="http://schemas.microsoft.com/office/drawing/2014/main" val="10001"/>
                  </a:ext>
                </a:extLst>
              </a:tr>
              <a:tr h="370840">
                <a:tc>
                  <a:txBody>
                    <a:bodyPr/>
                    <a:lstStyle/>
                    <a:p>
                      <a:r>
                        <a:rPr lang="en-US" sz="1400" dirty="0"/>
                        <a:t>10.1.0.0/16</a:t>
                      </a:r>
                    </a:p>
                  </a:txBody>
                  <a:tcPr/>
                </a:tc>
                <a:tc>
                  <a:txBody>
                    <a:bodyPr/>
                    <a:lstStyle/>
                    <a:p>
                      <a:r>
                        <a:rPr lang="en-US" sz="1400" dirty="0"/>
                        <a:t>1</a:t>
                      </a:r>
                    </a:p>
                  </a:txBody>
                  <a:tcPr/>
                </a:tc>
                <a:extLst>
                  <a:ext uri="{0D108BD9-81ED-4DB2-BD59-A6C34878D82A}">
                    <a16:rowId xmlns:a16="http://schemas.microsoft.com/office/drawing/2014/main" val="10002"/>
                  </a:ext>
                </a:extLst>
              </a:tr>
              <a:tr h="176014">
                <a:tc>
                  <a:txBody>
                    <a:bodyPr/>
                    <a:lstStyle/>
                    <a:p>
                      <a:r>
                        <a:rPr lang="en-US" sz="1400" dirty="0"/>
                        <a:t>10.2.0.0/16</a:t>
                      </a:r>
                    </a:p>
                  </a:txBody>
                  <a:tcPr>
                    <a:solidFill>
                      <a:srgbClr val="93A299"/>
                    </a:solidFill>
                  </a:tcPr>
                </a:tc>
                <a:tc>
                  <a:txBody>
                    <a:bodyPr/>
                    <a:lstStyle/>
                    <a:p>
                      <a:r>
                        <a:rPr lang="en-US" sz="1400" dirty="0"/>
                        <a:t>2</a:t>
                      </a:r>
                    </a:p>
                  </a:txBody>
                  <a:tcPr>
                    <a:solidFill>
                      <a:srgbClr val="93A299"/>
                    </a:solidFill>
                  </a:tcPr>
                </a:tc>
                <a:extLst>
                  <a:ext uri="{0D108BD9-81ED-4DB2-BD59-A6C34878D82A}">
                    <a16:rowId xmlns:a16="http://schemas.microsoft.com/office/drawing/2014/main" val="10003"/>
                  </a:ext>
                </a:extLst>
              </a:tr>
              <a:tr h="176014">
                <a:tc>
                  <a:txBody>
                    <a:bodyPr/>
                    <a:lstStyle/>
                    <a:p>
                      <a:r>
                        <a:rPr lang="en-US" sz="1400" dirty="0"/>
                        <a:t>10.3.0.0/16</a:t>
                      </a:r>
                    </a:p>
                  </a:txBody>
                  <a:tcPr/>
                </a:tc>
                <a:tc>
                  <a:txBody>
                    <a:bodyPr/>
                    <a:lstStyle/>
                    <a:p>
                      <a:r>
                        <a:rPr lang="en-US" sz="1400" dirty="0"/>
                        <a:t>3</a:t>
                      </a:r>
                    </a:p>
                  </a:txBody>
                  <a:tcPr/>
                </a:tc>
                <a:extLst>
                  <a:ext uri="{0D108BD9-81ED-4DB2-BD59-A6C34878D82A}">
                    <a16:rowId xmlns:a16="http://schemas.microsoft.com/office/drawing/2014/main" val="10004"/>
                  </a:ext>
                </a:extLst>
              </a:tr>
            </a:tbl>
          </a:graphicData>
        </a:graphic>
      </p:graphicFrame>
      <p:sp>
        <p:nvSpPr>
          <p:cNvPr id="14" name="TextBox 13">
            <a:extLst>
              <a:ext uri="{FF2B5EF4-FFF2-40B4-BE49-F238E27FC236}">
                <a16:creationId xmlns:a16="http://schemas.microsoft.com/office/drawing/2014/main" id="{8C72E264-F241-D840-B321-A88A44FB806F}"/>
              </a:ext>
            </a:extLst>
          </p:cNvPr>
          <p:cNvSpPr txBox="1"/>
          <p:nvPr/>
        </p:nvSpPr>
        <p:spPr>
          <a:xfrm>
            <a:off x="5829920" y="3844595"/>
            <a:ext cx="125983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a:ea typeface="+mn-ea"/>
                <a:cs typeface="+mn-cs"/>
              </a:rPr>
              <a:t>S: 10.4.1.2</a:t>
            </a:r>
          </a:p>
        </p:txBody>
      </p:sp>
      <p:sp>
        <p:nvSpPr>
          <p:cNvPr id="7" name="TextBox 6">
            <a:extLst>
              <a:ext uri="{FF2B5EF4-FFF2-40B4-BE49-F238E27FC236}">
                <a16:creationId xmlns:a16="http://schemas.microsoft.com/office/drawing/2014/main" id="{AD1569C8-1ACE-F549-9672-46D075A16218}"/>
              </a:ext>
            </a:extLst>
          </p:cNvPr>
          <p:cNvSpPr txBox="1"/>
          <p:nvPr/>
        </p:nvSpPr>
        <p:spPr>
          <a:xfrm>
            <a:off x="2843808" y="1124744"/>
            <a:ext cx="245580" cy="215444"/>
          </a:xfrm>
          <a:prstGeom prst="rect">
            <a:avLst/>
          </a:prstGeom>
          <a:noFill/>
        </p:spPr>
        <p:txBody>
          <a:bodyPr wrap="none" rtlCol="0">
            <a:spAutoFit/>
          </a:bodyPr>
          <a:lstStyle/>
          <a:p>
            <a:r>
              <a:rPr lang="en-US" sz="800" dirty="0"/>
              <a:t>0</a:t>
            </a:r>
          </a:p>
        </p:txBody>
      </p:sp>
      <p:sp>
        <p:nvSpPr>
          <p:cNvPr id="10" name="TextBox 9">
            <a:extLst>
              <a:ext uri="{FF2B5EF4-FFF2-40B4-BE49-F238E27FC236}">
                <a16:creationId xmlns:a16="http://schemas.microsoft.com/office/drawing/2014/main" id="{7E7CA0F5-3AA8-C04C-9B47-2F2D3068FD74}"/>
              </a:ext>
            </a:extLst>
          </p:cNvPr>
          <p:cNvSpPr txBox="1"/>
          <p:nvPr/>
        </p:nvSpPr>
        <p:spPr>
          <a:xfrm>
            <a:off x="2996208" y="1269340"/>
            <a:ext cx="245580" cy="215444"/>
          </a:xfrm>
          <a:prstGeom prst="rect">
            <a:avLst/>
          </a:prstGeom>
          <a:noFill/>
        </p:spPr>
        <p:txBody>
          <a:bodyPr wrap="none" rtlCol="0">
            <a:spAutoFit/>
          </a:bodyPr>
          <a:lstStyle/>
          <a:p>
            <a:r>
              <a:rPr lang="en-US" sz="800" dirty="0"/>
              <a:t>1</a:t>
            </a:r>
          </a:p>
        </p:txBody>
      </p:sp>
      <p:sp>
        <p:nvSpPr>
          <p:cNvPr id="11" name="TextBox 10">
            <a:extLst>
              <a:ext uri="{FF2B5EF4-FFF2-40B4-BE49-F238E27FC236}">
                <a16:creationId xmlns:a16="http://schemas.microsoft.com/office/drawing/2014/main" id="{93CEA0E0-3063-BD40-8E4D-B9060A33D99C}"/>
              </a:ext>
            </a:extLst>
          </p:cNvPr>
          <p:cNvSpPr txBox="1"/>
          <p:nvPr/>
        </p:nvSpPr>
        <p:spPr>
          <a:xfrm>
            <a:off x="3241788" y="1232466"/>
            <a:ext cx="245580" cy="215444"/>
          </a:xfrm>
          <a:prstGeom prst="rect">
            <a:avLst/>
          </a:prstGeom>
          <a:noFill/>
        </p:spPr>
        <p:txBody>
          <a:bodyPr wrap="none" rtlCol="0">
            <a:spAutoFit/>
          </a:bodyPr>
          <a:lstStyle/>
          <a:p>
            <a:r>
              <a:rPr lang="en-US" sz="800" dirty="0"/>
              <a:t>2</a:t>
            </a:r>
          </a:p>
        </p:txBody>
      </p:sp>
      <p:sp>
        <p:nvSpPr>
          <p:cNvPr id="12" name="TextBox 11">
            <a:extLst>
              <a:ext uri="{FF2B5EF4-FFF2-40B4-BE49-F238E27FC236}">
                <a16:creationId xmlns:a16="http://schemas.microsoft.com/office/drawing/2014/main" id="{D28C5CD8-8AF3-0C40-96CE-F812ED856AA6}"/>
              </a:ext>
            </a:extLst>
          </p:cNvPr>
          <p:cNvSpPr txBox="1"/>
          <p:nvPr/>
        </p:nvSpPr>
        <p:spPr>
          <a:xfrm>
            <a:off x="3394188" y="1124744"/>
            <a:ext cx="245580" cy="215444"/>
          </a:xfrm>
          <a:prstGeom prst="rect">
            <a:avLst/>
          </a:prstGeom>
          <a:noFill/>
        </p:spPr>
        <p:txBody>
          <a:bodyPr wrap="none" rtlCol="0">
            <a:spAutoFit/>
          </a:bodyPr>
          <a:lstStyle/>
          <a:p>
            <a:r>
              <a:rPr lang="en-US" sz="800" dirty="0"/>
              <a:t>3</a:t>
            </a:r>
          </a:p>
        </p:txBody>
      </p:sp>
    </p:spTree>
    <p:extLst>
      <p:ext uri="{BB962C8B-B14F-4D97-AF65-F5344CB8AC3E}">
        <p14:creationId xmlns:p14="http://schemas.microsoft.com/office/powerpoint/2010/main" val="316296760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6FEB3-3867-8549-BD14-7A1B1B8B020B}"/>
              </a:ext>
            </a:extLst>
          </p:cNvPr>
          <p:cNvSpPr>
            <a:spLocks noGrp="1"/>
          </p:cNvSpPr>
          <p:nvPr>
            <p:ph type="title"/>
          </p:nvPr>
        </p:nvSpPr>
        <p:spPr>
          <a:xfrm>
            <a:off x="457200" y="274638"/>
            <a:ext cx="8229600" cy="418058"/>
          </a:xfrm>
        </p:spPr>
        <p:txBody>
          <a:bodyPr>
            <a:normAutofit fontScale="90000"/>
          </a:bodyPr>
          <a:lstStyle/>
          <a:p>
            <a:r>
              <a:rPr lang="en-US" dirty="0"/>
              <a:t>Fat Tree Routing Example</a:t>
            </a:r>
          </a:p>
        </p:txBody>
      </p:sp>
      <p:sp>
        <p:nvSpPr>
          <p:cNvPr id="3" name="Content Placeholder 2">
            <a:extLst>
              <a:ext uri="{FF2B5EF4-FFF2-40B4-BE49-F238E27FC236}">
                <a16:creationId xmlns:a16="http://schemas.microsoft.com/office/drawing/2014/main" id="{92CC5B02-C1B9-A040-8937-969E262CD9EC}"/>
              </a:ext>
            </a:extLst>
          </p:cNvPr>
          <p:cNvSpPr>
            <a:spLocks noGrp="1"/>
          </p:cNvSpPr>
          <p:nvPr>
            <p:ph idx="1"/>
          </p:nvPr>
        </p:nvSpPr>
        <p:spPr>
          <a:xfrm>
            <a:off x="73152" y="3824051"/>
            <a:ext cx="4426841" cy="2222379"/>
          </a:xfrm>
        </p:spPr>
        <p:txBody>
          <a:bodyPr>
            <a:normAutofit/>
          </a:bodyPr>
          <a:lstStyle/>
          <a:p>
            <a:pPr marL="0" indent="0">
              <a:buNone/>
            </a:pPr>
            <a:r>
              <a:rPr lang="en-US" sz="1800" dirty="0"/>
              <a:t>At Switch (10.2.2.1) </a:t>
            </a:r>
          </a:p>
          <a:p>
            <a:r>
              <a:rPr lang="en-US" sz="2200" dirty="0" err="1"/>
              <a:t>dest</a:t>
            </a:r>
            <a:r>
              <a:rPr lang="en-US" sz="2200" dirty="0"/>
              <a:t> </a:t>
            </a:r>
            <a:r>
              <a:rPr lang="en-US" sz="2200" dirty="0" err="1"/>
              <a:t>ip</a:t>
            </a:r>
            <a:r>
              <a:rPr lang="en-US" sz="2200" dirty="0"/>
              <a:t> = 10.2.0.3</a:t>
            </a:r>
          </a:p>
          <a:p>
            <a:r>
              <a:rPr lang="en-US" sz="2200" dirty="0"/>
              <a:t>Terminating prefix exists </a:t>
            </a:r>
          </a:p>
          <a:p>
            <a:pPr lvl="1"/>
            <a:r>
              <a:rPr lang="en-US" sz="1800" dirty="0"/>
              <a:t>(i.e. destination host on current pod)</a:t>
            </a:r>
          </a:p>
          <a:p>
            <a:r>
              <a:rPr lang="en-US" sz="2200" dirty="0"/>
              <a:t>Output port = 0 to 10.2.0.1</a:t>
            </a:r>
          </a:p>
          <a:p>
            <a:pPr marL="0" indent="0">
              <a:buNone/>
            </a:pPr>
            <a:endParaRPr lang="en-US" dirty="0"/>
          </a:p>
        </p:txBody>
      </p:sp>
      <p:sp>
        <p:nvSpPr>
          <p:cNvPr id="4" name="Date Placeholder 3">
            <a:extLst>
              <a:ext uri="{FF2B5EF4-FFF2-40B4-BE49-F238E27FC236}">
                <a16:creationId xmlns:a16="http://schemas.microsoft.com/office/drawing/2014/main" id="{F079BE10-23D9-474A-ABFE-C378DA98615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27ADB60-3E79-449A-88A8-D8CD2A903F4E}" type="datetime1">
              <a:rPr kumimoji="0" lang="zh-CN" altLang="en-US" sz="1400" b="0" i="0" u="none" strike="noStrike" kern="1200" cap="none" spc="0" normalizeH="0" baseline="0" noProof="0" smtClean="0">
                <a:ln>
                  <a:noFill/>
                </a:ln>
                <a:solidFill>
                  <a:srgbClr val="0070C0"/>
                </a:solidFill>
                <a:effectLst/>
                <a:uLnTx/>
                <a:uFillTx/>
                <a:latin typeface="Franklin Gothic Book"/>
                <a:ea typeface="黑体" panose="02010609060101010101" pitchFamily="49"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2025/3/5</a:t>
            </a:fld>
            <a:endParaRPr kumimoji="0" lang="zh-CN" altLang="en-US" sz="1400" b="0" i="0" u="none" strike="noStrike" kern="1200" cap="none" spc="0" normalizeH="0" baseline="0" noProof="0">
              <a:ln>
                <a:noFill/>
              </a:ln>
              <a:solidFill>
                <a:srgbClr val="0070C0"/>
              </a:solidFill>
              <a:effectLst/>
              <a:uLnTx/>
              <a:uFillTx/>
              <a:latin typeface="Franklin Gothic Book"/>
              <a:ea typeface="黑体" panose="02010609060101010101" pitchFamily="49" charset="-122"/>
              <a:cs typeface="+mn-cs"/>
            </a:endParaRPr>
          </a:p>
        </p:txBody>
      </p:sp>
      <p:sp>
        <p:nvSpPr>
          <p:cNvPr id="5" name="Slide Number Placeholder 4">
            <a:extLst>
              <a:ext uri="{FF2B5EF4-FFF2-40B4-BE49-F238E27FC236}">
                <a16:creationId xmlns:a16="http://schemas.microsoft.com/office/drawing/2014/main" id="{1FEA1F3A-1363-4545-914E-1BDDA6E6E512}"/>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C913308-F349-4B6D-A68A-DD1791B4A57B}" type="slidenum">
              <a:rPr kumimoji="0" lang="zh-CN" altLang="en-US" sz="1400" b="0" i="0" u="none" strike="noStrike" kern="1200" cap="none" spc="0" normalizeH="0" baseline="0" noProof="0" smtClean="0">
                <a:ln>
                  <a:noFill/>
                </a:ln>
                <a:solidFill>
                  <a:srgbClr val="0070C0"/>
                </a:solidFill>
                <a:effectLst/>
                <a:uLnTx/>
                <a:uFillTx/>
                <a:latin typeface="Franklin Gothic Book"/>
                <a:ea typeface="黑体" panose="02010609060101010101" pitchFamily="49"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61</a:t>
            </a:fld>
            <a:endParaRPr kumimoji="0" lang="zh-CN" altLang="en-US" sz="1400" b="0" i="0" u="none" strike="noStrike" kern="1200" cap="none" spc="0" normalizeH="0" baseline="0" noProof="0">
              <a:ln>
                <a:noFill/>
              </a:ln>
              <a:solidFill>
                <a:srgbClr val="0070C0"/>
              </a:solidFill>
              <a:effectLst/>
              <a:uLnTx/>
              <a:uFillTx/>
              <a:latin typeface="Franklin Gothic Book"/>
              <a:ea typeface="黑体" panose="02010609060101010101" pitchFamily="49" charset="-122"/>
              <a:cs typeface="+mn-cs"/>
            </a:endParaRPr>
          </a:p>
        </p:txBody>
      </p:sp>
      <p:pic>
        <p:nvPicPr>
          <p:cNvPr id="6" name="Picture 6">
            <a:extLst>
              <a:ext uri="{FF2B5EF4-FFF2-40B4-BE49-F238E27FC236}">
                <a16:creationId xmlns:a16="http://schemas.microsoft.com/office/drawing/2014/main" id="{16476828-A322-134E-BE20-FD6F0FB02D42}"/>
              </a:ext>
            </a:extLst>
          </p:cNvPr>
          <p:cNvPicPr>
            <a:picLocks noChangeAspect="1" noChangeArrowheads="1"/>
          </p:cNvPicPr>
          <p:nvPr/>
        </p:nvPicPr>
        <p:blipFill>
          <a:blip r:embed="rId2" cstate="print"/>
          <a:srcRect/>
          <a:stretch>
            <a:fillRect/>
          </a:stretch>
        </p:blipFill>
        <p:spPr bwMode="auto">
          <a:xfrm>
            <a:off x="475488" y="811569"/>
            <a:ext cx="6918920" cy="2690691"/>
          </a:xfrm>
          <a:prstGeom prst="rect">
            <a:avLst/>
          </a:prstGeom>
          <a:noFill/>
          <a:ln w="9525">
            <a:noFill/>
            <a:miter lim="800000"/>
            <a:headEnd/>
            <a:tailEnd/>
          </a:ln>
        </p:spPr>
      </p:pic>
      <p:graphicFrame>
        <p:nvGraphicFramePr>
          <p:cNvPr id="9" name="Content Placeholder 3">
            <a:extLst>
              <a:ext uri="{FF2B5EF4-FFF2-40B4-BE49-F238E27FC236}">
                <a16:creationId xmlns:a16="http://schemas.microsoft.com/office/drawing/2014/main" id="{4E5F58A0-18C3-DE40-AD10-FBC9B4164B37}"/>
              </a:ext>
            </a:extLst>
          </p:cNvPr>
          <p:cNvGraphicFramePr>
            <a:graphicFrameLocks/>
          </p:cNvGraphicFramePr>
          <p:nvPr/>
        </p:nvGraphicFramePr>
        <p:xfrm>
          <a:off x="4355976" y="4451560"/>
          <a:ext cx="2438400" cy="1351280"/>
        </p:xfrm>
        <a:graphic>
          <a:graphicData uri="http://schemas.openxmlformats.org/drawingml/2006/table">
            <a:tbl>
              <a:tblPr firstRow="1" bandRow="1">
                <a:tableStyleId>{5940675A-B579-460E-94D1-54222C63F5DA}</a:tableStyleId>
              </a:tblPr>
              <a:tblGrid>
                <a:gridCol w="1651000">
                  <a:extLst>
                    <a:ext uri="{9D8B030D-6E8A-4147-A177-3AD203B41FA5}">
                      <a16:colId xmlns:a16="http://schemas.microsoft.com/office/drawing/2014/main" val="20000"/>
                    </a:ext>
                  </a:extLst>
                </a:gridCol>
                <a:gridCol w="787400">
                  <a:extLst>
                    <a:ext uri="{9D8B030D-6E8A-4147-A177-3AD203B41FA5}">
                      <a16:colId xmlns:a16="http://schemas.microsoft.com/office/drawing/2014/main" val="20001"/>
                    </a:ext>
                  </a:extLst>
                </a:gridCol>
              </a:tblGrid>
              <a:tr h="208280">
                <a:tc>
                  <a:txBody>
                    <a:bodyPr/>
                    <a:lstStyle/>
                    <a:p>
                      <a:r>
                        <a:rPr lang="en-US" sz="1400" dirty="0"/>
                        <a:t>Prefixes</a:t>
                      </a:r>
                      <a:r>
                        <a:rPr lang="en-US" sz="1400" baseline="0" dirty="0"/>
                        <a:t> </a:t>
                      </a:r>
                      <a:endParaRPr lang="en-US" sz="1400" dirty="0"/>
                    </a:p>
                  </a:txBody>
                  <a:tcPr/>
                </a:tc>
                <a:tc>
                  <a:txBody>
                    <a:bodyPr/>
                    <a:lstStyle/>
                    <a:p>
                      <a:r>
                        <a:rPr lang="en-US" sz="1400" dirty="0"/>
                        <a:t>Port </a:t>
                      </a:r>
                    </a:p>
                  </a:txBody>
                  <a:tcPr/>
                </a:tc>
                <a:extLst>
                  <a:ext uri="{0D108BD9-81ED-4DB2-BD59-A6C34878D82A}">
                    <a16:rowId xmlns:a16="http://schemas.microsoft.com/office/drawing/2014/main" val="10000"/>
                  </a:ext>
                </a:extLst>
              </a:tr>
              <a:tr h="370840">
                <a:tc>
                  <a:txBody>
                    <a:bodyPr/>
                    <a:lstStyle/>
                    <a:p>
                      <a:r>
                        <a:rPr lang="en-US" sz="1400" dirty="0"/>
                        <a:t>10.2.0.1/24</a:t>
                      </a:r>
                    </a:p>
                  </a:txBody>
                  <a:tcPr>
                    <a:solidFill>
                      <a:srgbClr val="93A299"/>
                    </a:solidFill>
                  </a:tcPr>
                </a:tc>
                <a:tc>
                  <a:txBody>
                    <a:bodyPr/>
                    <a:lstStyle/>
                    <a:p>
                      <a:r>
                        <a:rPr lang="en-US" sz="1400" dirty="0"/>
                        <a:t>0</a:t>
                      </a:r>
                    </a:p>
                  </a:txBody>
                  <a:tcPr>
                    <a:solidFill>
                      <a:srgbClr val="93A299"/>
                    </a:solidFill>
                  </a:tcPr>
                </a:tc>
                <a:extLst>
                  <a:ext uri="{0D108BD9-81ED-4DB2-BD59-A6C34878D82A}">
                    <a16:rowId xmlns:a16="http://schemas.microsoft.com/office/drawing/2014/main" val="10001"/>
                  </a:ext>
                </a:extLst>
              </a:tr>
              <a:tr h="370840">
                <a:tc>
                  <a:txBody>
                    <a:bodyPr/>
                    <a:lstStyle/>
                    <a:p>
                      <a:r>
                        <a:rPr lang="en-US" sz="1400" dirty="0"/>
                        <a:t>10.2.1.0/24</a:t>
                      </a:r>
                    </a:p>
                  </a:txBody>
                  <a:tcPr/>
                </a:tc>
                <a:tc>
                  <a:txBody>
                    <a:bodyPr/>
                    <a:lstStyle/>
                    <a:p>
                      <a:r>
                        <a:rPr lang="en-US" sz="1400" dirty="0"/>
                        <a:t>1</a:t>
                      </a:r>
                    </a:p>
                  </a:txBody>
                  <a:tcPr/>
                </a:tc>
                <a:extLst>
                  <a:ext uri="{0D108BD9-81ED-4DB2-BD59-A6C34878D82A}">
                    <a16:rowId xmlns:a16="http://schemas.microsoft.com/office/drawing/2014/main" val="10002"/>
                  </a:ext>
                </a:extLst>
              </a:tr>
              <a:tr h="176014">
                <a:tc>
                  <a:txBody>
                    <a:bodyPr/>
                    <a:lstStyle/>
                    <a:p>
                      <a:r>
                        <a:rPr lang="en-US" sz="1400" dirty="0"/>
                        <a:t>0.0.0.0/8</a:t>
                      </a:r>
                    </a:p>
                  </a:txBody>
                  <a:tcPr/>
                </a:tc>
                <a:tc>
                  <a:txBody>
                    <a:bodyPr/>
                    <a:lstStyle/>
                    <a:p>
                      <a:endParaRPr lang="en-US" sz="1400" dirty="0"/>
                    </a:p>
                  </a:txBody>
                  <a:tcPr/>
                </a:tc>
                <a:extLst>
                  <a:ext uri="{0D108BD9-81ED-4DB2-BD59-A6C34878D82A}">
                    <a16:rowId xmlns:a16="http://schemas.microsoft.com/office/drawing/2014/main" val="10003"/>
                  </a:ext>
                </a:extLst>
              </a:tr>
            </a:tbl>
          </a:graphicData>
        </a:graphic>
      </p:graphicFrame>
      <p:sp>
        <p:nvSpPr>
          <p:cNvPr id="10" name="TextBox 9">
            <a:extLst>
              <a:ext uri="{FF2B5EF4-FFF2-40B4-BE49-F238E27FC236}">
                <a16:creationId xmlns:a16="http://schemas.microsoft.com/office/drawing/2014/main" id="{C8DA41A5-A72D-C24C-A92F-904922185D7F}"/>
              </a:ext>
            </a:extLst>
          </p:cNvPr>
          <p:cNvSpPr txBox="1"/>
          <p:nvPr/>
        </p:nvSpPr>
        <p:spPr>
          <a:xfrm>
            <a:off x="4533776" y="4056828"/>
            <a:ext cx="130118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a:ea typeface="+mn-ea"/>
                <a:cs typeface="+mn-cs"/>
              </a:rPr>
              <a:t>S: 10.2.2.1</a:t>
            </a:r>
          </a:p>
        </p:txBody>
      </p:sp>
      <p:graphicFrame>
        <p:nvGraphicFramePr>
          <p:cNvPr id="11" name="Content Placeholder 3">
            <a:extLst>
              <a:ext uri="{FF2B5EF4-FFF2-40B4-BE49-F238E27FC236}">
                <a16:creationId xmlns:a16="http://schemas.microsoft.com/office/drawing/2014/main" id="{1312CBB5-75BF-1C4D-8952-7A8AD717E705}"/>
              </a:ext>
            </a:extLst>
          </p:cNvPr>
          <p:cNvGraphicFramePr>
            <a:graphicFrameLocks/>
          </p:cNvGraphicFramePr>
          <p:nvPr/>
        </p:nvGraphicFramePr>
        <p:xfrm>
          <a:off x="6845175" y="4446645"/>
          <a:ext cx="2089397" cy="925150"/>
        </p:xfrm>
        <a:graphic>
          <a:graphicData uri="http://schemas.openxmlformats.org/drawingml/2006/table">
            <a:tbl>
              <a:tblPr firstRow="1" bandRow="1">
                <a:tableStyleId>{5940675A-B579-460E-94D1-54222C63F5DA}</a:tableStyleId>
              </a:tblPr>
              <a:tblGrid>
                <a:gridCol w="1186874">
                  <a:extLst>
                    <a:ext uri="{9D8B030D-6E8A-4147-A177-3AD203B41FA5}">
                      <a16:colId xmlns:a16="http://schemas.microsoft.com/office/drawing/2014/main" val="20000"/>
                    </a:ext>
                  </a:extLst>
                </a:gridCol>
                <a:gridCol w="902523">
                  <a:extLst>
                    <a:ext uri="{9D8B030D-6E8A-4147-A177-3AD203B41FA5}">
                      <a16:colId xmlns:a16="http://schemas.microsoft.com/office/drawing/2014/main" val="20001"/>
                    </a:ext>
                  </a:extLst>
                </a:gridCol>
              </a:tblGrid>
              <a:tr h="310175">
                <a:tc>
                  <a:txBody>
                    <a:bodyPr/>
                    <a:lstStyle/>
                    <a:p>
                      <a:r>
                        <a:rPr lang="en-US" sz="1400" dirty="0"/>
                        <a:t>Prefixes</a:t>
                      </a:r>
                      <a:r>
                        <a:rPr lang="en-US" sz="1400" baseline="0" dirty="0"/>
                        <a:t> </a:t>
                      </a:r>
                      <a:endParaRPr lang="en-US" sz="1400" dirty="0"/>
                    </a:p>
                  </a:txBody>
                  <a:tcPr/>
                </a:tc>
                <a:tc>
                  <a:txBody>
                    <a:bodyPr/>
                    <a:lstStyle/>
                    <a:p>
                      <a:r>
                        <a:rPr lang="en-US" sz="1400" dirty="0"/>
                        <a:t>Port </a:t>
                      </a:r>
                    </a:p>
                  </a:txBody>
                  <a:tcPr/>
                </a:tc>
                <a:extLst>
                  <a:ext uri="{0D108BD9-81ED-4DB2-BD59-A6C34878D82A}">
                    <a16:rowId xmlns:a16="http://schemas.microsoft.com/office/drawing/2014/main" val="10000"/>
                  </a:ext>
                </a:extLst>
              </a:tr>
              <a:tr h="310175">
                <a:tc>
                  <a:txBody>
                    <a:bodyPr/>
                    <a:lstStyle/>
                    <a:p>
                      <a:r>
                        <a:rPr lang="en-US" sz="1400" dirty="0"/>
                        <a:t>0.0.0.2/8</a:t>
                      </a:r>
                    </a:p>
                  </a:txBody>
                  <a:tcPr/>
                </a:tc>
                <a:tc>
                  <a:txBody>
                    <a:bodyPr/>
                    <a:lstStyle/>
                    <a:p>
                      <a:r>
                        <a:rPr lang="en-US" sz="1400" dirty="0"/>
                        <a:t>3</a:t>
                      </a:r>
                    </a:p>
                  </a:txBody>
                  <a:tcPr/>
                </a:tc>
                <a:extLst>
                  <a:ext uri="{0D108BD9-81ED-4DB2-BD59-A6C34878D82A}">
                    <a16:rowId xmlns:a16="http://schemas.microsoft.com/office/drawing/2014/main" val="10001"/>
                  </a:ext>
                </a:extLst>
              </a:tr>
              <a:tr h="260752">
                <a:tc>
                  <a:txBody>
                    <a:bodyPr/>
                    <a:lstStyle/>
                    <a:p>
                      <a:r>
                        <a:rPr lang="en-US" sz="1400" dirty="0"/>
                        <a:t>0.0.0.3/8</a:t>
                      </a:r>
                    </a:p>
                  </a:txBody>
                  <a:tcPr>
                    <a:solidFill>
                      <a:srgbClr val="FFFFFF"/>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2</a:t>
                      </a:r>
                    </a:p>
                  </a:txBody>
                  <a:tcPr>
                    <a:solidFill>
                      <a:srgbClr val="FFFFFF"/>
                    </a:solidFill>
                  </a:tcPr>
                </a:tc>
                <a:extLst>
                  <a:ext uri="{0D108BD9-81ED-4DB2-BD59-A6C34878D82A}">
                    <a16:rowId xmlns:a16="http://schemas.microsoft.com/office/drawing/2014/main" val="10002"/>
                  </a:ext>
                </a:extLst>
              </a:tr>
            </a:tbl>
          </a:graphicData>
        </a:graphic>
      </p:graphicFrame>
      <p:sp>
        <p:nvSpPr>
          <p:cNvPr id="12" name="TextBox 11">
            <a:extLst>
              <a:ext uri="{FF2B5EF4-FFF2-40B4-BE49-F238E27FC236}">
                <a16:creationId xmlns:a16="http://schemas.microsoft.com/office/drawing/2014/main" id="{7EF1D43B-079B-6347-A36B-F9F4B8CF4A61}"/>
              </a:ext>
            </a:extLst>
          </p:cNvPr>
          <p:cNvSpPr txBox="1"/>
          <p:nvPr/>
        </p:nvSpPr>
        <p:spPr>
          <a:xfrm>
            <a:off x="3822364" y="2276872"/>
            <a:ext cx="245580" cy="215444"/>
          </a:xfrm>
          <a:prstGeom prst="rect">
            <a:avLst/>
          </a:prstGeom>
          <a:noFill/>
        </p:spPr>
        <p:txBody>
          <a:bodyPr wrap="none" rtlCol="0">
            <a:spAutoFit/>
          </a:bodyPr>
          <a:lstStyle/>
          <a:p>
            <a:r>
              <a:rPr lang="en-US" sz="800" dirty="0"/>
              <a:t>0</a:t>
            </a:r>
          </a:p>
        </p:txBody>
      </p:sp>
      <p:sp>
        <p:nvSpPr>
          <p:cNvPr id="13" name="TextBox 12">
            <a:extLst>
              <a:ext uri="{FF2B5EF4-FFF2-40B4-BE49-F238E27FC236}">
                <a16:creationId xmlns:a16="http://schemas.microsoft.com/office/drawing/2014/main" id="{72155CE6-2D7A-5246-8FC1-89BCCA4E3AAD}"/>
              </a:ext>
            </a:extLst>
          </p:cNvPr>
          <p:cNvSpPr txBox="1"/>
          <p:nvPr/>
        </p:nvSpPr>
        <p:spPr>
          <a:xfrm>
            <a:off x="4139952" y="2204864"/>
            <a:ext cx="245580" cy="215444"/>
          </a:xfrm>
          <a:prstGeom prst="rect">
            <a:avLst/>
          </a:prstGeom>
          <a:noFill/>
        </p:spPr>
        <p:txBody>
          <a:bodyPr wrap="none" rtlCol="0">
            <a:spAutoFit/>
          </a:bodyPr>
          <a:lstStyle/>
          <a:p>
            <a:r>
              <a:rPr lang="en-US" sz="800" dirty="0"/>
              <a:t>1</a:t>
            </a:r>
          </a:p>
        </p:txBody>
      </p:sp>
      <p:sp>
        <p:nvSpPr>
          <p:cNvPr id="14" name="TextBox 13">
            <a:extLst>
              <a:ext uri="{FF2B5EF4-FFF2-40B4-BE49-F238E27FC236}">
                <a16:creationId xmlns:a16="http://schemas.microsoft.com/office/drawing/2014/main" id="{A9A26C56-05B8-DE48-9D99-C512C6F131E3}"/>
              </a:ext>
            </a:extLst>
          </p:cNvPr>
          <p:cNvSpPr txBox="1"/>
          <p:nvPr/>
        </p:nvSpPr>
        <p:spPr>
          <a:xfrm>
            <a:off x="4067944" y="2637492"/>
            <a:ext cx="245580" cy="215444"/>
          </a:xfrm>
          <a:prstGeom prst="rect">
            <a:avLst/>
          </a:prstGeom>
          <a:noFill/>
        </p:spPr>
        <p:txBody>
          <a:bodyPr wrap="none" rtlCol="0">
            <a:spAutoFit/>
          </a:bodyPr>
          <a:lstStyle/>
          <a:p>
            <a:r>
              <a:rPr lang="en-US" sz="800" dirty="0"/>
              <a:t>2</a:t>
            </a:r>
          </a:p>
        </p:txBody>
      </p:sp>
    </p:spTree>
    <p:extLst>
      <p:ext uri="{BB962C8B-B14F-4D97-AF65-F5344CB8AC3E}">
        <p14:creationId xmlns:p14="http://schemas.microsoft.com/office/powerpoint/2010/main" val="1220065011"/>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C6FEB3-3867-8549-BD14-7A1B1B8B020B}"/>
              </a:ext>
            </a:extLst>
          </p:cNvPr>
          <p:cNvSpPr>
            <a:spLocks noGrp="1"/>
          </p:cNvSpPr>
          <p:nvPr>
            <p:ph type="title"/>
          </p:nvPr>
        </p:nvSpPr>
        <p:spPr>
          <a:xfrm>
            <a:off x="457200" y="274638"/>
            <a:ext cx="8229600" cy="418058"/>
          </a:xfrm>
        </p:spPr>
        <p:txBody>
          <a:bodyPr>
            <a:normAutofit fontScale="90000"/>
          </a:bodyPr>
          <a:lstStyle/>
          <a:p>
            <a:r>
              <a:rPr lang="en-US" dirty="0"/>
              <a:t>Fat Tree Routing Example</a:t>
            </a:r>
          </a:p>
        </p:txBody>
      </p:sp>
      <p:sp>
        <p:nvSpPr>
          <p:cNvPr id="3" name="Content Placeholder 2">
            <a:extLst>
              <a:ext uri="{FF2B5EF4-FFF2-40B4-BE49-F238E27FC236}">
                <a16:creationId xmlns:a16="http://schemas.microsoft.com/office/drawing/2014/main" id="{92CC5B02-C1B9-A040-8937-969E262CD9EC}"/>
              </a:ext>
            </a:extLst>
          </p:cNvPr>
          <p:cNvSpPr>
            <a:spLocks noGrp="1"/>
          </p:cNvSpPr>
          <p:nvPr>
            <p:ph idx="1"/>
          </p:nvPr>
        </p:nvSpPr>
        <p:spPr>
          <a:xfrm>
            <a:off x="73153" y="3824051"/>
            <a:ext cx="4359148" cy="2222379"/>
          </a:xfrm>
        </p:spPr>
        <p:txBody>
          <a:bodyPr>
            <a:normAutofit/>
          </a:bodyPr>
          <a:lstStyle/>
          <a:p>
            <a:pPr marL="0" indent="0">
              <a:buNone/>
            </a:pPr>
            <a:r>
              <a:rPr lang="en-US" sz="1800" dirty="0"/>
              <a:t>At Switch (10.2.0.1) </a:t>
            </a:r>
          </a:p>
          <a:p>
            <a:r>
              <a:rPr lang="en-US" sz="2200" dirty="0" err="1"/>
              <a:t>dest</a:t>
            </a:r>
            <a:r>
              <a:rPr lang="en-US" sz="2200" dirty="0"/>
              <a:t> </a:t>
            </a:r>
            <a:r>
              <a:rPr lang="en-US" sz="2200" dirty="0" err="1"/>
              <a:t>ip</a:t>
            </a:r>
            <a:r>
              <a:rPr lang="en-US" sz="2200" dirty="0"/>
              <a:t> = 10.2.0.3</a:t>
            </a:r>
          </a:p>
          <a:p>
            <a:r>
              <a:rPr lang="en-US" sz="2200" dirty="0"/>
              <a:t>Terminating switch</a:t>
            </a:r>
          </a:p>
          <a:p>
            <a:r>
              <a:rPr lang="en-US" sz="2200" dirty="0"/>
              <a:t>Standard switching techniques deliver packet to end host</a:t>
            </a:r>
          </a:p>
          <a:p>
            <a:pPr marL="0" indent="0">
              <a:buNone/>
            </a:pPr>
            <a:endParaRPr lang="en-US" dirty="0"/>
          </a:p>
        </p:txBody>
      </p:sp>
      <p:sp>
        <p:nvSpPr>
          <p:cNvPr id="4" name="Date Placeholder 3">
            <a:extLst>
              <a:ext uri="{FF2B5EF4-FFF2-40B4-BE49-F238E27FC236}">
                <a16:creationId xmlns:a16="http://schemas.microsoft.com/office/drawing/2014/main" id="{F079BE10-23D9-474A-ABFE-C378DA986154}"/>
              </a:ext>
            </a:extLst>
          </p:cNvPr>
          <p:cNvSpPr>
            <a:spLocks noGrp="1"/>
          </p:cNvSpPr>
          <p:nvPr>
            <p:ph type="dt" sz="half" idx="10"/>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fld id="{827ADB60-3E79-449A-88A8-D8CD2A903F4E}" type="datetime1">
              <a:rPr kumimoji="0" lang="zh-CN" altLang="en-US" sz="1400" b="0" i="0" u="none" strike="noStrike" kern="1200" cap="none" spc="0" normalizeH="0" baseline="0" noProof="0" smtClean="0">
                <a:ln>
                  <a:noFill/>
                </a:ln>
                <a:solidFill>
                  <a:srgbClr val="0070C0"/>
                </a:solidFill>
                <a:effectLst/>
                <a:uLnTx/>
                <a:uFillTx/>
                <a:latin typeface="Franklin Gothic Book"/>
                <a:ea typeface="黑体" panose="02010609060101010101" pitchFamily="49" charset="-122"/>
                <a:cs typeface="+mn-cs"/>
              </a:rPr>
              <a:pPr marL="0" marR="0" lvl="0" indent="0" algn="l" defTabSz="914400" rtl="0" eaLnBrk="1" fontAlgn="auto" latinLnBrk="0" hangingPunct="1">
                <a:lnSpc>
                  <a:spcPct val="100000"/>
                </a:lnSpc>
                <a:spcBef>
                  <a:spcPts val="0"/>
                </a:spcBef>
                <a:spcAft>
                  <a:spcPts val="0"/>
                </a:spcAft>
                <a:buClrTx/>
                <a:buSzTx/>
                <a:buFontTx/>
                <a:buNone/>
                <a:tabLst/>
                <a:defRPr/>
              </a:pPr>
              <a:t>2025/3/5</a:t>
            </a:fld>
            <a:endParaRPr kumimoji="0" lang="zh-CN" altLang="en-US" sz="1400" b="0" i="0" u="none" strike="noStrike" kern="1200" cap="none" spc="0" normalizeH="0" baseline="0" noProof="0">
              <a:ln>
                <a:noFill/>
              </a:ln>
              <a:solidFill>
                <a:srgbClr val="0070C0"/>
              </a:solidFill>
              <a:effectLst/>
              <a:uLnTx/>
              <a:uFillTx/>
              <a:latin typeface="Franklin Gothic Book"/>
              <a:ea typeface="黑体" panose="02010609060101010101" pitchFamily="49" charset="-122"/>
              <a:cs typeface="+mn-cs"/>
            </a:endParaRPr>
          </a:p>
        </p:txBody>
      </p:sp>
      <p:sp>
        <p:nvSpPr>
          <p:cNvPr id="5" name="Slide Number Placeholder 4">
            <a:extLst>
              <a:ext uri="{FF2B5EF4-FFF2-40B4-BE49-F238E27FC236}">
                <a16:creationId xmlns:a16="http://schemas.microsoft.com/office/drawing/2014/main" id="{1FEA1F3A-1363-4545-914E-1BDDA6E6E512}"/>
              </a:ext>
            </a:extLst>
          </p:cNvPr>
          <p:cNvSpPr>
            <a:spLocks noGrp="1"/>
          </p:cNvSpPr>
          <p:nvPr>
            <p:ph type="sldNum" sz="quarter" idx="12"/>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0C913308-F349-4B6D-A68A-DD1791B4A57B}" type="slidenum">
              <a:rPr kumimoji="0" lang="zh-CN" altLang="en-US" sz="1400" b="0" i="0" u="none" strike="noStrike" kern="1200" cap="none" spc="0" normalizeH="0" baseline="0" noProof="0" smtClean="0">
                <a:ln>
                  <a:noFill/>
                </a:ln>
                <a:solidFill>
                  <a:srgbClr val="0070C0"/>
                </a:solidFill>
                <a:effectLst/>
                <a:uLnTx/>
                <a:uFillTx/>
                <a:latin typeface="Franklin Gothic Book"/>
                <a:ea typeface="黑体" panose="02010609060101010101" pitchFamily="49" charset="-122"/>
                <a:cs typeface="+mn-cs"/>
              </a:rPr>
              <a:pPr marL="0" marR="0" lvl="0" indent="0" algn="ctr" defTabSz="914400" rtl="0" eaLnBrk="1" fontAlgn="auto" latinLnBrk="0" hangingPunct="1">
                <a:lnSpc>
                  <a:spcPct val="100000"/>
                </a:lnSpc>
                <a:spcBef>
                  <a:spcPts val="0"/>
                </a:spcBef>
                <a:spcAft>
                  <a:spcPts val="0"/>
                </a:spcAft>
                <a:buClrTx/>
                <a:buSzTx/>
                <a:buFontTx/>
                <a:buNone/>
                <a:tabLst/>
                <a:defRPr/>
              </a:pPr>
              <a:t>62</a:t>
            </a:fld>
            <a:endParaRPr kumimoji="0" lang="zh-CN" altLang="en-US" sz="1400" b="0" i="0" u="none" strike="noStrike" kern="1200" cap="none" spc="0" normalizeH="0" baseline="0" noProof="0">
              <a:ln>
                <a:noFill/>
              </a:ln>
              <a:solidFill>
                <a:srgbClr val="0070C0"/>
              </a:solidFill>
              <a:effectLst/>
              <a:uLnTx/>
              <a:uFillTx/>
              <a:latin typeface="Franklin Gothic Book"/>
              <a:ea typeface="黑体" panose="02010609060101010101" pitchFamily="49" charset="-122"/>
              <a:cs typeface="+mn-cs"/>
            </a:endParaRPr>
          </a:p>
        </p:txBody>
      </p:sp>
      <p:pic>
        <p:nvPicPr>
          <p:cNvPr id="6" name="Picture 6">
            <a:extLst>
              <a:ext uri="{FF2B5EF4-FFF2-40B4-BE49-F238E27FC236}">
                <a16:creationId xmlns:a16="http://schemas.microsoft.com/office/drawing/2014/main" id="{16476828-A322-134E-BE20-FD6F0FB02D42}"/>
              </a:ext>
            </a:extLst>
          </p:cNvPr>
          <p:cNvPicPr>
            <a:picLocks noChangeAspect="1" noChangeArrowheads="1"/>
          </p:cNvPicPr>
          <p:nvPr/>
        </p:nvPicPr>
        <p:blipFill>
          <a:blip r:embed="rId2" cstate="print"/>
          <a:srcRect/>
          <a:stretch>
            <a:fillRect/>
          </a:stretch>
        </p:blipFill>
        <p:spPr bwMode="auto">
          <a:xfrm>
            <a:off x="475488" y="811569"/>
            <a:ext cx="6918920" cy="2690691"/>
          </a:xfrm>
          <a:prstGeom prst="rect">
            <a:avLst/>
          </a:prstGeom>
          <a:noFill/>
          <a:ln w="9525">
            <a:noFill/>
            <a:miter lim="800000"/>
            <a:headEnd/>
            <a:tailEnd/>
          </a:ln>
        </p:spPr>
      </p:pic>
      <p:graphicFrame>
        <p:nvGraphicFramePr>
          <p:cNvPr id="12" name="Content Placeholder 3">
            <a:extLst>
              <a:ext uri="{FF2B5EF4-FFF2-40B4-BE49-F238E27FC236}">
                <a16:creationId xmlns:a16="http://schemas.microsoft.com/office/drawing/2014/main" id="{F45FDDCA-1CC4-E64E-AC02-A1532B57EBE8}"/>
              </a:ext>
            </a:extLst>
          </p:cNvPr>
          <p:cNvGraphicFramePr>
            <a:graphicFrameLocks/>
          </p:cNvGraphicFramePr>
          <p:nvPr/>
        </p:nvGraphicFramePr>
        <p:xfrm>
          <a:off x="4533900" y="4327682"/>
          <a:ext cx="2438400" cy="1351280"/>
        </p:xfrm>
        <a:graphic>
          <a:graphicData uri="http://schemas.openxmlformats.org/drawingml/2006/table">
            <a:tbl>
              <a:tblPr firstRow="1" bandRow="1">
                <a:tableStyleId>{5940675A-B579-460E-94D1-54222C63F5DA}</a:tableStyleId>
              </a:tblPr>
              <a:tblGrid>
                <a:gridCol w="1651000">
                  <a:extLst>
                    <a:ext uri="{9D8B030D-6E8A-4147-A177-3AD203B41FA5}">
                      <a16:colId xmlns:a16="http://schemas.microsoft.com/office/drawing/2014/main" val="20000"/>
                    </a:ext>
                  </a:extLst>
                </a:gridCol>
                <a:gridCol w="787400">
                  <a:extLst>
                    <a:ext uri="{9D8B030D-6E8A-4147-A177-3AD203B41FA5}">
                      <a16:colId xmlns:a16="http://schemas.microsoft.com/office/drawing/2014/main" val="20001"/>
                    </a:ext>
                  </a:extLst>
                </a:gridCol>
              </a:tblGrid>
              <a:tr h="208280">
                <a:tc>
                  <a:txBody>
                    <a:bodyPr/>
                    <a:lstStyle/>
                    <a:p>
                      <a:r>
                        <a:rPr lang="en-US" sz="1400" dirty="0"/>
                        <a:t>Prefixes</a:t>
                      </a:r>
                      <a:r>
                        <a:rPr lang="en-US" sz="1400" baseline="0" dirty="0"/>
                        <a:t> </a:t>
                      </a:r>
                      <a:endParaRPr lang="en-US" sz="1400" dirty="0"/>
                    </a:p>
                  </a:txBody>
                  <a:tcPr/>
                </a:tc>
                <a:tc>
                  <a:txBody>
                    <a:bodyPr/>
                    <a:lstStyle/>
                    <a:p>
                      <a:r>
                        <a:rPr lang="en-US" sz="1400" dirty="0"/>
                        <a:t>Port </a:t>
                      </a:r>
                    </a:p>
                  </a:txBody>
                  <a:tcPr/>
                </a:tc>
                <a:extLst>
                  <a:ext uri="{0D108BD9-81ED-4DB2-BD59-A6C34878D82A}">
                    <a16:rowId xmlns:a16="http://schemas.microsoft.com/office/drawing/2014/main" val="10000"/>
                  </a:ext>
                </a:extLst>
              </a:tr>
              <a:tr h="370840">
                <a:tc>
                  <a:txBody>
                    <a:bodyPr/>
                    <a:lstStyle/>
                    <a:p>
                      <a:r>
                        <a:rPr lang="en-US" sz="1400" dirty="0"/>
                        <a:t>10.2.0.0/24</a:t>
                      </a:r>
                    </a:p>
                  </a:txBody>
                  <a:tcPr>
                    <a:solidFill>
                      <a:srgbClr val="93A299"/>
                    </a:solidFill>
                  </a:tcPr>
                </a:tc>
                <a:tc>
                  <a:txBody>
                    <a:bodyPr/>
                    <a:lstStyle/>
                    <a:p>
                      <a:r>
                        <a:rPr lang="en-US" sz="1400" dirty="0"/>
                        <a:t>0</a:t>
                      </a:r>
                    </a:p>
                  </a:txBody>
                  <a:tcPr>
                    <a:solidFill>
                      <a:srgbClr val="93A299"/>
                    </a:solidFill>
                  </a:tcPr>
                </a:tc>
                <a:extLst>
                  <a:ext uri="{0D108BD9-81ED-4DB2-BD59-A6C34878D82A}">
                    <a16:rowId xmlns:a16="http://schemas.microsoft.com/office/drawing/2014/main" val="10001"/>
                  </a:ext>
                </a:extLst>
              </a:tr>
              <a:tr h="370840">
                <a:tc>
                  <a:txBody>
                    <a:bodyPr/>
                    <a:lstStyle/>
                    <a:p>
                      <a:r>
                        <a:rPr lang="en-US" sz="1400" dirty="0"/>
                        <a:t>10.2.1.0/24</a:t>
                      </a:r>
                    </a:p>
                  </a:txBody>
                  <a:tcPr/>
                </a:tc>
                <a:tc>
                  <a:txBody>
                    <a:bodyPr/>
                    <a:lstStyle/>
                    <a:p>
                      <a:r>
                        <a:rPr lang="en-US" sz="1400" dirty="0"/>
                        <a:t>1</a:t>
                      </a:r>
                    </a:p>
                  </a:txBody>
                  <a:tcPr/>
                </a:tc>
                <a:extLst>
                  <a:ext uri="{0D108BD9-81ED-4DB2-BD59-A6C34878D82A}">
                    <a16:rowId xmlns:a16="http://schemas.microsoft.com/office/drawing/2014/main" val="10002"/>
                  </a:ext>
                </a:extLst>
              </a:tr>
              <a:tr h="176014">
                <a:tc>
                  <a:txBody>
                    <a:bodyPr/>
                    <a:lstStyle/>
                    <a:p>
                      <a:r>
                        <a:rPr lang="en-US" sz="1400" dirty="0"/>
                        <a:t>0.0.0.0/8</a:t>
                      </a:r>
                    </a:p>
                  </a:txBody>
                  <a:tcPr/>
                </a:tc>
                <a:tc>
                  <a:txBody>
                    <a:bodyPr/>
                    <a:lstStyle/>
                    <a:p>
                      <a:endParaRPr lang="en-US" sz="1400" dirty="0"/>
                    </a:p>
                  </a:txBody>
                  <a:tcPr/>
                </a:tc>
                <a:extLst>
                  <a:ext uri="{0D108BD9-81ED-4DB2-BD59-A6C34878D82A}">
                    <a16:rowId xmlns:a16="http://schemas.microsoft.com/office/drawing/2014/main" val="10003"/>
                  </a:ext>
                </a:extLst>
              </a:tr>
            </a:tbl>
          </a:graphicData>
        </a:graphic>
      </p:graphicFrame>
      <p:sp>
        <p:nvSpPr>
          <p:cNvPr id="13" name="TextBox 12">
            <a:extLst>
              <a:ext uri="{FF2B5EF4-FFF2-40B4-BE49-F238E27FC236}">
                <a16:creationId xmlns:a16="http://schemas.microsoft.com/office/drawing/2014/main" id="{00B0815B-928C-934D-A522-3BA3D21FEC0B}"/>
              </a:ext>
            </a:extLst>
          </p:cNvPr>
          <p:cNvSpPr txBox="1"/>
          <p:nvPr/>
        </p:nvSpPr>
        <p:spPr>
          <a:xfrm>
            <a:off x="4711700" y="3932950"/>
            <a:ext cx="130118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a:ea typeface="+mn-ea"/>
                <a:cs typeface="+mn-cs"/>
              </a:rPr>
              <a:t>S: 10.2.0.1</a:t>
            </a:r>
          </a:p>
        </p:txBody>
      </p:sp>
      <p:graphicFrame>
        <p:nvGraphicFramePr>
          <p:cNvPr id="14" name="Content Placeholder 3">
            <a:extLst>
              <a:ext uri="{FF2B5EF4-FFF2-40B4-BE49-F238E27FC236}">
                <a16:creationId xmlns:a16="http://schemas.microsoft.com/office/drawing/2014/main" id="{3B9C37D1-C430-F547-9E19-7C291E1C0FBE}"/>
              </a:ext>
            </a:extLst>
          </p:cNvPr>
          <p:cNvGraphicFramePr>
            <a:graphicFrameLocks/>
          </p:cNvGraphicFramePr>
          <p:nvPr/>
        </p:nvGraphicFramePr>
        <p:xfrm>
          <a:off x="7023100" y="4322767"/>
          <a:ext cx="1919019" cy="925150"/>
        </p:xfrm>
        <a:graphic>
          <a:graphicData uri="http://schemas.openxmlformats.org/drawingml/2006/table">
            <a:tbl>
              <a:tblPr firstRow="1" bandRow="1">
                <a:tableStyleId>{5940675A-B579-460E-94D1-54222C63F5DA}</a:tableStyleId>
              </a:tblPr>
              <a:tblGrid>
                <a:gridCol w="977552">
                  <a:extLst>
                    <a:ext uri="{9D8B030D-6E8A-4147-A177-3AD203B41FA5}">
                      <a16:colId xmlns:a16="http://schemas.microsoft.com/office/drawing/2014/main" val="20000"/>
                    </a:ext>
                  </a:extLst>
                </a:gridCol>
                <a:gridCol w="941467">
                  <a:extLst>
                    <a:ext uri="{9D8B030D-6E8A-4147-A177-3AD203B41FA5}">
                      <a16:colId xmlns:a16="http://schemas.microsoft.com/office/drawing/2014/main" val="20001"/>
                    </a:ext>
                  </a:extLst>
                </a:gridCol>
              </a:tblGrid>
              <a:tr h="310175">
                <a:tc>
                  <a:txBody>
                    <a:bodyPr/>
                    <a:lstStyle/>
                    <a:p>
                      <a:r>
                        <a:rPr lang="en-US" sz="1400" dirty="0"/>
                        <a:t>Prefixes</a:t>
                      </a:r>
                      <a:r>
                        <a:rPr lang="en-US" sz="1400" baseline="0" dirty="0"/>
                        <a:t> </a:t>
                      </a:r>
                      <a:endParaRPr lang="en-US" sz="1400" dirty="0"/>
                    </a:p>
                  </a:txBody>
                  <a:tcPr/>
                </a:tc>
                <a:tc>
                  <a:txBody>
                    <a:bodyPr/>
                    <a:lstStyle/>
                    <a:p>
                      <a:r>
                        <a:rPr lang="en-US" sz="1400" dirty="0"/>
                        <a:t>Port </a:t>
                      </a:r>
                    </a:p>
                  </a:txBody>
                  <a:tcPr/>
                </a:tc>
                <a:extLst>
                  <a:ext uri="{0D108BD9-81ED-4DB2-BD59-A6C34878D82A}">
                    <a16:rowId xmlns:a16="http://schemas.microsoft.com/office/drawing/2014/main" val="10000"/>
                  </a:ext>
                </a:extLst>
              </a:tr>
              <a:tr h="310175">
                <a:tc>
                  <a:txBody>
                    <a:bodyPr/>
                    <a:lstStyle/>
                    <a:p>
                      <a:r>
                        <a:rPr lang="en-US" sz="1400" dirty="0"/>
                        <a:t>0.0.0.2/8</a:t>
                      </a:r>
                    </a:p>
                  </a:txBody>
                  <a:tcPr/>
                </a:tc>
                <a:tc>
                  <a:txBody>
                    <a:bodyPr/>
                    <a:lstStyle/>
                    <a:p>
                      <a:r>
                        <a:rPr lang="en-US" sz="1400" dirty="0"/>
                        <a:t>3</a:t>
                      </a:r>
                    </a:p>
                  </a:txBody>
                  <a:tcPr/>
                </a:tc>
                <a:extLst>
                  <a:ext uri="{0D108BD9-81ED-4DB2-BD59-A6C34878D82A}">
                    <a16:rowId xmlns:a16="http://schemas.microsoft.com/office/drawing/2014/main" val="10001"/>
                  </a:ext>
                </a:extLst>
              </a:tr>
              <a:tr h="260752">
                <a:tc>
                  <a:txBody>
                    <a:bodyPr/>
                    <a:lstStyle/>
                    <a:p>
                      <a:r>
                        <a:rPr lang="en-US" sz="1400" dirty="0"/>
                        <a:t>0.0.0.3/8</a:t>
                      </a:r>
                    </a:p>
                  </a:txBody>
                  <a:tcP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2</a:t>
                      </a:r>
                    </a:p>
                  </a:txBody>
                  <a:tcP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163445909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t>Fat Tree Routing Example</a:t>
            </a:r>
            <a:br>
              <a:rPr lang="en-US" dirty="0"/>
            </a:br>
            <a:r>
              <a:rPr lang="en-US" dirty="0"/>
              <a:t>All tables</a:t>
            </a:r>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027123656"/>
              </p:ext>
            </p:extLst>
          </p:nvPr>
        </p:nvGraphicFramePr>
        <p:xfrm>
          <a:off x="292100" y="1911866"/>
          <a:ext cx="2438400" cy="1351280"/>
        </p:xfrm>
        <a:graphic>
          <a:graphicData uri="http://schemas.openxmlformats.org/drawingml/2006/table">
            <a:tbl>
              <a:tblPr firstRow="1" bandRow="1">
                <a:tableStyleId>{5940675A-B579-460E-94D1-54222C63F5DA}</a:tableStyleId>
              </a:tblPr>
              <a:tblGrid>
                <a:gridCol w="1651000">
                  <a:extLst>
                    <a:ext uri="{9D8B030D-6E8A-4147-A177-3AD203B41FA5}">
                      <a16:colId xmlns:a16="http://schemas.microsoft.com/office/drawing/2014/main" val="20000"/>
                    </a:ext>
                  </a:extLst>
                </a:gridCol>
                <a:gridCol w="787400">
                  <a:extLst>
                    <a:ext uri="{9D8B030D-6E8A-4147-A177-3AD203B41FA5}">
                      <a16:colId xmlns:a16="http://schemas.microsoft.com/office/drawing/2014/main" val="20001"/>
                    </a:ext>
                  </a:extLst>
                </a:gridCol>
              </a:tblGrid>
              <a:tr h="208280">
                <a:tc>
                  <a:txBody>
                    <a:bodyPr/>
                    <a:lstStyle/>
                    <a:p>
                      <a:r>
                        <a:rPr lang="en-US" sz="1400" dirty="0"/>
                        <a:t>Prefixes</a:t>
                      </a:r>
                      <a:r>
                        <a:rPr lang="en-US" sz="1400" baseline="0" dirty="0"/>
                        <a:t> </a:t>
                      </a:r>
                      <a:endParaRPr lang="en-US" sz="1400" dirty="0"/>
                    </a:p>
                  </a:txBody>
                  <a:tcPr/>
                </a:tc>
                <a:tc>
                  <a:txBody>
                    <a:bodyPr/>
                    <a:lstStyle/>
                    <a:p>
                      <a:r>
                        <a:rPr lang="en-US" sz="1400" dirty="0"/>
                        <a:t>Port </a:t>
                      </a:r>
                    </a:p>
                  </a:txBody>
                  <a:tcPr/>
                </a:tc>
                <a:extLst>
                  <a:ext uri="{0D108BD9-81ED-4DB2-BD59-A6C34878D82A}">
                    <a16:rowId xmlns:a16="http://schemas.microsoft.com/office/drawing/2014/main" val="10000"/>
                  </a:ext>
                </a:extLst>
              </a:tr>
              <a:tr h="370840">
                <a:tc>
                  <a:txBody>
                    <a:bodyPr/>
                    <a:lstStyle/>
                    <a:p>
                      <a:r>
                        <a:rPr lang="en-US" sz="1400" dirty="0"/>
                        <a:t>10.0.0.0/24</a:t>
                      </a:r>
                    </a:p>
                  </a:txBody>
                  <a:tcPr/>
                </a:tc>
                <a:tc>
                  <a:txBody>
                    <a:bodyPr/>
                    <a:lstStyle/>
                    <a:p>
                      <a:r>
                        <a:rPr lang="en-US" sz="1400" dirty="0"/>
                        <a:t>0</a:t>
                      </a:r>
                    </a:p>
                  </a:txBody>
                  <a:tcPr/>
                </a:tc>
                <a:extLst>
                  <a:ext uri="{0D108BD9-81ED-4DB2-BD59-A6C34878D82A}">
                    <a16:rowId xmlns:a16="http://schemas.microsoft.com/office/drawing/2014/main" val="10001"/>
                  </a:ext>
                </a:extLst>
              </a:tr>
              <a:tr h="370840">
                <a:tc>
                  <a:txBody>
                    <a:bodyPr/>
                    <a:lstStyle/>
                    <a:p>
                      <a:r>
                        <a:rPr lang="en-US" sz="1400" dirty="0"/>
                        <a:t>10.0.1.0/24</a:t>
                      </a:r>
                    </a:p>
                  </a:txBody>
                  <a:tcPr/>
                </a:tc>
                <a:tc>
                  <a:txBody>
                    <a:bodyPr/>
                    <a:lstStyle/>
                    <a:p>
                      <a:r>
                        <a:rPr lang="en-US" sz="1400" dirty="0"/>
                        <a:t>1</a:t>
                      </a:r>
                    </a:p>
                  </a:txBody>
                  <a:tcPr/>
                </a:tc>
                <a:extLst>
                  <a:ext uri="{0D108BD9-81ED-4DB2-BD59-A6C34878D82A}">
                    <a16:rowId xmlns:a16="http://schemas.microsoft.com/office/drawing/2014/main" val="10002"/>
                  </a:ext>
                </a:extLst>
              </a:tr>
              <a:tr h="176014">
                <a:tc>
                  <a:txBody>
                    <a:bodyPr/>
                    <a:lstStyle/>
                    <a:p>
                      <a:r>
                        <a:rPr lang="en-US" sz="1400" dirty="0"/>
                        <a:t>0.0.0.0/8</a:t>
                      </a:r>
                    </a:p>
                  </a:txBody>
                  <a:tcPr/>
                </a:tc>
                <a:tc>
                  <a:txBody>
                    <a:bodyPr/>
                    <a:lstStyle/>
                    <a:p>
                      <a:endParaRPr lang="en-US" sz="1400" dirty="0"/>
                    </a:p>
                  </a:txBody>
                  <a:tcPr/>
                </a:tc>
                <a:extLst>
                  <a:ext uri="{0D108BD9-81ED-4DB2-BD59-A6C34878D82A}">
                    <a16:rowId xmlns:a16="http://schemas.microsoft.com/office/drawing/2014/main" val="10003"/>
                  </a:ext>
                </a:extLst>
              </a:tr>
            </a:tbl>
          </a:graphicData>
        </a:graphic>
      </p:graphicFrame>
      <p:sp>
        <p:nvSpPr>
          <p:cNvPr id="5" name="TextBox 4"/>
          <p:cNvSpPr txBox="1"/>
          <p:nvPr/>
        </p:nvSpPr>
        <p:spPr>
          <a:xfrm>
            <a:off x="635000" y="1517134"/>
            <a:ext cx="130118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a:ea typeface="+mn-ea"/>
                <a:cs typeface="+mn-cs"/>
              </a:rPr>
              <a:t>S: 10.0.1.1</a:t>
            </a:r>
          </a:p>
        </p:txBody>
      </p:sp>
      <p:graphicFrame>
        <p:nvGraphicFramePr>
          <p:cNvPr id="6" name="Content Placeholder 3"/>
          <p:cNvGraphicFramePr>
            <a:graphicFrameLocks/>
          </p:cNvGraphicFramePr>
          <p:nvPr/>
        </p:nvGraphicFramePr>
        <p:xfrm>
          <a:off x="2730500" y="1962501"/>
          <a:ext cx="1574800" cy="914400"/>
        </p:xfrm>
        <a:graphic>
          <a:graphicData uri="http://schemas.openxmlformats.org/drawingml/2006/table">
            <a:tbl>
              <a:tblPr firstRow="1" bandRow="1">
                <a:tableStyleId>{5940675A-B579-460E-94D1-54222C63F5DA}</a:tableStyleId>
              </a:tblPr>
              <a:tblGrid>
                <a:gridCol w="1066800">
                  <a:extLst>
                    <a:ext uri="{9D8B030D-6E8A-4147-A177-3AD203B41FA5}">
                      <a16:colId xmlns:a16="http://schemas.microsoft.com/office/drawing/2014/main" val="20000"/>
                    </a:ext>
                  </a:extLst>
                </a:gridCol>
                <a:gridCol w="508000">
                  <a:extLst>
                    <a:ext uri="{9D8B030D-6E8A-4147-A177-3AD203B41FA5}">
                      <a16:colId xmlns:a16="http://schemas.microsoft.com/office/drawing/2014/main" val="20001"/>
                    </a:ext>
                  </a:extLst>
                </a:gridCol>
              </a:tblGrid>
              <a:tr h="301659">
                <a:tc>
                  <a:txBody>
                    <a:bodyPr/>
                    <a:lstStyle/>
                    <a:p>
                      <a:r>
                        <a:rPr lang="en-US" sz="1400" dirty="0"/>
                        <a:t>Prefixes</a:t>
                      </a:r>
                      <a:r>
                        <a:rPr lang="en-US" sz="1400" baseline="0" dirty="0"/>
                        <a:t> </a:t>
                      </a:r>
                      <a:endParaRPr lang="en-US" sz="1400" dirty="0"/>
                    </a:p>
                  </a:txBody>
                  <a:tcPr/>
                </a:tc>
                <a:tc>
                  <a:txBody>
                    <a:bodyPr/>
                    <a:lstStyle/>
                    <a:p>
                      <a:r>
                        <a:rPr lang="en-US" sz="1400" dirty="0"/>
                        <a:t>Port </a:t>
                      </a:r>
                    </a:p>
                  </a:txBody>
                  <a:tcPr/>
                </a:tc>
                <a:extLst>
                  <a:ext uri="{0D108BD9-81ED-4DB2-BD59-A6C34878D82A}">
                    <a16:rowId xmlns:a16="http://schemas.microsoft.com/office/drawing/2014/main" val="10000"/>
                  </a:ext>
                </a:extLst>
              </a:tr>
              <a:tr h="301659">
                <a:tc>
                  <a:txBody>
                    <a:bodyPr/>
                    <a:lstStyle/>
                    <a:p>
                      <a:r>
                        <a:rPr lang="en-US" sz="1400" dirty="0"/>
                        <a:t>0.0.0.2/8</a:t>
                      </a:r>
                    </a:p>
                  </a:txBody>
                  <a:tcPr/>
                </a:tc>
                <a:tc>
                  <a:txBody>
                    <a:bodyPr/>
                    <a:lstStyle/>
                    <a:p>
                      <a:r>
                        <a:rPr lang="en-US" sz="1400" dirty="0"/>
                        <a:t>3</a:t>
                      </a:r>
                    </a:p>
                  </a:txBody>
                  <a:tcPr/>
                </a:tc>
                <a:extLst>
                  <a:ext uri="{0D108BD9-81ED-4DB2-BD59-A6C34878D82A}">
                    <a16:rowId xmlns:a16="http://schemas.microsoft.com/office/drawing/2014/main" val="10001"/>
                  </a:ext>
                </a:extLst>
              </a:tr>
              <a:tr h="296432">
                <a:tc>
                  <a:txBody>
                    <a:bodyPr/>
                    <a:lstStyle/>
                    <a:p>
                      <a:r>
                        <a:rPr lang="en-US" sz="1400" dirty="0"/>
                        <a:t>0.0.0.3/8</a:t>
                      </a:r>
                    </a:p>
                  </a:txBody>
                  <a:tcPr>
                    <a:solidFill>
                      <a:schemeClr val="accent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2</a:t>
                      </a:r>
                    </a:p>
                  </a:txBody>
                  <a:tcPr>
                    <a:solidFill>
                      <a:schemeClr val="accent1"/>
                    </a:solidFill>
                  </a:tcPr>
                </a:tc>
                <a:extLst>
                  <a:ext uri="{0D108BD9-81ED-4DB2-BD59-A6C34878D82A}">
                    <a16:rowId xmlns:a16="http://schemas.microsoft.com/office/drawing/2014/main" val="10002"/>
                  </a:ext>
                </a:extLst>
              </a:tr>
            </a:tbl>
          </a:graphicData>
        </a:graphic>
      </p:graphicFrame>
      <p:graphicFrame>
        <p:nvGraphicFramePr>
          <p:cNvPr id="7" name="Content Placeholder 3"/>
          <p:cNvGraphicFramePr>
            <a:graphicFrameLocks/>
          </p:cNvGraphicFramePr>
          <p:nvPr/>
        </p:nvGraphicFramePr>
        <p:xfrm>
          <a:off x="292100" y="3647128"/>
          <a:ext cx="2438400" cy="1356194"/>
        </p:xfrm>
        <a:graphic>
          <a:graphicData uri="http://schemas.openxmlformats.org/drawingml/2006/table">
            <a:tbl>
              <a:tblPr firstRow="1" bandRow="1">
                <a:tableStyleId>{5940675A-B579-460E-94D1-54222C63F5DA}</a:tableStyleId>
              </a:tblPr>
              <a:tblGrid>
                <a:gridCol w="1651000">
                  <a:extLst>
                    <a:ext uri="{9D8B030D-6E8A-4147-A177-3AD203B41FA5}">
                      <a16:colId xmlns:a16="http://schemas.microsoft.com/office/drawing/2014/main" val="20000"/>
                    </a:ext>
                  </a:extLst>
                </a:gridCol>
                <a:gridCol w="787400">
                  <a:extLst>
                    <a:ext uri="{9D8B030D-6E8A-4147-A177-3AD203B41FA5}">
                      <a16:colId xmlns:a16="http://schemas.microsoft.com/office/drawing/2014/main" val="20001"/>
                    </a:ext>
                  </a:extLst>
                </a:gridCol>
              </a:tblGrid>
              <a:tr h="305908">
                <a:tc>
                  <a:txBody>
                    <a:bodyPr/>
                    <a:lstStyle/>
                    <a:p>
                      <a:r>
                        <a:rPr lang="en-US" sz="1400" dirty="0"/>
                        <a:t>Prefixes</a:t>
                      </a:r>
                      <a:r>
                        <a:rPr lang="en-US" sz="1400" baseline="0" dirty="0"/>
                        <a:t> </a:t>
                      </a:r>
                      <a:endParaRPr lang="en-US" sz="1400" dirty="0"/>
                    </a:p>
                  </a:txBody>
                  <a:tcPr/>
                </a:tc>
                <a:tc>
                  <a:txBody>
                    <a:bodyPr/>
                    <a:lstStyle/>
                    <a:p>
                      <a:r>
                        <a:rPr lang="en-US" sz="1400" dirty="0"/>
                        <a:t>Port </a:t>
                      </a:r>
                    </a:p>
                  </a:txBody>
                  <a:tcPr/>
                </a:tc>
                <a:extLst>
                  <a:ext uri="{0D108BD9-81ED-4DB2-BD59-A6C34878D82A}">
                    <a16:rowId xmlns:a16="http://schemas.microsoft.com/office/drawing/2014/main" val="10000"/>
                  </a:ext>
                </a:extLst>
              </a:tr>
              <a:tr h="372189">
                <a:tc>
                  <a:txBody>
                    <a:bodyPr/>
                    <a:lstStyle/>
                    <a:p>
                      <a:r>
                        <a:rPr lang="en-US" sz="1400" dirty="0"/>
                        <a:t>10.0.0.0/24</a:t>
                      </a:r>
                    </a:p>
                  </a:txBody>
                  <a:tcPr/>
                </a:tc>
                <a:tc>
                  <a:txBody>
                    <a:bodyPr/>
                    <a:lstStyle/>
                    <a:p>
                      <a:r>
                        <a:rPr lang="en-US" sz="1400" dirty="0"/>
                        <a:t>0</a:t>
                      </a:r>
                    </a:p>
                  </a:txBody>
                  <a:tcPr/>
                </a:tc>
                <a:extLst>
                  <a:ext uri="{0D108BD9-81ED-4DB2-BD59-A6C34878D82A}">
                    <a16:rowId xmlns:a16="http://schemas.microsoft.com/office/drawing/2014/main" val="10001"/>
                  </a:ext>
                </a:extLst>
              </a:tr>
              <a:tr h="372189">
                <a:tc>
                  <a:txBody>
                    <a:bodyPr/>
                    <a:lstStyle/>
                    <a:p>
                      <a:r>
                        <a:rPr lang="en-US" sz="1400" dirty="0"/>
                        <a:t>10.0.1.0/24</a:t>
                      </a:r>
                    </a:p>
                  </a:txBody>
                  <a:tcPr/>
                </a:tc>
                <a:tc>
                  <a:txBody>
                    <a:bodyPr/>
                    <a:lstStyle/>
                    <a:p>
                      <a:r>
                        <a:rPr lang="en-US" sz="1400" dirty="0"/>
                        <a:t>1</a:t>
                      </a:r>
                    </a:p>
                  </a:txBody>
                  <a:tcPr/>
                </a:tc>
                <a:extLst>
                  <a:ext uri="{0D108BD9-81ED-4DB2-BD59-A6C34878D82A}">
                    <a16:rowId xmlns:a16="http://schemas.microsoft.com/office/drawing/2014/main" val="10002"/>
                  </a:ext>
                </a:extLst>
              </a:tr>
              <a:tr h="305908">
                <a:tc>
                  <a:txBody>
                    <a:bodyPr/>
                    <a:lstStyle/>
                    <a:p>
                      <a:r>
                        <a:rPr lang="en-US" sz="1400" dirty="0"/>
                        <a:t>0.0.0.0/8</a:t>
                      </a:r>
                    </a:p>
                  </a:txBody>
                  <a:tcPr/>
                </a:tc>
                <a:tc>
                  <a:txBody>
                    <a:bodyPr/>
                    <a:lstStyle/>
                    <a:p>
                      <a:endParaRPr lang="en-US" sz="1400" dirty="0"/>
                    </a:p>
                  </a:txBody>
                  <a:tcPr/>
                </a:tc>
                <a:extLst>
                  <a:ext uri="{0D108BD9-81ED-4DB2-BD59-A6C34878D82A}">
                    <a16:rowId xmlns:a16="http://schemas.microsoft.com/office/drawing/2014/main" val="10003"/>
                  </a:ext>
                </a:extLst>
              </a:tr>
            </a:tbl>
          </a:graphicData>
        </a:graphic>
      </p:graphicFrame>
      <p:sp>
        <p:nvSpPr>
          <p:cNvPr id="8" name="TextBox 7"/>
          <p:cNvSpPr txBox="1"/>
          <p:nvPr/>
        </p:nvSpPr>
        <p:spPr>
          <a:xfrm>
            <a:off x="635000" y="3257311"/>
            <a:ext cx="130118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a:ea typeface="+mn-ea"/>
                <a:cs typeface="+mn-cs"/>
              </a:rPr>
              <a:t>S: 10.0.2.1</a:t>
            </a:r>
          </a:p>
        </p:txBody>
      </p:sp>
      <p:graphicFrame>
        <p:nvGraphicFramePr>
          <p:cNvPr id="9" name="Content Placeholder 3"/>
          <p:cNvGraphicFramePr>
            <a:graphicFrameLocks/>
          </p:cNvGraphicFramePr>
          <p:nvPr/>
        </p:nvGraphicFramePr>
        <p:xfrm>
          <a:off x="2730500" y="3537264"/>
          <a:ext cx="1803400" cy="1237936"/>
        </p:xfrm>
        <a:graphic>
          <a:graphicData uri="http://schemas.openxmlformats.org/drawingml/2006/table">
            <a:tbl>
              <a:tblPr firstRow="1" bandRow="1">
                <a:tableStyleId>{5940675A-B579-460E-94D1-54222C63F5DA}</a:tableStyleId>
              </a:tblPr>
              <a:tblGrid>
                <a:gridCol w="990600">
                  <a:extLst>
                    <a:ext uri="{9D8B030D-6E8A-4147-A177-3AD203B41FA5}">
                      <a16:colId xmlns:a16="http://schemas.microsoft.com/office/drawing/2014/main" val="20000"/>
                    </a:ext>
                  </a:extLst>
                </a:gridCol>
                <a:gridCol w="812800">
                  <a:extLst>
                    <a:ext uri="{9D8B030D-6E8A-4147-A177-3AD203B41FA5}">
                      <a16:colId xmlns:a16="http://schemas.microsoft.com/office/drawing/2014/main" val="20001"/>
                    </a:ext>
                  </a:extLst>
                </a:gridCol>
              </a:tblGrid>
              <a:tr h="567322">
                <a:tc>
                  <a:txBody>
                    <a:bodyPr/>
                    <a:lstStyle/>
                    <a:p>
                      <a:r>
                        <a:rPr lang="en-US" sz="1400" dirty="0"/>
                        <a:t>Prefixes</a:t>
                      </a:r>
                      <a:r>
                        <a:rPr lang="en-US" sz="1400" baseline="0" dirty="0"/>
                        <a:t> </a:t>
                      </a:r>
                      <a:endParaRPr lang="en-US" sz="1400" dirty="0"/>
                    </a:p>
                  </a:txBody>
                  <a:tcPr/>
                </a:tc>
                <a:tc>
                  <a:txBody>
                    <a:bodyPr/>
                    <a:lstStyle/>
                    <a:p>
                      <a:r>
                        <a:rPr lang="en-US" sz="1400" dirty="0"/>
                        <a:t>Port </a:t>
                      </a:r>
                    </a:p>
                  </a:txBody>
                  <a:tcPr/>
                </a:tc>
                <a:extLst>
                  <a:ext uri="{0D108BD9-81ED-4DB2-BD59-A6C34878D82A}">
                    <a16:rowId xmlns:a16="http://schemas.microsoft.com/office/drawing/2014/main" val="10000"/>
                  </a:ext>
                </a:extLst>
              </a:tr>
              <a:tr h="339936">
                <a:tc>
                  <a:txBody>
                    <a:bodyPr/>
                    <a:lstStyle/>
                    <a:p>
                      <a:r>
                        <a:rPr lang="en-US" sz="1400" dirty="0"/>
                        <a:t>0.0.0.2/8</a:t>
                      </a:r>
                    </a:p>
                  </a:txBody>
                  <a:tcPr/>
                </a:tc>
                <a:tc>
                  <a:txBody>
                    <a:bodyPr/>
                    <a:lstStyle/>
                    <a:p>
                      <a:r>
                        <a:rPr lang="en-US" sz="1400" dirty="0"/>
                        <a:t>2</a:t>
                      </a:r>
                    </a:p>
                  </a:txBody>
                  <a:tcPr/>
                </a:tc>
                <a:extLst>
                  <a:ext uri="{0D108BD9-81ED-4DB2-BD59-A6C34878D82A}">
                    <a16:rowId xmlns:a16="http://schemas.microsoft.com/office/drawing/2014/main" val="10001"/>
                  </a:ext>
                </a:extLst>
              </a:tr>
              <a:tr h="330678">
                <a:tc>
                  <a:txBody>
                    <a:bodyPr/>
                    <a:lstStyle/>
                    <a:p>
                      <a:r>
                        <a:rPr lang="en-US" sz="1400" dirty="0"/>
                        <a:t>0.0.0.3/8</a:t>
                      </a:r>
                    </a:p>
                  </a:txBody>
                  <a:tcPr>
                    <a:solidFill>
                      <a:schemeClr val="accent1"/>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3</a:t>
                      </a:r>
                    </a:p>
                  </a:txBody>
                  <a:tcPr>
                    <a:solidFill>
                      <a:schemeClr val="accent1"/>
                    </a:solidFill>
                  </a:tcPr>
                </a:tc>
                <a:extLst>
                  <a:ext uri="{0D108BD9-81ED-4DB2-BD59-A6C34878D82A}">
                    <a16:rowId xmlns:a16="http://schemas.microsoft.com/office/drawing/2014/main" val="10002"/>
                  </a:ext>
                </a:extLst>
              </a:tr>
            </a:tbl>
          </a:graphicData>
        </a:graphic>
      </p:graphicFrame>
      <p:graphicFrame>
        <p:nvGraphicFramePr>
          <p:cNvPr id="10" name="Content Placeholder 3"/>
          <p:cNvGraphicFramePr>
            <a:graphicFrameLocks/>
          </p:cNvGraphicFramePr>
          <p:nvPr/>
        </p:nvGraphicFramePr>
        <p:xfrm>
          <a:off x="292100" y="5316221"/>
          <a:ext cx="2438400" cy="1656080"/>
        </p:xfrm>
        <a:graphic>
          <a:graphicData uri="http://schemas.openxmlformats.org/drawingml/2006/table">
            <a:tbl>
              <a:tblPr firstRow="1" bandRow="1">
                <a:tableStyleId>{5940675A-B579-460E-94D1-54222C63F5DA}</a:tableStyleId>
              </a:tblPr>
              <a:tblGrid>
                <a:gridCol w="1651000">
                  <a:extLst>
                    <a:ext uri="{9D8B030D-6E8A-4147-A177-3AD203B41FA5}">
                      <a16:colId xmlns:a16="http://schemas.microsoft.com/office/drawing/2014/main" val="20000"/>
                    </a:ext>
                  </a:extLst>
                </a:gridCol>
                <a:gridCol w="787400">
                  <a:extLst>
                    <a:ext uri="{9D8B030D-6E8A-4147-A177-3AD203B41FA5}">
                      <a16:colId xmlns:a16="http://schemas.microsoft.com/office/drawing/2014/main" val="20001"/>
                    </a:ext>
                  </a:extLst>
                </a:gridCol>
              </a:tblGrid>
              <a:tr h="208280">
                <a:tc>
                  <a:txBody>
                    <a:bodyPr/>
                    <a:lstStyle/>
                    <a:p>
                      <a:r>
                        <a:rPr lang="en-US" sz="1400" dirty="0"/>
                        <a:t>Prefixes</a:t>
                      </a:r>
                      <a:r>
                        <a:rPr lang="en-US" sz="1400" baseline="0" dirty="0"/>
                        <a:t> </a:t>
                      </a:r>
                      <a:endParaRPr lang="en-US" sz="1400" dirty="0"/>
                    </a:p>
                  </a:txBody>
                  <a:tcPr/>
                </a:tc>
                <a:tc>
                  <a:txBody>
                    <a:bodyPr/>
                    <a:lstStyle/>
                    <a:p>
                      <a:r>
                        <a:rPr lang="en-US" sz="1400" dirty="0"/>
                        <a:t>Port </a:t>
                      </a:r>
                    </a:p>
                  </a:txBody>
                  <a:tcPr/>
                </a:tc>
                <a:extLst>
                  <a:ext uri="{0D108BD9-81ED-4DB2-BD59-A6C34878D82A}">
                    <a16:rowId xmlns:a16="http://schemas.microsoft.com/office/drawing/2014/main" val="10000"/>
                  </a:ext>
                </a:extLst>
              </a:tr>
              <a:tr h="370840">
                <a:tc>
                  <a:txBody>
                    <a:bodyPr/>
                    <a:lstStyle/>
                    <a:p>
                      <a:r>
                        <a:rPr lang="en-US" sz="1400" dirty="0"/>
                        <a:t>10.0.0.0/16</a:t>
                      </a:r>
                    </a:p>
                  </a:txBody>
                  <a:tcPr/>
                </a:tc>
                <a:tc>
                  <a:txBody>
                    <a:bodyPr/>
                    <a:lstStyle/>
                    <a:p>
                      <a:r>
                        <a:rPr lang="en-US" sz="1400" dirty="0"/>
                        <a:t>0</a:t>
                      </a:r>
                    </a:p>
                  </a:txBody>
                  <a:tcPr/>
                </a:tc>
                <a:extLst>
                  <a:ext uri="{0D108BD9-81ED-4DB2-BD59-A6C34878D82A}">
                    <a16:rowId xmlns:a16="http://schemas.microsoft.com/office/drawing/2014/main" val="10001"/>
                  </a:ext>
                </a:extLst>
              </a:tr>
              <a:tr h="370840">
                <a:tc>
                  <a:txBody>
                    <a:bodyPr/>
                    <a:lstStyle/>
                    <a:p>
                      <a:r>
                        <a:rPr lang="en-US" sz="1400" dirty="0"/>
                        <a:t>10.1.0.0/16</a:t>
                      </a:r>
                    </a:p>
                  </a:txBody>
                  <a:tcPr/>
                </a:tc>
                <a:tc>
                  <a:txBody>
                    <a:bodyPr/>
                    <a:lstStyle/>
                    <a:p>
                      <a:r>
                        <a:rPr lang="en-US" sz="1400" dirty="0"/>
                        <a:t>1</a:t>
                      </a:r>
                    </a:p>
                  </a:txBody>
                  <a:tcPr/>
                </a:tc>
                <a:extLst>
                  <a:ext uri="{0D108BD9-81ED-4DB2-BD59-A6C34878D82A}">
                    <a16:rowId xmlns:a16="http://schemas.microsoft.com/office/drawing/2014/main" val="10002"/>
                  </a:ext>
                </a:extLst>
              </a:tr>
              <a:tr h="176014">
                <a:tc>
                  <a:txBody>
                    <a:bodyPr/>
                    <a:lstStyle/>
                    <a:p>
                      <a:r>
                        <a:rPr lang="en-US" sz="1400" dirty="0"/>
                        <a:t>10.2.0.0/16</a:t>
                      </a:r>
                    </a:p>
                  </a:txBody>
                  <a:tcPr>
                    <a:solidFill>
                      <a:srgbClr val="93A299"/>
                    </a:solidFill>
                  </a:tcPr>
                </a:tc>
                <a:tc>
                  <a:txBody>
                    <a:bodyPr/>
                    <a:lstStyle/>
                    <a:p>
                      <a:r>
                        <a:rPr lang="en-US" sz="1400" dirty="0"/>
                        <a:t>2</a:t>
                      </a:r>
                    </a:p>
                  </a:txBody>
                  <a:tcPr>
                    <a:solidFill>
                      <a:srgbClr val="93A299"/>
                    </a:solidFill>
                  </a:tcPr>
                </a:tc>
                <a:extLst>
                  <a:ext uri="{0D108BD9-81ED-4DB2-BD59-A6C34878D82A}">
                    <a16:rowId xmlns:a16="http://schemas.microsoft.com/office/drawing/2014/main" val="10003"/>
                  </a:ext>
                </a:extLst>
              </a:tr>
              <a:tr h="176014">
                <a:tc>
                  <a:txBody>
                    <a:bodyPr/>
                    <a:lstStyle/>
                    <a:p>
                      <a:r>
                        <a:rPr lang="en-US" sz="1400" dirty="0"/>
                        <a:t>10.3.0.0/16</a:t>
                      </a:r>
                    </a:p>
                  </a:txBody>
                  <a:tcPr/>
                </a:tc>
                <a:tc>
                  <a:txBody>
                    <a:bodyPr/>
                    <a:lstStyle/>
                    <a:p>
                      <a:r>
                        <a:rPr lang="en-US" sz="1400" dirty="0"/>
                        <a:t>3</a:t>
                      </a:r>
                    </a:p>
                  </a:txBody>
                  <a:tcPr/>
                </a:tc>
                <a:extLst>
                  <a:ext uri="{0D108BD9-81ED-4DB2-BD59-A6C34878D82A}">
                    <a16:rowId xmlns:a16="http://schemas.microsoft.com/office/drawing/2014/main" val="10004"/>
                  </a:ext>
                </a:extLst>
              </a:tr>
            </a:tbl>
          </a:graphicData>
        </a:graphic>
      </p:graphicFrame>
      <p:sp>
        <p:nvSpPr>
          <p:cNvPr id="11" name="TextBox 10"/>
          <p:cNvSpPr txBox="1"/>
          <p:nvPr/>
        </p:nvSpPr>
        <p:spPr>
          <a:xfrm>
            <a:off x="469900" y="4953478"/>
            <a:ext cx="125983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a:ea typeface="+mn-ea"/>
                <a:cs typeface="+mn-cs"/>
              </a:rPr>
              <a:t>S: 10.4.1.2</a:t>
            </a:r>
          </a:p>
        </p:txBody>
      </p:sp>
      <p:graphicFrame>
        <p:nvGraphicFramePr>
          <p:cNvPr id="13" name="Content Placeholder 3"/>
          <p:cNvGraphicFramePr>
            <a:graphicFrameLocks/>
          </p:cNvGraphicFramePr>
          <p:nvPr/>
        </p:nvGraphicFramePr>
        <p:xfrm>
          <a:off x="4470400" y="1925598"/>
          <a:ext cx="2438400" cy="1351280"/>
        </p:xfrm>
        <a:graphic>
          <a:graphicData uri="http://schemas.openxmlformats.org/drawingml/2006/table">
            <a:tbl>
              <a:tblPr firstRow="1" bandRow="1">
                <a:tableStyleId>{5940675A-B579-460E-94D1-54222C63F5DA}</a:tableStyleId>
              </a:tblPr>
              <a:tblGrid>
                <a:gridCol w="1651000">
                  <a:extLst>
                    <a:ext uri="{9D8B030D-6E8A-4147-A177-3AD203B41FA5}">
                      <a16:colId xmlns:a16="http://schemas.microsoft.com/office/drawing/2014/main" val="20000"/>
                    </a:ext>
                  </a:extLst>
                </a:gridCol>
                <a:gridCol w="787400">
                  <a:extLst>
                    <a:ext uri="{9D8B030D-6E8A-4147-A177-3AD203B41FA5}">
                      <a16:colId xmlns:a16="http://schemas.microsoft.com/office/drawing/2014/main" val="20001"/>
                    </a:ext>
                  </a:extLst>
                </a:gridCol>
              </a:tblGrid>
              <a:tr h="208280">
                <a:tc>
                  <a:txBody>
                    <a:bodyPr/>
                    <a:lstStyle/>
                    <a:p>
                      <a:r>
                        <a:rPr lang="en-US" sz="1400" dirty="0"/>
                        <a:t>Prefixes</a:t>
                      </a:r>
                      <a:r>
                        <a:rPr lang="en-US" sz="1400" baseline="0" dirty="0"/>
                        <a:t> </a:t>
                      </a:r>
                      <a:endParaRPr lang="en-US" sz="1400" dirty="0"/>
                    </a:p>
                  </a:txBody>
                  <a:tcPr/>
                </a:tc>
                <a:tc>
                  <a:txBody>
                    <a:bodyPr/>
                    <a:lstStyle/>
                    <a:p>
                      <a:r>
                        <a:rPr lang="en-US" sz="1400" dirty="0"/>
                        <a:t>Port </a:t>
                      </a:r>
                    </a:p>
                  </a:txBody>
                  <a:tcPr/>
                </a:tc>
                <a:extLst>
                  <a:ext uri="{0D108BD9-81ED-4DB2-BD59-A6C34878D82A}">
                    <a16:rowId xmlns:a16="http://schemas.microsoft.com/office/drawing/2014/main" val="10000"/>
                  </a:ext>
                </a:extLst>
              </a:tr>
              <a:tr h="370840">
                <a:tc>
                  <a:txBody>
                    <a:bodyPr/>
                    <a:lstStyle/>
                    <a:p>
                      <a:r>
                        <a:rPr lang="en-US" sz="1400" dirty="0"/>
                        <a:t>10.2.0.1/24</a:t>
                      </a:r>
                    </a:p>
                  </a:txBody>
                  <a:tcPr>
                    <a:solidFill>
                      <a:srgbClr val="93A299"/>
                    </a:solidFill>
                  </a:tcPr>
                </a:tc>
                <a:tc>
                  <a:txBody>
                    <a:bodyPr/>
                    <a:lstStyle/>
                    <a:p>
                      <a:r>
                        <a:rPr lang="en-US" sz="1400" dirty="0"/>
                        <a:t>0</a:t>
                      </a:r>
                    </a:p>
                  </a:txBody>
                  <a:tcPr>
                    <a:solidFill>
                      <a:srgbClr val="93A299"/>
                    </a:solidFill>
                  </a:tcPr>
                </a:tc>
                <a:extLst>
                  <a:ext uri="{0D108BD9-81ED-4DB2-BD59-A6C34878D82A}">
                    <a16:rowId xmlns:a16="http://schemas.microsoft.com/office/drawing/2014/main" val="10001"/>
                  </a:ext>
                </a:extLst>
              </a:tr>
              <a:tr h="370840">
                <a:tc>
                  <a:txBody>
                    <a:bodyPr/>
                    <a:lstStyle/>
                    <a:p>
                      <a:r>
                        <a:rPr lang="en-US" sz="1400" dirty="0"/>
                        <a:t>10.2.1.0/24</a:t>
                      </a:r>
                    </a:p>
                  </a:txBody>
                  <a:tcPr/>
                </a:tc>
                <a:tc>
                  <a:txBody>
                    <a:bodyPr/>
                    <a:lstStyle/>
                    <a:p>
                      <a:r>
                        <a:rPr lang="en-US" sz="1400" dirty="0"/>
                        <a:t>1</a:t>
                      </a:r>
                    </a:p>
                  </a:txBody>
                  <a:tcPr/>
                </a:tc>
                <a:extLst>
                  <a:ext uri="{0D108BD9-81ED-4DB2-BD59-A6C34878D82A}">
                    <a16:rowId xmlns:a16="http://schemas.microsoft.com/office/drawing/2014/main" val="10002"/>
                  </a:ext>
                </a:extLst>
              </a:tr>
              <a:tr h="176014">
                <a:tc>
                  <a:txBody>
                    <a:bodyPr/>
                    <a:lstStyle/>
                    <a:p>
                      <a:r>
                        <a:rPr lang="en-US" sz="1400" dirty="0"/>
                        <a:t>0.0.0.0/8</a:t>
                      </a:r>
                    </a:p>
                  </a:txBody>
                  <a:tcPr/>
                </a:tc>
                <a:tc>
                  <a:txBody>
                    <a:bodyPr/>
                    <a:lstStyle/>
                    <a:p>
                      <a:endParaRPr lang="en-US" sz="1400" dirty="0"/>
                    </a:p>
                  </a:txBody>
                  <a:tcPr/>
                </a:tc>
                <a:extLst>
                  <a:ext uri="{0D108BD9-81ED-4DB2-BD59-A6C34878D82A}">
                    <a16:rowId xmlns:a16="http://schemas.microsoft.com/office/drawing/2014/main" val="10003"/>
                  </a:ext>
                </a:extLst>
              </a:tr>
            </a:tbl>
          </a:graphicData>
        </a:graphic>
      </p:graphicFrame>
      <p:sp>
        <p:nvSpPr>
          <p:cNvPr id="14" name="TextBox 13"/>
          <p:cNvSpPr txBox="1"/>
          <p:nvPr/>
        </p:nvSpPr>
        <p:spPr>
          <a:xfrm>
            <a:off x="4648200" y="1530866"/>
            <a:ext cx="130118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a:ea typeface="+mn-ea"/>
                <a:cs typeface="+mn-cs"/>
              </a:rPr>
              <a:t>S: 10.2.2.1</a:t>
            </a:r>
          </a:p>
        </p:txBody>
      </p:sp>
      <p:graphicFrame>
        <p:nvGraphicFramePr>
          <p:cNvPr id="15" name="Content Placeholder 3"/>
          <p:cNvGraphicFramePr>
            <a:graphicFrameLocks/>
          </p:cNvGraphicFramePr>
          <p:nvPr/>
        </p:nvGraphicFramePr>
        <p:xfrm>
          <a:off x="6959599" y="1920683"/>
          <a:ext cx="2089397" cy="925150"/>
        </p:xfrm>
        <a:graphic>
          <a:graphicData uri="http://schemas.openxmlformats.org/drawingml/2006/table">
            <a:tbl>
              <a:tblPr firstRow="1" bandRow="1">
                <a:tableStyleId>{5940675A-B579-460E-94D1-54222C63F5DA}</a:tableStyleId>
              </a:tblPr>
              <a:tblGrid>
                <a:gridCol w="1186874">
                  <a:extLst>
                    <a:ext uri="{9D8B030D-6E8A-4147-A177-3AD203B41FA5}">
                      <a16:colId xmlns:a16="http://schemas.microsoft.com/office/drawing/2014/main" val="20000"/>
                    </a:ext>
                  </a:extLst>
                </a:gridCol>
                <a:gridCol w="902523">
                  <a:extLst>
                    <a:ext uri="{9D8B030D-6E8A-4147-A177-3AD203B41FA5}">
                      <a16:colId xmlns:a16="http://schemas.microsoft.com/office/drawing/2014/main" val="20001"/>
                    </a:ext>
                  </a:extLst>
                </a:gridCol>
              </a:tblGrid>
              <a:tr h="310175">
                <a:tc>
                  <a:txBody>
                    <a:bodyPr/>
                    <a:lstStyle/>
                    <a:p>
                      <a:r>
                        <a:rPr lang="en-US" sz="1400" dirty="0"/>
                        <a:t>Prefixes</a:t>
                      </a:r>
                      <a:r>
                        <a:rPr lang="en-US" sz="1400" baseline="0" dirty="0"/>
                        <a:t> </a:t>
                      </a:r>
                      <a:endParaRPr lang="en-US" sz="1400" dirty="0"/>
                    </a:p>
                  </a:txBody>
                  <a:tcPr/>
                </a:tc>
                <a:tc>
                  <a:txBody>
                    <a:bodyPr/>
                    <a:lstStyle/>
                    <a:p>
                      <a:r>
                        <a:rPr lang="en-US" sz="1400" dirty="0"/>
                        <a:t>Port </a:t>
                      </a:r>
                    </a:p>
                  </a:txBody>
                  <a:tcPr/>
                </a:tc>
                <a:extLst>
                  <a:ext uri="{0D108BD9-81ED-4DB2-BD59-A6C34878D82A}">
                    <a16:rowId xmlns:a16="http://schemas.microsoft.com/office/drawing/2014/main" val="10000"/>
                  </a:ext>
                </a:extLst>
              </a:tr>
              <a:tr h="310175">
                <a:tc>
                  <a:txBody>
                    <a:bodyPr/>
                    <a:lstStyle/>
                    <a:p>
                      <a:r>
                        <a:rPr lang="en-US" sz="1400" dirty="0"/>
                        <a:t>0.0.0.2/8</a:t>
                      </a:r>
                    </a:p>
                  </a:txBody>
                  <a:tcPr/>
                </a:tc>
                <a:tc>
                  <a:txBody>
                    <a:bodyPr/>
                    <a:lstStyle/>
                    <a:p>
                      <a:r>
                        <a:rPr lang="en-US" sz="1400" dirty="0"/>
                        <a:t>3</a:t>
                      </a:r>
                    </a:p>
                  </a:txBody>
                  <a:tcPr/>
                </a:tc>
                <a:extLst>
                  <a:ext uri="{0D108BD9-81ED-4DB2-BD59-A6C34878D82A}">
                    <a16:rowId xmlns:a16="http://schemas.microsoft.com/office/drawing/2014/main" val="10001"/>
                  </a:ext>
                </a:extLst>
              </a:tr>
              <a:tr h="260752">
                <a:tc>
                  <a:txBody>
                    <a:bodyPr/>
                    <a:lstStyle/>
                    <a:p>
                      <a:r>
                        <a:rPr lang="en-US" sz="1400" dirty="0"/>
                        <a:t>0.0.0.3/8</a:t>
                      </a:r>
                    </a:p>
                  </a:txBody>
                  <a:tcPr>
                    <a:solidFill>
                      <a:srgbClr val="FFFFFF"/>
                    </a:solid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2</a:t>
                      </a:r>
                    </a:p>
                  </a:txBody>
                  <a:tcPr>
                    <a:solidFill>
                      <a:srgbClr val="FFFFFF"/>
                    </a:solidFill>
                  </a:tcPr>
                </a:tc>
                <a:extLst>
                  <a:ext uri="{0D108BD9-81ED-4DB2-BD59-A6C34878D82A}">
                    <a16:rowId xmlns:a16="http://schemas.microsoft.com/office/drawing/2014/main" val="10002"/>
                  </a:ext>
                </a:extLst>
              </a:tr>
            </a:tbl>
          </a:graphicData>
        </a:graphic>
      </p:graphicFrame>
      <p:graphicFrame>
        <p:nvGraphicFramePr>
          <p:cNvPr id="16" name="Content Placeholder 3"/>
          <p:cNvGraphicFramePr>
            <a:graphicFrameLocks/>
          </p:cNvGraphicFramePr>
          <p:nvPr/>
        </p:nvGraphicFramePr>
        <p:xfrm>
          <a:off x="4533900" y="4327682"/>
          <a:ext cx="2438400" cy="1351280"/>
        </p:xfrm>
        <a:graphic>
          <a:graphicData uri="http://schemas.openxmlformats.org/drawingml/2006/table">
            <a:tbl>
              <a:tblPr firstRow="1" bandRow="1">
                <a:tableStyleId>{5940675A-B579-460E-94D1-54222C63F5DA}</a:tableStyleId>
              </a:tblPr>
              <a:tblGrid>
                <a:gridCol w="1651000">
                  <a:extLst>
                    <a:ext uri="{9D8B030D-6E8A-4147-A177-3AD203B41FA5}">
                      <a16:colId xmlns:a16="http://schemas.microsoft.com/office/drawing/2014/main" val="20000"/>
                    </a:ext>
                  </a:extLst>
                </a:gridCol>
                <a:gridCol w="787400">
                  <a:extLst>
                    <a:ext uri="{9D8B030D-6E8A-4147-A177-3AD203B41FA5}">
                      <a16:colId xmlns:a16="http://schemas.microsoft.com/office/drawing/2014/main" val="20001"/>
                    </a:ext>
                  </a:extLst>
                </a:gridCol>
              </a:tblGrid>
              <a:tr h="208280">
                <a:tc>
                  <a:txBody>
                    <a:bodyPr/>
                    <a:lstStyle/>
                    <a:p>
                      <a:r>
                        <a:rPr lang="en-US" sz="1400" dirty="0"/>
                        <a:t>Prefixes</a:t>
                      </a:r>
                      <a:r>
                        <a:rPr lang="en-US" sz="1400" baseline="0" dirty="0"/>
                        <a:t> </a:t>
                      </a:r>
                      <a:endParaRPr lang="en-US" sz="1400" dirty="0"/>
                    </a:p>
                  </a:txBody>
                  <a:tcPr/>
                </a:tc>
                <a:tc>
                  <a:txBody>
                    <a:bodyPr/>
                    <a:lstStyle/>
                    <a:p>
                      <a:r>
                        <a:rPr lang="en-US" sz="1400" dirty="0"/>
                        <a:t>Port </a:t>
                      </a:r>
                    </a:p>
                  </a:txBody>
                  <a:tcPr/>
                </a:tc>
                <a:extLst>
                  <a:ext uri="{0D108BD9-81ED-4DB2-BD59-A6C34878D82A}">
                    <a16:rowId xmlns:a16="http://schemas.microsoft.com/office/drawing/2014/main" val="10000"/>
                  </a:ext>
                </a:extLst>
              </a:tr>
              <a:tr h="370840">
                <a:tc>
                  <a:txBody>
                    <a:bodyPr/>
                    <a:lstStyle/>
                    <a:p>
                      <a:r>
                        <a:rPr lang="en-US" sz="1400" dirty="0"/>
                        <a:t>10.2.0.0/24</a:t>
                      </a:r>
                    </a:p>
                  </a:txBody>
                  <a:tcPr>
                    <a:solidFill>
                      <a:srgbClr val="93A299"/>
                    </a:solidFill>
                  </a:tcPr>
                </a:tc>
                <a:tc>
                  <a:txBody>
                    <a:bodyPr/>
                    <a:lstStyle/>
                    <a:p>
                      <a:r>
                        <a:rPr lang="en-US" sz="1400" dirty="0"/>
                        <a:t>0</a:t>
                      </a:r>
                    </a:p>
                  </a:txBody>
                  <a:tcPr>
                    <a:solidFill>
                      <a:srgbClr val="93A299"/>
                    </a:solidFill>
                  </a:tcPr>
                </a:tc>
                <a:extLst>
                  <a:ext uri="{0D108BD9-81ED-4DB2-BD59-A6C34878D82A}">
                    <a16:rowId xmlns:a16="http://schemas.microsoft.com/office/drawing/2014/main" val="10001"/>
                  </a:ext>
                </a:extLst>
              </a:tr>
              <a:tr h="370840">
                <a:tc>
                  <a:txBody>
                    <a:bodyPr/>
                    <a:lstStyle/>
                    <a:p>
                      <a:r>
                        <a:rPr lang="en-US" sz="1400" dirty="0"/>
                        <a:t>10.2.1.0/24</a:t>
                      </a:r>
                    </a:p>
                  </a:txBody>
                  <a:tcPr/>
                </a:tc>
                <a:tc>
                  <a:txBody>
                    <a:bodyPr/>
                    <a:lstStyle/>
                    <a:p>
                      <a:r>
                        <a:rPr lang="en-US" sz="1400" dirty="0"/>
                        <a:t>1</a:t>
                      </a:r>
                    </a:p>
                  </a:txBody>
                  <a:tcPr/>
                </a:tc>
                <a:extLst>
                  <a:ext uri="{0D108BD9-81ED-4DB2-BD59-A6C34878D82A}">
                    <a16:rowId xmlns:a16="http://schemas.microsoft.com/office/drawing/2014/main" val="10002"/>
                  </a:ext>
                </a:extLst>
              </a:tr>
              <a:tr h="176014">
                <a:tc>
                  <a:txBody>
                    <a:bodyPr/>
                    <a:lstStyle/>
                    <a:p>
                      <a:r>
                        <a:rPr lang="en-US" sz="1400" dirty="0"/>
                        <a:t>0.0.0.0/8</a:t>
                      </a:r>
                    </a:p>
                  </a:txBody>
                  <a:tcPr/>
                </a:tc>
                <a:tc>
                  <a:txBody>
                    <a:bodyPr/>
                    <a:lstStyle/>
                    <a:p>
                      <a:endParaRPr lang="en-US" sz="1400" dirty="0"/>
                    </a:p>
                  </a:txBody>
                  <a:tcPr/>
                </a:tc>
                <a:extLst>
                  <a:ext uri="{0D108BD9-81ED-4DB2-BD59-A6C34878D82A}">
                    <a16:rowId xmlns:a16="http://schemas.microsoft.com/office/drawing/2014/main" val="10003"/>
                  </a:ext>
                </a:extLst>
              </a:tr>
            </a:tbl>
          </a:graphicData>
        </a:graphic>
      </p:graphicFrame>
      <p:sp>
        <p:nvSpPr>
          <p:cNvPr id="17" name="TextBox 16"/>
          <p:cNvSpPr txBox="1"/>
          <p:nvPr/>
        </p:nvSpPr>
        <p:spPr>
          <a:xfrm>
            <a:off x="4711700" y="3932950"/>
            <a:ext cx="1301182" cy="369332"/>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Franklin Gothic Book"/>
                <a:ea typeface="+mn-ea"/>
                <a:cs typeface="+mn-cs"/>
              </a:rPr>
              <a:t>S: 10.2.0.1</a:t>
            </a:r>
          </a:p>
        </p:txBody>
      </p:sp>
      <p:graphicFrame>
        <p:nvGraphicFramePr>
          <p:cNvPr id="18" name="Content Placeholder 3"/>
          <p:cNvGraphicFramePr>
            <a:graphicFrameLocks/>
          </p:cNvGraphicFramePr>
          <p:nvPr/>
        </p:nvGraphicFramePr>
        <p:xfrm>
          <a:off x="7023100" y="4322767"/>
          <a:ext cx="1919019" cy="925150"/>
        </p:xfrm>
        <a:graphic>
          <a:graphicData uri="http://schemas.openxmlformats.org/drawingml/2006/table">
            <a:tbl>
              <a:tblPr firstRow="1" bandRow="1">
                <a:tableStyleId>{5940675A-B579-460E-94D1-54222C63F5DA}</a:tableStyleId>
              </a:tblPr>
              <a:tblGrid>
                <a:gridCol w="977552">
                  <a:extLst>
                    <a:ext uri="{9D8B030D-6E8A-4147-A177-3AD203B41FA5}">
                      <a16:colId xmlns:a16="http://schemas.microsoft.com/office/drawing/2014/main" val="20000"/>
                    </a:ext>
                  </a:extLst>
                </a:gridCol>
                <a:gridCol w="941467">
                  <a:extLst>
                    <a:ext uri="{9D8B030D-6E8A-4147-A177-3AD203B41FA5}">
                      <a16:colId xmlns:a16="http://schemas.microsoft.com/office/drawing/2014/main" val="20001"/>
                    </a:ext>
                  </a:extLst>
                </a:gridCol>
              </a:tblGrid>
              <a:tr h="310175">
                <a:tc>
                  <a:txBody>
                    <a:bodyPr/>
                    <a:lstStyle/>
                    <a:p>
                      <a:r>
                        <a:rPr lang="en-US" sz="1400" dirty="0"/>
                        <a:t>Prefixes</a:t>
                      </a:r>
                      <a:r>
                        <a:rPr lang="en-US" sz="1400" baseline="0" dirty="0"/>
                        <a:t> </a:t>
                      </a:r>
                      <a:endParaRPr lang="en-US" sz="1400" dirty="0"/>
                    </a:p>
                  </a:txBody>
                  <a:tcPr/>
                </a:tc>
                <a:tc>
                  <a:txBody>
                    <a:bodyPr/>
                    <a:lstStyle/>
                    <a:p>
                      <a:r>
                        <a:rPr lang="en-US" sz="1400" dirty="0"/>
                        <a:t>Port </a:t>
                      </a:r>
                    </a:p>
                  </a:txBody>
                  <a:tcPr/>
                </a:tc>
                <a:extLst>
                  <a:ext uri="{0D108BD9-81ED-4DB2-BD59-A6C34878D82A}">
                    <a16:rowId xmlns:a16="http://schemas.microsoft.com/office/drawing/2014/main" val="10000"/>
                  </a:ext>
                </a:extLst>
              </a:tr>
              <a:tr h="310175">
                <a:tc>
                  <a:txBody>
                    <a:bodyPr/>
                    <a:lstStyle/>
                    <a:p>
                      <a:r>
                        <a:rPr lang="en-US" sz="1400" dirty="0"/>
                        <a:t>0.0.0.2/8</a:t>
                      </a:r>
                    </a:p>
                  </a:txBody>
                  <a:tcPr/>
                </a:tc>
                <a:tc>
                  <a:txBody>
                    <a:bodyPr/>
                    <a:lstStyle/>
                    <a:p>
                      <a:r>
                        <a:rPr lang="en-US" sz="1400" dirty="0"/>
                        <a:t>3</a:t>
                      </a:r>
                    </a:p>
                  </a:txBody>
                  <a:tcPr/>
                </a:tc>
                <a:extLst>
                  <a:ext uri="{0D108BD9-81ED-4DB2-BD59-A6C34878D82A}">
                    <a16:rowId xmlns:a16="http://schemas.microsoft.com/office/drawing/2014/main" val="10001"/>
                  </a:ext>
                </a:extLst>
              </a:tr>
              <a:tr h="260752">
                <a:tc>
                  <a:txBody>
                    <a:bodyPr/>
                    <a:lstStyle/>
                    <a:p>
                      <a:r>
                        <a:rPr lang="en-US" sz="1400" dirty="0"/>
                        <a:t>0.0.0.3/8</a:t>
                      </a:r>
                    </a:p>
                  </a:txBody>
                  <a:tcPr>
                    <a:noFill/>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400" dirty="0"/>
                        <a:t>2</a:t>
                      </a:r>
                    </a:p>
                  </a:txBody>
                  <a:tcPr>
                    <a:noFill/>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3680935687"/>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2770" name="Rectangle 2"/>
          <p:cNvSpPr>
            <a:spLocks noGrp="1" noChangeArrowheads="1"/>
          </p:cNvSpPr>
          <p:nvPr>
            <p:ph type="title"/>
          </p:nvPr>
        </p:nvSpPr>
        <p:spPr>
          <a:xfrm>
            <a:off x="107504" y="260648"/>
            <a:ext cx="8892480" cy="1224136"/>
          </a:xfrm>
        </p:spPr>
        <p:txBody>
          <a:bodyPr>
            <a:noAutofit/>
          </a:bodyPr>
          <a:lstStyle/>
          <a:p>
            <a:r>
              <a:rPr lang="en-US" dirty="0" err="1"/>
              <a:t>PortLand</a:t>
            </a:r>
            <a:r>
              <a:rPr lang="en-US" dirty="0"/>
              <a:t>: A Scalable Fault-Tolerant Layer 2 Data Center Network Fabric</a:t>
            </a:r>
          </a:p>
        </p:txBody>
      </p:sp>
      <p:sp>
        <p:nvSpPr>
          <p:cNvPr id="703491" name="Rectangle 3"/>
          <p:cNvSpPr>
            <a:spLocks noGrp="1" noChangeArrowheads="1"/>
          </p:cNvSpPr>
          <p:nvPr>
            <p:ph type="body" idx="1"/>
          </p:nvPr>
        </p:nvSpPr>
        <p:spPr>
          <a:xfrm>
            <a:off x="467544" y="1563216"/>
            <a:ext cx="8208912" cy="4962128"/>
          </a:xfrm>
        </p:spPr>
        <p:txBody>
          <a:bodyPr>
            <a:normAutofit lnSpcReduction="10000"/>
          </a:bodyPr>
          <a:lstStyle/>
          <a:p>
            <a:pPr>
              <a:defRPr/>
            </a:pPr>
            <a:r>
              <a:rPr lang="en-US" dirty="0" err="1"/>
              <a:t>PortLand</a:t>
            </a:r>
            <a:r>
              <a:rPr lang="en-US" dirty="0"/>
              <a:t> is a single “</a:t>
            </a:r>
            <a:r>
              <a:rPr lang="en-US" b="1" dirty="0">
                <a:solidFill>
                  <a:srgbClr val="FF0000"/>
                </a:solidFill>
              </a:rPr>
              <a:t>logical</a:t>
            </a:r>
            <a:r>
              <a:rPr lang="en-US" dirty="0">
                <a:solidFill>
                  <a:srgbClr val="FF0000"/>
                </a:solidFill>
              </a:rPr>
              <a:t> layer 2</a:t>
            </a:r>
            <a:r>
              <a:rPr lang="en-US" dirty="0"/>
              <a:t>” data center network fabric that is meant to enable large scale</a:t>
            </a:r>
          </a:p>
          <a:p>
            <a:pPr>
              <a:defRPr/>
            </a:pPr>
            <a:r>
              <a:rPr lang="en-US" dirty="0" err="1"/>
              <a:t>PortLand</a:t>
            </a:r>
            <a:r>
              <a:rPr lang="en-US" dirty="0"/>
              <a:t> internally separates </a:t>
            </a:r>
            <a:r>
              <a:rPr lang="en-US" dirty="0">
                <a:solidFill>
                  <a:srgbClr val="FF0000"/>
                </a:solidFill>
              </a:rPr>
              <a:t>host identity </a:t>
            </a:r>
            <a:r>
              <a:rPr lang="en-US" dirty="0"/>
              <a:t>from </a:t>
            </a:r>
            <a:r>
              <a:rPr lang="en-US" dirty="0">
                <a:solidFill>
                  <a:srgbClr val="FF0000"/>
                </a:solidFill>
              </a:rPr>
              <a:t>host location</a:t>
            </a:r>
          </a:p>
          <a:p>
            <a:pPr lvl="1">
              <a:defRPr/>
            </a:pPr>
            <a:r>
              <a:rPr lang="en-US" b="1" dirty="0"/>
              <a:t>Uses IP address as host identifier</a:t>
            </a:r>
          </a:p>
          <a:p>
            <a:pPr lvl="1">
              <a:defRPr/>
            </a:pPr>
            <a:r>
              <a:rPr lang="en-US" b="1" dirty="0"/>
              <a:t>introduces “Pseudo MAC” (PMAC) addresses internally to encode endpoint location</a:t>
            </a:r>
          </a:p>
          <a:p>
            <a:pPr>
              <a:defRPr/>
            </a:pPr>
            <a:r>
              <a:rPr lang="en-US" dirty="0" err="1"/>
              <a:t>PortLand</a:t>
            </a:r>
            <a:r>
              <a:rPr lang="en-US" dirty="0"/>
              <a:t> runs on commodity switch hardware</a:t>
            </a:r>
            <a:r>
              <a:rPr lang="en-US" dirty="0">
                <a:solidFill>
                  <a:srgbClr val="FF0000"/>
                </a:solidFill>
              </a:rPr>
              <a:t> </a:t>
            </a:r>
            <a:r>
              <a:rPr lang="en-US" dirty="0"/>
              <a:t>with </a:t>
            </a:r>
            <a:r>
              <a:rPr lang="en-US" dirty="0">
                <a:solidFill>
                  <a:srgbClr val="FF0000"/>
                </a:solidFill>
              </a:rPr>
              <a:t>unmodified</a:t>
            </a:r>
            <a:r>
              <a:rPr lang="en-US" dirty="0"/>
              <a:t> hosts</a:t>
            </a:r>
          </a:p>
        </p:txBody>
      </p:sp>
      <p:sp>
        <p:nvSpPr>
          <p:cNvPr id="32773" name="Slide Number Placeholder 3"/>
          <p:cNvSpPr>
            <a:spLocks noGrp="1"/>
          </p:cNvSpPr>
          <p:nvPr>
            <p:ph type="sldNum" sz="quarter" idx="10"/>
          </p:nvPr>
        </p:nvSpPr>
        <p:spPr>
          <a:noFill/>
        </p:spPr>
        <p:txBody>
          <a:bodyPr/>
          <a:lstStyle/>
          <a:p>
            <a:fld id="{617210A5-AF5B-423D-84BD-FAD80E1E07E9}" type="slidenum">
              <a:rPr lang="en-US" smtClean="0"/>
              <a:pPr/>
              <a:t>64</a:t>
            </a:fld>
            <a:endParaRPr lang="en-US"/>
          </a:p>
        </p:txBody>
      </p:sp>
      <p:sp>
        <p:nvSpPr>
          <p:cNvPr id="2" name="TextBox 1"/>
          <p:cNvSpPr txBox="1"/>
          <p:nvPr/>
        </p:nvSpPr>
        <p:spPr>
          <a:xfrm>
            <a:off x="1331640" y="6237312"/>
            <a:ext cx="5283306" cy="369332"/>
          </a:xfrm>
          <a:prstGeom prst="rect">
            <a:avLst/>
          </a:prstGeom>
          <a:noFill/>
        </p:spPr>
        <p:txBody>
          <a:bodyPr wrap="none" rtlCol="0">
            <a:spAutoFit/>
          </a:bodyPr>
          <a:lstStyle/>
          <a:p>
            <a:r>
              <a:rPr lang="en-US" dirty="0"/>
              <a:t>Read: </a:t>
            </a:r>
            <a:r>
              <a:rPr lang="en-US" dirty="0" err="1"/>
              <a:t>Sigcomm</a:t>
            </a:r>
            <a:r>
              <a:rPr lang="en-US" dirty="0"/>
              <a:t> 2009 paper on Portland, from UCSD</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4818" name="Rectangle 2"/>
          <p:cNvSpPr>
            <a:spLocks noGrp="1" noChangeArrowheads="1"/>
          </p:cNvSpPr>
          <p:nvPr>
            <p:ph type="title"/>
          </p:nvPr>
        </p:nvSpPr>
        <p:spPr>
          <a:xfrm>
            <a:off x="533400" y="152400"/>
            <a:ext cx="7772400" cy="990600"/>
          </a:xfrm>
        </p:spPr>
        <p:txBody>
          <a:bodyPr>
            <a:normAutofit/>
          </a:bodyPr>
          <a:lstStyle/>
          <a:p>
            <a:r>
              <a:rPr lang="en-US" dirty="0" err="1"/>
              <a:t>PortLand</a:t>
            </a:r>
            <a:r>
              <a:rPr lang="en-US" dirty="0"/>
              <a:t> Solution</a:t>
            </a:r>
          </a:p>
        </p:txBody>
      </p:sp>
      <p:sp>
        <p:nvSpPr>
          <p:cNvPr id="703491" name="Rectangle 3"/>
          <p:cNvSpPr>
            <a:spLocks noGrp="1" noChangeArrowheads="1"/>
          </p:cNvSpPr>
          <p:nvPr>
            <p:ph type="body" idx="1"/>
          </p:nvPr>
        </p:nvSpPr>
        <p:spPr>
          <a:xfrm>
            <a:off x="323528" y="1280120"/>
            <a:ext cx="8424936" cy="5173216"/>
          </a:xfrm>
        </p:spPr>
        <p:txBody>
          <a:bodyPr/>
          <a:lstStyle/>
          <a:p>
            <a:pPr>
              <a:buFontTx/>
              <a:buNone/>
              <a:defRPr/>
            </a:pPr>
            <a:r>
              <a:rPr lang="en-US" dirty="0">
                <a:solidFill>
                  <a:srgbClr val="FF0000"/>
                </a:solidFill>
              </a:rPr>
              <a:t>Assume: a Fat-tree network topology for DC</a:t>
            </a:r>
          </a:p>
          <a:p>
            <a:pPr>
              <a:defRPr/>
            </a:pPr>
            <a:r>
              <a:rPr lang="en-US" sz="2200" dirty="0"/>
              <a:t>Introduce “pseudo MAC addresses” to balance the pros and cons of flat- vs. topology-dependent addressing</a:t>
            </a:r>
            <a:endParaRPr lang="en-US" sz="2200" dirty="0">
              <a:solidFill>
                <a:srgbClr val="FF0000"/>
              </a:solidFill>
            </a:endParaRPr>
          </a:p>
          <a:p>
            <a:pPr>
              <a:defRPr/>
            </a:pPr>
            <a:r>
              <a:rPr lang="en-US" sz="2200" dirty="0"/>
              <a:t>PMACs are “topology-dependent,” hierarchical addresses</a:t>
            </a:r>
          </a:p>
          <a:p>
            <a:pPr lvl="1">
              <a:defRPr/>
            </a:pPr>
            <a:r>
              <a:rPr lang="en-US" sz="1800" dirty="0"/>
              <a:t>But used only as “host locators,” not “host identities”</a:t>
            </a:r>
          </a:p>
          <a:p>
            <a:pPr>
              <a:defRPr/>
            </a:pPr>
            <a:r>
              <a:rPr lang="en-US" sz="2200" dirty="0"/>
              <a:t>IP addresses used as “host identities” (for compatibility w/ apps)</a:t>
            </a:r>
          </a:p>
          <a:p>
            <a:pPr>
              <a:defRPr/>
            </a:pPr>
            <a:r>
              <a:rPr lang="en-US" sz="2200" dirty="0"/>
              <a:t>Pros: small switch state &amp; Seamless VM migration</a:t>
            </a:r>
          </a:p>
          <a:p>
            <a:pPr>
              <a:defRPr/>
            </a:pPr>
            <a:r>
              <a:rPr lang="en-US" sz="2200" dirty="0"/>
              <a:t>Pros: “eliminate” flooding in both data &amp; control planes</a:t>
            </a:r>
          </a:p>
          <a:p>
            <a:pPr>
              <a:defRPr/>
            </a:pPr>
            <a:r>
              <a:rPr lang="en-US" sz="2200" dirty="0"/>
              <a:t>But requires a IP-to-PMAC mapping and name resolution</a:t>
            </a:r>
          </a:p>
          <a:p>
            <a:pPr lvl="1">
              <a:defRPr/>
            </a:pPr>
            <a:r>
              <a:rPr lang="en-US" sz="1800" dirty="0"/>
              <a:t> </a:t>
            </a:r>
            <a:r>
              <a:rPr lang="en-US" dirty="0"/>
              <a:t>a location directory service</a:t>
            </a:r>
          </a:p>
          <a:p>
            <a:pPr>
              <a:defRPr/>
            </a:pPr>
            <a:r>
              <a:rPr lang="en-US" sz="2000" dirty="0"/>
              <a:t>And location discovery protocol &amp; fabric manager</a:t>
            </a:r>
          </a:p>
          <a:p>
            <a:pPr lvl="1">
              <a:defRPr/>
            </a:pPr>
            <a:r>
              <a:rPr lang="en-US" dirty="0"/>
              <a:t>for support of “plug-&amp;-play”</a:t>
            </a:r>
          </a:p>
          <a:p>
            <a:pPr>
              <a:defRPr/>
            </a:pPr>
            <a:endParaRPr lang="en-US" sz="2200" dirty="0"/>
          </a:p>
          <a:p>
            <a:pPr>
              <a:buFontTx/>
              <a:buNone/>
              <a:defRPr/>
            </a:pPr>
            <a:endParaRPr lang="en-US" sz="2200" dirty="0">
              <a:solidFill>
                <a:srgbClr val="FF0000"/>
              </a:solidFill>
            </a:endParaRPr>
          </a:p>
          <a:p>
            <a:pPr>
              <a:defRPr/>
            </a:pPr>
            <a:endParaRPr lang="en-US" sz="2200" dirty="0">
              <a:solidFill>
                <a:srgbClr val="FF0000"/>
              </a:solidFill>
            </a:endParaRPr>
          </a:p>
          <a:p>
            <a:pPr>
              <a:buFontTx/>
              <a:buNone/>
              <a:defRPr/>
            </a:pPr>
            <a:endParaRPr lang="en-US" sz="1200" dirty="0">
              <a:solidFill>
                <a:schemeClr val="tx2"/>
              </a:solidFill>
            </a:endParaRPr>
          </a:p>
          <a:p>
            <a:pPr>
              <a:defRPr/>
            </a:pPr>
            <a:endParaRPr lang="en-US" dirty="0">
              <a:solidFill>
                <a:schemeClr val="tx2"/>
              </a:solidFill>
            </a:endParaRPr>
          </a:p>
          <a:p>
            <a:pPr>
              <a:buFontTx/>
              <a:buNone/>
              <a:defRPr/>
            </a:pPr>
            <a:endParaRPr lang="en-US" dirty="0">
              <a:solidFill>
                <a:srgbClr val="FF0000"/>
              </a:solidFill>
            </a:endParaRPr>
          </a:p>
        </p:txBody>
      </p:sp>
      <p:sp>
        <p:nvSpPr>
          <p:cNvPr id="34821" name="Slide Number Placeholder 3"/>
          <p:cNvSpPr>
            <a:spLocks noGrp="1"/>
          </p:cNvSpPr>
          <p:nvPr>
            <p:ph type="sldNum" sz="quarter" idx="10"/>
          </p:nvPr>
        </p:nvSpPr>
        <p:spPr>
          <a:noFill/>
        </p:spPr>
        <p:txBody>
          <a:bodyPr/>
          <a:lstStyle/>
          <a:p>
            <a:fld id="{246714AD-0FA3-4012-A46B-CF49802A015D}" type="slidenum">
              <a:rPr lang="en-US" smtClean="0"/>
              <a:pPr/>
              <a:t>65</a:t>
            </a:fld>
            <a:endParaRPr lang="en-US"/>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5842" name="Rectangle 2"/>
          <p:cNvSpPr>
            <a:spLocks noGrp="1" noChangeArrowheads="1"/>
          </p:cNvSpPr>
          <p:nvPr>
            <p:ph type="title"/>
          </p:nvPr>
        </p:nvSpPr>
        <p:spPr>
          <a:xfrm>
            <a:off x="533400" y="152400"/>
            <a:ext cx="7772400" cy="990600"/>
          </a:xfrm>
        </p:spPr>
        <p:txBody>
          <a:bodyPr>
            <a:normAutofit/>
          </a:bodyPr>
          <a:lstStyle/>
          <a:p>
            <a:r>
              <a:rPr lang="en-US" dirty="0"/>
              <a:t>PMAC Addressing Scheme</a:t>
            </a:r>
          </a:p>
        </p:txBody>
      </p:sp>
      <p:sp>
        <p:nvSpPr>
          <p:cNvPr id="703491" name="Rectangle 3"/>
          <p:cNvSpPr>
            <a:spLocks noGrp="1" noChangeArrowheads="1"/>
          </p:cNvSpPr>
          <p:nvPr>
            <p:ph type="body" idx="1"/>
          </p:nvPr>
        </p:nvSpPr>
        <p:spPr>
          <a:xfrm>
            <a:off x="539552" y="1438672"/>
            <a:ext cx="8153400" cy="838200"/>
          </a:xfrm>
        </p:spPr>
        <p:txBody>
          <a:bodyPr>
            <a:noAutofit/>
          </a:bodyPr>
          <a:lstStyle/>
          <a:p>
            <a:pPr>
              <a:defRPr/>
            </a:pPr>
            <a:r>
              <a:rPr lang="en-US" sz="2000" dirty="0"/>
              <a:t>PMAC (48 bits): </a:t>
            </a:r>
            <a:r>
              <a:rPr lang="en-US" sz="2000" dirty="0" err="1"/>
              <a:t>pod.position.port.vmid</a:t>
            </a:r>
            <a:r>
              <a:rPr lang="en-US" sz="2000" dirty="0"/>
              <a:t> </a:t>
            </a:r>
          </a:p>
          <a:p>
            <a:pPr lvl="1">
              <a:defRPr/>
            </a:pPr>
            <a:r>
              <a:rPr lang="en-US" sz="2000" dirty="0"/>
              <a:t>Pod: first 16 bits; position and port (8 bits each); </a:t>
            </a:r>
            <a:r>
              <a:rPr lang="en-US" sz="2000" dirty="0" err="1"/>
              <a:t>vmid</a:t>
            </a:r>
            <a:r>
              <a:rPr lang="en-US" sz="2000" dirty="0"/>
              <a:t>: last 16 bits</a:t>
            </a:r>
          </a:p>
          <a:p>
            <a:pPr>
              <a:defRPr/>
            </a:pPr>
            <a:r>
              <a:rPr lang="en-US" sz="2000" dirty="0"/>
              <a:t>Assign only to servers (end-hosts) – by switches</a:t>
            </a:r>
          </a:p>
          <a:p>
            <a:pPr>
              <a:defRPr/>
            </a:pPr>
            <a:endParaRPr lang="en-US" sz="2000" dirty="0">
              <a:solidFill>
                <a:srgbClr val="FF0000"/>
              </a:solidFill>
            </a:endParaRPr>
          </a:p>
          <a:p>
            <a:pPr>
              <a:defRPr/>
            </a:pPr>
            <a:endParaRPr lang="en-US" sz="2000" dirty="0"/>
          </a:p>
          <a:p>
            <a:pPr>
              <a:buFontTx/>
              <a:buNone/>
              <a:defRPr/>
            </a:pPr>
            <a:endParaRPr lang="en-US" sz="2000" dirty="0">
              <a:solidFill>
                <a:srgbClr val="FF0000"/>
              </a:solidFill>
            </a:endParaRPr>
          </a:p>
          <a:p>
            <a:pPr>
              <a:defRPr/>
            </a:pPr>
            <a:endParaRPr lang="en-US" sz="2000" dirty="0">
              <a:solidFill>
                <a:srgbClr val="FF0000"/>
              </a:solidFill>
            </a:endParaRPr>
          </a:p>
          <a:p>
            <a:pPr>
              <a:buFontTx/>
              <a:buNone/>
              <a:defRPr/>
            </a:pPr>
            <a:endParaRPr lang="en-US" sz="2000" dirty="0">
              <a:solidFill>
                <a:schemeClr val="tx2"/>
              </a:solidFill>
            </a:endParaRPr>
          </a:p>
          <a:p>
            <a:pPr>
              <a:defRPr/>
            </a:pPr>
            <a:endParaRPr lang="en-US" sz="2000" dirty="0">
              <a:solidFill>
                <a:schemeClr val="tx2"/>
              </a:solidFill>
            </a:endParaRPr>
          </a:p>
          <a:p>
            <a:pPr>
              <a:buFontTx/>
              <a:buNone/>
              <a:defRPr/>
            </a:pPr>
            <a:endParaRPr lang="en-US" sz="2000" dirty="0">
              <a:solidFill>
                <a:srgbClr val="FF0000"/>
              </a:solidFill>
            </a:endParaRPr>
          </a:p>
        </p:txBody>
      </p:sp>
      <p:sp>
        <p:nvSpPr>
          <p:cNvPr id="35845" name="Slide Number Placeholder 3"/>
          <p:cNvSpPr>
            <a:spLocks noGrp="1"/>
          </p:cNvSpPr>
          <p:nvPr>
            <p:ph type="sldNum" sz="quarter" idx="10"/>
          </p:nvPr>
        </p:nvSpPr>
        <p:spPr>
          <a:xfrm>
            <a:off x="6858000" y="6172200"/>
            <a:ext cx="1905000" cy="457200"/>
          </a:xfrm>
          <a:noFill/>
        </p:spPr>
        <p:txBody>
          <a:bodyPr/>
          <a:lstStyle/>
          <a:p>
            <a:fld id="{23F81219-F61D-4B4B-98EE-1E9852F7B1EB}" type="slidenum">
              <a:rPr lang="en-US" smtClean="0"/>
              <a:pPr/>
              <a:t>66</a:t>
            </a:fld>
            <a:endParaRPr lang="en-US"/>
          </a:p>
        </p:txBody>
      </p:sp>
      <p:pic>
        <p:nvPicPr>
          <p:cNvPr id="35846" name="Picture 3" descr="Water droplets"/>
          <p:cNvPicPr>
            <a:picLocks noChangeAspect="1" noChangeArrowheads="1"/>
          </p:cNvPicPr>
          <p:nvPr/>
        </p:nvPicPr>
        <p:blipFill>
          <a:blip r:embed="rId3" cstate="print"/>
          <a:srcRect/>
          <a:stretch>
            <a:fillRect/>
          </a:stretch>
        </p:blipFill>
        <p:spPr bwMode="auto">
          <a:xfrm>
            <a:off x="539552" y="2542540"/>
            <a:ext cx="7920880" cy="3838788"/>
          </a:xfrm>
          <a:prstGeom prst="rect">
            <a:avLst/>
          </a:prstGeom>
          <a:noFill/>
          <a:ln w="9525" algn="ctr">
            <a:noFill/>
            <a:miter lim="800000"/>
            <a:headEnd/>
            <a:tailEnd/>
          </a:ln>
        </p:spPr>
      </p:pic>
      <p:sp>
        <p:nvSpPr>
          <p:cNvPr id="2" name="TextBox 1"/>
          <p:cNvSpPr txBox="1"/>
          <p:nvPr/>
        </p:nvSpPr>
        <p:spPr>
          <a:xfrm>
            <a:off x="827584" y="4581128"/>
            <a:ext cx="288032" cy="276999"/>
          </a:xfrm>
          <a:prstGeom prst="rect">
            <a:avLst/>
          </a:prstGeom>
          <a:noFill/>
        </p:spPr>
        <p:txBody>
          <a:bodyPr wrap="square" rtlCol="0">
            <a:spAutoFit/>
          </a:bodyPr>
          <a:lstStyle/>
          <a:p>
            <a:r>
              <a:rPr lang="en-US" sz="1200" b="1" dirty="0">
                <a:solidFill>
                  <a:srgbClr val="FF0000"/>
                </a:solidFill>
              </a:rPr>
              <a:t>2</a:t>
            </a:r>
          </a:p>
        </p:txBody>
      </p:sp>
      <p:sp>
        <p:nvSpPr>
          <p:cNvPr id="7" name="TextBox 6"/>
          <p:cNvSpPr txBox="1"/>
          <p:nvPr/>
        </p:nvSpPr>
        <p:spPr>
          <a:xfrm>
            <a:off x="1259632" y="4581128"/>
            <a:ext cx="288032" cy="276999"/>
          </a:xfrm>
          <a:prstGeom prst="rect">
            <a:avLst/>
          </a:prstGeom>
          <a:noFill/>
        </p:spPr>
        <p:txBody>
          <a:bodyPr wrap="square" rtlCol="0">
            <a:spAutoFit/>
          </a:bodyPr>
          <a:lstStyle/>
          <a:p>
            <a:r>
              <a:rPr lang="en-US" sz="1200" b="1" dirty="0">
                <a:solidFill>
                  <a:srgbClr val="FF0000"/>
                </a:solidFill>
              </a:rPr>
              <a:t>3</a:t>
            </a:r>
          </a:p>
        </p:txBody>
      </p:sp>
      <p:sp>
        <p:nvSpPr>
          <p:cNvPr id="3" name="TextBox 2"/>
          <p:cNvSpPr txBox="1"/>
          <p:nvPr/>
        </p:nvSpPr>
        <p:spPr>
          <a:xfrm>
            <a:off x="683568" y="3212976"/>
            <a:ext cx="325730" cy="369332"/>
          </a:xfrm>
          <a:prstGeom prst="rect">
            <a:avLst/>
          </a:prstGeom>
          <a:noFill/>
        </p:spPr>
        <p:txBody>
          <a:bodyPr wrap="none" rtlCol="0">
            <a:spAutoFit/>
          </a:bodyPr>
          <a:lstStyle/>
          <a:p>
            <a:r>
              <a:rPr lang="en-US" b="1" dirty="0"/>
              <a:t>0</a:t>
            </a:r>
          </a:p>
        </p:txBody>
      </p:sp>
      <p:sp>
        <p:nvSpPr>
          <p:cNvPr id="9" name="TextBox 8"/>
          <p:cNvSpPr txBox="1"/>
          <p:nvPr/>
        </p:nvSpPr>
        <p:spPr>
          <a:xfrm>
            <a:off x="2590086" y="3212976"/>
            <a:ext cx="320032" cy="369332"/>
          </a:xfrm>
          <a:prstGeom prst="rect">
            <a:avLst/>
          </a:prstGeom>
          <a:noFill/>
        </p:spPr>
        <p:txBody>
          <a:bodyPr wrap="none" rtlCol="0">
            <a:spAutoFit/>
          </a:bodyPr>
          <a:lstStyle/>
          <a:p>
            <a:r>
              <a:rPr lang="en-US" b="1" dirty="0"/>
              <a:t>1</a:t>
            </a:r>
          </a:p>
        </p:txBody>
      </p:sp>
      <p:sp>
        <p:nvSpPr>
          <p:cNvPr id="10" name="TextBox 9"/>
          <p:cNvSpPr txBox="1"/>
          <p:nvPr/>
        </p:nvSpPr>
        <p:spPr>
          <a:xfrm>
            <a:off x="4499992" y="3347700"/>
            <a:ext cx="325730" cy="369332"/>
          </a:xfrm>
          <a:prstGeom prst="rect">
            <a:avLst/>
          </a:prstGeom>
          <a:noFill/>
        </p:spPr>
        <p:txBody>
          <a:bodyPr wrap="none" rtlCol="0">
            <a:spAutoFit/>
          </a:bodyPr>
          <a:lstStyle/>
          <a:p>
            <a:r>
              <a:rPr lang="en-US" b="1" dirty="0"/>
              <a:t>2</a:t>
            </a:r>
          </a:p>
        </p:txBody>
      </p:sp>
      <p:sp>
        <p:nvSpPr>
          <p:cNvPr id="11" name="TextBox 10"/>
          <p:cNvSpPr txBox="1"/>
          <p:nvPr/>
        </p:nvSpPr>
        <p:spPr>
          <a:xfrm>
            <a:off x="7708352" y="3284984"/>
            <a:ext cx="325730" cy="369332"/>
          </a:xfrm>
          <a:prstGeom prst="rect">
            <a:avLst/>
          </a:prstGeom>
          <a:noFill/>
        </p:spPr>
        <p:txBody>
          <a:bodyPr wrap="none" rtlCol="0">
            <a:spAutoFit/>
          </a:bodyPr>
          <a:lstStyle/>
          <a:p>
            <a:r>
              <a:rPr lang="en-US" b="1" dirty="0"/>
              <a:t>3</a:t>
            </a:r>
          </a:p>
        </p:txBody>
      </p:sp>
      <p:sp>
        <p:nvSpPr>
          <p:cNvPr id="4" name="TextBox 3"/>
          <p:cNvSpPr txBox="1"/>
          <p:nvPr/>
        </p:nvSpPr>
        <p:spPr>
          <a:xfrm>
            <a:off x="8244408" y="2636912"/>
            <a:ext cx="597339" cy="338554"/>
          </a:xfrm>
          <a:prstGeom prst="rect">
            <a:avLst/>
          </a:prstGeom>
          <a:noFill/>
        </p:spPr>
        <p:txBody>
          <a:bodyPr wrap="none" rtlCol="0">
            <a:spAutoFit/>
          </a:bodyPr>
          <a:lstStyle/>
          <a:p>
            <a:r>
              <a:rPr lang="en-US" sz="1600" dirty="0"/>
              <a:t>Core</a:t>
            </a:r>
            <a:endParaRPr lang="en-US" dirty="0"/>
          </a:p>
        </p:txBody>
      </p:sp>
      <p:sp>
        <p:nvSpPr>
          <p:cNvPr id="13" name="TextBox 12"/>
          <p:cNvSpPr txBox="1"/>
          <p:nvPr/>
        </p:nvSpPr>
        <p:spPr>
          <a:xfrm>
            <a:off x="8028384" y="3717032"/>
            <a:ext cx="1223011" cy="338554"/>
          </a:xfrm>
          <a:prstGeom prst="rect">
            <a:avLst/>
          </a:prstGeom>
          <a:noFill/>
        </p:spPr>
        <p:txBody>
          <a:bodyPr wrap="none" rtlCol="0">
            <a:spAutoFit/>
          </a:bodyPr>
          <a:lstStyle/>
          <a:p>
            <a:r>
              <a:rPr lang="en-US" sz="1600" dirty="0"/>
              <a:t>Aggregation</a:t>
            </a:r>
          </a:p>
        </p:txBody>
      </p:sp>
      <p:sp>
        <p:nvSpPr>
          <p:cNvPr id="5" name="TextBox 4"/>
          <p:cNvSpPr txBox="1"/>
          <p:nvPr/>
        </p:nvSpPr>
        <p:spPr>
          <a:xfrm>
            <a:off x="8244408" y="4365104"/>
            <a:ext cx="615172" cy="338554"/>
          </a:xfrm>
          <a:prstGeom prst="rect">
            <a:avLst/>
          </a:prstGeom>
          <a:noFill/>
        </p:spPr>
        <p:txBody>
          <a:bodyPr wrap="none" rtlCol="0">
            <a:spAutoFit/>
          </a:bodyPr>
          <a:lstStyle/>
          <a:p>
            <a:r>
              <a:rPr lang="en-US" sz="1600" dirty="0"/>
              <a:t>Edge</a:t>
            </a:r>
          </a:p>
        </p:txBody>
      </p:sp>
      <p:sp>
        <p:nvSpPr>
          <p:cNvPr id="6" name="TextBox 5">
            <a:extLst>
              <a:ext uri="{FF2B5EF4-FFF2-40B4-BE49-F238E27FC236}">
                <a16:creationId xmlns:a16="http://schemas.microsoft.com/office/drawing/2014/main" id="{A2E03809-2104-334B-9FDE-A9FB295CC76D}"/>
              </a:ext>
            </a:extLst>
          </p:cNvPr>
          <p:cNvSpPr txBox="1"/>
          <p:nvPr/>
        </p:nvSpPr>
        <p:spPr>
          <a:xfrm>
            <a:off x="35496" y="3212976"/>
            <a:ext cx="556499" cy="369332"/>
          </a:xfrm>
          <a:prstGeom prst="rect">
            <a:avLst/>
          </a:prstGeom>
          <a:noFill/>
        </p:spPr>
        <p:txBody>
          <a:bodyPr wrap="none" rtlCol="0">
            <a:spAutoFit/>
          </a:bodyPr>
          <a:lstStyle/>
          <a:p>
            <a:r>
              <a:rPr lang="en-US" dirty="0"/>
              <a:t>Pod</a:t>
            </a:r>
          </a:p>
        </p:txBody>
      </p:sp>
      <p:sp>
        <p:nvSpPr>
          <p:cNvPr id="8" name="TextBox 7">
            <a:extLst>
              <a:ext uri="{FF2B5EF4-FFF2-40B4-BE49-F238E27FC236}">
                <a16:creationId xmlns:a16="http://schemas.microsoft.com/office/drawing/2014/main" id="{FDB3CA49-8606-CB49-AE46-07E1F3FFCEAE}"/>
              </a:ext>
            </a:extLst>
          </p:cNvPr>
          <p:cNvSpPr txBox="1"/>
          <p:nvPr/>
        </p:nvSpPr>
        <p:spPr>
          <a:xfrm>
            <a:off x="-60864" y="4293096"/>
            <a:ext cx="960456" cy="369332"/>
          </a:xfrm>
          <a:prstGeom prst="rect">
            <a:avLst/>
          </a:prstGeom>
          <a:noFill/>
        </p:spPr>
        <p:txBody>
          <a:bodyPr wrap="none" rtlCol="0">
            <a:spAutoFit/>
          </a:bodyPr>
          <a:lstStyle/>
          <a:p>
            <a:r>
              <a:rPr lang="en-US" b="1" dirty="0">
                <a:solidFill>
                  <a:schemeClr val="accent2">
                    <a:lumMod val="60000"/>
                    <a:lumOff val="40000"/>
                  </a:schemeClr>
                </a:solidFill>
              </a:rPr>
              <a:t>Position</a:t>
            </a:r>
          </a:p>
        </p:txBody>
      </p:sp>
      <p:sp>
        <p:nvSpPr>
          <p:cNvPr id="12" name="TextBox 11">
            <a:extLst>
              <a:ext uri="{FF2B5EF4-FFF2-40B4-BE49-F238E27FC236}">
                <a16:creationId xmlns:a16="http://schemas.microsoft.com/office/drawing/2014/main" id="{D1913F02-008C-8B46-8531-A637DB10C1C4}"/>
              </a:ext>
            </a:extLst>
          </p:cNvPr>
          <p:cNvSpPr txBox="1"/>
          <p:nvPr/>
        </p:nvSpPr>
        <p:spPr>
          <a:xfrm>
            <a:off x="35496" y="4581128"/>
            <a:ext cx="585032" cy="369332"/>
          </a:xfrm>
          <a:prstGeom prst="rect">
            <a:avLst/>
          </a:prstGeom>
          <a:noFill/>
        </p:spPr>
        <p:txBody>
          <a:bodyPr wrap="none" rtlCol="0">
            <a:spAutoFit/>
          </a:bodyPr>
          <a:lstStyle/>
          <a:p>
            <a:r>
              <a:rPr lang="en-US" dirty="0">
                <a:solidFill>
                  <a:srgbClr val="FF0000"/>
                </a:solidFill>
              </a:rPr>
              <a:t>Port</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6866" name="Picture 2" descr="Water droplets"/>
          <p:cNvPicPr>
            <a:picLocks noChangeAspect="1" noChangeArrowheads="1"/>
          </p:cNvPicPr>
          <p:nvPr/>
        </p:nvPicPr>
        <p:blipFill>
          <a:blip r:embed="rId3" cstate="print"/>
          <a:srcRect/>
          <a:stretch>
            <a:fillRect/>
          </a:stretch>
        </p:blipFill>
        <p:spPr bwMode="auto">
          <a:xfrm>
            <a:off x="762000" y="3625552"/>
            <a:ext cx="8382000" cy="2971800"/>
          </a:xfrm>
          <a:prstGeom prst="rect">
            <a:avLst/>
          </a:prstGeom>
          <a:noFill/>
          <a:ln w="9525" algn="ctr">
            <a:noFill/>
            <a:miter lim="800000"/>
            <a:headEnd/>
            <a:tailEnd/>
          </a:ln>
        </p:spPr>
      </p:pic>
      <p:sp>
        <p:nvSpPr>
          <p:cNvPr id="36867" name="Rectangle 2"/>
          <p:cNvSpPr>
            <a:spLocks noGrp="1" noChangeArrowheads="1"/>
          </p:cNvSpPr>
          <p:nvPr>
            <p:ph type="title"/>
          </p:nvPr>
        </p:nvSpPr>
        <p:spPr>
          <a:xfrm>
            <a:off x="533400" y="152400"/>
            <a:ext cx="7772400" cy="1260376"/>
          </a:xfrm>
        </p:spPr>
        <p:txBody>
          <a:bodyPr>
            <a:normAutofit/>
          </a:bodyPr>
          <a:lstStyle/>
          <a:p>
            <a:r>
              <a:rPr lang="en-US" dirty="0"/>
              <a:t>Location Discovery Protocol</a:t>
            </a:r>
          </a:p>
        </p:txBody>
      </p:sp>
      <p:sp>
        <p:nvSpPr>
          <p:cNvPr id="703491" name="Rectangle 3"/>
          <p:cNvSpPr>
            <a:spLocks noGrp="1" noChangeArrowheads="1"/>
          </p:cNvSpPr>
          <p:nvPr>
            <p:ph type="body" idx="1"/>
          </p:nvPr>
        </p:nvSpPr>
        <p:spPr>
          <a:xfrm>
            <a:off x="0" y="1331168"/>
            <a:ext cx="9144000" cy="2298576"/>
          </a:xfrm>
        </p:spPr>
        <p:txBody>
          <a:bodyPr>
            <a:noAutofit/>
          </a:bodyPr>
          <a:lstStyle/>
          <a:p>
            <a:pPr>
              <a:defRPr/>
            </a:pPr>
            <a:r>
              <a:rPr lang="en-US" sz="2000" dirty="0"/>
              <a:t>Location Discovery Messages (LDMs) exchanged between neighboring switches</a:t>
            </a:r>
          </a:p>
          <a:p>
            <a:pPr>
              <a:defRPr/>
            </a:pPr>
            <a:r>
              <a:rPr lang="en-US" sz="2000" dirty="0"/>
              <a:t>Switches self-discover location on boot up</a:t>
            </a:r>
          </a:p>
          <a:p>
            <a:pPr lvl="1">
              <a:buFontTx/>
              <a:buNone/>
              <a:defRPr/>
            </a:pPr>
            <a:r>
              <a:rPr lang="en-US" sz="2000" dirty="0"/>
              <a:t>Location Characteristics                 </a:t>
            </a:r>
            <a:r>
              <a:rPr lang="en-US" sz="2000" dirty="0">
                <a:solidFill>
                  <a:srgbClr val="FF0000"/>
                </a:solidFill>
              </a:rPr>
              <a:t>Technique</a:t>
            </a:r>
            <a:r>
              <a:rPr lang="en-US" sz="2000" dirty="0"/>
              <a:t> </a:t>
            </a:r>
          </a:p>
          <a:p>
            <a:pPr lvl="1">
              <a:buFontTx/>
              <a:buNone/>
              <a:defRPr/>
            </a:pPr>
            <a:r>
              <a:rPr lang="en-US" sz="2000" dirty="0"/>
              <a:t>Tree-level (edge, </a:t>
            </a:r>
            <a:r>
              <a:rPr lang="en-US" sz="2000" dirty="0" err="1"/>
              <a:t>aggr</a:t>
            </a:r>
            <a:r>
              <a:rPr lang="en-US" sz="2000" dirty="0"/>
              <a:t>. , core)  </a:t>
            </a:r>
            <a:r>
              <a:rPr lang="en-US" sz="2000" dirty="0">
                <a:solidFill>
                  <a:srgbClr val="FF0000"/>
                </a:solidFill>
              </a:rPr>
              <a:t>auto-discovery via neighbor connectivity</a:t>
            </a:r>
          </a:p>
          <a:p>
            <a:pPr lvl="1">
              <a:buFontTx/>
              <a:buNone/>
              <a:defRPr/>
            </a:pPr>
            <a:r>
              <a:rPr lang="en-US" sz="2000" dirty="0"/>
              <a:t> Position #                               </a:t>
            </a:r>
            <a:r>
              <a:rPr lang="en-US" sz="2000" dirty="0">
                <a:solidFill>
                  <a:srgbClr val="FF0000"/>
                </a:solidFill>
              </a:rPr>
              <a:t>aggregation switch help edge switches decide</a:t>
            </a:r>
            <a:r>
              <a:rPr lang="en-US" sz="2000" dirty="0"/>
              <a:t> </a:t>
            </a:r>
          </a:p>
          <a:p>
            <a:pPr lvl="1">
              <a:buFontTx/>
              <a:buNone/>
              <a:defRPr/>
            </a:pPr>
            <a:r>
              <a:rPr lang="en-US" sz="2000" dirty="0"/>
              <a:t> Pod #                                      </a:t>
            </a:r>
            <a:r>
              <a:rPr lang="en-US" sz="2000" dirty="0">
                <a:solidFill>
                  <a:srgbClr val="FF0000"/>
                </a:solidFill>
              </a:rPr>
              <a:t>request (by pos. 0 switch only) to fabric manager</a:t>
            </a:r>
          </a:p>
          <a:p>
            <a:pPr lvl="1">
              <a:buFontTx/>
              <a:buNone/>
              <a:defRPr/>
            </a:pPr>
            <a:r>
              <a:rPr lang="en-US" sz="2000" dirty="0">
                <a:solidFill>
                  <a:srgbClr val="FF0000"/>
                </a:solidFill>
              </a:rPr>
              <a:t>     </a:t>
            </a:r>
          </a:p>
          <a:p>
            <a:pPr>
              <a:defRPr/>
            </a:pPr>
            <a:endParaRPr lang="en-US" sz="2000" dirty="0">
              <a:solidFill>
                <a:srgbClr val="FF0000"/>
              </a:solidFill>
            </a:endParaRPr>
          </a:p>
          <a:p>
            <a:pPr>
              <a:buFontTx/>
              <a:buNone/>
              <a:defRPr/>
            </a:pPr>
            <a:endParaRPr lang="en-US" sz="2000" dirty="0"/>
          </a:p>
          <a:p>
            <a:pPr>
              <a:buFontTx/>
              <a:buNone/>
              <a:defRPr/>
            </a:pPr>
            <a:endParaRPr lang="en-US" sz="2000" dirty="0">
              <a:solidFill>
                <a:srgbClr val="FF0000"/>
              </a:solidFill>
            </a:endParaRPr>
          </a:p>
          <a:p>
            <a:pPr>
              <a:defRPr/>
            </a:pPr>
            <a:endParaRPr lang="en-US" sz="2000" dirty="0">
              <a:solidFill>
                <a:srgbClr val="FF0000"/>
              </a:solidFill>
            </a:endParaRPr>
          </a:p>
          <a:p>
            <a:pPr>
              <a:buFontTx/>
              <a:buNone/>
              <a:defRPr/>
            </a:pPr>
            <a:endParaRPr lang="en-US" sz="2000" dirty="0">
              <a:solidFill>
                <a:schemeClr val="tx2"/>
              </a:solidFill>
            </a:endParaRPr>
          </a:p>
          <a:p>
            <a:pPr>
              <a:defRPr/>
            </a:pPr>
            <a:endParaRPr lang="en-US" sz="2000" dirty="0">
              <a:solidFill>
                <a:schemeClr val="tx2"/>
              </a:solidFill>
            </a:endParaRPr>
          </a:p>
          <a:p>
            <a:pPr>
              <a:buFontTx/>
              <a:buNone/>
              <a:defRPr/>
            </a:pPr>
            <a:endParaRPr lang="en-US" sz="2000" dirty="0">
              <a:solidFill>
                <a:srgbClr val="FF0000"/>
              </a:solidFill>
            </a:endParaRPr>
          </a:p>
        </p:txBody>
      </p:sp>
      <p:sp>
        <p:nvSpPr>
          <p:cNvPr id="36870" name="Slide Number Placeholder 3"/>
          <p:cNvSpPr>
            <a:spLocks noGrp="1"/>
          </p:cNvSpPr>
          <p:nvPr>
            <p:ph type="sldNum" sz="quarter" idx="10"/>
          </p:nvPr>
        </p:nvSpPr>
        <p:spPr>
          <a:xfrm>
            <a:off x="6858000" y="6172200"/>
            <a:ext cx="1905000" cy="457200"/>
          </a:xfrm>
          <a:noFill/>
        </p:spPr>
        <p:txBody>
          <a:bodyPr/>
          <a:lstStyle/>
          <a:p>
            <a:fld id="{FC6168C3-F9EE-4D66-A3B3-4429DFF5AFA4}" type="slidenum">
              <a:rPr lang="en-US" smtClean="0"/>
              <a:pPr/>
              <a:t>67</a:t>
            </a:fld>
            <a:endParaRPr lang="en-US"/>
          </a:p>
        </p:txBody>
      </p:sp>
      <p:grpSp>
        <p:nvGrpSpPr>
          <p:cNvPr id="2" name="Group 21"/>
          <p:cNvGrpSpPr>
            <a:grpSpLocks/>
          </p:cNvGrpSpPr>
          <p:nvPr/>
        </p:nvGrpSpPr>
        <p:grpSpPr bwMode="auto">
          <a:xfrm>
            <a:off x="152400" y="3549352"/>
            <a:ext cx="933450" cy="1828800"/>
            <a:chOff x="152400" y="3276600"/>
            <a:chExt cx="933450" cy="1828800"/>
          </a:xfrm>
        </p:grpSpPr>
        <p:pic>
          <p:nvPicPr>
            <p:cNvPr id="36872" name="Picture 3" descr="Water droplets"/>
            <p:cNvPicPr>
              <a:picLocks noChangeAspect="1" noChangeArrowheads="1"/>
            </p:cNvPicPr>
            <p:nvPr/>
          </p:nvPicPr>
          <p:blipFill>
            <a:blip r:embed="rId4" cstate="print"/>
            <a:srcRect/>
            <a:stretch>
              <a:fillRect/>
            </a:stretch>
          </p:blipFill>
          <p:spPr bwMode="auto">
            <a:xfrm>
              <a:off x="152400" y="3276600"/>
              <a:ext cx="762000" cy="756000"/>
            </a:xfrm>
            <a:prstGeom prst="rect">
              <a:avLst/>
            </a:prstGeom>
            <a:noFill/>
            <a:ln w="9525" algn="ctr">
              <a:noFill/>
              <a:miter lim="800000"/>
              <a:headEnd/>
              <a:tailEnd/>
            </a:ln>
          </p:spPr>
        </p:pic>
        <p:cxnSp>
          <p:nvCxnSpPr>
            <p:cNvPr id="36873" name="Straight Arrow Connector 16"/>
            <p:cNvCxnSpPr>
              <a:cxnSpLocks noChangeShapeType="1"/>
            </p:cNvCxnSpPr>
            <p:nvPr/>
          </p:nvCxnSpPr>
          <p:spPr bwMode="auto">
            <a:xfrm rot="5400000">
              <a:off x="225600" y="4264994"/>
              <a:ext cx="540194" cy="75406"/>
            </a:xfrm>
            <a:prstGeom prst="straightConnector1">
              <a:avLst/>
            </a:prstGeom>
            <a:noFill/>
            <a:ln w="9525" algn="ctr">
              <a:noFill/>
              <a:round/>
              <a:headEnd/>
              <a:tailEnd type="arrow" w="med" len="med"/>
            </a:ln>
          </p:spPr>
        </p:cxnSp>
        <p:pic>
          <p:nvPicPr>
            <p:cNvPr id="36874" name="Picture 4" descr="Water droplets"/>
            <p:cNvPicPr>
              <a:picLocks noChangeAspect="1" noChangeArrowheads="1"/>
            </p:cNvPicPr>
            <p:nvPr/>
          </p:nvPicPr>
          <p:blipFill>
            <a:blip r:embed="rId5" cstate="print"/>
            <a:srcRect/>
            <a:stretch>
              <a:fillRect/>
            </a:stretch>
          </p:blipFill>
          <p:spPr bwMode="auto">
            <a:xfrm>
              <a:off x="228600" y="3962400"/>
              <a:ext cx="762000" cy="1143000"/>
            </a:xfrm>
            <a:prstGeom prst="rect">
              <a:avLst/>
            </a:prstGeom>
            <a:noFill/>
            <a:ln w="9525" algn="ctr">
              <a:noFill/>
              <a:miter lim="800000"/>
              <a:headEnd/>
              <a:tailEnd/>
            </a:ln>
          </p:spPr>
        </p:pic>
        <p:pic>
          <p:nvPicPr>
            <p:cNvPr id="36875" name="Picture 5" descr="Water droplets"/>
            <p:cNvPicPr>
              <a:picLocks noChangeAspect="1" noChangeArrowheads="1"/>
            </p:cNvPicPr>
            <p:nvPr/>
          </p:nvPicPr>
          <p:blipFill>
            <a:blip r:embed="rId6" cstate="print"/>
            <a:srcRect/>
            <a:stretch>
              <a:fillRect/>
            </a:stretch>
          </p:blipFill>
          <p:spPr bwMode="auto">
            <a:xfrm>
              <a:off x="762000" y="4876800"/>
              <a:ext cx="323850" cy="228600"/>
            </a:xfrm>
            <a:prstGeom prst="rect">
              <a:avLst/>
            </a:prstGeom>
            <a:noFill/>
            <a:ln w="9525" algn="ctr">
              <a:noFill/>
              <a:miter lim="800000"/>
              <a:headEnd/>
              <a:tailEnd/>
            </a:ln>
          </p:spPr>
        </p:pic>
      </p:grpSp>
      <p:sp>
        <p:nvSpPr>
          <p:cNvPr id="11" name="TextBox 10">
            <a:extLst>
              <a:ext uri="{FF2B5EF4-FFF2-40B4-BE49-F238E27FC236}">
                <a16:creationId xmlns:a16="http://schemas.microsoft.com/office/drawing/2014/main" id="{6EA808C0-AB26-9D40-BB24-E9F42BC66B75}"/>
              </a:ext>
            </a:extLst>
          </p:cNvPr>
          <p:cNvSpPr txBox="1"/>
          <p:nvPr/>
        </p:nvSpPr>
        <p:spPr>
          <a:xfrm>
            <a:off x="8245533" y="4509120"/>
            <a:ext cx="1223011" cy="338554"/>
          </a:xfrm>
          <a:prstGeom prst="rect">
            <a:avLst/>
          </a:prstGeom>
          <a:noFill/>
        </p:spPr>
        <p:txBody>
          <a:bodyPr wrap="none" rtlCol="0">
            <a:spAutoFit/>
          </a:bodyPr>
          <a:lstStyle/>
          <a:p>
            <a:r>
              <a:rPr lang="en-US" sz="1600" dirty="0"/>
              <a:t>Aggregation</a:t>
            </a:r>
          </a:p>
        </p:txBody>
      </p:sp>
      <p:sp>
        <p:nvSpPr>
          <p:cNvPr id="12" name="TextBox 11">
            <a:extLst>
              <a:ext uri="{FF2B5EF4-FFF2-40B4-BE49-F238E27FC236}">
                <a16:creationId xmlns:a16="http://schemas.microsoft.com/office/drawing/2014/main" id="{F60EB4E1-17D8-8B43-AAF7-8649E2FE3CA3}"/>
              </a:ext>
            </a:extLst>
          </p:cNvPr>
          <p:cNvSpPr txBox="1"/>
          <p:nvPr/>
        </p:nvSpPr>
        <p:spPr>
          <a:xfrm>
            <a:off x="8493332" y="5178678"/>
            <a:ext cx="615172" cy="338554"/>
          </a:xfrm>
          <a:prstGeom prst="rect">
            <a:avLst/>
          </a:prstGeom>
          <a:noFill/>
        </p:spPr>
        <p:txBody>
          <a:bodyPr wrap="none" rtlCol="0">
            <a:spAutoFit/>
          </a:bodyPr>
          <a:lstStyle/>
          <a:p>
            <a:r>
              <a:rPr lang="en-US" sz="1600" dirty="0"/>
              <a:t>Edge</a:t>
            </a:r>
          </a:p>
        </p:txBody>
      </p:sp>
      <p:sp>
        <p:nvSpPr>
          <p:cNvPr id="13" name="TextBox 12">
            <a:extLst>
              <a:ext uri="{FF2B5EF4-FFF2-40B4-BE49-F238E27FC236}">
                <a16:creationId xmlns:a16="http://schemas.microsoft.com/office/drawing/2014/main" id="{7F7F495E-12E6-9B43-B0EF-43F653D43FE4}"/>
              </a:ext>
            </a:extLst>
          </p:cNvPr>
          <p:cNvSpPr txBox="1"/>
          <p:nvPr/>
        </p:nvSpPr>
        <p:spPr>
          <a:xfrm>
            <a:off x="8244408" y="3717032"/>
            <a:ext cx="585417" cy="338554"/>
          </a:xfrm>
          <a:prstGeom prst="rect">
            <a:avLst/>
          </a:prstGeom>
          <a:noFill/>
        </p:spPr>
        <p:txBody>
          <a:bodyPr wrap="none" rtlCol="0">
            <a:spAutoFit/>
          </a:bodyPr>
          <a:lstStyle/>
          <a:p>
            <a:r>
              <a:rPr lang="en-US" sz="1600" dirty="0"/>
              <a:t>Core</a:t>
            </a:r>
          </a:p>
        </p:txBody>
      </p:sp>
      <p:sp>
        <p:nvSpPr>
          <p:cNvPr id="3" name="TextBox 2">
            <a:extLst>
              <a:ext uri="{FF2B5EF4-FFF2-40B4-BE49-F238E27FC236}">
                <a16:creationId xmlns:a16="http://schemas.microsoft.com/office/drawing/2014/main" id="{675CCC27-A930-494B-9D8F-D693A0DCA1AC}"/>
              </a:ext>
            </a:extLst>
          </p:cNvPr>
          <p:cNvSpPr txBox="1"/>
          <p:nvPr/>
        </p:nvSpPr>
        <p:spPr>
          <a:xfrm>
            <a:off x="940314" y="5157192"/>
            <a:ext cx="319318" cy="369332"/>
          </a:xfrm>
          <a:prstGeom prst="rect">
            <a:avLst/>
          </a:prstGeom>
          <a:noFill/>
        </p:spPr>
        <p:txBody>
          <a:bodyPr wrap="none" rtlCol="0">
            <a:spAutoFit/>
          </a:bodyPr>
          <a:lstStyle/>
          <a:p>
            <a:r>
              <a:rPr lang="en-US" b="1" dirty="0">
                <a:solidFill>
                  <a:srgbClr val="FF0000"/>
                </a:solidFill>
              </a:rPr>
              <a:t>0</a:t>
            </a:r>
          </a:p>
        </p:txBody>
      </p:sp>
      <p:sp>
        <p:nvSpPr>
          <p:cNvPr id="15" name="TextBox 14">
            <a:extLst>
              <a:ext uri="{FF2B5EF4-FFF2-40B4-BE49-F238E27FC236}">
                <a16:creationId xmlns:a16="http://schemas.microsoft.com/office/drawing/2014/main" id="{B97655AE-0852-8443-A33C-3353F23E2A11}"/>
              </a:ext>
            </a:extLst>
          </p:cNvPr>
          <p:cNvSpPr txBox="1"/>
          <p:nvPr/>
        </p:nvSpPr>
        <p:spPr>
          <a:xfrm>
            <a:off x="2411760" y="5157192"/>
            <a:ext cx="319318" cy="369332"/>
          </a:xfrm>
          <a:prstGeom prst="rect">
            <a:avLst/>
          </a:prstGeom>
          <a:noFill/>
        </p:spPr>
        <p:txBody>
          <a:bodyPr wrap="none" rtlCol="0">
            <a:spAutoFit/>
          </a:bodyPr>
          <a:lstStyle/>
          <a:p>
            <a:r>
              <a:rPr lang="en-US" b="1" dirty="0">
                <a:solidFill>
                  <a:srgbClr val="FF0000"/>
                </a:solidFill>
              </a:rPr>
              <a:t>1</a:t>
            </a:r>
          </a:p>
        </p:txBody>
      </p:sp>
      <p:sp>
        <p:nvSpPr>
          <p:cNvPr id="16" name="TextBox 15">
            <a:extLst>
              <a:ext uri="{FF2B5EF4-FFF2-40B4-BE49-F238E27FC236}">
                <a16:creationId xmlns:a16="http://schemas.microsoft.com/office/drawing/2014/main" id="{C264D88D-ECAB-094B-979B-A9D00A837E34}"/>
              </a:ext>
            </a:extLst>
          </p:cNvPr>
          <p:cNvSpPr txBox="1"/>
          <p:nvPr/>
        </p:nvSpPr>
        <p:spPr>
          <a:xfrm>
            <a:off x="6876256" y="5085184"/>
            <a:ext cx="319318" cy="369332"/>
          </a:xfrm>
          <a:prstGeom prst="rect">
            <a:avLst/>
          </a:prstGeom>
          <a:noFill/>
        </p:spPr>
        <p:txBody>
          <a:bodyPr wrap="none" rtlCol="0">
            <a:spAutoFit/>
          </a:bodyPr>
          <a:lstStyle/>
          <a:p>
            <a:r>
              <a:rPr lang="en-US" b="1" dirty="0">
                <a:solidFill>
                  <a:srgbClr val="FF0000"/>
                </a:solidFill>
              </a:rPr>
              <a:t>0</a:t>
            </a:r>
          </a:p>
        </p:txBody>
      </p:sp>
      <p:sp>
        <p:nvSpPr>
          <p:cNvPr id="17" name="TextBox 16">
            <a:extLst>
              <a:ext uri="{FF2B5EF4-FFF2-40B4-BE49-F238E27FC236}">
                <a16:creationId xmlns:a16="http://schemas.microsoft.com/office/drawing/2014/main" id="{C6C7C032-C74A-DD49-B1D8-192B71346EB5}"/>
              </a:ext>
            </a:extLst>
          </p:cNvPr>
          <p:cNvSpPr txBox="1"/>
          <p:nvPr/>
        </p:nvSpPr>
        <p:spPr>
          <a:xfrm>
            <a:off x="8357138" y="5085184"/>
            <a:ext cx="319318" cy="369332"/>
          </a:xfrm>
          <a:prstGeom prst="rect">
            <a:avLst/>
          </a:prstGeom>
          <a:noFill/>
        </p:spPr>
        <p:txBody>
          <a:bodyPr wrap="none" rtlCol="0">
            <a:spAutoFit/>
          </a:bodyPr>
          <a:lstStyle/>
          <a:p>
            <a:r>
              <a:rPr lang="en-US" b="1" dirty="0">
                <a:solidFill>
                  <a:srgbClr val="FF0000"/>
                </a:solidFill>
              </a:rPr>
              <a:t>1</a:t>
            </a:r>
          </a:p>
        </p:txBody>
      </p:sp>
      <p:sp>
        <p:nvSpPr>
          <p:cNvPr id="18" name="TextBox 17">
            <a:extLst>
              <a:ext uri="{FF2B5EF4-FFF2-40B4-BE49-F238E27FC236}">
                <a16:creationId xmlns:a16="http://schemas.microsoft.com/office/drawing/2014/main" id="{ECA7C6C2-7F34-124B-ADB5-4853E11EF8E1}"/>
              </a:ext>
            </a:extLst>
          </p:cNvPr>
          <p:cNvSpPr txBox="1"/>
          <p:nvPr/>
        </p:nvSpPr>
        <p:spPr>
          <a:xfrm>
            <a:off x="3676618" y="4509120"/>
            <a:ext cx="319318" cy="369332"/>
          </a:xfrm>
          <a:prstGeom prst="rect">
            <a:avLst/>
          </a:prstGeom>
          <a:noFill/>
        </p:spPr>
        <p:txBody>
          <a:bodyPr wrap="none" rtlCol="0">
            <a:spAutoFit/>
          </a:bodyPr>
          <a:lstStyle/>
          <a:p>
            <a:r>
              <a:rPr lang="en-US" b="1" dirty="0"/>
              <a:t>1</a:t>
            </a:r>
          </a:p>
        </p:txBody>
      </p:sp>
      <p:sp>
        <p:nvSpPr>
          <p:cNvPr id="19" name="TextBox 18">
            <a:extLst>
              <a:ext uri="{FF2B5EF4-FFF2-40B4-BE49-F238E27FC236}">
                <a16:creationId xmlns:a16="http://schemas.microsoft.com/office/drawing/2014/main" id="{AF5CE241-A61A-844A-B7E2-19FF83A17C0D}"/>
              </a:ext>
            </a:extLst>
          </p:cNvPr>
          <p:cNvSpPr txBox="1"/>
          <p:nvPr/>
        </p:nvSpPr>
        <p:spPr>
          <a:xfrm>
            <a:off x="1763688" y="4571836"/>
            <a:ext cx="319318" cy="369332"/>
          </a:xfrm>
          <a:prstGeom prst="rect">
            <a:avLst/>
          </a:prstGeom>
          <a:noFill/>
        </p:spPr>
        <p:txBody>
          <a:bodyPr wrap="none" rtlCol="0">
            <a:spAutoFit/>
          </a:bodyPr>
          <a:lstStyle/>
          <a:p>
            <a:r>
              <a:rPr lang="en-US" b="1" dirty="0"/>
              <a:t>0</a:t>
            </a:r>
          </a:p>
        </p:txBody>
      </p:sp>
      <p:sp>
        <p:nvSpPr>
          <p:cNvPr id="20" name="TextBox 19">
            <a:extLst>
              <a:ext uri="{FF2B5EF4-FFF2-40B4-BE49-F238E27FC236}">
                <a16:creationId xmlns:a16="http://schemas.microsoft.com/office/drawing/2014/main" id="{457C29A0-9F2E-4D41-B23A-C79EC506264C}"/>
              </a:ext>
            </a:extLst>
          </p:cNvPr>
          <p:cNvSpPr txBox="1"/>
          <p:nvPr/>
        </p:nvSpPr>
        <p:spPr>
          <a:xfrm>
            <a:off x="5692842" y="4499828"/>
            <a:ext cx="319318" cy="369332"/>
          </a:xfrm>
          <a:prstGeom prst="rect">
            <a:avLst/>
          </a:prstGeom>
          <a:noFill/>
        </p:spPr>
        <p:txBody>
          <a:bodyPr wrap="none" rtlCol="0">
            <a:spAutoFit/>
          </a:bodyPr>
          <a:lstStyle/>
          <a:p>
            <a:r>
              <a:rPr lang="en-US" b="1" dirty="0"/>
              <a:t>2</a:t>
            </a:r>
          </a:p>
        </p:txBody>
      </p:sp>
      <p:sp>
        <p:nvSpPr>
          <p:cNvPr id="21" name="TextBox 20">
            <a:extLst>
              <a:ext uri="{FF2B5EF4-FFF2-40B4-BE49-F238E27FC236}">
                <a16:creationId xmlns:a16="http://schemas.microsoft.com/office/drawing/2014/main" id="{482EA9AC-8B64-5741-B2BB-D723C3578EC4}"/>
              </a:ext>
            </a:extLst>
          </p:cNvPr>
          <p:cNvSpPr txBox="1"/>
          <p:nvPr/>
        </p:nvSpPr>
        <p:spPr>
          <a:xfrm>
            <a:off x="7565050" y="4509120"/>
            <a:ext cx="319318" cy="369332"/>
          </a:xfrm>
          <a:prstGeom prst="rect">
            <a:avLst/>
          </a:prstGeom>
          <a:noFill/>
        </p:spPr>
        <p:txBody>
          <a:bodyPr wrap="none" rtlCol="0">
            <a:spAutoFit/>
          </a:bodyPr>
          <a:lstStyle/>
          <a:p>
            <a:r>
              <a:rPr lang="en-US" b="1" dirty="0"/>
              <a:t>3</a:t>
            </a:r>
          </a:p>
        </p:txBody>
      </p:sp>
      <p:sp>
        <p:nvSpPr>
          <p:cNvPr id="22" name="TextBox 21">
            <a:extLst>
              <a:ext uri="{FF2B5EF4-FFF2-40B4-BE49-F238E27FC236}">
                <a16:creationId xmlns:a16="http://schemas.microsoft.com/office/drawing/2014/main" id="{03D46A52-B944-5849-A30D-FF817561458E}"/>
              </a:ext>
            </a:extLst>
          </p:cNvPr>
          <p:cNvSpPr txBox="1"/>
          <p:nvPr/>
        </p:nvSpPr>
        <p:spPr>
          <a:xfrm>
            <a:off x="3532602" y="5085184"/>
            <a:ext cx="319318" cy="369332"/>
          </a:xfrm>
          <a:prstGeom prst="rect">
            <a:avLst/>
          </a:prstGeom>
          <a:noFill/>
        </p:spPr>
        <p:txBody>
          <a:bodyPr wrap="none" rtlCol="0">
            <a:spAutoFit/>
          </a:bodyPr>
          <a:lstStyle/>
          <a:p>
            <a:r>
              <a:rPr lang="en-US" b="1" dirty="0">
                <a:solidFill>
                  <a:srgbClr val="FF0000"/>
                </a:solidFill>
              </a:rPr>
              <a:t>0</a:t>
            </a:r>
          </a:p>
        </p:txBody>
      </p:sp>
      <p:sp>
        <p:nvSpPr>
          <p:cNvPr id="23" name="TextBox 22">
            <a:extLst>
              <a:ext uri="{FF2B5EF4-FFF2-40B4-BE49-F238E27FC236}">
                <a16:creationId xmlns:a16="http://schemas.microsoft.com/office/drawing/2014/main" id="{EF6F5C8C-E87B-FE45-8C0F-239EF199D083}"/>
              </a:ext>
            </a:extLst>
          </p:cNvPr>
          <p:cNvSpPr txBox="1"/>
          <p:nvPr/>
        </p:nvSpPr>
        <p:spPr>
          <a:xfrm>
            <a:off x="4427984" y="5085184"/>
            <a:ext cx="319318" cy="369332"/>
          </a:xfrm>
          <a:prstGeom prst="rect">
            <a:avLst/>
          </a:prstGeom>
          <a:noFill/>
        </p:spPr>
        <p:txBody>
          <a:bodyPr wrap="none" rtlCol="0">
            <a:spAutoFit/>
          </a:bodyPr>
          <a:lstStyle/>
          <a:p>
            <a:r>
              <a:rPr lang="en-US" b="1" dirty="0">
                <a:solidFill>
                  <a:srgbClr val="FF0000"/>
                </a:solidFill>
              </a:rPr>
              <a:t>1</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7890" name="Picture 2" descr="Water droplets"/>
          <p:cNvPicPr>
            <a:picLocks noChangeAspect="1" noChangeArrowheads="1"/>
          </p:cNvPicPr>
          <p:nvPr/>
        </p:nvPicPr>
        <p:blipFill>
          <a:blip r:embed="rId3" cstate="print"/>
          <a:srcRect/>
          <a:stretch>
            <a:fillRect/>
          </a:stretch>
        </p:blipFill>
        <p:spPr bwMode="auto">
          <a:xfrm>
            <a:off x="971600" y="2555523"/>
            <a:ext cx="8060704" cy="4257853"/>
          </a:xfrm>
          <a:prstGeom prst="rect">
            <a:avLst/>
          </a:prstGeom>
          <a:noFill/>
          <a:ln w="9525" algn="ctr">
            <a:noFill/>
            <a:miter lim="800000"/>
            <a:headEnd/>
            <a:tailEnd/>
          </a:ln>
        </p:spPr>
      </p:pic>
      <p:sp>
        <p:nvSpPr>
          <p:cNvPr id="37891" name="Rectangle 2"/>
          <p:cNvSpPr>
            <a:spLocks noGrp="1" noChangeArrowheads="1"/>
          </p:cNvSpPr>
          <p:nvPr>
            <p:ph type="title"/>
          </p:nvPr>
        </p:nvSpPr>
        <p:spPr>
          <a:xfrm>
            <a:off x="533400" y="152400"/>
            <a:ext cx="7772400" cy="990600"/>
          </a:xfrm>
        </p:spPr>
        <p:txBody>
          <a:bodyPr>
            <a:normAutofit/>
          </a:bodyPr>
          <a:lstStyle/>
          <a:p>
            <a:r>
              <a:rPr lang="en-US" dirty="0" err="1"/>
              <a:t>PortLand</a:t>
            </a:r>
            <a:r>
              <a:rPr lang="en-US" dirty="0"/>
              <a:t>: Name Resolution</a:t>
            </a:r>
          </a:p>
        </p:txBody>
      </p:sp>
      <p:sp>
        <p:nvSpPr>
          <p:cNvPr id="703491" name="Rectangle 3"/>
          <p:cNvSpPr>
            <a:spLocks noGrp="1" noChangeArrowheads="1"/>
          </p:cNvSpPr>
          <p:nvPr>
            <p:ph type="body" idx="1"/>
          </p:nvPr>
        </p:nvSpPr>
        <p:spPr>
          <a:xfrm>
            <a:off x="111696" y="964624"/>
            <a:ext cx="8924800" cy="1501260"/>
          </a:xfrm>
        </p:spPr>
        <p:txBody>
          <a:bodyPr>
            <a:normAutofit fontScale="77500" lnSpcReduction="20000"/>
          </a:bodyPr>
          <a:lstStyle/>
          <a:p>
            <a:pPr>
              <a:defRPr/>
            </a:pPr>
            <a:r>
              <a:rPr lang="en-US" sz="2000" dirty="0"/>
              <a:t>Edge switch listens to end hosts, and discover new source hardware MACs and IP address based on ARP source info’</a:t>
            </a:r>
          </a:p>
          <a:p>
            <a:pPr>
              <a:defRPr/>
            </a:pPr>
            <a:r>
              <a:rPr lang="en-US" sz="2000" dirty="0"/>
              <a:t>Edge switch can assign the Pseudo MAC address for each host-VM (it knows the pod#, position. has to assign a </a:t>
            </a:r>
            <a:r>
              <a:rPr lang="en-US" sz="2000" dirty="0" err="1"/>
              <a:t>Vmid</a:t>
            </a:r>
            <a:r>
              <a:rPr lang="en-US" sz="2000" dirty="0"/>
              <a:t>)</a:t>
            </a:r>
          </a:p>
          <a:p>
            <a:pPr>
              <a:defRPr/>
            </a:pPr>
            <a:r>
              <a:rPr lang="en-US" sz="2000" dirty="0"/>
              <a:t>Installs &lt;IP, PMAC&gt; mappings for the source of the ARP, and informs fabric manager</a:t>
            </a:r>
          </a:p>
          <a:p>
            <a:pPr>
              <a:defRPr/>
            </a:pPr>
            <a:r>
              <a:rPr lang="en-US" sz="2100" dirty="0"/>
              <a:t>Recall: PMAC: </a:t>
            </a:r>
            <a:r>
              <a:rPr lang="en-US" sz="2100" dirty="0" err="1"/>
              <a:t>pod.position.port.vmid</a:t>
            </a:r>
            <a:endParaRPr lang="en-US" sz="2200" dirty="0">
              <a:solidFill>
                <a:srgbClr val="FF0000"/>
              </a:solidFill>
            </a:endParaRPr>
          </a:p>
        </p:txBody>
      </p:sp>
      <p:sp>
        <p:nvSpPr>
          <p:cNvPr id="37894" name="Slide Number Placeholder 3"/>
          <p:cNvSpPr>
            <a:spLocks noGrp="1"/>
          </p:cNvSpPr>
          <p:nvPr>
            <p:ph type="sldNum" sz="quarter" idx="10"/>
          </p:nvPr>
        </p:nvSpPr>
        <p:spPr>
          <a:xfrm>
            <a:off x="8748464" y="6212160"/>
            <a:ext cx="536848" cy="457200"/>
          </a:xfrm>
          <a:noFill/>
        </p:spPr>
        <p:txBody>
          <a:bodyPr/>
          <a:lstStyle/>
          <a:p>
            <a:fld id="{3E0602DE-A3FF-4F56-AD29-83B1788CECD4}" type="slidenum">
              <a:rPr lang="en-US" smtClean="0"/>
              <a:pPr/>
              <a:t>68</a:t>
            </a:fld>
            <a:endParaRPr lang="en-US" dirty="0"/>
          </a:p>
        </p:txBody>
      </p:sp>
      <p:cxnSp>
        <p:nvCxnSpPr>
          <p:cNvPr id="37895" name="Straight Arrow Connector 16"/>
          <p:cNvCxnSpPr>
            <a:cxnSpLocks noChangeShapeType="1"/>
          </p:cNvCxnSpPr>
          <p:nvPr/>
        </p:nvCxnSpPr>
        <p:spPr bwMode="auto">
          <a:xfrm rot="5400000">
            <a:off x="108521" y="4521597"/>
            <a:ext cx="541338" cy="74612"/>
          </a:xfrm>
          <a:prstGeom prst="straightConnector1">
            <a:avLst/>
          </a:prstGeom>
          <a:noFill/>
          <a:ln w="9525" algn="ctr">
            <a:noFill/>
            <a:round/>
            <a:headEnd/>
            <a:tailEnd type="arrow" w="med" len="med"/>
          </a:ln>
        </p:spPr>
      </p:cxnSp>
      <p:grpSp>
        <p:nvGrpSpPr>
          <p:cNvPr id="2" name="Group 10"/>
          <p:cNvGrpSpPr>
            <a:grpSpLocks/>
          </p:cNvGrpSpPr>
          <p:nvPr/>
        </p:nvGrpSpPr>
        <p:grpSpPr bwMode="auto">
          <a:xfrm>
            <a:off x="35496" y="2525216"/>
            <a:ext cx="1149524" cy="2133600"/>
            <a:chOff x="152400" y="3276600"/>
            <a:chExt cx="933450" cy="1828800"/>
          </a:xfrm>
        </p:grpSpPr>
        <p:pic>
          <p:nvPicPr>
            <p:cNvPr id="37897" name="Picture 3" descr="Water droplets"/>
            <p:cNvPicPr>
              <a:picLocks noChangeAspect="1" noChangeArrowheads="1"/>
            </p:cNvPicPr>
            <p:nvPr/>
          </p:nvPicPr>
          <p:blipFill>
            <a:blip r:embed="rId4" cstate="print"/>
            <a:srcRect/>
            <a:stretch>
              <a:fillRect/>
            </a:stretch>
          </p:blipFill>
          <p:spPr bwMode="auto">
            <a:xfrm>
              <a:off x="152400" y="3276600"/>
              <a:ext cx="762000" cy="756000"/>
            </a:xfrm>
            <a:prstGeom prst="rect">
              <a:avLst/>
            </a:prstGeom>
            <a:noFill/>
            <a:ln w="9525" algn="ctr">
              <a:noFill/>
              <a:miter lim="800000"/>
              <a:headEnd/>
              <a:tailEnd/>
            </a:ln>
          </p:spPr>
        </p:pic>
        <p:cxnSp>
          <p:nvCxnSpPr>
            <p:cNvPr id="37898" name="Straight Arrow Connector 12"/>
            <p:cNvCxnSpPr>
              <a:cxnSpLocks noChangeShapeType="1"/>
            </p:cNvCxnSpPr>
            <p:nvPr/>
          </p:nvCxnSpPr>
          <p:spPr bwMode="auto">
            <a:xfrm rot="5400000">
              <a:off x="225600" y="4264994"/>
              <a:ext cx="540194" cy="75406"/>
            </a:xfrm>
            <a:prstGeom prst="straightConnector1">
              <a:avLst/>
            </a:prstGeom>
            <a:noFill/>
            <a:ln w="9525" algn="ctr">
              <a:noFill/>
              <a:round/>
              <a:headEnd/>
              <a:tailEnd type="arrow" w="med" len="med"/>
            </a:ln>
          </p:spPr>
        </p:cxnSp>
        <p:pic>
          <p:nvPicPr>
            <p:cNvPr id="37899" name="Picture 4" descr="Water droplets"/>
            <p:cNvPicPr>
              <a:picLocks noChangeAspect="1" noChangeArrowheads="1"/>
            </p:cNvPicPr>
            <p:nvPr/>
          </p:nvPicPr>
          <p:blipFill>
            <a:blip r:embed="rId5" cstate="print"/>
            <a:srcRect/>
            <a:stretch>
              <a:fillRect/>
            </a:stretch>
          </p:blipFill>
          <p:spPr bwMode="auto">
            <a:xfrm>
              <a:off x="228600" y="3962400"/>
              <a:ext cx="762000" cy="1143000"/>
            </a:xfrm>
            <a:prstGeom prst="rect">
              <a:avLst/>
            </a:prstGeom>
            <a:noFill/>
            <a:ln w="9525" algn="ctr">
              <a:noFill/>
              <a:miter lim="800000"/>
              <a:headEnd/>
              <a:tailEnd/>
            </a:ln>
          </p:spPr>
        </p:pic>
        <p:pic>
          <p:nvPicPr>
            <p:cNvPr id="37900" name="Picture 5" descr="Water droplets"/>
            <p:cNvPicPr>
              <a:picLocks noChangeAspect="1" noChangeArrowheads="1"/>
            </p:cNvPicPr>
            <p:nvPr/>
          </p:nvPicPr>
          <p:blipFill>
            <a:blip r:embed="rId6" cstate="print"/>
            <a:srcRect/>
            <a:stretch>
              <a:fillRect/>
            </a:stretch>
          </p:blipFill>
          <p:spPr bwMode="auto">
            <a:xfrm>
              <a:off x="762000" y="4876800"/>
              <a:ext cx="323850" cy="228600"/>
            </a:xfrm>
            <a:prstGeom prst="rect">
              <a:avLst/>
            </a:prstGeom>
            <a:noFill/>
            <a:ln w="9525" algn="ctr">
              <a:noFill/>
              <a:miter lim="800000"/>
              <a:headEnd/>
              <a:tailEnd/>
            </a:ln>
          </p:spPr>
        </p:pic>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8914" name="Picture 10" descr="Water droplets"/>
          <p:cNvPicPr>
            <a:picLocks noChangeAspect="1" noChangeArrowheads="1"/>
          </p:cNvPicPr>
          <p:nvPr/>
        </p:nvPicPr>
        <p:blipFill>
          <a:blip r:embed="rId3" cstate="print"/>
          <a:srcRect/>
          <a:stretch>
            <a:fillRect/>
          </a:stretch>
        </p:blipFill>
        <p:spPr bwMode="auto">
          <a:xfrm>
            <a:off x="0" y="2077169"/>
            <a:ext cx="9115425" cy="4448175"/>
          </a:xfrm>
          <a:prstGeom prst="rect">
            <a:avLst/>
          </a:prstGeom>
          <a:noFill/>
          <a:ln w="9525" algn="ctr">
            <a:noFill/>
            <a:miter lim="800000"/>
            <a:headEnd/>
            <a:tailEnd/>
          </a:ln>
        </p:spPr>
      </p:pic>
      <p:sp>
        <p:nvSpPr>
          <p:cNvPr id="38915" name="Rectangle 2"/>
          <p:cNvSpPr>
            <a:spLocks noGrp="1" noChangeArrowheads="1"/>
          </p:cNvSpPr>
          <p:nvPr>
            <p:ph type="title"/>
          </p:nvPr>
        </p:nvSpPr>
        <p:spPr>
          <a:xfrm>
            <a:off x="251520" y="152400"/>
            <a:ext cx="8568952" cy="990600"/>
          </a:xfrm>
        </p:spPr>
        <p:txBody>
          <a:bodyPr>
            <a:noAutofit/>
          </a:bodyPr>
          <a:lstStyle/>
          <a:p>
            <a:r>
              <a:rPr lang="en-US" dirty="0" err="1"/>
              <a:t>PortLand</a:t>
            </a:r>
            <a:r>
              <a:rPr lang="en-US" dirty="0"/>
              <a:t>: Name Resolution (Cont.)</a:t>
            </a:r>
          </a:p>
        </p:txBody>
      </p:sp>
      <p:sp>
        <p:nvSpPr>
          <p:cNvPr id="703491" name="Rectangle 3"/>
          <p:cNvSpPr>
            <a:spLocks noGrp="1" noChangeArrowheads="1"/>
          </p:cNvSpPr>
          <p:nvPr>
            <p:ph type="body" idx="1"/>
          </p:nvPr>
        </p:nvSpPr>
        <p:spPr>
          <a:xfrm>
            <a:off x="107504" y="946578"/>
            <a:ext cx="8956748" cy="1128151"/>
          </a:xfrm>
        </p:spPr>
        <p:txBody>
          <a:bodyPr>
            <a:normAutofit fontScale="92500"/>
          </a:bodyPr>
          <a:lstStyle/>
          <a:p>
            <a:pPr>
              <a:defRPr/>
            </a:pPr>
            <a:r>
              <a:rPr lang="en-US" sz="2000" dirty="0"/>
              <a:t>Edge switch intercepts ARP messages from end hosts</a:t>
            </a:r>
          </a:p>
          <a:p>
            <a:pPr lvl="1">
              <a:defRPr/>
            </a:pPr>
            <a:r>
              <a:rPr lang="en-US" sz="1600" dirty="0"/>
              <a:t>To resolve IP address of destination, the edge switch needs to consult the resolver: Fabric Manager.</a:t>
            </a:r>
          </a:p>
          <a:p>
            <a:pPr>
              <a:defRPr/>
            </a:pPr>
            <a:r>
              <a:rPr lang="en-US" sz="2000" dirty="0"/>
              <a:t>Send request to fabric manager, which replies with PMAC of destination host</a:t>
            </a:r>
            <a:endParaRPr lang="en-US" sz="2000" dirty="0">
              <a:solidFill>
                <a:srgbClr val="FF0000"/>
              </a:solidFill>
            </a:endParaRPr>
          </a:p>
          <a:p>
            <a:pPr>
              <a:buFontTx/>
              <a:buNone/>
              <a:defRPr/>
            </a:pPr>
            <a:endParaRPr lang="en-US" sz="2000" dirty="0">
              <a:solidFill>
                <a:schemeClr val="tx2"/>
              </a:solidFill>
            </a:endParaRPr>
          </a:p>
          <a:p>
            <a:pPr>
              <a:defRPr/>
            </a:pPr>
            <a:endParaRPr lang="en-US" sz="2000" dirty="0">
              <a:solidFill>
                <a:schemeClr val="tx2"/>
              </a:solidFill>
            </a:endParaRPr>
          </a:p>
          <a:p>
            <a:pPr>
              <a:buFontTx/>
              <a:buNone/>
              <a:defRPr/>
            </a:pPr>
            <a:endParaRPr lang="en-US" sz="2000" dirty="0">
              <a:solidFill>
                <a:srgbClr val="FF0000"/>
              </a:solidFill>
            </a:endParaRPr>
          </a:p>
        </p:txBody>
      </p:sp>
      <p:sp>
        <p:nvSpPr>
          <p:cNvPr id="38918" name="Slide Number Placeholder 3"/>
          <p:cNvSpPr>
            <a:spLocks noGrp="1"/>
          </p:cNvSpPr>
          <p:nvPr>
            <p:ph type="sldNum" sz="quarter" idx="10"/>
          </p:nvPr>
        </p:nvSpPr>
        <p:spPr>
          <a:xfrm>
            <a:off x="6858000" y="6172200"/>
            <a:ext cx="1905000" cy="457200"/>
          </a:xfrm>
          <a:noFill/>
        </p:spPr>
        <p:txBody>
          <a:bodyPr/>
          <a:lstStyle/>
          <a:p>
            <a:fld id="{9B000314-ED9C-4F3B-BBA8-128F3D0D0029}" type="slidenum">
              <a:rPr lang="en-US" smtClean="0"/>
              <a:pPr/>
              <a:t>69</a:t>
            </a:fld>
            <a:endParaRPr lang="en-US"/>
          </a:p>
        </p:txBody>
      </p:sp>
      <p:grpSp>
        <p:nvGrpSpPr>
          <p:cNvPr id="2" name="Group 32"/>
          <p:cNvGrpSpPr>
            <a:grpSpLocks/>
          </p:cNvGrpSpPr>
          <p:nvPr/>
        </p:nvGrpSpPr>
        <p:grpSpPr bwMode="auto">
          <a:xfrm>
            <a:off x="0" y="2458169"/>
            <a:ext cx="5095875" cy="2066925"/>
            <a:chOff x="0" y="2057400"/>
            <a:chExt cx="5095875" cy="2066925"/>
          </a:xfrm>
        </p:grpSpPr>
        <p:cxnSp>
          <p:nvCxnSpPr>
            <p:cNvPr id="38920" name="Straight Arrow Connector 16"/>
            <p:cNvCxnSpPr>
              <a:cxnSpLocks noChangeShapeType="1"/>
            </p:cNvCxnSpPr>
            <p:nvPr/>
          </p:nvCxnSpPr>
          <p:spPr bwMode="auto">
            <a:xfrm flipV="1">
              <a:off x="533400" y="3962399"/>
              <a:ext cx="361950" cy="70202"/>
            </a:xfrm>
            <a:prstGeom prst="straightConnector1">
              <a:avLst/>
            </a:prstGeom>
            <a:noFill/>
            <a:ln w="9525" algn="ctr">
              <a:noFill/>
              <a:round/>
              <a:headEnd/>
              <a:tailEnd type="arrow" w="med" len="med"/>
            </a:ln>
          </p:spPr>
        </p:cxnSp>
        <p:grpSp>
          <p:nvGrpSpPr>
            <p:cNvPr id="3" name="Group 10"/>
            <p:cNvGrpSpPr>
              <a:grpSpLocks/>
            </p:cNvGrpSpPr>
            <p:nvPr/>
          </p:nvGrpSpPr>
          <p:grpSpPr bwMode="auto">
            <a:xfrm>
              <a:off x="762000" y="3139248"/>
              <a:ext cx="2514600" cy="975553"/>
              <a:chOff x="762000" y="3760662"/>
              <a:chExt cx="2514600" cy="1344738"/>
            </a:xfrm>
          </p:grpSpPr>
          <p:cxnSp>
            <p:nvCxnSpPr>
              <p:cNvPr id="38929" name="Straight Arrow Connector 12"/>
              <p:cNvCxnSpPr>
                <a:cxnSpLocks noChangeShapeType="1"/>
              </p:cNvCxnSpPr>
              <p:nvPr/>
            </p:nvCxnSpPr>
            <p:spPr bwMode="auto">
              <a:xfrm rot="5400000">
                <a:off x="2968800" y="3993056"/>
                <a:ext cx="540194" cy="75406"/>
              </a:xfrm>
              <a:prstGeom prst="straightConnector1">
                <a:avLst/>
              </a:prstGeom>
              <a:noFill/>
              <a:ln w="9525" algn="ctr">
                <a:noFill/>
                <a:round/>
                <a:headEnd/>
                <a:tailEnd type="arrow" w="med" len="med"/>
              </a:ln>
            </p:spPr>
          </p:cxnSp>
          <p:pic>
            <p:nvPicPr>
              <p:cNvPr id="38930" name="Picture 5" descr="Water droplets"/>
              <p:cNvPicPr>
                <a:picLocks noChangeAspect="1" noChangeArrowheads="1"/>
              </p:cNvPicPr>
              <p:nvPr/>
            </p:nvPicPr>
            <p:blipFill>
              <a:blip r:embed="rId4" cstate="print"/>
              <a:srcRect/>
              <a:stretch>
                <a:fillRect/>
              </a:stretch>
            </p:blipFill>
            <p:spPr bwMode="auto">
              <a:xfrm>
                <a:off x="762000" y="4876800"/>
                <a:ext cx="323850" cy="228600"/>
              </a:xfrm>
              <a:prstGeom prst="rect">
                <a:avLst/>
              </a:prstGeom>
              <a:noFill/>
              <a:ln w="9525" algn="ctr">
                <a:noFill/>
                <a:miter lim="800000"/>
                <a:headEnd/>
                <a:tailEnd/>
              </a:ln>
            </p:spPr>
          </p:pic>
        </p:grpSp>
        <p:pic>
          <p:nvPicPr>
            <p:cNvPr id="38922" name="Picture 4" descr="Water droplets"/>
            <p:cNvPicPr>
              <a:picLocks noChangeAspect="1" noChangeArrowheads="1"/>
            </p:cNvPicPr>
            <p:nvPr/>
          </p:nvPicPr>
          <p:blipFill>
            <a:blip r:embed="rId5" cstate="print"/>
            <a:srcRect/>
            <a:stretch>
              <a:fillRect/>
            </a:stretch>
          </p:blipFill>
          <p:spPr bwMode="auto">
            <a:xfrm>
              <a:off x="4419600" y="3976254"/>
              <a:ext cx="676275" cy="148071"/>
            </a:xfrm>
            <a:prstGeom prst="rect">
              <a:avLst/>
            </a:prstGeom>
            <a:noFill/>
            <a:ln w="9525" algn="ctr">
              <a:noFill/>
              <a:miter lim="800000"/>
              <a:headEnd/>
              <a:tailEnd/>
            </a:ln>
          </p:spPr>
        </p:pic>
        <p:pic>
          <p:nvPicPr>
            <p:cNvPr id="38923" name="Picture 5" descr="Water droplets"/>
            <p:cNvPicPr>
              <a:picLocks noChangeAspect="1" noChangeArrowheads="1"/>
            </p:cNvPicPr>
            <p:nvPr/>
          </p:nvPicPr>
          <p:blipFill>
            <a:blip r:embed="rId6" cstate="print"/>
            <a:srcRect/>
            <a:stretch>
              <a:fillRect/>
            </a:stretch>
          </p:blipFill>
          <p:spPr bwMode="auto">
            <a:xfrm>
              <a:off x="3505200" y="3976254"/>
              <a:ext cx="609600" cy="148071"/>
            </a:xfrm>
            <a:prstGeom prst="rect">
              <a:avLst/>
            </a:prstGeom>
            <a:noFill/>
            <a:ln w="9525" algn="ctr">
              <a:noFill/>
              <a:miter lim="800000"/>
              <a:headEnd/>
              <a:tailEnd/>
            </a:ln>
          </p:spPr>
        </p:pic>
        <p:pic>
          <p:nvPicPr>
            <p:cNvPr id="38924" name="Picture 6" descr="Water droplets"/>
            <p:cNvPicPr>
              <a:picLocks noChangeAspect="1" noChangeArrowheads="1"/>
            </p:cNvPicPr>
            <p:nvPr/>
          </p:nvPicPr>
          <p:blipFill>
            <a:blip r:embed="rId6" cstate="print"/>
            <a:srcRect/>
            <a:stretch>
              <a:fillRect/>
            </a:stretch>
          </p:blipFill>
          <p:spPr bwMode="auto">
            <a:xfrm flipH="1">
              <a:off x="2438400" y="3976254"/>
              <a:ext cx="533400" cy="148071"/>
            </a:xfrm>
            <a:prstGeom prst="rect">
              <a:avLst/>
            </a:prstGeom>
            <a:noFill/>
            <a:ln w="9525" algn="ctr">
              <a:noFill/>
              <a:miter lim="800000"/>
              <a:headEnd/>
              <a:tailEnd/>
            </a:ln>
          </p:spPr>
        </p:pic>
        <p:pic>
          <p:nvPicPr>
            <p:cNvPr id="38925" name="Picture 7" descr="Water droplets"/>
            <p:cNvPicPr>
              <a:picLocks noChangeAspect="1" noChangeArrowheads="1"/>
            </p:cNvPicPr>
            <p:nvPr/>
          </p:nvPicPr>
          <p:blipFill>
            <a:blip r:embed="rId6" cstate="print"/>
            <a:srcRect/>
            <a:stretch>
              <a:fillRect/>
            </a:stretch>
          </p:blipFill>
          <p:spPr bwMode="auto">
            <a:xfrm>
              <a:off x="1524000" y="3976254"/>
              <a:ext cx="495300" cy="148071"/>
            </a:xfrm>
            <a:prstGeom prst="rect">
              <a:avLst/>
            </a:prstGeom>
            <a:noFill/>
            <a:ln w="9525" algn="ctr">
              <a:noFill/>
              <a:miter lim="800000"/>
              <a:headEnd/>
              <a:tailEnd/>
            </a:ln>
          </p:spPr>
        </p:pic>
        <p:pic>
          <p:nvPicPr>
            <p:cNvPr id="38926" name="Picture 8" descr="Water droplets"/>
            <p:cNvPicPr>
              <a:picLocks noChangeAspect="1" noChangeArrowheads="1"/>
            </p:cNvPicPr>
            <p:nvPr/>
          </p:nvPicPr>
          <p:blipFill>
            <a:blip r:embed="rId7" cstate="print"/>
            <a:srcRect/>
            <a:stretch>
              <a:fillRect/>
            </a:stretch>
          </p:blipFill>
          <p:spPr bwMode="auto">
            <a:xfrm>
              <a:off x="228600" y="3156336"/>
              <a:ext cx="304800" cy="929889"/>
            </a:xfrm>
            <a:prstGeom prst="rect">
              <a:avLst/>
            </a:prstGeom>
            <a:noFill/>
            <a:ln w="9525" algn="ctr">
              <a:noFill/>
              <a:miter lim="800000"/>
              <a:headEnd/>
              <a:tailEnd/>
            </a:ln>
          </p:spPr>
        </p:pic>
        <p:pic>
          <p:nvPicPr>
            <p:cNvPr id="38927" name="Picture 7" descr="Water droplets"/>
            <p:cNvPicPr>
              <a:picLocks noChangeAspect="1" noChangeArrowheads="1"/>
            </p:cNvPicPr>
            <p:nvPr/>
          </p:nvPicPr>
          <p:blipFill>
            <a:blip r:embed="rId6" cstate="print"/>
            <a:srcRect/>
            <a:stretch>
              <a:fillRect/>
            </a:stretch>
          </p:blipFill>
          <p:spPr bwMode="auto">
            <a:xfrm>
              <a:off x="685800" y="3962399"/>
              <a:ext cx="419100" cy="125291"/>
            </a:xfrm>
            <a:prstGeom prst="rect">
              <a:avLst/>
            </a:prstGeom>
            <a:noFill/>
            <a:ln w="9525" algn="ctr">
              <a:noFill/>
              <a:miter lim="800000"/>
              <a:headEnd/>
              <a:tailEnd/>
            </a:ln>
          </p:spPr>
        </p:pic>
        <p:pic>
          <p:nvPicPr>
            <p:cNvPr id="38928" name="Picture 9" descr="Water droplets"/>
            <p:cNvPicPr>
              <a:picLocks noChangeAspect="1" noChangeArrowheads="1"/>
            </p:cNvPicPr>
            <p:nvPr/>
          </p:nvPicPr>
          <p:blipFill>
            <a:blip r:embed="rId8" cstate="print"/>
            <a:srcRect/>
            <a:stretch>
              <a:fillRect/>
            </a:stretch>
          </p:blipFill>
          <p:spPr bwMode="auto">
            <a:xfrm>
              <a:off x="0" y="2057400"/>
              <a:ext cx="1219200" cy="1333500"/>
            </a:xfrm>
            <a:prstGeom prst="rect">
              <a:avLst/>
            </a:prstGeom>
            <a:noFill/>
            <a:ln w="9525" algn="ctr">
              <a:noFill/>
              <a:miter lim="800000"/>
              <a:headEnd/>
              <a:tailEnd/>
            </a:ln>
          </p:spPr>
        </p:pic>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9938" name="Rectangle 2"/>
          <p:cNvSpPr>
            <a:spLocks noGrp="1" noChangeArrowheads="1"/>
          </p:cNvSpPr>
          <p:nvPr>
            <p:ph type="title"/>
          </p:nvPr>
        </p:nvSpPr>
        <p:spPr>
          <a:xfrm>
            <a:off x="533400" y="152400"/>
            <a:ext cx="7772400" cy="990600"/>
          </a:xfrm>
        </p:spPr>
        <p:txBody>
          <a:bodyPr>
            <a:normAutofit/>
          </a:bodyPr>
          <a:lstStyle/>
          <a:p>
            <a:r>
              <a:rPr lang="en-US" dirty="0" err="1"/>
              <a:t>PortLand</a:t>
            </a:r>
            <a:r>
              <a:rPr lang="en-US" dirty="0"/>
              <a:t>: Fabric Manager</a:t>
            </a:r>
          </a:p>
        </p:txBody>
      </p:sp>
      <p:sp>
        <p:nvSpPr>
          <p:cNvPr id="703491" name="Rectangle 3"/>
          <p:cNvSpPr>
            <a:spLocks noGrp="1" noChangeArrowheads="1"/>
          </p:cNvSpPr>
          <p:nvPr>
            <p:ph type="body" idx="1"/>
          </p:nvPr>
        </p:nvSpPr>
        <p:spPr>
          <a:xfrm>
            <a:off x="395536" y="1143000"/>
            <a:ext cx="8596064" cy="990600"/>
          </a:xfrm>
        </p:spPr>
        <p:txBody>
          <a:bodyPr>
            <a:normAutofit/>
          </a:bodyPr>
          <a:lstStyle/>
          <a:p>
            <a:pPr>
              <a:defRPr/>
            </a:pPr>
            <a:r>
              <a:rPr lang="en-US" sz="2000" dirty="0"/>
              <a:t>fabric manager: logically centralized, multi-homed (ARP resolution) server</a:t>
            </a:r>
          </a:p>
          <a:p>
            <a:pPr>
              <a:defRPr/>
            </a:pPr>
            <a:r>
              <a:rPr lang="en-US" sz="2000" dirty="0"/>
              <a:t>maintains topology and &lt;IP,PMAC&gt; mappings in “soft state”</a:t>
            </a:r>
            <a:endParaRPr lang="en-US" sz="2000" dirty="0">
              <a:solidFill>
                <a:srgbClr val="FF0000"/>
              </a:solidFill>
            </a:endParaRPr>
          </a:p>
        </p:txBody>
      </p:sp>
      <p:sp>
        <p:nvSpPr>
          <p:cNvPr id="39941" name="Slide Number Placeholder 3"/>
          <p:cNvSpPr>
            <a:spLocks noGrp="1"/>
          </p:cNvSpPr>
          <p:nvPr>
            <p:ph type="sldNum" sz="quarter" idx="10"/>
          </p:nvPr>
        </p:nvSpPr>
        <p:spPr>
          <a:xfrm>
            <a:off x="7452320" y="6237312"/>
            <a:ext cx="1905000" cy="457200"/>
          </a:xfrm>
          <a:noFill/>
        </p:spPr>
        <p:txBody>
          <a:bodyPr/>
          <a:lstStyle/>
          <a:p>
            <a:fld id="{7818F1D9-5E02-4B5F-8808-A7BFDD9D9B28}" type="slidenum">
              <a:rPr lang="en-US" smtClean="0"/>
              <a:pPr/>
              <a:t>70</a:t>
            </a:fld>
            <a:endParaRPr lang="en-US"/>
          </a:p>
        </p:txBody>
      </p:sp>
      <p:pic>
        <p:nvPicPr>
          <p:cNvPr id="39942" name="Picture 2" descr="Water droplets"/>
          <p:cNvPicPr>
            <a:picLocks noChangeAspect="1" noChangeArrowheads="1"/>
          </p:cNvPicPr>
          <p:nvPr/>
        </p:nvPicPr>
        <p:blipFill>
          <a:blip r:embed="rId3" cstate="print"/>
          <a:srcRect/>
          <a:stretch>
            <a:fillRect/>
          </a:stretch>
        </p:blipFill>
        <p:spPr bwMode="auto">
          <a:xfrm>
            <a:off x="152400" y="2187352"/>
            <a:ext cx="8839200" cy="4133850"/>
          </a:xfrm>
          <a:prstGeom prst="rect">
            <a:avLst/>
          </a:prstGeom>
          <a:noFill/>
          <a:ln w="9525" algn="ctr">
            <a:noFill/>
            <a:miter lim="800000"/>
            <a:headEnd/>
            <a:tailEnd/>
          </a:ln>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0962" name="Rectangle 2"/>
          <p:cNvSpPr>
            <a:spLocks noGrp="1" noChangeArrowheads="1"/>
          </p:cNvSpPr>
          <p:nvPr>
            <p:ph type="title"/>
          </p:nvPr>
        </p:nvSpPr>
        <p:spPr>
          <a:xfrm>
            <a:off x="533400" y="116632"/>
            <a:ext cx="7772400" cy="990600"/>
          </a:xfrm>
        </p:spPr>
        <p:txBody>
          <a:bodyPr>
            <a:noAutofit/>
          </a:bodyPr>
          <a:lstStyle/>
          <a:p>
            <a:r>
              <a:rPr lang="en-US" dirty="0"/>
              <a:t>Loop-free Forwarding </a:t>
            </a:r>
            <a:br>
              <a:rPr lang="en-US" dirty="0"/>
            </a:br>
            <a:r>
              <a:rPr lang="en-US" dirty="0"/>
              <a:t>and Fault-Tolerant Routing</a:t>
            </a:r>
          </a:p>
        </p:txBody>
      </p:sp>
      <p:sp>
        <p:nvSpPr>
          <p:cNvPr id="703491" name="Rectangle 3"/>
          <p:cNvSpPr>
            <a:spLocks noGrp="1" noChangeArrowheads="1"/>
          </p:cNvSpPr>
          <p:nvPr>
            <p:ph type="body" idx="1"/>
          </p:nvPr>
        </p:nvSpPr>
        <p:spPr>
          <a:xfrm>
            <a:off x="323528" y="1268760"/>
            <a:ext cx="8153400" cy="4487416"/>
          </a:xfrm>
        </p:spPr>
        <p:txBody>
          <a:bodyPr>
            <a:noAutofit/>
          </a:bodyPr>
          <a:lstStyle/>
          <a:p>
            <a:pPr>
              <a:defRPr/>
            </a:pPr>
            <a:r>
              <a:rPr lang="en-US" sz="2800" dirty="0"/>
              <a:t>Switches build forwarding tables based on their position</a:t>
            </a:r>
          </a:p>
          <a:p>
            <a:pPr lvl="1">
              <a:defRPr/>
            </a:pPr>
            <a:r>
              <a:rPr lang="en-US" sz="2400" dirty="0"/>
              <a:t>edge, aggregation and core switches</a:t>
            </a:r>
          </a:p>
          <a:p>
            <a:pPr>
              <a:defRPr/>
            </a:pPr>
            <a:r>
              <a:rPr lang="en-US" sz="2800" dirty="0"/>
              <a:t>Use strict “up-down semantics” to ensure loop-free forwarding</a:t>
            </a:r>
          </a:p>
          <a:p>
            <a:pPr lvl="1">
              <a:defRPr/>
            </a:pPr>
            <a:r>
              <a:rPr lang="en-US" sz="2400" dirty="0"/>
              <a:t>Load-balancing: use any ECMP path</a:t>
            </a:r>
          </a:p>
          <a:p>
            <a:pPr lvl="1">
              <a:defRPr/>
            </a:pPr>
            <a:r>
              <a:rPr lang="en-US" sz="2400" dirty="0"/>
              <a:t>flow hashing to ensure packet ordering</a:t>
            </a:r>
          </a:p>
          <a:p>
            <a:pPr>
              <a:defRPr/>
            </a:pPr>
            <a:r>
              <a:rPr lang="en-US" sz="2800" dirty="0"/>
              <a:t>Fault-tolerant routing:</a:t>
            </a:r>
          </a:p>
          <a:p>
            <a:pPr lvl="1">
              <a:defRPr/>
            </a:pPr>
            <a:r>
              <a:rPr lang="en-US" sz="2400" dirty="0"/>
              <a:t>Mostly concerned with detecting failures</a:t>
            </a:r>
          </a:p>
          <a:p>
            <a:pPr lvl="1">
              <a:defRPr/>
            </a:pPr>
            <a:r>
              <a:rPr lang="en-US" sz="2400" dirty="0"/>
              <a:t>Fabric manager maintains logical fault matrix with per-link connectivity info; inform affected switches</a:t>
            </a:r>
          </a:p>
          <a:p>
            <a:pPr lvl="1">
              <a:defRPr/>
            </a:pPr>
            <a:r>
              <a:rPr lang="en-US" sz="2400" dirty="0"/>
              <a:t>Affected switches re-compute forwarding tables</a:t>
            </a:r>
            <a:endParaRPr lang="en-US" sz="2400" dirty="0">
              <a:solidFill>
                <a:srgbClr val="FF0000"/>
              </a:solidFill>
            </a:endParaRPr>
          </a:p>
        </p:txBody>
      </p:sp>
      <p:sp>
        <p:nvSpPr>
          <p:cNvPr id="40965" name="Slide Number Placeholder 3"/>
          <p:cNvSpPr>
            <a:spLocks noGrp="1"/>
          </p:cNvSpPr>
          <p:nvPr>
            <p:ph type="sldNum" sz="quarter" idx="10"/>
          </p:nvPr>
        </p:nvSpPr>
        <p:spPr>
          <a:xfrm>
            <a:off x="6858000" y="6172200"/>
            <a:ext cx="1905000" cy="457200"/>
          </a:xfrm>
          <a:noFill/>
        </p:spPr>
        <p:txBody>
          <a:bodyPr/>
          <a:lstStyle/>
          <a:p>
            <a:pPr algn="r"/>
            <a:fld id="{94851E5B-8AA9-4B32-8CFC-A4FC6258697D}" type="slidenum">
              <a:rPr lang="en-US" smtClean="0"/>
              <a:pPr algn="r"/>
              <a:t>71</a:t>
            </a:fld>
            <a:endParaRPr lang="en-US" dirty="0"/>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t>Data Center Introduction</a:t>
            </a:r>
          </a:p>
          <a:p>
            <a:r>
              <a:rPr lang="en-US" dirty="0"/>
              <a:t>Data Center Network Architectures</a:t>
            </a:r>
          </a:p>
          <a:p>
            <a:r>
              <a:rPr lang="en-US" dirty="0"/>
              <a:t>Fat-Tree</a:t>
            </a:r>
          </a:p>
          <a:p>
            <a:r>
              <a:rPr lang="en-US" dirty="0">
                <a:solidFill>
                  <a:srgbClr val="FF0000"/>
                </a:solidFill>
              </a:rPr>
              <a:t>VL2  </a:t>
            </a:r>
          </a:p>
          <a:p>
            <a:r>
              <a:rPr lang="en-US" dirty="0" err="1"/>
              <a:t>DCell</a:t>
            </a:r>
            <a:endParaRPr lang="en-US" dirty="0"/>
          </a:p>
          <a:p>
            <a:r>
              <a:rPr lang="en-US" dirty="0" err="1"/>
              <a:t>BCube</a:t>
            </a:r>
            <a:endParaRPr lang="en-US" dirty="0"/>
          </a:p>
          <a:p>
            <a:r>
              <a:rPr lang="en-US" dirty="0" err="1"/>
              <a:t>FiConn</a:t>
            </a:r>
            <a:endParaRPr lang="en-US" dirty="0"/>
          </a:p>
        </p:txBody>
      </p:sp>
      <p:sp>
        <p:nvSpPr>
          <p:cNvPr id="4" name="Date Placeholder 3"/>
          <p:cNvSpPr>
            <a:spLocks noGrp="1"/>
          </p:cNvSpPr>
          <p:nvPr>
            <p:ph type="dt" sz="half" idx="10"/>
          </p:nvPr>
        </p:nvSpPr>
        <p:spPr/>
        <p:txBody>
          <a:bodyPr/>
          <a:lstStyle/>
          <a:p>
            <a:fld id="{827ADB60-3E79-449A-88A8-D8CD2A903F4E}" type="datetime1">
              <a:rPr lang="zh-CN" altLang="en-US" smtClean="0"/>
              <a:pPr/>
              <a:t>2025/3/5</a:t>
            </a:fld>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pPr/>
              <a:t>72</a:t>
            </a:fld>
            <a:endParaRPr lang="zh-CN" altLang="en-US"/>
          </a:p>
        </p:txBody>
      </p:sp>
      <p:sp>
        <p:nvSpPr>
          <p:cNvPr id="6" name="TextBox 5"/>
          <p:cNvSpPr txBox="1"/>
          <p:nvPr/>
        </p:nvSpPr>
        <p:spPr>
          <a:xfrm>
            <a:off x="2051720" y="3429000"/>
            <a:ext cx="2926928" cy="369332"/>
          </a:xfrm>
          <a:prstGeom prst="rect">
            <a:avLst/>
          </a:prstGeom>
          <a:noFill/>
        </p:spPr>
        <p:txBody>
          <a:bodyPr wrap="none" rtlCol="0">
            <a:spAutoFit/>
          </a:bodyPr>
          <a:lstStyle/>
          <a:p>
            <a:r>
              <a:rPr lang="en-US" dirty="0"/>
              <a:t>Read: </a:t>
            </a:r>
            <a:r>
              <a:rPr lang="en-US" dirty="0" err="1"/>
              <a:t>Sigcomm</a:t>
            </a:r>
            <a:r>
              <a:rPr lang="en-US" dirty="0"/>
              <a:t> 2009 paper</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5122" name="標題 1"/>
          <p:cNvSpPr>
            <a:spLocks noGrp="1"/>
          </p:cNvSpPr>
          <p:nvPr>
            <p:ph type="title"/>
          </p:nvPr>
        </p:nvSpPr>
        <p:spPr/>
        <p:txBody>
          <a:bodyPr/>
          <a:lstStyle/>
          <a:p>
            <a:r>
              <a:rPr lang="en-US" altLang="zh-TW" dirty="0"/>
              <a:t>VL2: Motivation</a:t>
            </a:r>
            <a:endParaRPr lang="zh-TW" altLang="en-US" dirty="0"/>
          </a:p>
        </p:txBody>
      </p:sp>
      <p:sp>
        <p:nvSpPr>
          <p:cNvPr id="3" name="內容版面配置區 2"/>
          <p:cNvSpPr>
            <a:spLocks noGrp="1"/>
          </p:cNvSpPr>
          <p:nvPr>
            <p:ph idx="1"/>
          </p:nvPr>
        </p:nvSpPr>
        <p:spPr/>
        <p:txBody>
          <a:bodyPr rtlCol="0">
            <a:normAutofit fontScale="92500"/>
          </a:bodyPr>
          <a:lstStyle/>
          <a:p>
            <a:pPr marL="342900" lvl="1" indent="-342900" fontAlgn="auto">
              <a:spcAft>
                <a:spcPts val="0"/>
              </a:spcAft>
              <a:buFont typeface="Arial" pitchFamily="34" charset="0"/>
              <a:buChar char="•"/>
              <a:defRPr/>
            </a:pPr>
            <a:r>
              <a:rPr lang="en-US" altLang="zh-TW" sz="3200" dirty="0"/>
              <a:t>The network is a bottleneck to Data Center computation.</a:t>
            </a:r>
          </a:p>
          <a:p>
            <a:pPr fontAlgn="auto">
              <a:spcAft>
                <a:spcPts val="0"/>
              </a:spcAft>
              <a:buFont typeface="Arial" pitchFamily="34" charset="0"/>
              <a:buChar char="•"/>
              <a:defRPr/>
            </a:pPr>
            <a:r>
              <a:rPr lang="en-US" altLang="zh-TW" dirty="0"/>
              <a:t>Today’s </a:t>
            </a:r>
            <a:r>
              <a:rPr lang="en-US" altLang="zh-TW" dirty="0">
                <a:solidFill>
                  <a:srgbClr val="FF0000"/>
                </a:solidFill>
              </a:rPr>
              <a:t>data center network</a:t>
            </a:r>
            <a:r>
              <a:rPr lang="en-US" altLang="zh-TW" dirty="0"/>
              <a:t> has several issues:</a:t>
            </a:r>
          </a:p>
          <a:p>
            <a:pPr lvl="1" fontAlgn="auto">
              <a:spcAft>
                <a:spcPts val="0"/>
              </a:spcAft>
              <a:buFont typeface="Arial" pitchFamily="34" charset="0"/>
              <a:buChar char="–"/>
              <a:defRPr/>
            </a:pPr>
            <a:r>
              <a:rPr lang="en-US" altLang="zh-TW" dirty="0"/>
              <a:t>Tree architecture</a:t>
            </a:r>
          </a:p>
          <a:p>
            <a:pPr lvl="2" fontAlgn="auto">
              <a:spcAft>
                <a:spcPts val="0"/>
              </a:spcAft>
              <a:buFont typeface="Arial" pitchFamily="34" charset="0"/>
              <a:buChar char="–"/>
              <a:defRPr/>
            </a:pPr>
            <a:r>
              <a:rPr lang="en-US" altLang="zh-TW" dirty="0"/>
              <a:t>Congestion and computation hot spot</a:t>
            </a:r>
          </a:p>
          <a:p>
            <a:pPr lvl="1" fontAlgn="auto">
              <a:spcAft>
                <a:spcPts val="0"/>
              </a:spcAft>
              <a:buFont typeface="Arial" pitchFamily="34" charset="0"/>
              <a:buChar char="–"/>
              <a:defRPr/>
            </a:pPr>
            <a:r>
              <a:rPr lang="en-US" altLang="zh-TW" dirty="0"/>
              <a:t>Traffic Independence</a:t>
            </a:r>
          </a:p>
          <a:p>
            <a:pPr lvl="1" fontAlgn="auto">
              <a:spcAft>
                <a:spcPts val="0"/>
              </a:spcAft>
              <a:buFont typeface="Arial" pitchFamily="34" charset="0"/>
              <a:buChar char="–"/>
              <a:defRPr/>
            </a:pPr>
            <a:r>
              <a:rPr lang="en-US" altLang="zh-TW" dirty="0"/>
              <a:t>IP configuration Complexity</a:t>
            </a:r>
          </a:p>
          <a:p>
            <a:pPr lvl="2" fontAlgn="auto">
              <a:spcAft>
                <a:spcPts val="0"/>
              </a:spcAft>
              <a:buFont typeface="Arial" pitchFamily="34" charset="0"/>
              <a:buChar char="–"/>
              <a:defRPr/>
            </a:pPr>
            <a:r>
              <a:rPr lang="en-US" altLang="zh-TW" dirty="0"/>
              <a:t>Especially to deal with Migration</a:t>
            </a:r>
          </a:p>
          <a:p>
            <a:pPr lvl="1" fontAlgn="auto">
              <a:spcAft>
                <a:spcPts val="0"/>
              </a:spcAft>
              <a:buFont typeface="Arial" pitchFamily="34" charset="0"/>
              <a:buChar char="–"/>
              <a:defRPr/>
            </a:pPr>
            <a:r>
              <a:rPr lang="en-US" altLang="zh-TW" dirty="0"/>
              <a:t>Tradeoff</a:t>
            </a:r>
          </a:p>
          <a:p>
            <a:pPr lvl="2" fontAlgn="auto">
              <a:spcAft>
                <a:spcPts val="0"/>
              </a:spcAft>
              <a:buFont typeface="Arial" pitchFamily="34" charset="0"/>
              <a:buChar char="–"/>
              <a:defRPr/>
            </a:pPr>
            <a:r>
              <a:rPr lang="en-US" altLang="zh-TW" dirty="0"/>
              <a:t> Reliability and utilization</a:t>
            </a:r>
          </a:p>
        </p:txBody>
      </p:sp>
      <p:sp>
        <p:nvSpPr>
          <p:cNvPr id="4" name="投影片編號版面配置區 3"/>
          <p:cNvSpPr>
            <a:spLocks noGrp="1"/>
          </p:cNvSpPr>
          <p:nvPr>
            <p:ph type="sldNum" sz="quarter" idx="12"/>
          </p:nvPr>
        </p:nvSpPr>
        <p:spPr/>
        <p:txBody>
          <a:bodyPr/>
          <a:lstStyle/>
          <a:p>
            <a:pPr>
              <a:defRPr/>
            </a:pPr>
            <a:fld id="{F2DD1A4A-B451-40A0-8D53-828C68C7C43A}" type="slidenum">
              <a:rPr lang="zh-TW" altLang="en-US"/>
              <a:pPr>
                <a:defRPr/>
              </a:pPr>
              <a:t>73</a:t>
            </a:fld>
            <a:endParaRPr lang="zh-TW" altLang="en-US"/>
          </a:p>
        </p:txBody>
      </p:sp>
      <p:sp>
        <p:nvSpPr>
          <p:cNvPr id="2" name="TextBox 1"/>
          <p:cNvSpPr txBox="1"/>
          <p:nvPr/>
        </p:nvSpPr>
        <p:spPr>
          <a:xfrm>
            <a:off x="827584" y="6309320"/>
            <a:ext cx="3656001" cy="369332"/>
          </a:xfrm>
          <a:prstGeom prst="rect">
            <a:avLst/>
          </a:prstGeom>
          <a:noFill/>
        </p:spPr>
        <p:txBody>
          <a:bodyPr wrap="none" rtlCol="0">
            <a:spAutoFit/>
          </a:bodyPr>
          <a:lstStyle/>
          <a:p>
            <a:r>
              <a:rPr lang="en-US" dirty="0"/>
              <a:t>Read: </a:t>
            </a:r>
            <a:r>
              <a:rPr lang="en-US" dirty="0" err="1"/>
              <a:t>Sigcomm</a:t>
            </a:r>
            <a:r>
              <a:rPr lang="en-US" dirty="0"/>
              <a:t> 2009 paper on VL2</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rtlCol="0">
            <a:normAutofit fontScale="90000"/>
          </a:bodyPr>
          <a:lstStyle/>
          <a:p>
            <a:pPr fontAlgn="auto">
              <a:spcAft>
                <a:spcPts val="0"/>
              </a:spcAft>
              <a:defRPr/>
            </a:pPr>
            <a:r>
              <a:rPr lang="en-US" altLang="zh-TW" dirty="0"/>
              <a:t>Conventional Data Center Architecture</a:t>
            </a:r>
            <a:endParaRPr lang="zh-TW" altLang="en-US" dirty="0"/>
          </a:p>
        </p:txBody>
      </p:sp>
      <p:sp>
        <p:nvSpPr>
          <p:cNvPr id="7171" name="內容版面配置區 2"/>
          <p:cNvSpPr>
            <a:spLocks noGrp="1"/>
          </p:cNvSpPr>
          <p:nvPr>
            <p:ph idx="1"/>
          </p:nvPr>
        </p:nvSpPr>
        <p:spPr/>
        <p:txBody>
          <a:bodyPr/>
          <a:lstStyle/>
          <a:p>
            <a:pPr lvl="1">
              <a:buFont typeface="Arial" charset="0"/>
              <a:buNone/>
            </a:pPr>
            <a:endParaRPr lang="en-US" altLang="zh-TW"/>
          </a:p>
          <a:p>
            <a:pPr lvl="1"/>
            <a:endParaRPr lang="zh-TW" altLang="en-US"/>
          </a:p>
        </p:txBody>
      </p:sp>
      <p:sp>
        <p:nvSpPr>
          <p:cNvPr id="5" name="投影片編號版面配置區 4"/>
          <p:cNvSpPr>
            <a:spLocks noGrp="1"/>
          </p:cNvSpPr>
          <p:nvPr>
            <p:ph type="sldNum" sz="quarter" idx="12"/>
          </p:nvPr>
        </p:nvSpPr>
        <p:spPr/>
        <p:txBody>
          <a:bodyPr/>
          <a:lstStyle/>
          <a:p>
            <a:pPr>
              <a:defRPr/>
            </a:pPr>
            <a:fld id="{9C965D82-675B-4F7F-BD85-B2825F1A57A6}" type="slidenum">
              <a:rPr lang="zh-TW" altLang="en-US"/>
              <a:pPr>
                <a:defRPr/>
              </a:pPr>
              <a:t>74</a:t>
            </a:fld>
            <a:endParaRPr lang="zh-TW" altLang="en-US"/>
          </a:p>
        </p:txBody>
      </p:sp>
      <p:pic>
        <p:nvPicPr>
          <p:cNvPr id="7172" name="Picture 2"/>
          <p:cNvPicPr>
            <a:picLocks noChangeAspect="1" noChangeArrowheads="1"/>
          </p:cNvPicPr>
          <p:nvPr/>
        </p:nvPicPr>
        <p:blipFill>
          <a:blip r:embed="rId3" cstate="print"/>
          <a:srcRect/>
          <a:stretch>
            <a:fillRect/>
          </a:stretch>
        </p:blipFill>
        <p:spPr bwMode="auto">
          <a:xfrm>
            <a:off x="642910" y="1643050"/>
            <a:ext cx="7722310" cy="4657740"/>
          </a:xfrm>
          <a:prstGeom prst="rect">
            <a:avLst/>
          </a:prstGeom>
          <a:noFill/>
          <a:ln w="9525">
            <a:noFill/>
            <a:miter lim="800000"/>
            <a:headEnd/>
            <a:tailEnd/>
          </a:ln>
        </p:spPr>
      </p:pic>
      <p:sp>
        <p:nvSpPr>
          <p:cNvPr id="6" name="矩形 5"/>
          <p:cNvSpPr/>
          <p:nvPr/>
        </p:nvSpPr>
        <p:spPr>
          <a:xfrm>
            <a:off x="3000364" y="2571744"/>
            <a:ext cx="3357586" cy="428628"/>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
        <p:nvSpPr>
          <p:cNvPr id="7" name="矩形 6"/>
          <p:cNvSpPr/>
          <p:nvPr/>
        </p:nvSpPr>
        <p:spPr>
          <a:xfrm>
            <a:off x="1785918" y="4643446"/>
            <a:ext cx="3500462" cy="571504"/>
          </a:xfrm>
          <a:prstGeom prst="rect">
            <a:avLst/>
          </a:prstGeom>
          <a:noFill/>
        </p:spPr>
        <p:style>
          <a:lnRef idx="2">
            <a:schemeClr val="accent6"/>
          </a:lnRef>
          <a:fillRef idx="1">
            <a:schemeClr val="lt1"/>
          </a:fillRef>
          <a:effectRef idx="0">
            <a:schemeClr val="accent6"/>
          </a:effectRef>
          <a:fontRef idx="minor">
            <a:schemeClr val="dk1"/>
          </a:fontRef>
        </p:style>
        <p:txBody>
          <a:bodyPr rtlCol="0" anchor="ctr"/>
          <a:lstStyle/>
          <a:p>
            <a:pPr algn="ctr"/>
            <a:endParaRPr lang="zh-TW" altLang="en-US"/>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a:xfrm>
            <a:off x="1142976" y="285728"/>
            <a:ext cx="7043738" cy="1143000"/>
          </a:xfrm>
        </p:spPr>
        <p:txBody>
          <a:bodyPr rtlCol="0">
            <a:normAutofit/>
          </a:bodyPr>
          <a:lstStyle/>
          <a:p>
            <a:pPr fontAlgn="auto">
              <a:spcAft>
                <a:spcPts val="0"/>
              </a:spcAft>
              <a:defRPr/>
            </a:pPr>
            <a:r>
              <a:rPr lang="en-US" altLang="zh-TW" dirty="0"/>
              <a:t>Design of VL2</a:t>
            </a:r>
            <a:endParaRPr lang="zh-TW" altLang="en-US" dirty="0"/>
          </a:p>
        </p:txBody>
      </p:sp>
      <p:sp>
        <p:nvSpPr>
          <p:cNvPr id="3" name="內容版面配置區 2"/>
          <p:cNvSpPr>
            <a:spLocks noGrp="1"/>
          </p:cNvSpPr>
          <p:nvPr>
            <p:ph idx="1"/>
          </p:nvPr>
        </p:nvSpPr>
        <p:spPr/>
        <p:txBody>
          <a:bodyPr rtlCol="0">
            <a:normAutofit/>
          </a:bodyPr>
          <a:lstStyle/>
          <a:p>
            <a:pPr fontAlgn="auto">
              <a:spcAft>
                <a:spcPts val="0"/>
              </a:spcAft>
              <a:buFont typeface="Arial" pitchFamily="34" charset="0"/>
              <a:buChar char="•"/>
              <a:defRPr/>
            </a:pPr>
            <a:r>
              <a:rPr lang="en-US" altLang="zh-TW" dirty="0"/>
              <a:t>Location-specific IP address(LAs)</a:t>
            </a:r>
          </a:p>
          <a:p>
            <a:pPr lvl="1" fontAlgn="auto">
              <a:spcAft>
                <a:spcPts val="0"/>
              </a:spcAft>
              <a:buFont typeface="Arial" pitchFamily="34" charset="0"/>
              <a:buChar char="•"/>
              <a:defRPr/>
            </a:pPr>
            <a:r>
              <a:rPr lang="en-US" altLang="zh-TW" dirty="0"/>
              <a:t>For all switches and interfaces or servers</a:t>
            </a:r>
          </a:p>
          <a:p>
            <a:pPr fontAlgn="auto">
              <a:spcAft>
                <a:spcPts val="0"/>
              </a:spcAft>
              <a:buFont typeface="Arial" pitchFamily="34" charset="0"/>
              <a:buChar char="•"/>
              <a:defRPr/>
            </a:pPr>
            <a:r>
              <a:rPr lang="en-US" altLang="zh-TW" dirty="0"/>
              <a:t>Application-specific IP addresses (AAs)</a:t>
            </a:r>
          </a:p>
          <a:p>
            <a:pPr lvl="1" fontAlgn="auto">
              <a:spcAft>
                <a:spcPts val="0"/>
              </a:spcAft>
              <a:buFont typeface="Arial" pitchFamily="34" charset="0"/>
              <a:buChar char="•"/>
              <a:defRPr/>
            </a:pPr>
            <a:r>
              <a:rPr lang="en-US" altLang="zh-TW" dirty="0"/>
              <a:t>For application servers</a:t>
            </a:r>
          </a:p>
          <a:p>
            <a:pPr fontAlgn="auto">
              <a:spcAft>
                <a:spcPts val="0"/>
              </a:spcAft>
              <a:buFont typeface="Arial" pitchFamily="34" charset="0"/>
              <a:buChar char="•"/>
              <a:defRPr/>
            </a:pPr>
            <a:r>
              <a:rPr lang="en-US" altLang="zh-TW" dirty="0"/>
              <a:t>VL2 Directory System</a:t>
            </a:r>
          </a:p>
          <a:p>
            <a:pPr lvl="1" fontAlgn="auto">
              <a:spcAft>
                <a:spcPts val="0"/>
              </a:spcAft>
              <a:buFont typeface="Arial" pitchFamily="34" charset="0"/>
              <a:buChar char="•"/>
              <a:defRPr/>
            </a:pPr>
            <a:r>
              <a:rPr lang="en-US" altLang="zh-TW" dirty="0"/>
              <a:t>Stores the mapping of AAs to LAs</a:t>
            </a:r>
          </a:p>
          <a:p>
            <a:pPr lvl="1" fontAlgn="auto">
              <a:spcAft>
                <a:spcPts val="0"/>
              </a:spcAft>
              <a:buFont typeface="Arial" pitchFamily="34" charset="0"/>
              <a:buChar char="•"/>
              <a:defRPr/>
            </a:pPr>
            <a:r>
              <a:rPr lang="en-US" altLang="zh-TW" dirty="0"/>
              <a:t>Also provides Access control</a:t>
            </a:r>
          </a:p>
          <a:p>
            <a:pPr lvl="1" fontAlgn="auto">
              <a:spcAft>
                <a:spcPts val="0"/>
              </a:spcAft>
              <a:buFont typeface="Arial" pitchFamily="34" charset="0"/>
              <a:buChar char="•"/>
              <a:defRPr/>
            </a:pPr>
            <a:endParaRPr lang="en-US" altLang="zh-TW" dirty="0"/>
          </a:p>
          <a:p>
            <a:pPr fontAlgn="auto">
              <a:spcAft>
                <a:spcPts val="0"/>
              </a:spcAft>
              <a:buFont typeface="Arial" pitchFamily="34" charset="0"/>
              <a:buChar char="•"/>
              <a:defRPr/>
            </a:pPr>
            <a:endParaRPr lang="zh-TW" altLang="en-US" dirty="0"/>
          </a:p>
        </p:txBody>
      </p:sp>
      <p:sp>
        <p:nvSpPr>
          <p:cNvPr id="4" name="投影片編號版面配置區 3"/>
          <p:cNvSpPr>
            <a:spLocks noGrp="1"/>
          </p:cNvSpPr>
          <p:nvPr>
            <p:ph type="sldNum" sz="quarter" idx="12"/>
          </p:nvPr>
        </p:nvSpPr>
        <p:spPr/>
        <p:txBody>
          <a:bodyPr/>
          <a:lstStyle/>
          <a:p>
            <a:pPr>
              <a:defRPr/>
            </a:pPr>
            <a:fld id="{CB6FE624-BB73-42E4-A481-9408D2C120A7}" type="slidenum">
              <a:rPr lang="zh-TW" altLang="en-US"/>
              <a:pPr>
                <a:defRPr/>
              </a:pPr>
              <a:t>75</a:t>
            </a:fld>
            <a:endParaRPr lang="zh-TW" altLang="en-US"/>
          </a:p>
        </p:txBody>
      </p:sp>
      <p:sp>
        <p:nvSpPr>
          <p:cNvPr id="5" name="Rectangle 4">
            <a:extLst>
              <a:ext uri="{FF2B5EF4-FFF2-40B4-BE49-F238E27FC236}">
                <a16:creationId xmlns:a16="http://schemas.microsoft.com/office/drawing/2014/main" id="{DDA76D09-113B-524B-97FF-8B34035B3098}"/>
              </a:ext>
            </a:extLst>
          </p:cNvPr>
          <p:cNvSpPr/>
          <p:nvPr/>
        </p:nvSpPr>
        <p:spPr>
          <a:xfrm>
            <a:off x="1184916" y="6088660"/>
            <a:ext cx="7840736" cy="369332"/>
          </a:xfrm>
          <a:prstGeom prst="rect">
            <a:avLst/>
          </a:prstGeom>
        </p:spPr>
        <p:txBody>
          <a:bodyPr wrap="none">
            <a:spAutoFit/>
          </a:bodyPr>
          <a:lstStyle/>
          <a:p>
            <a:r>
              <a:rPr lang="en-US" dirty="0"/>
              <a:t>Read: VL2: A Scalable and Flexible Data Center Network, </a:t>
            </a:r>
            <a:r>
              <a:rPr lang="en-US" dirty="0" err="1"/>
              <a:t>Sigcomm</a:t>
            </a:r>
            <a:r>
              <a:rPr lang="en-US" dirty="0"/>
              <a:t> 2009 paper</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8434" name="標題 1"/>
          <p:cNvSpPr>
            <a:spLocks noGrp="1"/>
          </p:cNvSpPr>
          <p:nvPr>
            <p:ph type="title"/>
          </p:nvPr>
        </p:nvSpPr>
        <p:spPr/>
        <p:txBody>
          <a:bodyPr/>
          <a:lstStyle/>
          <a:p>
            <a:r>
              <a:rPr lang="en-US" altLang="zh-TW" dirty="0"/>
              <a:t>Scale-out Topologies</a:t>
            </a:r>
            <a:endParaRPr lang="zh-TW" altLang="en-US" dirty="0"/>
          </a:p>
        </p:txBody>
      </p:sp>
      <p:sp>
        <p:nvSpPr>
          <p:cNvPr id="5" name="投影片編號版面配置區 4"/>
          <p:cNvSpPr>
            <a:spLocks noGrp="1"/>
          </p:cNvSpPr>
          <p:nvPr>
            <p:ph type="sldNum" sz="quarter" idx="12"/>
          </p:nvPr>
        </p:nvSpPr>
        <p:spPr/>
        <p:txBody>
          <a:bodyPr/>
          <a:lstStyle/>
          <a:p>
            <a:pPr>
              <a:defRPr/>
            </a:pPr>
            <a:fld id="{C7224480-E3A4-44AE-B78E-1E67F1A07339}" type="slidenum">
              <a:rPr lang="zh-TW" altLang="en-US"/>
              <a:pPr>
                <a:defRPr/>
              </a:pPr>
              <a:t>76</a:t>
            </a:fld>
            <a:endParaRPr lang="zh-TW" altLang="en-US"/>
          </a:p>
        </p:txBody>
      </p:sp>
      <p:grpSp>
        <p:nvGrpSpPr>
          <p:cNvPr id="2" name="群組 7"/>
          <p:cNvGrpSpPr/>
          <p:nvPr/>
        </p:nvGrpSpPr>
        <p:grpSpPr>
          <a:xfrm>
            <a:off x="714348" y="1643050"/>
            <a:ext cx="7858180" cy="4777431"/>
            <a:chOff x="1000100" y="1357298"/>
            <a:chExt cx="7858180" cy="4777431"/>
          </a:xfrm>
        </p:grpSpPr>
        <p:pic>
          <p:nvPicPr>
            <p:cNvPr id="18436" name="Picture 2"/>
            <p:cNvPicPr>
              <a:picLocks noChangeAspect="1" noChangeArrowheads="1"/>
            </p:cNvPicPr>
            <p:nvPr/>
          </p:nvPicPr>
          <p:blipFill>
            <a:blip r:embed="rId2" cstate="print"/>
            <a:srcRect r="6542" b="24033"/>
            <a:stretch>
              <a:fillRect/>
            </a:stretch>
          </p:blipFill>
          <p:spPr bwMode="auto">
            <a:xfrm>
              <a:off x="1714480" y="1357298"/>
              <a:ext cx="7143800" cy="4777431"/>
            </a:xfrm>
            <a:prstGeom prst="rect">
              <a:avLst/>
            </a:prstGeom>
            <a:noFill/>
            <a:ln w="9525">
              <a:noFill/>
              <a:miter lim="800000"/>
              <a:headEnd/>
              <a:tailEnd/>
            </a:ln>
          </p:spPr>
        </p:pic>
        <p:sp>
          <p:nvSpPr>
            <p:cNvPr id="6" name="矩形 5"/>
            <p:cNvSpPr/>
            <p:nvPr/>
          </p:nvSpPr>
          <p:spPr>
            <a:xfrm>
              <a:off x="1000100" y="2714620"/>
              <a:ext cx="1643074"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err="1"/>
                <a:t>Aggr</a:t>
              </a:r>
              <a:r>
                <a:rPr lang="en-US" altLang="zh-TW" dirty="0"/>
                <a:t> : </a:t>
              </a:r>
              <a:r>
                <a:rPr lang="en-US" altLang="zh-TW" dirty="0" err="1"/>
                <a:t>Int</a:t>
              </a:r>
              <a:r>
                <a:rPr lang="en-US" altLang="zh-TW" dirty="0"/>
                <a:t> = n:m</a:t>
              </a:r>
              <a:endParaRPr lang="zh-TW" altLang="en-US" dirty="0"/>
            </a:p>
          </p:txBody>
        </p:sp>
        <p:sp>
          <p:nvSpPr>
            <p:cNvPr id="7" name="矩形 6"/>
            <p:cNvSpPr/>
            <p:nvPr/>
          </p:nvSpPr>
          <p:spPr>
            <a:xfrm>
              <a:off x="1000100" y="3786190"/>
              <a:ext cx="1643074" cy="42862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TW" dirty="0" err="1"/>
                <a:t>ToR</a:t>
              </a:r>
              <a:r>
                <a:rPr lang="en-US" altLang="zh-TW" dirty="0"/>
                <a:t> : </a:t>
              </a:r>
              <a:r>
                <a:rPr lang="en-US" altLang="zh-TW" dirty="0" err="1"/>
                <a:t>Aggr</a:t>
              </a:r>
              <a:r>
                <a:rPr lang="en-US" altLang="zh-TW" dirty="0"/>
                <a:t> = 1:2</a:t>
              </a:r>
              <a:endParaRPr lang="zh-TW" altLang="en-US" dirty="0"/>
            </a:p>
          </p:txBody>
        </p:sp>
      </p:grpSp>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9459" name="標題 1"/>
          <p:cNvSpPr>
            <a:spLocks noGrp="1"/>
          </p:cNvSpPr>
          <p:nvPr>
            <p:ph type="title"/>
          </p:nvPr>
        </p:nvSpPr>
        <p:spPr/>
        <p:txBody>
          <a:bodyPr>
            <a:normAutofit/>
          </a:bodyPr>
          <a:lstStyle/>
          <a:p>
            <a:r>
              <a:rPr lang="en-US" altLang="zh-TW" dirty="0"/>
              <a:t>Scale-out Topologies Benefit</a:t>
            </a:r>
            <a:endParaRPr lang="zh-TW" altLang="en-US" dirty="0"/>
          </a:p>
        </p:txBody>
      </p:sp>
      <p:sp>
        <p:nvSpPr>
          <p:cNvPr id="3" name="內容版面配置區 2"/>
          <p:cNvSpPr>
            <a:spLocks noGrp="1"/>
          </p:cNvSpPr>
          <p:nvPr>
            <p:ph idx="1"/>
          </p:nvPr>
        </p:nvSpPr>
        <p:spPr>
          <a:xfrm>
            <a:off x="107504" y="1417638"/>
            <a:ext cx="8856984" cy="4983162"/>
          </a:xfrm>
        </p:spPr>
        <p:txBody>
          <a:bodyPr rtlCol="0">
            <a:normAutofit fontScale="85000" lnSpcReduction="10000"/>
          </a:bodyPr>
          <a:lstStyle/>
          <a:p>
            <a:pPr fontAlgn="auto">
              <a:spcAft>
                <a:spcPts val="0"/>
              </a:spcAft>
              <a:buFont typeface="Arial" pitchFamily="34" charset="0"/>
              <a:buChar char="•"/>
              <a:defRPr/>
            </a:pPr>
            <a:r>
              <a:rPr lang="en-US" altLang="zh-TW" dirty="0"/>
              <a:t>Risk balancing</a:t>
            </a:r>
          </a:p>
          <a:p>
            <a:pPr lvl="1" fontAlgn="auto">
              <a:spcAft>
                <a:spcPts val="0"/>
              </a:spcAft>
              <a:buFont typeface="Arial" pitchFamily="34" charset="0"/>
              <a:buChar char="–"/>
              <a:defRPr/>
            </a:pPr>
            <a:r>
              <a:rPr lang="en-US" altLang="zh-TW" dirty="0"/>
              <a:t>The failure of an Int. switch reduces the bisection bandwidth by only 1/m</a:t>
            </a:r>
          </a:p>
          <a:p>
            <a:pPr fontAlgn="auto">
              <a:spcAft>
                <a:spcPts val="0"/>
              </a:spcAft>
              <a:buFont typeface="Arial" pitchFamily="34" charset="0"/>
              <a:buChar char="•"/>
              <a:defRPr/>
            </a:pPr>
            <a:r>
              <a:rPr lang="en-US" altLang="zh-TW" dirty="0"/>
              <a:t>Routing is extremely simple on this topology </a:t>
            </a:r>
          </a:p>
          <a:p>
            <a:pPr lvl="1" fontAlgn="auto">
              <a:spcAft>
                <a:spcPts val="0"/>
              </a:spcAft>
              <a:buFont typeface="Arial" pitchFamily="34" charset="0"/>
              <a:buChar char="–"/>
              <a:defRPr/>
            </a:pPr>
            <a:r>
              <a:rPr lang="en-US" altLang="zh-TW" dirty="0"/>
              <a:t>Random path up and non-random (SPF) path down.</a:t>
            </a:r>
          </a:p>
          <a:p>
            <a:pPr lvl="1" fontAlgn="auto">
              <a:spcAft>
                <a:spcPts val="0"/>
              </a:spcAft>
              <a:buFont typeface="Arial" pitchFamily="34" charset="0"/>
              <a:buChar char="–"/>
              <a:defRPr/>
            </a:pPr>
            <a:r>
              <a:rPr lang="en-US" altLang="zh-TW" dirty="0"/>
              <a:t>Called Valiant Routing (1981) and Valiant Load Balancing</a:t>
            </a:r>
          </a:p>
          <a:p>
            <a:pPr>
              <a:buFont typeface="Arial" panose="020B0604020202020204" pitchFamily="34" charset="0"/>
              <a:buChar char="•"/>
              <a:defRPr/>
            </a:pPr>
            <a:r>
              <a:rPr lang="en-US" altLang="zh-TW" dirty="0"/>
              <a:t>Sender S sends </a:t>
            </a:r>
            <a:r>
              <a:rPr lang="en-US" altLang="zh-TW" dirty="0" err="1"/>
              <a:t>pkts</a:t>
            </a:r>
            <a:r>
              <a:rPr lang="en-US" altLang="zh-TW" dirty="0"/>
              <a:t> to </a:t>
            </a:r>
            <a:r>
              <a:rPr lang="en-US" altLang="zh-TW" dirty="0" err="1"/>
              <a:t>Dest</a:t>
            </a:r>
            <a:r>
              <a:rPr lang="en-US" altLang="zh-TW" dirty="0"/>
              <a:t>. D via randomly chosen intermediate switch using IP-in-IP encapsulation. </a:t>
            </a:r>
          </a:p>
          <a:p>
            <a:pPr>
              <a:buFont typeface="Arial" panose="020B0604020202020204" pitchFamily="34" charset="0"/>
              <a:buChar char="•"/>
              <a:defRPr/>
            </a:pPr>
            <a:r>
              <a:rPr lang="en-US" altLang="zh-TW" dirty="0"/>
              <a:t>AAs are from a different subnet </a:t>
            </a:r>
            <a:r>
              <a:rPr lang="en-US" altLang="zh-TW" sz="3000" dirty="0"/>
              <a:t>(e.g., 20/8) </a:t>
            </a:r>
            <a:r>
              <a:rPr lang="en-US" altLang="zh-TW" dirty="0"/>
              <a:t>and LAs from another subnet </a:t>
            </a:r>
            <a:r>
              <a:rPr lang="en-US" altLang="zh-TW" sz="3000" dirty="0"/>
              <a:t>(e.g., 10/8) </a:t>
            </a:r>
          </a:p>
          <a:p>
            <a:pPr>
              <a:buFont typeface="Arial" panose="020B0604020202020204" pitchFamily="34" charset="0"/>
              <a:buChar char="•"/>
              <a:defRPr/>
            </a:pPr>
            <a:r>
              <a:rPr lang="en-US" altLang="zh-TW" sz="3000" dirty="0"/>
              <a:t>Note: H(ft) denotes a hash of the five tuple</a:t>
            </a:r>
            <a:endParaRPr lang="en-US" altLang="zh-TW" dirty="0"/>
          </a:p>
        </p:txBody>
      </p:sp>
      <p:sp>
        <p:nvSpPr>
          <p:cNvPr id="4" name="投影片編號版面配置區 3"/>
          <p:cNvSpPr>
            <a:spLocks noGrp="1"/>
          </p:cNvSpPr>
          <p:nvPr>
            <p:ph type="sldNum" sz="quarter" idx="12"/>
          </p:nvPr>
        </p:nvSpPr>
        <p:spPr/>
        <p:txBody>
          <a:bodyPr/>
          <a:lstStyle/>
          <a:p>
            <a:pPr>
              <a:defRPr/>
            </a:pPr>
            <a:fld id="{B9C343E9-52EC-4CCF-8168-069E1D904169}" type="slidenum">
              <a:rPr lang="zh-TW" altLang="en-US"/>
              <a:pPr>
                <a:defRPr/>
              </a:pPr>
              <a:t>77</a:t>
            </a:fld>
            <a:endParaRPr lang="zh-TW" altLang="en-US"/>
          </a:p>
        </p:txBody>
      </p:sp>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Valiant load balancing</a:t>
            </a:r>
          </a:p>
        </p:txBody>
      </p:sp>
      <p:sp>
        <p:nvSpPr>
          <p:cNvPr id="3" name="Content Placeholder 2"/>
          <p:cNvSpPr>
            <a:spLocks noGrp="1"/>
          </p:cNvSpPr>
          <p:nvPr>
            <p:ph idx="1"/>
          </p:nvPr>
        </p:nvSpPr>
        <p:spPr>
          <a:xfrm>
            <a:off x="333079" y="1177454"/>
            <a:ext cx="8543049" cy="4657490"/>
          </a:xfrm>
        </p:spPr>
        <p:txBody>
          <a:bodyPr/>
          <a:lstStyle/>
          <a:p>
            <a:r>
              <a:rPr lang="en-US" dirty="0"/>
              <a:t>Randomization for efficient, load-balanced routing </a:t>
            </a:r>
            <a:r>
              <a:rPr lang="en-US" sz="2000" dirty="0"/>
              <a:t>[VLB]</a:t>
            </a:r>
          </a:p>
        </p:txBody>
      </p:sp>
      <p:sp>
        <p:nvSpPr>
          <p:cNvPr id="4" name="Slide Number Placeholder 3"/>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6B13335D-4FC9-924F-B266-DEE7D65B61EE}" type="slidenum">
              <a:rPr kumimoji="0" lang="en-US" sz="1200" b="0" i="0" u="none" strike="noStrike" kern="1200" cap="none" spc="0" normalizeH="0" baseline="0" noProof="0" smtClean="0">
                <a:ln>
                  <a:noFill/>
                </a:ln>
                <a:solidFill>
                  <a:prstClr val="black"/>
                </a:solidFill>
                <a:effectLst/>
                <a:uLnTx/>
                <a:uFillTx/>
                <a:latin typeface="Calibri"/>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78</a:t>
            </a:fld>
            <a:endParaRPr kumimoji="0" lang="en-US" sz="1200" b="0" i="0" u="none" strike="noStrike" kern="1200" cap="none" spc="0" normalizeH="0" baseline="0" noProof="0">
              <a:ln>
                <a:noFill/>
              </a:ln>
              <a:solidFill>
                <a:prstClr val="black"/>
              </a:solidFill>
              <a:effectLst/>
              <a:uLnTx/>
              <a:uFillTx/>
              <a:latin typeface="Calibri"/>
              <a:ea typeface="+mn-ea"/>
              <a:cs typeface="+mn-cs"/>
            </a:endParaRPr>
          </a:p>
        </p:txBody>
      </p:sp>
      <p:pic>
        <p:nvPicPr>
          <p:cNvPr id="5" name="Picture 4" descr="Screen Shot 2016-04-20 at 11.54.25 AM.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7947" y="1772816"/>
            <a:ext cx="8798181" cy="4325052"/>
          </a:xfrm>
          <a:prstGeom prst="rect">
            <a:avLst/>
          </a:prstGeom>
        </p:spPr>
      </p:pic>
      <p:sp>
        <p:nvSpPr>
          <p:cNvPr id="6" name="TextBox 5"/>
          <p:cNvSpPr txBox="1"/>
          <p:nvPr/>
        </p:nvSpPr>
        <p:spPr>
          <a:xfrm>
            <a:off x="71576" y="6097868"/>
            <a:ext cx="9066053" cy="400110"/>
          </a:xfrm>
          <a:prstGeom prst="rect">
            <a:avLst/>
          </a:prstGeom>
          <a:noFill/>
        </p:spPr>
        <p:txBody>
          <a:bodyPr wrap="non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nl-NL" sz="2000" b="0" i="0" u="none" strike="noStrike" kern="1200" cap="none" spc="0" normalizeH="0" baseline="0" noProof="0" dirty="0">
                <a:ln>
                  <a:noFill/>
                </a:ln>
                <a:solidFill>
                  <a:prstClr val="black"/>
                </a:solidFill>
                <a:effectLst/>
                <a:uLnTx/>
                <a:uFillTx/>
                <a:latin typeface="Calibri"/>
                <a:ea typeface="+mn-ea"/>
                <a:cs typeface="+mn-cs"/>
              </a:rPr>
              <a:t>[</a:t>
            </a:r>
            <a:r>
              <a:rPr kumimoji="0" lang="nl-NL" sz="2000" b="0" i="0" u="none" strike="noStrike" kern="1200" cap="none" spc="0" normalizeH="0" baseline="0" noProof="0" dirty="0">
                <a:ln>
                  <a:noFill/>
                </a:ln>
                <a:solidFill>
                  <a:prstClr val="black"/>
                </a:solidFill>
                <a:effectLst/>
                <a:uLnTx/>
                <a:uFillTx/>
                <a:latin typeface="Calibri"/>
                <a:ea typeface="+mn-ea"/>
                <a:cs typeface="+mn-cs"/>
                <a:hlinkClick r:id="rId3"/>
              </a:rPr>
              <a:t>VLB</a:t>
            </a:r>
            <a:r>
              <a:rPr kumimoji="0" lang="nl-NL" sz="2000" b="0" i="0" u="none" strike="noStrike" kern="1200" cap="none" spc="0" normalizeH="0" baseline="0" noProof="0" dirty="0">
                <a:ln>
                  <a:noFill/>
                </a:ln>
                <a:solidFill>
                  <a:prstClr val="black"/>
                </a:solidFill>
                <a:effectLst/>
                <a:uLnTx/>
                <a:uFillTx/>
                <a:latin typeface="Calibri"/>
                <a:ea typeface="+mn-ea"/>
                <a:cs typeface="+mn-cs"/>
              </a:rPr>
              <a:t>] </a:t>
            </a:r>
            <a:r>
              <a:rPr kumimoji="0" lang="nl-NL" sz="2000" b="0" i="0" u="none" strike="noStrike" kern="1200" cap="none" spc="0" normalizeH="0" baseline="0" noProof="0" dirty="0" err="1">
                <a:ln>
                  <a:noFill/>
                </a:ln>
                <a:solidFill>
                  <a:prstClr val="black"/>
                </a:solidFill>
                <a:effectLst/>
                <a:uLnTx/>
                <a:uFillTx/>
                <a:latin typeface="Calibri"/>
                <a:ea typeface="+mn-ea"/>
                <a:cs typeface="+mn-cs"/>
              </a:rPr>
              <a:t>Valiant</a:t>
            </a:r>
            <a:r>
              <a:rPr kumimoji="0" lang="nl-NL" sz="2000" b="0" i="0" u="none" strike="noStrike" kern="1200" cap="none" spc="0" normalizeH="0" baseline="0" noProof="0" dirty="0">
                <a:ln>
                  <a:noFill/>
                </a:ln>
                <a:solidFill>
                  <a:prstClr val="black"/>
                </a:solidFill>
                <a:effectLst/>
                <a:uLnTx/>
                <a:uFillTx/>
                <a:latin typeface="Calibri"/>
                <a:ea typeface="+mn-ea"/>
                <a:cs typeface="+mn-cs"/>
              </a:rPr>
              <a:t> Load-</a:t>
            </a:r>
            <a:r>
              <a:rPr kumimoji="0" lang="nl-NL" sz="2000" b="0" i="0" u="none" strike="noStrike" kern="1200" cap="none" spc="0" normalizeH="0" baseline="0" noProof="0" dirty="0" err="1">
                <a:ln>
                  <a:noFill/>
                </a:ln>
                <a:solidFill>
                  <a:prstClr val="black"/>
                </a:solidFill>
                <a:effectLst/>
                <a:uLnTx/>
                <a:uFillTx/>
                <a:latin typeface="Calibri"/>
                <a:ea typeface="+mn-ea"/>
                <a:cs typeface="+mn-cs"/>
              </a:rPr>
              <a:t>Balancing</a:t>
            </a:r>
            <a:r>
              <a:rPr kumimoji="0" lang="nl-NL" sz="2000" b="0" i="0" u="none" strike="noStrike" kern="1200" cap="none" spc="0" normalizeH="0" baseline="0" noProof="0" dirty="0">
                <a:ln>
                  <a:noFill/>
                </a:ln>
                <a:solidFill>
                  <a:prstClr val="black"/>
                </a:solidFill>
                <a:effectLst/>
                <a:uLnTx/>
                <a:uFillTx/>
                <a:latin typeface="Calibri"/>
                <a:ea typeface="+mn-ea"/>
                <a:cs typeface="+mn-cs"/>
              </a:rPr>
              <a:t>: Building Networks </a:t>
            </a:r>
            <a:r>
              <a:rPr kumimoji="0" lang="nl-NL" sz="2000" b="0" i="0" u="none" strike="noStrike" kern="1200" cap="none" spc="0" normalizeH="0" baseline="0" noProof="0" dirty="0" err="1">
                <a:ln>
                  <a:noFill/>
                </a:ln>
                <a:solidFill>
                  <a:prstClr val="black"/>
                </a:solidFill>
                <a:effectLst/>
                <a:uLnTx/>
                <a:uFillTx/>
                <a:latin typeface="Calibri"/>
                <a:ea typeface="+mn-ea"/>
                <a:cs typeface="+mn-cs"/>
              </a:rPr>
              <a:t>That</a:t>
            </a:r>
            <a:r>
              <a:rPr kumimoji="0" lang="nl-NL" sz="2000" b="0" i="0" u="none" strike="noStrike" kern="1200" cap="none" spc="0" normalizeH="0" baseline="0" noProof="0" dirty="0">
                <a:ln>
                  <a:noFill/>
                </a:ln>
                <a:solidFill>
                  <a:prstClr val="black"/>
                </a:solidFill>
                <a:effectLst/>
                <a:uLnTx/>
                <a:uFillTx/>
                <a:latin typeface="Calibri"/>
                <a:ea typeface="+mn-ea"/>
                <a:cs typeface="+mn-cs"/>
              </a:rPr>
              <a:t> </a:t>
            </a:r>
            <a:r>
              <a:rPr kumimoji="0" lang="nl-NL" sz="2000" b="0" i="0" u="none" strike="noStrike" kern="1200" cap="none" spc="0" normalizeH="0" baseline="0" noProof="0" dirty="0" err="1">
                <a:ln>
                  <a:noFill/>
                </a:ln>
                <a:solidFill>
                  <a:prstClr val="black"/>
                </a:solidFill>
                <a:effectLst/>
                <a:uLnTx/>
                <a:uFillTx/>
                <a:latin typeface="Calibri"/>
                <a:ea typeface="+mn-ea"/>
                <a:cs typeface="+mn-cs"/>
              </a:rPr>
              <a:t>Can</a:t>
            </a:r>
            <a:r>
              <a:rPr kumimoji="0" lang="nl-NL" sz="2000" b="0" i="0" u="none" strike="noStrike" kern="1200" cap="none" spc="0" normalizeH="0" baseline="0" noProof="0" dirty="0">
                <a:ln>
                  <a:noFill/>
                </a:ln>
                <a:solidFill>
                  <a:prstClr val="black"/>
                </a:solidFill>
                <a:effectLst/>
                <a:uLnTx/>
                <a:uFillTx/>
                <a:latin typeface="Calibri"/>
                <a:ea typeface="+mn-ea"/>
                <a:cs typeface="+mn-cs"/>
              </a:rPr>
              <a:t> Support </a:t>
            </a:r>
            <a:r>
              <a:rPr kumimoji="0" lang="nl-NL" sz="2000" b="0" i="0" u="none" strike="noStrike" kern="1200" cap="none" spc="0" normalizeH="0" baseline="0" noProof="0" dirty="0" err="1">
                <a:ln>
                  <a:noFill/>
                </a:ln>
                <a:solidFill>
                  <a:prstClr val="black"/>
                </a:solidFill>
                <a:effectLst/>
                <a:uLnTx/>
                <a:uFillTx/>
                <a:latin typeface="Calibri"/>
                <a:ea typeface="+mn-ea"/>
                <a:cs typeface="+mn-cs"/>
              </a:rPr>
              <a:t>All</a:t>
            </a:r>
            <a:r>
              <a:rPr kumimoji="0" lang="nl-NL" sz="2000" b="0" i="0" u="none" strike="noStrike" kern="1200" cap="none" spc="0" normalizeH="0" baseline="0" noProof="0" dirty="0">
                <a:ln>
                  <a:noFill/>
                </a:ln>
                <a:solidFill>
                  <a:prstClr val="black"/>
                </a:solidFill>
                <a:effectLst/>
                <a:uLnTx/>
                <a:uFillTx/>
                <a:latin typeface="Calibri"/>
                <a:ea typeface="+mn-ea"/>
                <a:cs typeface="+mn-cs"/>
              </a:rPr>
              <a:t> Traffic Matrices</a:t>
            </a:r>
          </a:p>
        </p:txBody>
      </p:sp>
    </p:spTree>
    <p:extLst>
      <p:ext uri="{BB962C8B-B14F-4D97-AF65-F5344CB8AC3E}">
        <p14:creationId xmlns:p14="http://schemas.microsoft.com/office/powerpoint/2010/main" val="4214154726"/>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標題 1"/>
          <p:cNvSpPr>
            <a:spLocks noGrp="1"/>
          </p:cNvSpPr>
          <p:nvPr>
            <p:ph type="title"/>
          </p:nvPr>
        </p:nvSpPr>
        <p:spPr/>
        <p:txBody>
          <a:bodyPr/>
          <a:lstStyle/>
          <a:p>
            <a:r>
              <a:rPr lang="en-US" altLang="zh-TW" dirty="0"/>
              <a:t>Example</a:t>
            </a:r>
            <a:endParaRPr lang="zh-TW" altLang="en-US" dirty="0"/>
          </a:p>
        </p:txBody>
      </p:sp>
      <p:sp>
        <p:nvSpPr>
          <p:cNvPr id="20483" name="內容版面配置區 2"/>
          <p:cNvSpPr>
            <a:spLocks noGrp="1"/>
          </p:cNvSpPr>
          <p:nvPr>
            <p:ph idx="1"/>
          </p:nvPr>
        </p:nvSpPr>
        <p:spPr/>
        <p:txBody>
          <a:bodyPr/>
          <a:lstStyle/>
          <a:p>
            <a:endParaRPr lang="zh-TW" altLang="en-US"/>
          </a:p>
        </p:txBody>
      </p:sp>
      <p:sp>
        <p:nvSpPr>
          <p:cNvPr id="4" name="投影片編號版面配置區 3"/>
          <p:cNvSpPr>
            <a:spLocks noGrp="1"/>
          </p:cNvSpPr>
          <p:nvPr>
            <p:ph type="sldNum" sz="quarter" idx="12"/>
          </p:nvPr>
        </p:nvSpPr>
        <p:spPr/>
        <p:txBody>
          <a:bodyPr/>
          <a:lstStyle/>
          <a:p>
            <a:pPr>
              <a:defRPr/>
            </a:pPr>
            <a:fld id="{CE362694-19BD-44D7-8D88-3641C45904D2}" type="slidenum">
              <a:rPr lang="zh-TW" altLang="en-US"/>
              <a:pPr>
                <a:defRPr/>
              </a:pPr>
              <a:t>79</a:t>
            </a:fld>
            <a:endParaRPr lang="zh-TW" altLang="en-US"/>
          </a:p>
        </p:txBody>
      </p:sp>
      <p:pic>
        <p:nvPicPr>
          <p:cNvPr id="20485" name="Picture 2"/>
          <p:cNvPicPr>
            <a:picLocks noChangeAspect="1" noChangeArrowheads="1"/>
          </p:cNvPicPr>
          <p:nvPr/>
        </p:nvPicPr>
        <p:blipFill>
          <a:blip r:embed="rId2" cstate="print"/>
          <a:srcRect b="24247"/>
          <a:stretch>
            <a:fillRect/>
          </a:stretch>
        </p:blipFill>
        <p:spPr bwMode="auto">
          <a:xfrm>
            <a:off x="214282" y="1428736"/>
            <a:ext cx="8687929" cy="4857784"/>
          </a:xfrm>
          <a:prstGeom prst="rect">
            <a:avLst/>
          </a:prstGeom>
          <a:noFill/>
          <a:ln w="9525">
            <a:noFill/>
            <a:miter lim="800000"/>
            <a:headEnd/>
            <a:tailEnd/>
          </a:ln>
        </p:spPr>
      </p:pic>
      <p:sp>
        <p:nvSpPr>
          <p:cNvPr id="6" name="矩形圖說文字 5"/>
          <p:cNvSpPr/>
          <p:nvPr/>
        </p:nvSpPr>
        <p:spPr>
          <a:xfrm>
            <a:off x="0" y="5643578"/>
            <a:ext cx="1357322" cy="857256"/>
          </a:xfrm>
          <a:prstGeom prst="wedgeRectCallout">
            <a:avLst>
              <a:gd name="adj1" fmla="val 39035"/>
              <a:gd name="adj2" fmla="val -90296"/>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dirty="0"/>
              <a:t>Create by VL2 Agent</a:t>
            </a:r>
            <a:endParaRPr lang="zh-TW" altLang="en-US" dirty="0"/>
          </a:p>
        </p:txBody>
      </p:sp>
      <p:sp>
        <p:nvSpPr>
          <p:cNvPr id="7" name="矩形圖說文字 6"/>
          <p:cNvSpPr/>
          <p:nvPr/>
        </p:nvSpPr>
        <p:spPr>
          <a:xfrm>
            <a:off x="357158" y="3143248"/>
            <a:ext cx="1357322" cy="857256"/>
          </a:xfrm>
          <a:prstGeom prst="wedgeRectCallout">
            <a:avLst>
              <a:gd name="adj1" fmla="val 86957"/>
              <a:gd name="adj2" fmla="val 59256"/>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n-US" altLang="zh-TW" dirty="0"/>
              <a:t>Randomly select Int. by ECMP</a:t>
            </a:r>
            <a:endParaRPr lang="zh-TW" altLang="en-US" dirty="0"/>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2530" name="Picture 2"/>
          <p:cNvPicPr>
            <a:picLocks noChangeAspect="1" noChangeArrowheads="1"/>
          </p:cNvPicPr>
          <p:nvPr/>
        </p:nvPicPr>
        <p:blipFill>
          <a:blip r:embed="rId2" cstate="print"/>
          <a:srcRect/>
          <a:stretch>
            <a:fillRect/>
          </a:stretch>
        </p:blipFill>
        <p:spPr bwMode="auto">
          <a:xfrm>
            <a:off x="6588224" y="836712"/>
            <a:ext cx="1838325" cy="1357313"/>
          </a:xfrm>
          <a:prstGeom prst="rect">
            <a:avLst/>
          </a:prstGeom>
          <a:noFill/>
          <a:ln w="9525">
            <a:noFill/>
            <a:miter lim="800000"/>
            <a:headEnd/>
            <a:tailEnd/>
          </a:ln>
        </p:spPr>
      </p:pic>
      <p:sp>
        <p:nvSpPr>
          <p:cNvPr id="2" name="標題 1"/>
          <p:cNvSpPr>
            <a:spLocks noGrp="1"/>
          </p:cNvSpPr>
          <p:nvPr>
            <p:ph type="title"/>
          </p:nvPr>
        </p:nvSpPr>
        <p:spPr>
          <a:xfrm>
            <a:off x="457200" y="274638"/>
            <a:ext cx="7043738" cy="1143000"/>
          </a:xfrm>
        </p:spPr>
        <p:txBody>
          <a:bodyPr rtlCol="0">
            <a:normAutofit/>
          </a:bodyPr>
          <a:lstStyle/>
          <a:p>
            <a:pPr fontAlgn="auto">
              <a:spcAft>
                <a:spcPts val="0"/>
              </a:spcAft>
              <a:defRPr/>
            </a:pPr>
            <a:r>
              <a:rPr lang="en-US" altLang="zh-TW" dirty="0"/>
              <a:t>	VL2 agent</a:t>
            </a:r>
          </a:p>
        </p:txBody>
      </p:sp>
      <p:sp>
        <p:nvSpPr>
          <p:cNvPr id="3" name="內容版面配置區 2"/>
          <p:cNvSpPr>
            <a:spLocks noGrp="1"/>
          </p:cNvSpPr>
          <p:nvPr>
            <p:ph idx="1"/>
          </p:nvPr>
        </p:nvSpPr>
        <p:spPr/>
        <p:txBody>
          <a:bodyPr rtlCol="0">
            <a:normAutofit lnSpcReduction="10000"/>
          </a:bodyPr>
          <a:lstStyle/>
          <a:p>
            <a:pPr fontAlgn="auto">
              <a:spcAft>
                <a:spcPts val="0"/>
              </a:spcAft>
              <a:buFont typeface="Arial" pitchFamily="34" charset="0"/>
              <a:buChar char="–"/>
              <a:defRPr/>
            </a:pPr>
            <a:r>
              <a:rPr lang="en-US" altLang="zh-TW" dirty="0"/>
              <a:t>VL2 agent’s work flow</a:t>
            </a:r>
          </a:p>
          <a:p>
            <a:pPr marL="971550" lvl="1" indent="-514350" fontAlgn="auto">
              <a:spcAft>
                <a:spcPts val="0"/>
              </a:spcAft>
              <a:buFont typeface="Wingdings" pitchFamily="2" charset="2"/>
              <a:buAutoNum type="circleNumWdWhitePlain"/>
              <a:defRPr/>
            </a:pPr>
            <a:r>
              <a:rPr lang="en-US" altLang="zh-TW" dirty="0"/>
              <a:t>Intercepts the ARP request for the destination Application Specific IP Address (AA) </a:t>
            </a:r>
          </a:p>
          <a:p>
            <a:pPr marL="971550" lvl="1" indent="-514350" fontAlgn="auto">
              <a:spcAft>
                <a:spcPts val="0"/>
              </a:spcAft>
              <a:buFont typeface="Wingdings" pitchFamily="2" charset="2"/>
              <a:buAutoNum type="circleNumWdWhitePlain"/>
              <a:defRPr/>
            </a:pPr>
            <a:r>
              <a:rPr lang="en-US" altLang="zh-TW" dirty="0"/>
              <a:t>Converts that ARP request to a unicast query to the VL2 directory system</a:t>
            </a:r>
          </a:p>
          <a:p>
            <a:pPr marL="971550" lvl="1" indent="-514350" fontAlgn="auto">
              <a:spcAft>
                <a:spcPts val="0"/>
              </a:spcAft>
              <a:buFont typeface="Wingdings" pitchFamily="2" charset="2"/>
              <a:buAutoNum type="circleNumWdWhitePlain"/>
              <a:defRPr/>
            </a:pPr>
            <a:r>
              <a:rPr lang="en-US" altLang="zh-TW" dirty="0"/>
              <a:t>Intercepts packets from the host</a:t>
            </a:r>
          </a:p>
          <a:p>
            <a:pPr marL="971550" lvl="1" indent="-514350" fontAlgn="auto">
              <a:spcAft>
                <a:spcPts val="0"/>
              </a:spcAft>
              <a:buFont typeface="Wingdings" pitchFamily="2" charset="2"/>
              <a:buAutoNum type="circleNumWdWhitePlain"/>
              <a:defRPr/>
            </a:pPr>
            <a:r>
              <a:rPr lang="en-US" altLang="zh-TW" dirty="0"/>
              <a:t>Encapsulates the packet with the Location-specific IP address (LA) address obtained from the VL2 directory.</a:t>
            </a:r>
          </a:p>
          <a:p>
            <a:pPr marL="971550" lvl="1" indent="-514350" fontAlgn="auto">
              <a:spcAft>
                <a:spcPts val="0"/>
              </a:spcAft>
              <a:buFont typeface="Wingdings" pitchFamily="2" charset="2"/>
              <a:buAutoNum type="circleNumWdWhitePlain"/>
              <a:defRPr/>
            </a:pPr>
            <a:r>
              <a:rPr lang="en-US" altLang="zh-TW" dirty="0"/>
              <a:t>Caches the mapping from AA to LA addresses</a:t>
            </a:r>
          </a:p>
          <a:p>
            <a:pPr marL="1371600" lvl="2" indent="-514350" fontAlgn="auto">
              <a:spcAft>
                <a:spcPts val="0"/>
              </a:spcAft>
              <a:buNone/>
              <a:defRPr/>
            </a:pPr>
            <a:endParaRPr lang="en-US" altLang="zh-TW" dirty="0"/>
          </a:p>
          <a:p>
            <a:pPr fontAlgn="auto">
              <a:spcAft>
                <a:spcPts val="0"/>
              </a:spcAft>
              <a:buFont typeface="Arial" pitchFamily="34" charset="0"/>
              <a:buChar char="•"/>
              <a:defRPr/>
            </a:pPr>
            <a:endParaRPr lang="zh-TW" altLang="en-US" dirty="0"/>
          </a:p>
        </p:txBody>
      </p:sp>
      <p:sp>
        <p:nvSpPr>
          <p:cNvPr id="4" name="投影片編號版面配置區 3"/>
          <p:cNvSpPr>
            <a:spLocks noGrp="1"/>
          </p:cNvSpPr>
          <p:nvPr>
            <p:ph type="sldNum" sz="quarter" idx="12"/>
          </p:nvPr>
        </p:nvSpPr>
        <p:spPr/>
        <p:txBody>
          <a:bodyPr/>
          <a:lstStyle/>
          <a:p>
            <a:pPr>
              <a:defRPr/>
            </a:pPr>
            <a:fld id="{E18B0C67-9B8A-45FC-AB47-6903D580AB8F}" type="slidenum">
              <a:rPr lang="zh-TW" altLang="en-US"/>
              <a:pPr>
                <a:defRPr/>
              </a:pPr>
              <a:t>80</a:t>
            </a:fld>
            <a:endParaRPr lang="zh-TW" altLang="en-US"/>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1314" name="Rectangle 2"/>
          <p:cNvSpPr>
            <a:spLocks noGrp="1" noChangeArrowheads="1"/>
          </p:cNvSpPr>
          <p:nvPr>
            <p:ph type="title"/>
          </p:nvPr>
        </p:nvSpPr>
        <p:spPr/>
        <p:txBody>
          <a:bodyPr/>
          <a:lstStyle/>
          <a:p>
            <a:r>
              <a:rPr lang="en-US" altLang="zh-CN" dirty="0">
                <a:ea typeface="宋体" charset="-122"/>
              </a:rPr>
              <a:t>VL2 Addressing and Routing</a:t>
            </a:r>
          </a:p>
        </p:txBody>
      </p:sp>
      <p:sp>
        <p:nvSpPr>
          <p:cNvPr id="74" name="Rounded Rectangle 73"/>
          <p:cNvSpPr/>
          <p:nvPr/>
        </p:nvSpPr>
        <p:spPr>
          <a:xfrm>
            <a:off x="847063" y="1195387"/>
            <a:ext cx="5981754" cy="2895601"/>
          </a:xfrm>
          <a:prstGeom prst="roundRect">
            <a:avLst>
              <a:gd name="adj" fmla="val 11502"/>
            </a:avLst>
          </a:prstGeom>
          <a:solidFill>
            <a:schemeClr val="tx2">
              <a:lumMod val="60000"/>
              <a:lumOff val="40000"/>
            </a:schemeClr>
          </a:solidFill>
          <a:ln>
            <a:solidFill>
              <a:schemeClr val="tx2">
                <a:lumMod val="60000"/>
                <a:lumOff val="40000"/>
              </a:schemeClr>
            </a:solidFill>
          </a:ln>
          <a:scene3d>
            <a:camera prst="perspectiveRelaxedModerately" fov="3900000">
              <a:rot lat="19799996" lon="0" rev="0"/>
            </a:camera>
            <a:lightRig rig="flat" dir="t"/>
          </a:scene3d>
          <a:sp3d extrusionH="76200" contourW="12700" prstMaterial="clear">
            <a:bevelT w="165100" h="292100" prst="coolSlant"/>
            <a:bevelB w="12700" h="381000" prst="coolSlant"/>
            <a:extrusionClr>
              <a:schemeClr val="tx2">
                <a:lumMod val="75000"/>
              </a:schemeClr>
            </a:extrusionClr>
            <a:contourClr>
              <a:schemeClr val="tx2">
                <a:lumMod val="75000"/>
              </a:schemeClr>
            </a:contourClr>
          </a:sp3d>
        </p:spPr>
        <p:style>
          <a:lnRef idx="2">
            <a:schemeClr val="accent1">
              <a:shade val="50000"/>
            </a:schemeClr>
          </a:lnRef>
          <a:fillRef idx="1">
            <a:schemeClr val="accent1"/>
          </a:fillRef>
          <a:effectRef idx="0">
            <a:schemeClr val="accent1"/>
          </a:effectRef>
          <a:fontRef idx="minor">
            <a:schemeClr val="lt1"/>
          </a:fontRef>
        </p:style>
        <p:txBody>
          <a:bodyPr lIns="182880" tIns="182880"/>
          <a:lstStyle/>
          <a:p>
            <a:pPr fontAlgn="auto">
              <a:spcBef>
                <a:spcPts val="0"/>
              </a:spcBef>
              <a:spcAft>
                <a:spcPts val="0"/>
              </a:spcAft>
              <a:defRPr/>
            </a:pPr>
            <a:r>
              <a:rPr lang="en-US" sz="3200" b="1" u="none" dirty="0">
                <a:solidFill>
                  <a:schemeClr val="tx1"/>
                </a:solidFill>
              </a:rPr>
              <a:t>VL2</a:t>
            </a:r>
          </a:p>
        </p:txBody>
      </p:sp>
      <p:sp>
        <p:nvSpPr>
          <p:cNvPr id="150" name="Rectangle 149"/>
          <p:cNvSpPr/>
          <p:nvPr/>
        </p:nvSpPr>
        <p:spPr>
          <a:xfrm>
            <a:off x="1517650" y="4471988"/>
            <a:ext cx="781050" cy="304800"/>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91440" rIns="0" anchor="ctr"/>
          <a:lstStyle/>
          <a:p>
            <a:pPr algn="ctr" fontAlgn="auto">
              <a:lnSpc>
                <a:spcPts val="1300"/>
              </a:lnSpc>
              <a:spcBef>
                <a:spcPts val="0"/>
              </a:spcBef>
              <a:spcAft>
                <a:spcPts val="0"/>
              </a:spcAft>
              <a:defRPr/>
            </a:pPr>
            <a:r>
              <a:rPr lang="en-US" sz="1600" b="1" u="none" dirty="0">
                <a:solidFill>
                  <a:schemeClr val="tx1"/>
                </a:solidFill>
              </a:rPr>
              <a:t>payload</a:t>
            </a:r>
            <a:endParaRPr lang="en-US" sz="1600" b="1" u="none" baseline="-16000" dirty="0">
              <a:solidFill>
                <a:schemeClr val="tx1"/>
              </a:solidFill>
            </a:endParaRPr>
          </a:p>
        </p:txBody>
      </p:sp>
      <p:sp>
        <p:nvSpPr>
          <p:cNvPr id="151" name="Rectangle 150"/>
          <p:cNvSpPr/>
          <p:nvPr/>
        </p:nvSpPr>
        <p:spPr>
          <a:xfrm>
            <a:off x="622300" y="4471988"/>
            <a:ext cx="515938" cy="304800"/>
          </a:xfrm>
          <a:prstGeom prst="rect">
            <a:avLst/>
          </a:prstGeom>
          <a:solidFill>
            <a:schemeClr val="accent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91440" rIns="0" anchor="ctr"/>
          <a:lstStyle/>
          <a:p>
            <a:pPr algn="ctr" fontAlgn="auto">
              <a:lnSpc>
                <a:spcPts val="1300"/>
              </a:lnSpc>
              <a:spcBef>
                <a:spcPts val="0"/>
              </a:spcBef>
              <a:spcAft>
                <a:spcPts val="0"/>
              </a:spcAft>
              <a:defRPr/>
            </a:pPr>
            <a:r>
              <a:rPr lang="en-US" sz="1600" b="1" i="1" u="none" dirty="0">
                <a:solidFill>
                  <a:schemeClr val="tx1"/>
                </a:solidFill>
                <a:latin typeface="Cambria" pitchFamily="18" charset="0"/>
              </a:rPr>
              <a:t>ToR</a:t>
            </a:r>
            <a:r>
              <a:rPr lang="en-US" sz="1600" b="1" i="1" u="none" baseline="-16000" dirty="0">
                <a:solidFill>
                  <a:schemeClr val="tx1"/>
                </a:solidFill>
                <a:latin typeface="Cambria" pitchFamily="18" charset="0"/>
              </a:rPr>
              <a:t>3</a:t>
            </a:r>
          </a:p>
        </p:txBody>
      </p:sp>
      <p:sp>
        <p:nvSpPr>
          <p:cNvPr id="75" name="TextBox 52"/>
          <p:cNvSpPr txBox="1"/>
          <p:nvPr/>
        </p:nvSpPr>
        <p:spPr>
          <a:xfrm>
            <a:off x="1746250" y="3400425"/>
            <a:ext cx="549275" cy="457200"/>
          </a:xfrm>
          <a:prstGeom prst="rect">
            <a:avLst/>
          </a:prstGeom>
          <a:noFill/>
        </p:spPr>
        <p:txBody>
          <a:bodyPr wrap="none">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a:defRPr/>
            </a:pPr>
            <a:r>
              <a:rPr lang="en-US" sz="2400" u="none" dirty="0">
                <a:latin typeface="+mn-lt"/>
              </a:rPr>
              <a:t>. . .</a:t>
            </a:r>
          </a:p>
        </p:txBody>
      </p:sp>
      <p:sp>
        <p:nvSpPr>
          <p:cNvPr id="76" name="TextBox 52"/>
          <p:cNvSpPr txBox="1"/>
          <p:nvPr/>
        </p:nvSpPr>
        <p:spPr>
          <a:xfrm>
            <a:off x="3424238" y="3400425"/>
            <a:ext cx="549275" cy="457200"/>
          </a:xfrm>
          <a:prstGeom prst="rect">
            <a:avLst/>
          </a:prstGeom>
          <a:noFill/>
        </p:spPr>
        <p:txBody>
          <a:bodyPr wrap="none">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a:defRPr/>
            </a:pPr>
            <a:r>
              <a:rPr lang="en-US" sz="2400" u="none" dirty="0">
                <a:latin typeface="+mn-lt"/>
              </a:rPr>
              <a:t>. . .</a:t>
            </a:r>
          </a:p>
        </p:txBody>
      </p:sp>
      <p:sp>
        <p:nvSpPr>
          <p:cNvPr id="77" name="Rectangle 76"/>
          <p:cNvSpPr/>
          <p:nvPr/>
        </p:nvSpPr>
        <p:spPr>
          <a:xfrm>
            <a:off x="2671763" y="3543300"/>
            <a:ext cx="176212" cy="176213"/>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000" u="none"/>
          </a:p>
        </p:txBody>
      </p:sp>
      <p:sp>
        <p:nvSpPr>
          <p:cNvPr id="97" name="Rectangle 96"/>
          <p:cNvSpPr/>
          <p:nvPr/>
        </p:nvSpPr>
        <p:spPr>
          <a:xfrm>
            <a:off x="1136650" y="4471988"/>
            <a:ext cx="381000" cy="304800"/>
          </a:xfrm>
          <a:prstGeom prst="rect">
            <a:avLst/>
          </a:prstGeom>
          <a:solidFill>
            <a:schemeClr val="bg2">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91440" rIns="0" anchor="ctr"/>
          <a:lstStyle/>
          <a:p>
            <a:pPr algn="ctr" fontAlgn="auto">
              <a:lnSpc>
                <a:spcPts val="1300"/>
              </a:lnSpc>
              <a:spcBef>
                <a:spcPts val="0"/>
              </a:spcBef>
              <a:spcAft>
                <a:spcPts val="0"/>
              </a:spcAft>
              <a:defRPr/>
            </a:pPr>
            <a:r>
              <a:rPr lang="en-US" sz="1600" b="1" i="1" u="none" dirty="0">
                <a:solidFill>
                  <a:schemeClr val="tx1"/>
                </a:solidFill>
                <a:latin typeface="Cambria" pitchFamily="18" charset="0"/>
              </a:rPr>
              <a:t>y</a:t>
            </a:r>
            <a:endParaRPr lang="en-US" sz="1600" b="1" i="1" u="none" baseline="-16000" dirty="0">
              <a:solidFill>
                <a:schemeClr val="tx1"/>
              </a:solidFill>
              <a:latin typeface="Cambria" pitchFamily="18" charset="0"/>
            </a:endParaRPr>
          </a:p>
        </p:txBody>
      </p:sp>
      <p:cxnSp>
        <p:nvCxnSpPr>
          <p:cNvPr id="98" name="Straight Connector 97"/>
          <p:cNvCxnSpPr>
            <a:stCxn id="62" idx="2"/>
            <a:endCxn id="99" idx="3"/>
          </p:cNvCxnSpPr>
          <p:nvPr/>
        </p:nvCxnSpPr>
        <p:spPr>
          <a:xfrm rot="5400000">
            <a:off x="2373313" y="4238625"/>
            <a:ext cx="777875" cy="31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9" name="Flowchart: Predefined Process 98"/>
          <p:cNvSpPr>
            <a:spLocks noChangeArrowheads="1"/>
          </p:cNvSpPr>
          <p:nvPr/>
        </p:nvSpPr>
        <p:spPr bwMode="auto">
          <a:xfrm rot="-5400000">
            <a:off x="2553494" y="4472781"/>
            <a:ext cx="412750" cy="725488"/>
          </a:xfrm>
          <a:prstGeom prst="flowChartPredefinedProcess">
            <a:avLst/>
          </a:prstGeom>
          <a:solidFill>
            <a:srgbClr val="DDD9C3"/>
          </a:solidFill>
          <a:ln w="25400" algn="ctr">
            <a:solidFill>
              <a:schemeClr val="tx1"/>
            </a:solidFill>
            <a:miter lim="800000"/>
            <a:headEnd/>
            <a:tailEnd/>
          </a:ln>
        </p:spPr>
        <p:txBody>
          <a:bodyPr vert="eaVert" anchor="ctr"/>
          <a:lstStyle/>
          <a:p>
            <a:pPr algn="ctr" fontAlgn="auto">
              <a:spcBef>
                <a:spcPts val="0"/>
              </a:spcBef>
              <a:spcAft>
                <a:spcPts val="0"/>
              </a:spcAft>
              <a:defRPr/>
            </a:pPr>
            <a:endParaRPr lang="en-US" sz="2000" u="none" dirty="0">
              <a:solidFill>
                <a:schemeClr val="dk1"/>
              </a:solidFill>
              <a:latin typeface="+mn-lt"/>
            </a:endParaRPr>
          </a:p>
        </p:txBody>
      </p:sp>
      <p:sp>
        <p:nvSpPr>
          <p:cNvPr id="101" name="TextBox 100"/>
          <p:cNvSpPr txBox="1">
            <a:spLocks noChangeArrowheads="1"/>
          </p:cNvSpPr>
          <p:nvPr/>
        </p:nvSpPr>
        <p:spPr bwMode="auto">
          <a:xfrm>
            <a:off x="2357438" y="4749800"/>
            <a:ext cx="792162" cy="212725"/>
          </a:xfrm>
          <a:prstGeom prst="rect">
            <a:avLst/>
          </a:prstGeom>
          <a:noFill/>
          <a:ln w="9525">
            <a:noFill/>
            <a:miter lim="800000"/>
            <a:headEnd/>
            <a:tailEnd/>
          </a:ln>
        </p:spPr>
        <p:txBody>
          <a:bodyPr lIns="0" rIns="0" bIns="0">
            <a:spAutoFit/>
          </a:bodyPr>
          <a:lstStyle/>
          <a:p>
            <a:pPr algn="ctr">
              <a:lnSpc>
                <a:spcPts val="1300"/>
              </a:lnSpc>
            </a:pPr>
            <a:r>
              <a:rPr lang="en-US" altLang="zh-CN" sz="2000" b="1" i="1" u="none">
                <a:latin typeface="Cambria" pitchFamily="18" charset="0"/>
                <a:ea typeface="宋体" charset="-122"/>
              </a:rPr>
              <a:t>x</a:t>
            </a:r>
            <a:endParaRPr lang="en-US" altLang="zh-CN" sz="2000" b="1" i="1" u="none" baseline="-16000">
              <a:latin typeface="Cambria" pitchFamily="18" charset="0"/>
              <a:ea typeface="宋体" charset="-122"/>
            </a:endParaRPr>
          </a:p>
        </p:txBody>
      </p:sp>
      <p:sp>
        <p:nvSpPr>
          <p:cNvPr id="103" name="TextBox 102"/>
          <p:cNvSpPr txBox="1"/>
          <p:nvPr/>
        </p:nvSpPr>
        <p:spPr>
          <a:xfrm>
            <a:off x="2514600" y="5386388"/>
            <a:ext cx="2787650" cy="762000"/>
          </a:xfrm>
          <a:prstGeom prst="rect">
            <a:avLst/>
          </a:prstGeom>
          <a:noFill/>
        </p:spPr>
        <p:txBody>
          <a:bodyPr>
            <a:spAutoFit/>
          </a:bodyPr>
          <a:lstStyle/>
          <a:p>
            <a:pPr algn="ctr" fontAlgn="auto">
              <a:spcBef>
                <a:spcPts val="0"/>
              </a:spcBef>
              <a:spcAft>
                <a:spcPts val="0"/>
              </a:spcAft>
              <a:defRPr/>
            </a:pPr>
            <a:r>
              <a:rPr lang="en-US" sz="2200" b="1" u="none" dirty="0">
                <a:solidFill>
                  <a:schemeClr val="accent5">
                    <a:lumMod val="50000"/>
                  </a:schemeClr>
                </a:solidFill>
                <a:latin typeface="+mn-lt"/>
              </a:rPr>
              <a:t>Servers use flat names</a:t>
            </a:r>
          </a:p>
        </p:txBody>
      </p:sp>
      <p:sp>
        <p:nvSpPr>
          <p:cNvPr id="104" name="TextBox 103"/>
          <p:cNvSpPr txBox="1"/>
          <p:nvPr/>
        </p:nvSpPr>
        <p:spPr>
          <a:xfrm>
            <a:off x="1905000" y="1720850"/>
            <a:ext cx="4419600" cy="762000"/>
          </a:xfrm>
          <a:prstGeom prst="rect">
            <a:avLst/>
          </a:prstGeom>
          <a:noFill/>
        </p:spPr>
        <p:txBody>
          <a:bodyPr>
            <a:spAutoFit/>
          </a:bodyPr>
          <a:lstStyle/>
          <a:p>
            <a:pPr algn="ctr" fontAlgn="auto">
              <a:spcBef>
                <a:spcPts val="0"/>
              </a:spcBef>
              <a:spcAft>
                <a:spcPts val="0"/>
              </a:spcAft>
              <a:defRPr/>
            </a:pPr>
            <a:r>
              <a:rPr lang="en-US" sz="2200" b="1" u="none" dirty="0">
                <a:solidFill>
                  <a:schemeClr val="accent1">
                    <a:lumMod val="75000"/>
                  </a:schemeClr>
                </a:solidFill>
                <a:latin typeface="+mn-lt"/>
              </a:rPr>
              <a:t>Switches run link-state routing and </a:t>
            </a:r>
            <a:br>
              <a:rPr lang="en-US" sz="2200" b="1" u="none" dirty="0">
                <a:solidFill>
                  <a:schemeClr val="accent1">
                    <a:lumMod val="75000"/>
                  </a:schemeClr>
                </a:solidFill>
                <a:latin typeface="+mn-lt"/>
              </a:rPr>
            </a:br>
            <a:r>
              <a:rPr lang="en-US" sz="2200" b="1" u="none" dirty="0">
                <a:solidFill>
                  <a:schemeClr val="accent1">
                    <a:lumMod val="75000"/>
                  </a:schemeClr>
                </a:solidFill>
                <a:latin typeface="+mn-lt"/>
              </a:rPr>
              <a:t>maintain only switch-level topology</a:t>
            </a:r>
          </a:p>
        </p:txBody>
      </p:sp>
      <p:cxnSp>
        <p:nvCxnSpPr>
          <p:cNvPr id="112" name="Straight Connector 111"/>
          <p:cNvCxnSpPr>
            <a:stCxn id="96" idx="2"/>
            <a:endCxn id="113" idx="3"/>
          </p:cNvCxnSpPr>
          <p:nvPr/>
        </p:nvCxnSpPr>
        <p:spPr>
          <a:xfrm rot="5400000">
            <a:off x="4223544" y="4236244"/>
            <a:ext cx="773113" cy="31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3" name="Flowchart: Predefined Process 112"/>
          <p:cNvSpPr>
            <a:spLocks noChangeArrowheads="1"/>
          </p:cNvSpPr>
          <p:nvPr/>
        </p:nvSpPr>
        <p:spPr bwMode="auto">
          <a:xfrm rot="-5400000">
            <a:off x="4402138" y="4468813"/>
            <a:ext cx="414337" cy="725487"/>
          </a:xfrm>
          <a:prstGeom prst="flowChartPredefinedProcess">
            <a:avLst/>
          </a:prstGeom>
          <a:solidFill>
            <a:srgbClr val="DDD9C3"/>
          </a:solidFill>
          <a:ln w="25400" algn="ctr">
            <a:solidFill>
              <a:schemeClr val="tx1"/>
            </a:solidFill>
            <a:miter lim="800000"/>
            <a:headEnd/>
            <a:tailEnd/>
          </a:ln>
        </p:spPr>
        <p:txBody>
          <a:bodyPr vert="eaVert" anchor="ctr"/>
          <a:lstStyle/>
          <a:p>
            <a:pPr algn="ctr" fontAlgn="auto">
              <a:spcBef>
                <a:spcPts val="0"/>
              </a:spcBef>
              <a:spcAft>
                <a:spcPts val="0"/>
              </a:spcAft>
              <a:defRPr/>
            </a:pPr>
            <a:endParaRPr lang="en-US" sz="2000" u="none" dirty="0">
              <a:solidFill>
                <a:schemeClr val="dk1"/>
              </a:solidFill>
              <a:latin typeface="+mn-lt"/>
            </a:endParaRPr>
          </a:p>
        </p:txBody>
      </p:sp>
      <p:sp>
        <p:nvSpPr>
          <p:cNvPr id="114" name="TextBox 113"/>
          <p:cNvSpPr txBox="1">
            <a:spLocks noChangeArrowheads="1"/>
          </p:cNvSpPr>
          <p:nvPr/>
        </p:nvSpPr>
        <p:spPr bwMode="auto">
          <a:xfrm>
            <a:off x="4206875" y="4745038"/>
            <a:ext cx="792163" cy="211137"/>
          </a:xfrm>
          <a:prstGeom prst="rect">
            <a:avLst/>
          </a:prstGeom>
          <a:noFill/>
          <a:ln w="9525">
            <a:noFill/>
            <a:miter lim="800000"/>
            <a:headEnd/>
            <a:tailEnd/>
          </a:ln>
        </p:spPr>
        <p:txBody>
          <a:bodyPr lIns="0" rIns="0" bIns="0">
            <a:spAutoFit/>
          </a:bodyPr>
          <a:lstStyle/>
          <a:p>
            <a:pPr algn="ctr">
              <a:lnSpc>
                <a:spcPts val="1300"/>
              </a:lnSpc>
            </a:pPr>
            <a:r>
              <a:rPr lang="en-US" altLang="zh-CN" sz="2000" b="1" i="1" u="none">
                <a:latin typeface="Cambria" pitchFamily="18" charset="0"/>
                <a:ea typeface="宋体" charset="-122"/>
              </a:rPr>
              <a:t>y</a:t>
            </a:r>
            <a:endParaRPr lang="en-US" altLang="zh-CN" sz="2000" b="1" i="1" u="none" baseline="-16000">
              <a:latin typeface="Cambria" pitchFamily="18" charset="0"/>
              <a:ea typeface="宋体" charset="-122"/>
            </a:endParaRPr>
          </a:p>
        </p:txBody>
      </p:sp>
      <p:cxnSp>
        <p:nvCxnSpPr>
          <p:cNvPr id="115" name="Straight Connector 114"/>
          <p:cNvCxnSpPr>
            <a:stCxn id="73" idx="2"/>
            <a:endCxn id="116" idx="3"/>
          </p:cNvCxnSpPr>
          <p:nvPr/>
        </p:nvCxnSpPr>
        <p:spPr>
          <a:xfrm rot="16200000" flipH="1">
            <a:off x="5790406" y="4236244"/>
            <a:ext cx="773113" cy="317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16" name="Flowchart: Predefined Process 115"/>
          <p:cNvSpPr>
            <a:spLocks noChangeArrowheads="1"/>
          </p:cNvSpPr>
          <p:nvPr/>
        </p:nvSpPr>
        <p:spPr bwMode="auto">
          <a:xfrm rot="-5400000">
            <a:off x="5971381" y="4469607"/>
            <a:ext cx="414337" cy="723900"/>
          </a:xfrm>
          <a:prstGeom prst="flowChartPredefinedProcess">
            <a:avLst/>
          </a:prstGeom>
          <a:solidFill>
            <a:srgbClr val="DDD9C3"/>
          </a:solidFill>
          <a:ln w="25400" algn="ctr">
            <a:solidFill>
              <a:schemeClr val="tx1"/>
            </a:solidFill>
            <a:miter lim="800000"/>
            <a:headEnd/>
            <a:tailEnd/>
          </a:ln>
        </p:spPr>
        <p:txBody>
          <a:bodyPr vert="eaVert" anchor="ctr"/>
          <a:lstStyle/>
          <a:p>
            <a:pPr algn="ctr" fontAlgn="auto">
              <a:spcBef>
                <a:spcPts val="0"/>
              </a:spcBef>
              <a:spcAft>
                <a:spcPts val="0"/>
              </a:spcAft>
              <a:defRPr/>
            </a:pPr>
            <a:endParaRPr lang="en-US" sz="2000" u="none" dirty="0">
              <a:solidFill>
                <a:schemeClr val="dk1"/>
              </a:solidFill>
              <a:latin typeface="+mn-lt"/>
            </a:endParaRPr>
          </a:p>
        </p:txBody>
      </p:sp>
      <p:sp>
        <p:nvSpPr>
          <p:cNvPr id="118" name="TextBox 117"/>
          <p:cNvSpPr txBox="1">
            <a:spLocks noChangeArrowheads="1"/>
          </p:cNvSpPr>
          <p:nvPr/>
        </p:nvSpPr>
        <p:spPr bwMode="auto">
          <a:xfrm>
            <a:off x="5775325" y="4745038"/>
            <a:ext cx="793750" cy="211137"/>
          </a:xfrm>
          <a:prstGeom prst="rect">
            <a:avLst/>
          </a:prstGeom>
          <a:noFill/>
          <a:ln w="9525">
            <a:noFill/>
            <a:miter lim="800000"/>
            <a:headEnd/>
            <a:tailEnd/>
          </a:ln>
        </p:spPr>
        <p:txBody>
          <a:bodyPr lIns="0" rIns="0" bIns="0">
            <a:spAutoFit/>
          </a:bodyPr>
          <a:lstStyle/>
          <a:p>
            <a:pPr algn="ctr">
              <a:lnSpc>
                <a:spcPts val="1300"/>
              </a:lnSpc>
            </a:pPr>
            <a:r>
              <a:rPr lang="en-US" altLang="zh-CN" sz="2000" b="1" i="1" u="none">
                <a:latin typeface="Cambria" pitchFamily="18" charset="0"/>
                <a:ea typeface="宋体" charset="-122"/>
              </a:rPr>
              <a:t>z</a:t>
            </a:r>
            <a:endParaRPr lang="en-US" altLang="zh-CN" sz="2000" b="1" i="1" u="none" baseline="-16000">
              <a:latin typeface="Cambria" pitchFamily="18" charset="0"/>
              <a:ea typeface="宋体" charset="-122"/>
            </a:endParaRPr>
          </a:p>
        </p:txBody>
      </p:sp>
      <p:sp>
        <p:nvSpPr>
          <p:cNvPr id="122" name="Rectangle 121"/>
          <p:cNvSpPr/>
          <p:nvPr/>
        </p:nvSpPr>
        <p:spPr>
          <a:xfrm>
            <a:off x="1520825" y="4852988"/>
            <a:ext cx="781050" cy="304800"/>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91440" rIns="0" anchor="ctr"/>
          <a:lstStyle/>
          <a:p>
            <a:pPr algn="ctr" fontAlgn="auto">
              <a:lnSpc>
                <a:spcPts val="1300"/>
              </a:lnSpc>
              <a:spcBef>
                <a:spcPts val="0"/>
              </a:spcBef>
              <a:spcAft>
                <a:spcPts val="0"/>
              </a:spcAft>
              <a:defRPr/>
            </a:pPr>
            <a:r>
              <a:rPr lang="en-US" sz="1600" b="1" u="none" dirty="0">
                <a:solidFill>
                  <a:schemeClr val="tx1"/>
                </a:solidFill>
              </a:rPr>
              <a:t>payload</a:t>
            </a:r>
            <a:endParaRPr lang="en-US" sz="1600" b="1" u="none" baseline="-16000" dirty="0">
              <a:solidFill>
                <a:schemeClr val="tx1"/>
              </a:solidFill>
            </a:endParaRPr>
          </a:p>
        </p:txBody>
      </p:sp>
      <p:sp>
        <p:nvSpPr>
          <p:cNvPr id="123" name="Rectangle 122"/>
          <p:cNvSpPr/>
          <p:nvPr/>
        </p:nvSpPr>
        <p:spPr>
          <a:xfrm>
            <a:off x="622300" y="4852988"/>
            <a:ext cx="517525" cy="304800"/>
          </a:xfrm>
          <a:prstGeom prst="rect">
            <a:avLst/>
          </a:prstGeom>
          <a:solidFill>
            <a:schemeClr val="accent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91440" rIns="0" anchor="ctr"/>
          <a:lstStyle/>
          <a:p>
            <a:pPr algn="ctr" fontAlgn="auto">
              <a:lnSpc>
                <a:spcPts val="1300"/>
              </a:lnSpc>
              <a:spcBef>
                <a:spcPts val="0"/>
              </a:spcBef>
              <a:spcAft>
                <a:spcPts val="0"/>
              </a:spcAft>
              <a:defRPr/>
            </a:pPr>
            <a:r>
              <a:rPr lang="en-US" sz="1600" b="1" i="1" u="none" dirty="0">
                <a:solidFill>
                  <a:schemeClr val="tx1"/>
                </a:solidFill>
                <a:latin typeface="Cambria" pitchFamily="18" charset="0"/>
              </a:rPr>
              <a:t>ToR</a:t>
            </a:r>
            <a:r>
              <a:rPr lang="en-US" sz="1600" b="1" i="1" u="none" baseline="-16000" dirty="0">
                <a:solidFill>
                  <a:schemeClr val="tx1"/>
                </a:solidFill>
                <a:latin typeface="Cambria" pitchFamily="18" charset="0"/>
              </a:rPr>
              <a:t>4</a:t>
            </a:r>
          </a:p>
        </p:txBody>
      </p:sp>
      <p:sp>
        <p:nvSpPr>
          <p:cNvPr id="124" name="Rectangle 123"/>
          <p:cNvSpPr/>
          <p:nvPr/>
        </p:nvSpPr>
        <p:spPr>
          <a:xfrm>
            <a:off x="1139825" y="4852988"/>
            <a:ext cx="381000" cy="304800"/>
          </a:xfrm>
          <a:prstGeom prst="rect">
            <a:avLst/>
          </a:prstGeom>
          <a:solidFill>
            <a:schemeClr val="bg2">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91440" rIns="0" anchor="ctr"/>
          <a:lstStyle/>
          <a:p>
            <a:pPr algn="ctr" fontAlgn="auto">
              <a:lnSpc>
                <a:spcPts val="1300"/>
              </a:lnSpc>
              <a:spcBef>
                <a:spcPts val="0"/>
              </a:spcBef>
              <a:spcAft>
                <a:spcPts val="0"/>
              </a:spcAft>
              <a:defRPr/>
            </a:pPr>
            <a:r>
              <a:rPr lang="en-US" sz="1600" b="1" i="1" u="none" dirty="0">
                <a:solidFill>
                  <a:schemeClr val="tx1"/>
                </a:solidFill>
                <a:latin typeface="Cambria" pitchFamily="18" charset="0"/>
              </a:rPr>
              <a:t>z</a:t>
            </a:r>
            <a:endParaRPr lang="en-US" sz="1600" b="1" i="1" u="none" baseline="-16000" dirty="0">
              <a:solidFill>
                <a:schemeClr val="tx1"/>
              </a:solidFill>
              <a:latin typeface="Cambria" pitchFamily="18" charset="0"/>
            </a:endParaRPr>
          </a:p>
        </p:txBody>
      </p:sp>
      <p:sp>
        <p:nvSpPr>
          <p:cNvPr id="127" name="Freeform 126"/>
          <p:cNvSpPr/>
          <p:nvPr/>
        </p:nvSpPr>
        <p:spPr>
          <a:xfrm>
            <a:off x="2763838" y="2555875"/>
            <a:ext cx="1808162" cy="855663"/>
          </a:xfrm>
          <a:custGeom>
            <a:avLst/>
            <a:gdLst>
              <a:gd name="connsiteX0" fmla="*/ 0 w 2052320"/>
              <a:gd name="connsiteY0" fmla="*/ 2094653 h 2094653"/>
              <a:gd name="connsiteX1" fmla="*/ 1076960 w 2052320"/>
              <a:gd name="connsiteY1" fmla="*/ 1693 h 2094653"/>
              <a:gd name="connsiteX2" fmla="*/ 2052320 w 2052320"/>
              <a:gd name="connsiteY2" fmla="*/ 2084493 h 2094653"/>
            </a:gdLst>
            <a:ahLst/>
            <a:cxnLst>
              <a:cxn ang="0">
                <a:pos x="connsiteX0" y="connsiteY0"/>
              </a:cxn>
              <a:cxn ang="0">
                <a:pos x="connsiteX1" y="connsiteY1"/>
              </a:cxn>
              <a:cxn ang="0">
                <a:pos x="connsiteX2" y="connsiteY2"/>
              </a:cxn>
            </a:cxnLst>
            <a:rect l="l" t="t" r="r" b="b"/>
            <a:pathLst>
              <a:path w="2052320" h="2094653">
                <a:moveTo>
                  <a:pt x="0" y="2094653"/>
                </a:moveTo>
                <a:cubicBezTo>
                  <a:pt x="367453" y="1049019"/>
                  <a:pt x="734907" y="3386"/>
                  <a:pt x="1076960" y="1693"/>
                </a:cubicBezTo>
                <a:cubicBezTo>
                  <a:pt x="1419013" y="0"/>
                  <a:pt x="1735666" y="1042246"/>
                  <a:pt x="2052320" y="2084493"/>
                </a:cubicBezTo>
              </a:path>
            </a:pathLst>
          </a:custGeom>
          <a:ln>
            <a:tailEnd type="stealth" w="lg" len="lg"/>
          </a:ln>
        </p:spPr>
        <p:style>
          <a:lnRef idx="3">
            <a:schemeClr val="dk1"/>
          </a:lnRef>
          <a:fillRef idx="0">
            <a:schemeClr val="dk1"/>
          </a:fillRef>
          <a:effectRef idx="2">
            <a:schemeClr val="dk1"/>
          </a:effectRef>
          <a:fontRef idx="minor">
            <a:schemeClr val="tx1"/>
          </a:fontRef>
        </p:style>
        <p:txBody>
          <a:bodyPr anchor="ctr"/>
          <a:lstStyle/>
          <a:p>
            <a:pPr algn="ctr" fontAlgn="auto">
              <a:spcBef>
                <a:spcPts val="0"/>
              </a:spcBef>
              <a:spcAft>
                <a:spcPts val="0"/>
              </a:spcAft>
              <a:defRPr/>
            </a:pPr>
            <a:endParaRPr lang="en-US" sz="1800" u="none"/>
          </a:p>
        </p:txBody>
      </p:sp>
      <p:sp>
        <p:nvSpPr>
          <p:cNvPr id="128" name="Freeform 127"/>
          <p:cNvSpPr/>
          <p:nvPr/>
        </p:nvSpPr>
        <p:spPr>
          <a:xfrm>
            <a:off x="2768600" y="2566988"/>
            <a:ext cx="3376613" cy="857250"/>
          </a:xfrm>
          <a:custGeom>
            <a:avLst/>
            <a:gdLst>
              <a:gd name="connsiteX0" fmla="*/ 0 w 2052320"/>
              <a:gd name="connsiteY0" fmla="*/ 2094653 h 2094653"/>
              <a:gd name="connsiteX1" fmla="*/ 1076960 w 2052320"/>
              <a:gd name="connsiteY1" fmla="*/ 1693 h 2094653"/>
              <a:gd name="connsiteX2" fmla="*/ 2052320 w 2052320"/>
              <a:gd name="connsiteY2" fmla="*/ 2084493 h 2094653"/>
            </a:gdLst>
            <a:ahLst/>
            <a:cxnLst>
              <a:cxn ang="0">
                <a:pos x="connsiteX0" y="connsiteY0"/>
              </a:cxn>
              <a:cxn ang="0">
                <a:pos x="connsiteX1" y="connsiteY1"/>
              </a:cxn>
              <a:cxn ang="0">
                <a:pos x="connsiteX2" y="connsiteY2"/>
              </a:cxn>
            </a:cxnLst>
            <a:rect l="l" t="t" r="r" b="b"/>
            <a:pathLst>
              <a:path w="2052320" h="2094653">
                <a:moveTo>
                  <a:pt x="0" y="2094653"/>
                </a:moveTo>
                <a:cubicBezTo>
                  <a:pt x="367453" y="1049019"/>
                  <a:pt x="734907" y="3386"/>
                  <a:pt x="1076960" y="1693"/>
                </a:cubicBezTo>
                <a:cubicBezTo>
                  <a:pt x="1419013" y="0"/>
                  <a:pt x="1735666" y="1042246"/>
                  <a:pt x="2052320" y="2084493"/>
                </a:cubicBezTo>
              </a:path>
            </a:pathLst>
          </a:custGeom>
          <a:ln>
            <a:tailEnd type="stealth" w="lg" len="lg"/>
          </a:ln>
        </p:spPr>
        <p:style>
          <a:lnRef idx="3">
            <a:schemeClr val="dk1"/>
          </a:lnRef>
          <a:fillRef idx="0">
            <a:schemeClr val="dk1"/>
          </a:fillRef>
          <a:effectRef idx="2">
            <a:schemeClr val="dk1"/>
          </a:effectRef>
          <a:fontRef idx="minor">
            <a:schemeClr val="tx1"/>
          </a:fontRef>
        </p:style>
        <p:txBody>
          <a:bodyPr anchor="ctr"/>
          <a:lstStyle/>
          <a:p>
            <a:pPr algn="ctr" fontAlgn="auto">
              <a:spcBef>
                <a:spcPts val="0"/>
              </a:spcBef>
              <a:spcAft>
                <a:spcPts val="0"/>
              </a:spcAft>
              <a:defRPr/>
            </a:pPr>
            <a:endParaRPr lang="en-US" sz="1800" u="none"/>
          </a:p>
        </p:txBody>
      </p:sp>
      <p:sp>
        <p:nvSpPr>
          <p:cNvPr id="62" name="Rectangle 61"/>
          <p:cNvSpPr/>
          <p:nvPr/>
        </p:nvSpPr>
        <p:spPr>
          <a:xfrm>
            <a:off x="2455863" y="3411538"/>
            <a:ext cx="615950" cy="439737"/>
          </a:xfrm>
          <a:prstGeom prst="rect">
            <a:avLst/>
          </a:prstGeom>
          <a:ln>
            <a:solidFill>
              <a:schemeClr val="accent2">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r>
              <a:rPr lang="en-US" sz="2000" b="1" i="1" u="none" dirty="0">
                <a:solidFill>
                  <a:srgbClr val="663300"/>
                </a:solidFill>
                <a:latin typeface="Cambria" pitchFamily="18" charset="0"/>
              </a:rPr>
              <a:t>ToR</a:t>
            </a:r>
            <a:r>
              <a:rPr lang="en-US" sz="2000" b="1" i="1" u="none" baseline="-16000" dirty="0">
                <a:solidFill>
                  <a:srgbClr val="663300"/>
                </a:solidFill>
                <a:latin typeface="Cambria" pitchFamily="18" charset="0"/>
              </a:rPr>
              <a:t>2</a:t>
            </a:r>
          </a:p>
        </p:txBody>
      </p:sp>
      <p:sp>
        <p:nvSpPr>
          <p:cNvPr id="73" name="Rectangle 72"/>
          <p:cNvSpPr/>
          <p:nvPr/>
        </p:nvSpPr>
        <p:spPr>
          <a:xfrm>
            <a:off x="5867400" y="3411538"/>
            <a:ext cx="615950" cy="439737"/>
          </a:xfrm>
          <a:prstGeom prst="rect">
            <a:avLst/>
          </a:prstGeom>
          <a:ln>
            <a:solidFill>
              <a:schemeClr val="accent2">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r>
              <a:rPr lang="en-US" sz="2000" b="1" i="1" u="none" dirty="0">
                <a:solidFill>
                  <a:srgbClr val="663300"/>
                </a:solidFill>
                <a:latin typeface="Cambria" pitchFamily="18" charset="0"/>
              </a:rPr>
              <a:t>ToR</a:t>
            </a:r>
            <a:r>
              <a:rPr lang="en-US" sz="2000" b="1" i="1" u="none" baseline="-16000" dirty="0">
                <a:solidFill>
                  <a:srgbClr val="663300"/>
                </a:solidFill>
                <a:latin typeface="Cambria" pitchFamily="18" charset="0"/>
              </a:rPr>
              <a:t>4</a:t>
            </a:r>
          </a:p>
        </p:txBody>
      </p:sp>
      <p:sp>
        <p:nvSpPr>
          <p:cNvPr id="95" name="Rectangle 94"/>
          <p:cNvSpPr/>
          <p:nvPr/>
        </p:nvSpPr>
        <p:spPr>
          <a:xfrm>
            <a:off x="1041400" y="3411538"/>
            <a:ext cx="615950" cy="439737"/>
          </a:xfrm>
          <a:prstGeom prst="rect">
            <a:avLst/>
          </a:prstGeom>
          <a:ln>
            <a:solidFill>
              <a:schemeClr val="accent2">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r>
              <a:rPr lang="en-US" sz="2000" b="1" i="1" u="none" dirty="0">
                <a:solidFill>
                  <a:srgbClr val="663300"/>
                </a:solidFill>
                <a:latin typeface="Cambria" pitchFamily="18" charset="0"/>
              </a:rPr>
              <a:t>ToR</a:t>
            </a:r>
            <a:r>
              <a:rPr lang="en-US" sz="2000" b="1" i="1" u="none" baseline="-16000" dirty="0">
                <a:solidFill>
                  <a:srgbClr val="663300"/>
                </a:solidFill>
                <a:latin typeface="Cambria" pitchFamily="18" charset="0"/>
              </a:rPr>
              <a:t>1</a:t>
            </a:r>
          </a:p>
        </p:txBody>
      </p:sp>
      <p:sp>
        <p:nvSpPr>
          <p:cNvPr id="96" name="Rectangle 95"/>
          <p:cNvSpPr/>
          <p:nvPr/>
        </p:nvSpPr>
        <p:spPr>
          <a:xfrm>
            <a:off x="4302125" y="3411538"/>
            <a:ext cx="617538" cy="439737"/>
          </a:xfrm>
          <a:prstGeom prst="rect">
            <a:avLst/>
          </a:prstGeom>
          <a:ln>
            <a:solidFill>
              <a:schemeClr val="accent2">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nchor="ctr"/>
          <a:lstStyle>
            <a:defPPr>
              <a:defRPr lang="en-US"/>
            </a:defPPr>
            <a:lvl1pPr algn="l" rtl="0" fontAlgn="base">
              <a:spcBef>
                <a:spcPct val="0"/>
              </a:spcBef>
              <a:spcAft>
                <a:spcPct val="0"/>
              </a:spcAft>
              <a:defRPr kern="1200">
                <a:solidFill>
                  <a:schemeClr val="lt1"/>
                </a:solidFill>
                <a:latin typeface="+mn-lt"/>
                <a:ea typeface="+mn-ea"/>
                <a:cs typeface="+mn-cs"/>
              </a:defRPr>
            </a:lvl1pPr>
            <a:lvl2pPr marL="457200" algn="l" rtl="0" fontAlgn="base">
              <a:spcBef>
                <a:spcPct val="0"/>
              </a:spcBef>
              <a:spcAft>
                <a:spcPct val="0"/>
              </a:spcAft>
              <a:defRPr kern="1200">
                <a:solidFill>
                  <a:schemeClr val="lt1"/>
                </a:solidFill>
                <a:latin typeface="+mn-lt"/>
                <a:ea typeface="+mn-ea"/>
                <a:cs typeface="+mn-cs"/>
              </a:defRPr>
            </a:lvl2pPr>
            <a:lvl3pPr marL="914400" algn="l" rtl="0" fontAlgn="base">
              <a:spcBef>
                <a:spcPct val="0"/>
              </a:spcBef>
              <a:spcAft>
                <a:spcPct val="0"/>
              </a:spcAft>
              <a:defRPr kern="1200">
                <a:solidFill>
                  <a:schemeClr val="lt1"/>
                </a:solidFill>
                <a:latin typeface="+mn-lt"/>
                <a:ea typeface="+mn-ea"/>
                <a:cs typeface="+mn-cs"/>
              </a:defRPr>
            </a:lvl3pPr>
            <a:lvl4pPr marL="1371600" algn="l" rtl="0" fontAlgn="base">
              <a:spcBef>
                <a:spcPct val="0"/>
              </a:spcBef>
              <a:spcAft>
                <a:spcPct val="0"/>
              </a:spcAft>
              <a:defRPr kern="1200">
                <a:solidFill>
                  <a:schemeClr val="lt1"/>
                </a:solidFill>
                <a:latin typeface="+mn-lt"/>
                <a:ea typeface="+mn-ea"/>
                <a:cs typeface="+mn-cs"/>
              </a:defRPr>
            </a:lvl4pPr>
            <a:lvl5pPr marL="1828800" algn="l" rtl="0" fontAlgn="base">
              <a:spcBef>
                <a:spcPct val="0"/>
              </a:spcBef>
              <a:spcAft>
                <a:spcPct val="0"/>
              </a:spcAft>
              <a:defRPr kern="1200">
                <a:solidFill>
                  <a:schemeClr val="lt1"/>
                </a:solidFill>
                <a:latin typeface="+mn-lt"/>
                <a:ea typeface="+mn-ea"/>
                <a:cs typeface="+mn-cs"/>
              </a:defRPr>
            </a:lvl5pPr>
            <a:lvl6pPr marL="2286000" algn="l" defTabSz="914400" rtl="0" eaLnBrk="1" latinLnBrk="0" hangingPunct="1">
              <a:defRPr kern="1200">
                <a:solidFill>
                  <a:schemeClr val="lt1"/>
                </a:solidFill>
                <a:latin typeface="+mn-lt"/>
                <a:ea typeface="+mn-ea"/>
                <a:cs typeface="+mn-cs"/>
              </a:defRPr>
            </a:lvl6pPr>
            <a:lvl7pPr marL="2743200" algn="l" defTabSz="914400" rtl="0" eaLnBrk="1" latinLnBrk="0" hangingPunct="1">
              <a:defRPr kern="1200">
                <a:solidFill>
                  <a:schemeClr val="lt1"/>
                </a:solidFill>
                <a:latin typeface="+mn-lt"/>
                <a:ea typeface="+mn-ea"/>
                <a:cs typeface="+mn-cs"/>
              </a:defRPr>
            </a:lvl7pPr>
            <a:lvl8pPr marL="3200400" algn="l" defTabSz="914400" rtl="0" eaLnBrk="1" latinLnBrk="0" hangingPunct="1">
              <a:defRPr kern="1200">
                <a:solidFill>
                  <a:schemeClr val="lt1"/>
                </a:solidFill>
                <a:latin typeface="+mn-lt"/>
                <a:ea typeface="+mn-ea"/>
                <a:cs typeface="+mn-cs"/>
              </a:defRPr>
            </a:lvl8pPr>
            <a:lvl9pPr marL="3657600" algn="l" defTabSz="914400" rtl="0" eaLnBrk="1" latinLnBrk="0" hangingPunct="1">
              <a:defRPr kern="1200">
                <a:solidFill>
                  <a:schemeClr val="lt1"/>
                </a:solidFill>
                <a:latin typeface="+mn-lt"/>
                <a:ea typeface="+mn-ea"/>
                <a:cs typeface="+mn-cs"/>
              </a:defRPr>
            </a:lvl9pPr>
          </a:lstStyle>
          <a:p>
            <a:pPr algn="ctr">
              <a:defRPr/>
            </a:pPr>
            <a:r>
              <a:rPr lang="en-US" sz="2000" b="1" i="1" u="none" dirty="0">
                <a:solidFill>
                  <a:srgbClr val="663300"/>
                </a:solidFill>
                <a:latin typeface="Cambria" pitchFamily="18" charset="0"/>
              </a:rPr>
              <a:t>ToR</a:t>
            </a:r>
            <a:r>
              <a:rPr lang="en-US" sz="2000" b="1" i="1" u="none" baseline="-16000" dirty="0">
                <a:solidFill>
                  <a:srgbClr val="663300"/>
                </a:solidFill>
                <a:latin typeface="Cambria" pitchFamily="18" charset="0"/>
              </a:rPr>
              <a:t>3</a:t>
            </a:r>
          </a:p>
        </p:txBody>
      </p:sp>
      <p:sp>
        <p:nvSpPr>
          <p:cNvPr id="85" name="TextBox 84"/>
          <p:cNvSpPr txBox="1">
            <a:spLocks noChangeArrowheads="1"/>
          </p:cNvSpPr>
          <p:nvPr/>
        </p:nvSpPr>
        <p:spPr bwMode="auto">
          <a:xfrm>
            <a:off x="4211638" y="4737100"/>
            <a:ext cx="792162" cy="211138"/>
          </a:xfrm>
          <a:prstGeom prst="rect">
            <a:avLst/>
          </a:prstGeom>
          <a:noFill/>
          <a:ln w="9525">
            <a:noFill/>
            <a:miter lim="800000"/>
            <a:headEnd/>
            <a:tailEnd/>
          </a:ln>
        </p:spPr>
        <p:txBody>
          <a:bodyPr lIns="0" rIns="0" bIns="0">
            <a:spAutoFit/>
          </a:bodyPr>
          <a:lstStyle/>
          <a:p>
            <a:pPr algn="ctr">
              <a:lnSpc>
                <a:spcPts val="1300"/>
              </a:lnSpc>
            </a:pPr>
            <a:r>
              <a:rPr lang="en-US" altLang="zh-CN" sz="2000" b="1" i="1" u="none">
                <a:latin typeface="Cambria" pitchFamily="18" charset="0"/>
                <a:ea typeface="宋体" charset="-122"/>
              </a:rPr>
              <a:t>y, z</a:t>
            </a:r>
            <a:endParaRPr lang="en-US" altLang="zh-CN" sz="2000" b="1" i="1" u="none" baseline="-16000">
              <a:latin typeface="Cambria" pitchFamily="18" charset="0"/>
              <a:ea typeface="宋体" charset="-122"/>
            </a:endParaRPr>
          </a:p>
        </p:txBody>
      </p:sp>
      <p:sp>
        <p:nvSpPr>
          <p:cNvPr id="86" name="Rectangle 85"/>
          <p:cNvSpPr/>
          <p:nvPr/>
        </p:nvSpPr>
        <p:spPr>
          <a:xfrm>
            <a:off x="1517650" y="4852988"/>
            <a:ext cx="781050" cy="304800"/>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91440" rIns="0" anchor="ctr"/>
          <a:lstStyle/>
          <a:p>
            <a:pPr algn="ctr" fontAlgn="auto">
              <a:lnSpc>
                <a:spcPts val="1300"/>
              </a:lnSpc>
              <a:spcBef>
                <a:spcPts val="0"/>
              </a:spcBef>
              <a:spcAft>
                <a:spcPts val="0"/>
              </a:spcAft>
              <a:defRPr/>
            </a:pPr>
            <a:r>
              <a:rPr lang="en-US" sz="1600" b="1" u="none" dirty="0">
                <a:solidFill>
                  <a:schemeClr val="tx1"/>
                </a:solidFill>
              </a:rPr>
              <a:t>payload</a:t>
            </a:r>
            <a:endParaRPr lang="en-US" sz="1600" b="1" u="none" baseline="-16000" dirty="0">
              <a:solidFill>
                <a:schemeClr val="tx1"/>
              </a:solidFill>
            </a:endParaRPr>
          </a:p>
        </p:txBody>
      </p:sp>
      <p:sp>
        <p:nvSpPr>
          <p:cNvPr id="88" name="Rectangle 87"/>
          <p:cNvSpPr/>
          <p:nvPr/>
        </p:nvSpPr>
        <p:spPr>
          <a:xfrm>
            <a:off x="622300" y="4852988"/>
            <a:ext cx="515938" cy="304800"/>
          </a:xfrm>
          <a:prstGeom prst="rect">
            <a:avLst/>
          </a:prstGeom>
          <a:solidFill>
            <a:schemeClr val="accent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91440" rIns="0" anchor="ctr"/>
          <a:lstStyle/>
          <a:p>
            <a:pPr algn="ctr" fontAlgn="auto">
              <a:lnSpc>
                <a:spcPts val="1300"/>
              </a:lnSpc>
              <a:spcBef>
                <a:spcPts val="0"/>
              </a:spcBef>
              <a:spcAft>
                <a:spcPts val="0"/>
              </a:spcAft>
              <a:defRPr/>
            </a:pPr>
            <a:r>
              <a:rPr lang="en-US" sz="1600" b="1" i="1" u="none" dirty="0">
                <a:solidFill>
                  <a:schemeClr val="tx1"/>
                </a:solidFill>
                <a:latin typeface="Cambria" pitchFamily="18" charset="0"/>
              </a:rPr>
              <a:t>ToR</a:t>
            </a:r>
            <a:r>
              <a:rPr lang="en-US" sz="1600" b="1" i="1" u="none" baseline="-16000" dirty="0">
                <a:solidFill>
                  <a:schemeClr val="tx1"/>
                </a:solidFill>
                <a:latin typeface="Cambria" pitchFamily="18" charset="0"/>
              </a:rPr>
              <a:t>3</a:t>
            </a:r>
          </a:p>
        </p:txBody>
      </p:sp>
      <p:sp>
        <p:nvSpPr>
          <p:cNvPr id="90" name="Rectangle 89"/>
          <p:cNvSpPr/>
          <p:nvPr/>
        </p:nvSpPr>
        <p:spPr>
          <a:xfrm>
            <a:off x="1136650" y="4852988"/>
            <a:ext cx="381000" cy="304800"/>
          </a:xfrm>
          <a:prstGeom prst="rect">
            <a:avLst/>
          </a:prstGeom>
          <a:solidFill>
            <a:schemeClr val="bg2">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91440" rIns="0" anchor="ctr"/>
          <a:lstStyle/>
          <a:p>
            <a:pPr algn="ctr" fontAlgn="auto">
              <a:lnSpc>
                <a:spcPts val="1300"/>
              </a:lnSpc>
              <a:spcBef>
                <a:spcPts val="0"/>
              </a:spcBef>
              <a:spcAft>
                <a:spcPts val="0"/>
              </a:spcAft>
              <a:defRPr/>
            </a:pPr>
            <a:r>
              <a:rPr lang="en-US" sz="1600" b="1" i="1" u="none" dirty="0">
                <a:solidFill>
                  <a:schemeClr val="tx1"/>
                </a:solidFill>
                <a:latin typeface="Cambria" pitchFamily="18" charset="0"/>
              </a:rPr>
              <a:t>z</a:t>
            </a:r>
            <a:endParaRPr lang="en-US" sz="1600" b="1" i="1" u="none" baseline="-16000" dirty="0">
              <a:solidFill>
                <a:schemeClr val="tx1"/>
              </a:solidFill>
              <a:latin typeface="Cambria" pitchFamily="18" charset="0"/>
            </a:endParaRPr>
          </a:p>
        </p:txBody>
      </p:sp>
      <p:sp>
        <p:nvSpPr>
          <p:cNvPr id="91" name="TextBox 52"/>
          <p:cNvSpPr txBox="1"/>
          <p:nvPr/>
        </p:nvSpPr>
        <p:spPr>
          <a:xfrm>
            <a:off x="5100638" y="3400425"/>
            <a:ext cx="549275" cy="457200"/>
          </a:xfrm>
          <a:prstGeom prst="rect">
            <a:avLst/>
          </a:prstGeom>
          <a:noFill/>
        </p:spPr>
        <p:txBody>
          <a:bodyPr wrap="none">
            <a:spAutoFit/>
          </a:bodyPr>
          <a:lstStyle>
            <a:defPPr>
              <a:defRPr lang="en-US"/>
            </a:defPPr>
            <a:lvl1pPr algn="l" rtl="0" fontAlgn="base">
              <a:spcBef>
                <a:spcPct val="0"/>
              </a:spcBef>
              <a:spcAft>
                <a:spcPct val="0"/>
              </a:spcAft>
              <a:defRPr kern="1200">
                <a:solidFill>
                  <a:schemeClr val="tx1"/>
                </a:solidFill>
                <a:latin typeface="Arial" pitchFamily="34" charset="0"/>
                <a:ea typeface="+mn-ea"/>
                <a:cs typeface="+mn-cs"/>
              </a:defRPr>
            </a:lvl1pPr>
            <a:lvl2pPr marL="457200" algn="l" rtl="0" fontAlgn="base">
              <a:spcBef>
                <a:spcPct val="0"/>
              </a:spcBef>
              <a:spcAft>
                <a:spcPct val="0"/>
              </a:spcAft>
              <a:defRPr kern="1200">
                <a:solidFill>
                  <a:schemeClr val="tx1"/>
                </a:solidFill>
                <a:latin typeface="Arial" pitchFamily="34" charset="0"/>
                <a:ea typeface="+mn-ea"/>
                <a:cs typeface="+mn-cs"/>
              </a:defRPr>
            </a:lvl2pPr>
            <a:lvl3pPr marL="914400" algn="l" rtl="0" fontAlgn="base">
              <a:spcBef>
                <a:spcPct val="0"/>
              </a:spcBef>
              <a:spcAft>
                <a:spcPct val="0"/>
              </a:spcAft>
              <a:defRPr kern="1200">
                <a:solidFill>
                  <a:schemeClr val="tx1"/>
                </a:solidFill>
                <a:latin typeface="Arial" pitchFamily="34" charset="0"/>
                <a:ea typeface="+mn-ea"/>
                <a:cs typeface="+mn-cs"/>
              </a:defRPr>
            </a:lvl3pPr>
            <a:lvl4pPr marL="1371600" algn="l" rtl="0" fontAlgn="base">
              <a:spcBef>
                <a:spcPct val="0"/>
              </a:spcBef>
              <a:spcAft>
                <a:spcPct val="0"/>
              </a:spcAft>
              <a:defRPr kern="1200">
                <a:solidFill>
                  <a:schemeClr val="tx1"/>
                </a:solidFill>
                <a:latin typeface="Arial" pitchFamily="34" charset="0"/>
                <a:ea typeface="+mn-ea"/>
                <a:cs typeface="+mn-cs"/>
              </a:defRPr>
            </a:lvl4pPr>
            <a:lvl5pPr marL="1828800" algn="l" rtl="0" fontAlgn="base">
              <a:spcBef>
                <a:spcPct val="0"/>
              </a:spcBef>
              <a:spcAft>
                <a:spcPct val="0"/>
              </a:spcAft>
              <a:defRPr kern="1200">
                <a:solidFill>
                  <a:schemeClr val="tx1"/>
                </a:solidFill>
                <a:latin typeface="Arial" pitchFamily="34" charset="0"/>
                <a:ea typeface="+mn-ea"/>
                <a:cs typeface="+mn-cs"/>
              </a:defRPr>
            </a:lvl5pPr>
            <a:lvl6pPr marL="2286000" algn="l" defTabSz="914400" rtl="0" eaLnBrk="1" latinLnBrk="0" hangingPunct="1">
              <a:defRPr kern="1200">
                <a:solidFill>
                  <a:schemeClr val="tx1"/>
                </a:solidFill>
                <a:latin typeface="Arial" pitchFamily="34" charset="0"/>
                <a:ea typeface="+mn-ea"/>
                <a:cs typeface="+mn-cs"/>
              </a:defRPr>
            </a:lvl6pPr>
            <a:lvl7pPr marL="2743200" algn="l" defTabSz="914400" rtl="0" eaLnBrk="1" latinLnBrk="0" hangingPunct="1">
              <a:defRPr kern="1200">
                <a:solidFill>
                  <a:schemeClr val="tx1"/>
                </a:solidFill>
                <a:latin typeface="Arial" pitchFamily="34" charset="0"/>
                <a:ea typeface="+mn-ea"/>
                <a:cs typeface="+mn-cs"/>
              </a:defRPr>
            </a:lvl7pPr>
            <a:lvl8pPr marL="3200400" algn="l" defTabSz="914400" rtl="0" eaLnBrk="1" latinLnBrk="0" hangingPunct="1">
              <a:defRPr kern="1200">
                <a:solidFill>
                  <a:schemeClr val="tx1"/>
                </a:solidFill>
                <a:latin typeface="Arial" pitchFamily="34" charset="0"/>
                <a:ea typeface="+mn-ea"/>
                <a:cs typeface="+mn-cs"/>
              </a:defRPr>
            </a:lvl8pPr>
            <a:lvl9pPr marL="3657600" algn="l" defTabSz="914400" rtl="0" eaLnBrk="1" latinLnBrk="0" hangingPunct="1">
              <a:defRPr kern="1200">
                <a:solidFill>
                  <a:schemeClr val="tx1"/>
                </a:solidFill>
                <a:latin typeface="Arial" pitchFamily="34" charset="0"/>
                <a:ea typeface="+mn-ea"/>
                <a:cs typeface="+mn-cs"/>
              </a:defRPr>
            </a:lvl9pPr>
          </a:lstStyle>
          <a:p>
            <a:pPr>
              <a:defRPr/>
            </a:pPr>
            <a:r>
              <a:rPr lang="en-US" sz="2400" u="none" dirty="0">
                <a:latin typeface="+mn-lt"/>
              </a:rPr>
              <a:t>. . .</a:t>
            </a:r>
          </a:p>
        </p:txBody>
      </p:sp>
      <p:sp>
        <p:nvSpPr>
          <p:cNvPr id="92" name="Rounded Rectangle 91"/>
          <p:cNvSpPr/>
          <p:nvPr/>
        </p:nvSpPr>
        <p:spPr>
          <a:xfrm>
            <a:off x="7239000" y="1728787"/>
            <a:ext cx="1447800" cy="2286001"/>
          </a:xfrm>
          <a:prstGeom prst="roundRect">
            <a:avLst>
              <a:gd name="adj" fmla="val 5603"/>
            </a:avLst>
          </a:prstGeom>
          <a:solidFill>
            <a:schemeClr val="tx1">
              <a:lumMod val="50000"/>
              <a:lumOff val="50000"/>
            </a:schemeClr>
          </a:solidFill>
          <a:ln/>
          <a:scene3d>
            <a:camera prst="orthographicFront"/>
            <a:lightRig rig="threePt" dir="t"/>
          </a:scene3d>
          <a:sp3d>
            <a:bevelT prst="relaxedInset"/>
          </a:sp3d>
        </p:spPr>
        <p:style>
          <a:lnRef idx="3">
            <a:schemeClr val="lt1"/>
          </a:lnRef>
          <a:fillRef idx="1">
            <a:schemeClr val="dk1"/>
          </a:fillRef>
          <a:effectRef idx="1">
            <a:schemeClr val="dk1"/>
          </a:effectRef>
          <a:fontRef idx="minor">
            <a:schemeClr val="lt1"/>
          </a:fontRef>
        </p:style>
        <p:txBody>
          <a:bodyPr/>
          <a:lstStyle/>
          <a:p>
            <a:pPr algn="ctr" fontAlgn="auto">
              <a:spcBef>
                <a:spcPts val="0"/>
              </a:spcBef>
              <a:spcAft>
                <a:spcPts val="0"/>
              </a:spcAft>
              <a:defRPr/>
            </a:pPr>
            <a:r>
              <a:rPr lang="en-US" sz="2000" b="1" u="none" dirty="0">
                <a:solidFill>
                  <a:schemeClr val="bg1"/>
                </a:solidFill>
              </a:rPr>
              <a:t>Directory</a:t>
            </a:r>
            <a:br>
              <a:rPr lang="en-US" sz="2000" b="1" u="none" dirty="0">
                <a:solidFill>
                  <a:schemeClr val="bg1"/>
                </a:solidFill>
              </a:rPr>
            </a:br>
            <a:r>
              <a:rPr lang="en-US" sz="2000" b="1" u="none" dirty="0">
                <a:solidFill>
                  <a:schemeClr val="bg1"/>
                </a:solidFill>
              </a:rPr>
              <a:t>Service</a:t>
            </a:r>
          </a:p>
        </p:txBody>
      </p:sp>
      <p:sp>
        <p:nvSpPr>
          <p:cNvPr id="93" name="Rectangle 92"/>
          <p:cNvSpPr/>
          <p:nvPr/>
        </p:nvSpPr>
        <p:spPr>
          <a:xfrm>
            <a:off x="7391400" y="2490788"/>
            <a:ext cx="1143000" cy="1371600"/>
          </a:xfrm>
          <a:prstGeom prst="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u="none" dirty="0">
                <a:solidFill>
                  <a:schemeClr val="tx1"/>
                </a:solidFill>
                <a:latin typeface="Cambria" pitchFamily="18" charset="0"/>
                <a:cs typeface="Times New Roman" pitchFamily="18" charset="0"/>
              </a:rPr>
              <a:t>…</a:t>
            </a:r>
          </a:p>
          <a:p>
            <a:pPr algn="ctr" fontAlgn="auto">
              <a:spcBef>
                <a:spcPts val="0"/>
              </a:spcBef>
              <a:spcAft>
                <a:spcPts val="0"/>
              </a:spcAft>
              <a:defRPr/>
            </a:pPr>
            <a:r>
              <a:rPr lang="en-US" sz="1600" b="1" u="none" dirty="0">
                <a:solidFill>
                  <a:schemeClr val="tx1"/>
                </a:solidFill>
                <a:latin typeface="Cambria" pitchFamily="18" charset="0"/>
                <a:cs typeface="Times New Roman" pitchFamily="18" charset="0"/>
              </a:rPr>
              <a:t>x </a:t>
            </a:r>
            <a:r>
              <a:rPr lang="en-US" sz="1600" b="1" u="none" dirty="0">
                <a:solidFill>
                  <a:schemeClr val="tx1"/>
                </a:solidFill>
                <a:latin typeface="Cambria" pitchFamily="18" charset="0"/>
                <a:cs typeface="Times New Roman" pitchFamily="18" charset="0"/>
                <a:sym typeface="Wingdings" pitchFamily="2" charset="2"/>
              </a:rPr>
              <a:t> </a:t>
            </a:r>
            <a:r>
              <a:rPr lang="en-US" sz="1600" b="1" u="none" dirty="0">
                <a:solidFill>
                  <a:schemeClr val="tx1"/>
                </a:solidFill>
                <a:latin typeface="Cambria" pitchFamily="18" charset="0"/>
                <a:cs typeface="Times New Roman" pitchFamily="18" charset="0"/>
              </a:rPr>
              <a:t>ToR</a:t>
            </a:r>
            <a:r>
              <a:rPr lang="en-US" sz="1600" b="1" u="none" baseline="-25000" dirty="0">
                <a:solidFill>
                  <a:schemeClr val="tx1"/>
                </a:solidFill>
                <a:latin typeface="Cambria" pitchFamily="18" charset="0"/>
                <a:cs typeface="Times New Roman" pitchFamily="18" charset="0"/>
              </a:rPr>
              <a:t>2</a:t>
            </a:r>
          </a:p>
          <a:p>
            <a:pPr algn="ctr" fontAlgn="auto">
              <a:spcBef>
                <a:spcPts val="0"/>
              </a:spcBef>
              <a:spcAft>
                <a:spcPts val="0"/>
              </a:spcAft>
              <a:defRPr/>
            </a:pPr>
            <a:r>
              <a:rPr lang="en-US" sz="1600" b="1" u="none" dirty="0">
                <a:solidFill>
                  <a:schemeClr val="tx1"/>
                </a:solidFill>
                <a:latin typeface="Cambria" pitchFamily="18" charset="0"/>
                <a:cs typeface="Times New Roman" pitchFamily="18" charset="0"/>
              </a:rPr>
              <a:t>y </a:t>
            </a:r>
            <a:r>
              <a:rPr lang="en-US" sz="1600" b="1" u="none" dirty="0">
                <a:solidFill>
                  <a:schemeClr val="tx1"/>
                </a:solidFill>
                <a:latin typeface="Cambria" pitchFamily="18" charset="0"/>
                <a:cs typeface="Times New Roman" pitchFamily="18" charset="0"/>
                <a:sym typeface="Wingdings" pitchFamily="2" charset="2"/>
              </a:rPr>
              <a:t> </a:t>
            </a:r>
            <a:r>
              <a:rPr lang="en-US" sz="1600" b="1" u="none" dirty="0">
                <a:solidFill>
                  <a:schemeClr val="tx1"/>
                </a:solidFill>
                <a:latin typeface="Cambria" pitchFamily="18" charset="0"/>
                <a:cs typeface="Times New Roman" pitchFamily="18" charset="0"/>
              </a:rPr>
              <a:t>ToR</a:t>
            </a:r>
            <a:r>
              <a:rPr lang="en-US" sz="1600" b="1" u="none" baseline="-25000" dirty="0">
                <a:solidFill>
                  <a:schemeClr val="tx1"/>
                </a:solidFill>
                <a:latin typeface="Cambria" pitchFamily="18" charset="0"/>
                <a:cs typeface="Times New Roman" pitchFamily="18" charset="0"/>
              </a:rPr>
              <a:t>3</a:t>
            </a:r>
          </a:p>
          <a:p>
            <a:pPr algn="ctr" fontAlgn="auto">
              <a:spcBef>
                <a:spcPts val="0"/>
              </a:spcBef>
              <a:spcAft>
                <a:spcPts val="0"/>
              </a:spcAft>
              <a:defRPr/>
            </a:pPr>
            <a:r>
              <a:rPr lang="en-US" sz="1600" b="1" u="none" dirty="0">
                <a:solidFill>
                  <a:schemeClr val="tx1"/>
                </a:solidFill>
                <a:latin typeface="Cambria" pitchFamily="18" charset="0"/>
                <a:cs typeface="Times New Roman" pitchFamily="18" charset="0"/>
              </a:rPr>
              <a:t>z </a:t>
            </a:r>
            <a:r>
              <a:rPr lang="en-US" sz="1600" b="1" u="none" dirty="0">
                <a:solidFill>
                  <a:schemeClr val="tx1"/>
                </a:solidFill>
                <a:latin typeface="Cambria" pitchFamily="18" charset="0"/>
                <a:cs typeface="Times New Roman" pitchFamily="18" charset="0"/>
                <a:sym typeface="Wingdings" pitchFamily="2" charset="2"/>
              </a:rPr>
              <a:t> </a:t>
            </a:r>
            <a:r>
              <a:rPr lang="en-US" sz="1600" b="1" u="none" dirty="0">
                <a:solidFill>
                  <a:schemeClr val="tx1"/>
                </a:solidFill>
                <a:latin typeface="Cambria" pitchFamily="18" charset="0"/>
                <a:cs typeface="Times New Roman" pitchFamily="18" charset="0"/>
              </a:rPr>
              <a:t>ToR</a:t>
            </a:r>
            <a:r>
              <a:rPr lang="en-US" sz="1600" b="1" u="none" baseline="-25000" dirty="0">
                <a:solidFill>
                  <a:schemeClr val="tx1"/>
                </a:solidFill>
                <a:latin typeface="Cambria" pitchFamily="18" charset="0"/>
                <a:cs typeface="Times New Roman" pitchFamily="18" charset="0"/>
              </a:rPr>
              <a:t>4</a:t>
            </a:r>
          </a:p>
          <a:p>
            <a:pPr algn="ctr" fontAlgn="auto">
              <a:spcBef>
                <a:spcPts val="0"/>
              </a:spcBef>
              <a:spcAft>
                <a:spcPts val="0"/>
              </a:spcAft>
              <a:defRPr/>
            </a:pPr>
            <a:r>
              <a:rPr lang="en-US" sz="1600" b="1" u="none" dirty="0">
                <a:solidFill>
                  <a:schemeClr val="tx1"/>
                </a:solidFill>
                <a:latin typeface="Cambria" pitchFamily="18" charset="0"/>
                <a:cs typeface="Times New Roman" pitchFamily="18" charset="0"/>
              </a:rPr>
              <a:t>…</a:t>
            </a:r>
          </a:p>
        </p:txBody>
      </p:sp>
      <p:sp>
        <p:nvSpPr>
          <p:cNvPr id="131" name="Freeform 130"/>
          <p:cNvSpPr/>
          <p:nvPr/>
        </p:nvSpPr>
        <p:spPr>
          <a:xfrm>
            <a:off x="2811463" y="4040188"/>
            <a:ext cx="5048250" cy="1196975"/>
          </a:xfrm>
          <a:custGeom>
            <a:avLst/>
            <a:gdLst>
              <a:gd name="connsiteX0" fmla="*/ 0 w 5048655"/>
              <a:gd name="connsiteY0" fmla="*/ 1011677 h 1196503"/>
              <a:gd name="connsiteX1" fmla="*/ 0 w 5048655"/>
              <a:gd name="connsiteY1" fmla="*/ 1196503 h 1196503"/>
              <a:gd name="connsiteX2" fmla="*/ 5048655 w 5048655"/>
              <a:gd name="connsiteY2" fmla="*/ 1196503 h 1196503"/>
              <a:gd name="connsiteX3" fmla="*/ 5048655 w 5048655"/>
              <a:gd name="connsiteY3" fmla="*/ 0 h 1196503"/>
            </a:gdLst>
            <a:ahLst/>
            <a:cxnLst>
              <a:cxn ang="0">
                <a:pos x="connsiteX0" y="connsiteY0"/>
              </a:cxn>
              <a:cxn ang="0">
                <a:pos x="connsiteX1" y="connsiteY1"/>
              </a:cxn>
              <a:cxn ang="0">
                <a:pos x="connsiteX2" y="connsiteY2"/>
              </a:cxn>
              <a:cxn ang="0">
                <a:pos x="connsiteX3" y="connsiteY3"/>
              </a:cxn>
            </a:cxnLst>
            <a:rect l="l" t="t" r="r" b="b"/>
            <a:pathLst>
              <a:path w="5048655" h="1196503">
                <a:moveTo>
                  <a:pt x="0" y="1011677"/>
                </a:moveTo>
                <a:lnTo>
                  <a:pt x="0" y="1196503"/>
                </a:lnTo>
                <a:lnTo>
                  <a:pt x="5048655" y="1196503"/>
                </a:lnTo>
                <a:lnTo>
                  <a:pt x="5048655" y="0"/>
                </a:lnTo>
              </a:path>
            </a:pathLst>
          </a:custGeom>
          <a:ln>
            <a:solidFill>
              <a:schemeClr val="bg2">
                <a:lumMod val="50000"/>
              </a:schemeClr>
            </a:solidFill>
            <a:prstDash val="sysDot"/>
            <a:tailEnd type="stealth" w="lg" len="lg"/>
          </a:ln>
        </p:spPr>
        <p:style>
          <a:lnRef idx="2">
            <a:schemeClr val="accent3"/>
          </a:lnRef>
          <a:fillRef idx="0">
            <a:schemeClr val="accent3"/>
          </a:fillRef>
          <a:effectRef idx="1">
            <a:schemeClr val="accent3"/>
          </a:effectRef>
          <a:fontRef idx="minor">
            <a:schemeClr val="tx1"/>
          </a:fontRef>
        </p:style>
        <p:txBody>
          <a:bodyPr anchor="ctr"/>
          <a:lstStyle/>
          <a:p>
            <a:pPr algn="ctr" fontAlgn="auto">
              <a:spcBef>
                <a:spcPts val="0"/>
              </a:spcBef>
              <a:spcAft>
                <a:spcPts val="0"/>
              </a:spcAft>
              <a:defRPr/>
            </a:pPr>
            <a:endParaRPr lang="en-US" sz="1800" u="none"/>
          </a:p>
        </p:txBody>
      </p:sp>
      <p:sp>
        <p:nvSpPr>
          <p:cNvPr id="132" name="Freeform 131"/>
          <p:cNvSpPr/>
          <p:nvPr/>
        </p:nvSpPr>
        <p:spPr>
          <a:xfrm>
            <a:off x="2684463" y="4049713"/>
            <a:ext cx="5302250" cy="1293812"/>
          </a:xfrm>
          <a:custGeom>
            <a:avLst/>
            <a:gdLst>
              <a:gd name="connsiteX0" fmla="*/ 5301575 w 5301575"/>
              <a:gd name="connsiteY0" fmla="*/ 0 h 1293779"/>
              <a:gd name="connsiteX1" fmla="*/ 5301575 w 5301575"/>
              <a:gd name="connsiteY1" fmla="*/ 1293779 h 1293779"/>
              <a:gd name="connsiteX2" fmla="*/ 0 w 5301575"/>
              <a:gd name="connsiteY2" fmla="*/ 1293779 h 1293779"/>
              <a:gd name="connsiteX3" fmla="*/ 0 w 5301575"/>
              <a:gd name="connsiteY3" fmla="*/ 1011677 h 1293779"/>
            </a:gdLst>
            <a:ahLst/>
            <a:cxnLst>
              <a:cxn ang="0">
                <a:pos x="connsiteX0" y="connsiteY0"/>
              </a:cxn>
              <a:cxn ang="0">
                <a:pos x="connsiteX1" y="connsiteY1"/>
              </a:cxn>
              <a:cxn ang="0">
                <a:pos x="connsiteX2" y="connsiteY2"/>
              </a:cxn>
              <a:cxn ang="0">
                <a:pos x="connsiteX3" y="connsiteY3"/>
              </a:cxn>
            </a:cxnLst>
            <a:rect l="l" t="t" r="r" b="b"/>
            <a:pathLst>
              <a:path w="5301575" h="1293779">
                <a:moveTo>
                  <a:pt x="5301575" y="0"/>
                </a:moveTo>
                <a:lnTo>
                  <a:pt x="5301575" y="1293779"/>
                </a:lnTo>
                <a:lnTo>
                  <a:pt x="0" y="1293779"/>
                </a:lnTo>
                <a:lnTo>
                  <a:pt x="0" y="1011677"/>
                </a:lnTo>
              </a:path>
            </a:pathLst>
          </a:custGeom>
          <a:ln>
            <a:solidFill>
              <a:schemeClr val="bg2">
                <a:lumMod val="50000"/>
              </a:schemeClr>
            </a:solidFill>
            <a:prstDash val="sysDot"/>
            <a:tailEnd type="stealth" w="lg" len="lg"/>
          </a:ln>
        </p:spPr>
        <p:style>
          <a:lnRef idx="2">
            <a:schemeClr val="accent3"/>
          </a:lnRef>
          <a:fillRef idx="0">
            <a:schemeClr val="accent3"/>
          </a:fillRef>
          <a:effectRef idx="1">
            <a:schemeClr val="accent3"/>
          </a:effectRef>
          <a:fontRef idx="minor">
            <a:schemeClr val="tx1"/>
          </a:fontRef>
        </p:style>
        <p:txBody>
          <a:bodyPr anchor="ctr"/>
          <a:lstStyle/>
          <a:p>
            <a:pPr algn="ctr" fontAlgn="auto">
              <a:spcBef>
                <a:spcPts val="0"/>
              </a:spcBef>
              <a:spcAft>
                <a:spcPts val="0"/>
              </a:spcAft>
              <a:defRPr/>
            </a:pPr>
            <a:endParaRPr lang="en-US" sz="1800" u="none"/>
          </a:p>
        </p:txBody>
      </p:sp>
      <p:sp>
        <p:nvSpPr>
          <p:cNvPr id="133" name="TextBox 132"/>
          <p:cNvSpPr txBox="1"/>
          <p:nvPr/>
        </p:nvSpPr>
        <p:spPr>
          <a:xfrm>
            <a:off x="7394575" y="4471988"/>
            <a:ext cx="1092200" cy="641350"/>
          </a:xfrm>
          <a:prstGeom prst="rect">
            <a:avLst/>
          </a:prstGeom>
          <a:noFill/>
        </p:spPr>
        <p:txBody>
          <a:bodyPr wrap="none">
            <a:spAutoFit/>
          </a:bodyPr>
          <a:lstStyle/>
          <a:p>
            <a:pPr algn="ctr" fontAlgn="auto">
              <a:spcBef>
                <a:spcPts val="0"/>
              </a:spcBef>
              <a:spcAft>
                <a:spcPts val="0"/>
              </a:spcAft>
              <a:defRPr/>
            </a:pPr>
            <a:r>
              <a:rPr lang="en-US" sz="1800" b="1" u="none" dirty="0">
                <a:solidFill>
                  <a:schemeClr val="accent3">
                    <a:lumMod val="50000"/>
                  </a:schemeClr>
                </a:solidFill>
                <a:latin typeface="+mn-lt"/>
              </a:rPr>
              <a:t>Lookup &amp;</a:t>
            </a:r>
          </a:p>
          <a:p>
            <a:pPr algn="ctr" fontAlgn="auto">
              <a:spcBef>
                <a:spcPts val="0"/>
              </a:spcBef>
              <a:spcAft>
                <a:spcPts val="0"/>
              </a:spcAft>
              <a:defRPr/>
            </a:pPr>
            <a:r>
              <a:rPr lang="en-US" sz="1800" b="1" u="none" dirty="0">
                <a:solidFill>
                  <a:schemeClr val="accent3">
                    <a:lumMod val="50000"/>
                  </a:schemeClr>
                </a:solidFill>
                <a:latin typeface="+mn-lt"/>
              </a:rPr>
              <a:t>Response</a:t>
            </a:r>
          </a:p>
        </p:txBody>
      </p:sp>
      <p:sp>
        <p:nvSpPr>
          <p:cNvPr id="134" name="Rectangle 133"/>
          <p:cNvSpPr/>
          <p:nvPr/>
        </p:nvSpPr>
        <p:spPr>
          <a:xfrm>
            <a:off x="7391400" y="2490788"/>
            <a:ext cx="1143000" cy="1371600"/>
          </a:xfrm>
          <a:prstGeom prst="rect">
            <a:avLst/>
          </a:prstGeom>
          <a:solidFill>
            <a:schemeClr val="bg1"/>
          </a:solidFill>
          <a:ln>
            <a:solidFill>
              <a:schemeClr val="bg2">
                <a:lumMod val="25000"/>
              </a:schemeClr>
            </a:solid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r>
              <a:rPr lang="en-US" sz="1600" b="1" u="none" dirty="0">
                <a:solidFill>
                  <a:schemeClr val="tx1"/>
                </a:solidFill>
                <a:latin typeface="Cambria" pitchFamily="18" charset="0"/>
                <a:cs typeface="Times New Roman" pitchFamily="18" charset="0"/>
              </a:rPr>
              <a:t>…</a:t>
            </a:r>
          </a:p>
          <a:p>
            <a:pPr algn="ctr" fontAlgn="auto">
              <a:spcBef>
                <a:spcPts val="0"/>
              </a:spcBef>
              <a:spcAft>
                <a:spcPts val="0"/>
              </a:spcAft>
              <a:defRPr/>
            </a:pPr>
            <a:r>
              <a:rPr lang="en-US" sz="1600" b="1" u="none" dirty="0">
                <a:solidFill>
                  <a:schemeClr val="tx1"/>
                </a:solidFill>
                <a:latin typeface="Cambria" pitchFamily="18" charset="0"/>
                <a:cs typeface="Times New Roman" pitchFamily="18" charset="0"/>
              </a:rPr>
              <a:t>x </a:t>
            </a:r>
            <a:r>
              <a:rPr lang="en-US" sz="1600" b="1" u="none" dirty="0">
                <a:solidFill>
                  <a:schemeClr val="tx1"/>
                </a:solidFill>
                <a:latin typeface="Cambria" pitchFamily="18" charset="0"/>
                <a:cs typeface="Times New Roman" pitchFamily="18" charset="0"/>
                <a:sym typeface="Wingdings" pitchFamily="2" charset="2"/>
              </a:rPr>
              <a:t> </a:t>
            </a:r>
            <a:r>
              <a:rPr lang="en-US" sz="1600" b="1" u="none" dirty="0">
                <a:solidFill>
                  <a:schemeClr val="tx1"/>
                </a:solidFill>
                <a:latin typeface="Cambria" pitchFamily="18" charset="0"/>
                <a:cs typeface="Times New Roman" pitchFamily="18" charset="0"/>
              </a:rPr>
              <a:t>ToR</a:t>
            </a:r>
            <a:r>
              <a:rPr lang="en-US" sz="1600" b="1" u="none" baseline="-25000" dirty="0">
                <a:solidFill>
                  <a:schemeClr val="tx1"/>
                </a:solidFill>
                <a:latin typeface="Cambria" pitchFamily="18" charset="0"/>
                <a:cs typeface="Times New Roman" pitchFamily="18" charset="0"/>
              </a:rPr>
              <a:t>2</a:t>
            </a:r>
          </a:p>
          <a:p>
            <a:pPr algn="ctr" fontAlgn="auto">
              <a:spcBef>
                <a:spcPts val="0"/>
              </a:spcBef>
              <a:spcAft>
                <a:spcPts val="0"/>
              </a:spcAft>
              <a:defRPr/>
            </a:pPr>
            <a:r>
              <a:rPr lang="en-US" sz="1600" b="1" u="none" dirty="0">
                <a:solidFill>
                  <a:schemeClr val="tx1"/>
                </a:solidFill>
                <a:latin typeface="Cambria" pitchFamily="18" charset="0"/>
                <a:cs typeface="Times New Roman" pitchFamily="18" charset="0"/>
              </a:rPr>
              <a:t>y </a:t>
            </a:r>
            <a:r>
              <a:rPr lang="en-US" sz="1600" b="1" u="none" dirty="0">
                <a:solidFill>
                  <a:schemeClr val="tx1"/>
                </a:solidFill>
                <a:latin typeface="Cambria" pitchFamily="18" charset="0"/>
                <a:cs typeface="Times New Roman" pitchFamily="18" charset="0"/>
                <a:sym typeface="Wingdings" pitchFamily="2" charset="2"/>
              </a:rPr>
              <a:t> </a:t>
            </a:r>
            <a:r>
              <a:rPr lang="en-US" sz="1600" b="1" u="none" dirty="0">
                <a:solidFill>
                  <a:schemeClr val="tx1"/>
                </a:solidFill>
                <a:latin typeface="Cambria" pitchFamily="18" charset="0"/>
                <a:cs typeface="Times New Roman" pitchFamily="18" charset="0"/>
              </a:rPr>
              <a:t>ToR</a:t>
            </a:r>
            <a:r>
              <a:rPr lang="en-US" sz="1600" b="1" u="none" baseline="-25000" dirty="0">
                <a:solidFill>
                  <a:schemeClr val="tx1"/>
                </a:solidFill>
                <a:latin typeface="Cambria" pitchFamily="18" charset="0"/>
                <a:cs typeface="Times New Roman" pitchFamily="18" charset="0"/>
              </a:rPr>
              <a:t>3</a:t>
            </a:r>
          </a:p>
          <a:p>
            <a:pPr algn="ctr" fontAlgn="auto">
              <a:spcBef>
                <a:spcPts val="0"/>
              </a:spcBef>
              <a:spcAft>
                <a:spcPts val="0"/>
              </a:spcAft>
              <a:defRPr/>
            </a:pPr>
            <a:r>
              <a:rPr lang="en-US" sz="1600" b="1" u="none" dirty="0">
                <a:solidFill>
                  <a:srgbClr val="FF0000"/>
                </a:solidFill>
                <a:latin typeface="Cambria" pitchFamily="18" charset="0"/>
                <a:cs typeface="Times New Roman" pitchFamily="18" charset="0"/>
              </a:rPr>
              <a:t>z </a:t>
            </a:r>
            <a:r>
              <a:rPr lang="en-US" sz="1600" b="1" u="none" dirty="0">
                <a:solidFill>
                  <a:srgbClr val="FF0000"/>
                </a:solidFill>
                <a:latin typeface="Cambria" pitchFamily="18" charset="0"/>
                <a:cs typeface="Times New Roman" pitchFamily="18" charset="0"/>
                <a:sym typeface="Wingdings" pitchFamily="2" charset="2"/>
              </a:rPr>
              <a:t> </a:t>
            </a:r>
            <a:r>
              <a:rPr lang="en-US" sz="1600" b="1" u="none" dirty="0">
                <a:solidFill>
                  <a:srgbClr val="FF0000"/>
                </a:solidFill>
                <a:latin typeface="Cambria" pitchFamily="18" charset="0"/>
                <a:cs typeface="Times New Roman" pitchFamily="18" charset="0"/>
              </a:rPr>
              <a:t>ToR</a:t>
            </a:r>
            <a:r>
              <a:rPr lang="en-US" sz="1600" b="1" u="none" baseline="-25000" dirty="0">
                <a:solidFill>
                  <a:srgbClr val="FF0000"/>
                </a:solidFill>
                <a:latin typeface="Cambria" pitchFamily="18" charset="0"/>
                <a:cs typeface="Times New Roman" pitchFamily="18" charset="0"/>
              </a:rPr>
              <a:t>3</a:t>
            </a:r>
          </a:p>
          <a:p>
            <a:pPr algn="ctr" fontAlgn="auto">
              <a:spcBef>
                <a:spcPts val="0"/>
              </a:spcBef>
              <a:spcAft>
                <a:spcPts val="0"/>
              </a:spcAft>
              <a:defRPr/>
            </a:pPr>
            <a:r>
              <a:rPr lang="en-US" sz="1600" b="1" u="none" dirty="0">
                <a:solidFill>
                  <a:schemeClr val="tx1"/>
                </a:solidFill>
                <a:latin typeface="Cambria" pitchFamily="18" charset="0"/>
                <a:cs typeface="Times New Roman" pitchFamily="18" charset="0"/>
              </a:rPr>
              <a:t>…</a:t>
            </a:r>
          </a:p>
        </p:txBody>
      </p:sp>
      <p:sp>
        <p:nvSpPr>
          <p:cNvPr id="2" name="TextBox 102"/>
          <p:cNvSpPr txBox="1"/>
          <p:nvPr/>
        </p:nvSpPr>
        <p:spPr>
          <a:xfrm>
            <a:off x="152400" y="1905000"/>
            <a:ext cx="609600" cy="427038"/>
          </a:xfrm>
          <a:prstGeom prst="rect">
            <a:avLst/>
          </a:prstGeom>
          <a:noFill/>
        </p:spPr>
        <p:txBody>
          <a:bodyPr>
            <a:spAutoFit/>
          </a:bodyPr>
          <a:lstStyle/>
          <a:p>
            <a:pPr algn="ctr"/>
            <a:r>
              <a:rPr lang="en-US" altLang="zh-CN" sz="2200" b="1" u="none">
                <a:solidFill>
                  <a:srgbClr val="215968"/>
                </a:solidFill>
                <a:latin typeface="Calibri" pitchFamily="34" charset="0"/>
                <a:ea typeface="宋体" charset="-122"/>
              </a:rPr>
              <a:t>LAs</a:t>
            </a:r>
          </a:p>
        </p:txBody>
      </p:sp>
      <p:sp>
        <p:nvSpPr>
          <p:cNvPr id="3" name="TextBox 102"/>
          <p:cNvSpPr txBox="1"/>
          <p:nvPr/>
        </p:nvSpPr>
        <p:spPr>
          <a:xfrm>
            <a:off x="228600" y="5440363"/>
            <a:ext cx="685800" cy="427037"/>
          </a:xfrm>
          <a:prstGeom prst="rect">
            <a:avLst/>
          </a:prstGeom>
          <a:noFill/>
        </p:spPr>
        <p:txBody>
          <a:bodyPr>
            <a:spAutoFit/>
          </a:bodyPr>
          <a:lstStyle/>
          <a:p>
            <a:pPr algn="ctr"/>
            <a:r>
              <a:rPr lang="en-US" altLang="zh-CN" sz="2200" b="1" u="none">
                <a:solidFill>
                  <a:srgbClr val="215968"/>
                </a:solidFill>
                <a:latin typeface="Calibri" pitchFamily="34" charset="0"/>
                <a:ea typeface="宋体" charset="-122"/>
              </a:rPr>
              <a:t>AAs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7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76"/>
                                        </p:tgtEl>
                                        <p:attrNameLst>
                                          <p:attrName>style.visibility</p:attrName>
                                        </p:attrNameLst>
                                      </p:cBhvr>
                                      <p:to>
                                        <p:strVal val="visible"/>
                                      </p:to>
                                    </p:set>
                                  </p:childTnLst>
                                </p:cTn>
                              </p:par>
                              <p:par>
                                <p:cTn id="15" presetID="1" presetClass="entr" presetSubtype="0" fill="hold" grpId="0" nodeType="withEffect" nodePh="1">
                                  <p:stCondLst>
                                    <p:cond delay="0"/>
                                  </p:stCondLst>
                                  <p:endCondLst>
                                    <p:cond evt="begin" delay="0">
                                      <p:tn val="15"/>
                                    </p:cond>
                                  </p:endCondLst>
                                  <p:childTnLst>
                                    <p:set>
                                      <p:cBhvr>
                                        <p:cTn id="16" dur="1" fill="hold">
                                          <p:stCondLst>
                                            <p:cond delay="0"/>
                                          </p:stCondLst>
                                        </p:cTn>
                                        <p:tgtEl>
                                          <p:spTgt spid="7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6"/>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91"/>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74"/>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11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3"/>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112"/>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9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03"/>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99"/>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01"/>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1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116"/>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118"/>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0" nodeType="clickEffect">
                                  <p:stCondLst>
                                    <p:cond delay="0"/>
                                  </p:stCondLst>
                                  <p:childTnLst>
                                    <p:set>
                                      <p:cBhvr>
                                        <p:cTn id="50" dur="1" fill="hold">
                                          <p:stCondLst>
                                            <p:cond delay="0"/>
                                          </p:stCondLst>
                                        </p:cTn>
                                        <p:tgtEl>
                                          <p:spTgt spid="104"/>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nodeType="clickEffect">
                                  <p:stCondLst>
                                    <p:cond delay="0"/>
                                  </p:stCondLst>
                                  <p:childTnLst>
                                    <p:set>
                                      <p:cBhvr>
                                        <p:cTn id="54" dur="1" fill="hold">
                                          <p:stCondLst>
                                            <p:cond delay="0"/>
                                          </p:stCondLst>
                                        </p:cTn>
                                        <p:tgtEl>
                                          <p:spTgt spid="92"/>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93"/>
                                        </p:tgtEl>
                                        <p:attrNameLst>
                                          <p:attrName>style.visibility</p:attrName>
                                        </p:attrNameLst>
                                      </p:cBhvr>
                                      <p:to>
                                        <p:strVal val="visible"/>
                                      </p:to>
                                    </p:set>
                                  </p:childTnLst>
                                </p:cTn>
                              </p:par>
                            </p:childTnLst>
                          </p:cTn>
                        </p:par>
                      </p:childTnLst>
                    </p:cTn>
                  </p:par>
                  <p:par>
                    <p:cTn id="57" fill="hold">
                      <p:stCondLst>
                        <p:cond delay="indefinite"/>
                      </p:stCondLst>
                      <p:childTnLst>
                        <p:par>
                          <p:cTn id="58" fill="hold">
                            <p:stCondLst>
                              <p:cond delay="0"/>
                            </p:stCondLst>
                            <p:childTnLst>
                              <p:par>
                                <p:cTn id="59" presetID="22" presetClass="entr" presetSubtype="8" fill="hold" grpId="0" nodeType="clickEffect">
                                  <p:stCondLst>
                                    <p:cond delay="0"/>
                                  </p:stCondLst>
                                  <p:childTnLst>
                                    <p:set>
                                      <p:cBhvr>
                                        <p:cTn id="60" dur="1" fill="hold">
                                          <p:stCondLst>
                                            <p:cond delay="0"/>
                                          </p:stCondLst>
                                        </p:cTn>
                                        <p:tgtEl>
                                          <p:spTgt spid="131"/>
                                        </p:tgtEl>
                                        <p:attrNameLst>
                                          <p:attrName>style.visibility</p:attrName>
                                        </p:attrNameLst>
                                      </p:cBhvr>
                                      <p:to>
                                        <p:strVal val="visible"/>
                                      </p:to>
                                    </p:set>
                                    <p:animEffect transition="in" filter="wipe(left)">
                                      <p:cBhvr>
                                        <p:cTn id="61" dur="500"/>
                                        <p:tgtEl>
                                          <p:spTgt spid="131"/>
                                        </p:tgtEl>
                                      </p:cBhvr>
                                    </p:animEffect>
                                  </p:childTnLst>
                                </p:cTn>
                              </p:par>
                            </p:childTnLst>
                          </p:cTn>
                        </p:par>
                        <p:par>
                          <p:cTn id="62" fill="hold">
                            <p:stCondLst>
                              <p:cond delay="500"/>
                            </p:stCondLst>
                            <p:childTnLst>
                              <p:par>
                                <p:cTn id="63" presetID="1" presetClass="entr" presetSubtype="0" fill="hold" grpId="0" nodeType="afterEffect">
                                  <p:stCondLst>
                                    <p:cond delay="0"/>
                                  </p:stCondLst>
                                  <p:childTnLst>
                                    <p:set>
                                      <p:cBhvr>
                                        <p:cTn id="64" dur="1" fill="hold">
                                          <p:stCondLst>
                                            <p:cond delay="0"/>
                                          </p:stCondLst>
                                        </p:cTn>
                                        <p:tgtEl>
                                          <p:spTgt spid="133"/>
                                        </p:tgtEl>
                                        <p:attrNameLst>
                                          <p:attrName>style.visibility</p:attrName>
                                        </p:attrNameLst>
                                      </p:cBhvr>
                                      <p:to>
                                        <p:strVal val="visible"/>
                                      </p:to>
                                    </p:set>
                                  </p:childTnLst>
                                </p:cTn>
                              </p:par>
                            </p:childTnLst>
                          </p:cTn>
                        </p:par>
                        <p:par>
                          <p:cTn id="65" fill="hold">
                            <p:stCondLst>
                              <p:cond delay="500"/>
                            </p:stCondLst>
                            <p:childTnLst>
                              <p:par>
                                <p:cTn id="66" presetID="22" presetClass="entr" presetSubtype="2" fill="hold" grpId="0" nodeType="afterEffect">
                                  <p:stCondLst>
                                    <p:cond delay="0"/>
                                  </p:stCondLst>
                                  <p:childTnLst>
                                    <p:set>
                                      <p:cBhvr>
                                        <p:cTn id="67" dur="1" fill="hold">
                                          <p:stCondLst>
                                            <p:cond delay="0"/>
                                          </p:stCondLst>
                                        </p:cTn>
                                        <p:tgtEl>
                                          <p:spTgt spid="132"/>
                                        </p:tgtEl>
                                        <p:attrNameLst>
                                          <p:attrName>style.visibility</p:attrName>
                                        </p:attrNameLst>
                                      </p:cBhvr>
                                      <p:to>
                                        <p:strVal val="visible"/>
                                      </p:to>
                                    </p:set>
                                    <p:animEffect transition="in" filter="wipe(right)">
                                      <p:cBhvr>
                                        <p:cTn id="68" dur="500"/>
                                        <p:tgtEl>
                                          <p:spTgt spid="132"/>
                                        </p:tgtEl>
                                      </p:cBhvr>
                                    </p:animEffect>
                                  </p:childTnLst>
                                </p:cTn>
                              </p:par>
                            </p:childTnLst>
                          </p:cTn>
                        </p:par>
                      </p:childTnLst>
                    </p:cTn>
                  </p:par>
                  <p:par>
                    <p:cTn id="69" fill="hold">
                      <p:stCondLst>
                        <p:cond delay="indefinite"/>
                      </p:stCondLst>
                      <p:childTnLst>
                        <p:par>
                          <p:cTn id="70" fill="hold">
                            <p:stCondLst>
                              <p:cond delay="0"/>
                            </p:stCondLst>
                            <p:childTnLst>
                              <p:par>
                                <p:cTn id="71" presetID="1" presetClass="exit" presetSubtype="0" fill="hold" grpId="1" nodeType="clickEffect">
                                  <p:stCondLst>
                                    <p:cond delay="0"/>
                                  </p:stCondLst>
                                  <p:childTnLst>
                                    <p:set>
                                      <p:cBhvr>
                                        <p:cTn id="72" dur="1" fill="hold">
                                          <p:stCondLst>
                                            <p:cond delay="0"/>
                                          </p:stCondLst>
                                        </p:cTn>
                                        <p:tgtEl>
                                          <p:spTgt spid="132"/>
                                        </p:tgtEl>
                                        <p:attrNameLst>
                                          <p:attrName>style.visibility</p:attrName>
                                        </p:attrNameLst>
                                      </p:cBhvr>
                                      <p:to>
                                        <p:strVal val="hidden"/>
                                      </p:to>
                                    </p:set>
                                  </p:childTnLst>
                                </p:cTn>
                              </p:par>
                              <p:par>
                                <p:cTn id="73" presetID="1" presetClass="exit" presetSubtype="0" fill="hold" grpId="1" nodeType="withEffect">
                                  <p:stCondLst>
                                    <p:cond delay="0"/>
                                  </p:stCondLst>
                                  <p:childTnLst>
                                    <p:set>
                                      <p:cBhvr>
                                        <p:cTn id="74" dur="1" fill="hold">
                                          <p:stCondLst>
                                            <p:cond delay="0"/>
                                          </p:stCondLst>
                                        </p:cTn>
                                        <p:tgtEl>
                                          <p:spTgt spid="133"/>
                                        </p:tgtEl>
                                        <p:attrNameLst>
                                          <p:attrName>style.visibility</p:attrName>
                                        </p:attrNameLst>
                                      </p:cBhvr>
                                      <p:to>
                                        <p:strVal val="hidden"/>
                                      </p:to>
                                    </p:set>
                                  </p:childTnLst>
                                </p:cTn>
                              </p:par>
                              <p:par>
                                <p:cTn id="75" presetID="1" presetClass="exit" presetSubtype="0" fill="hold" grpId="1" nodeType="withEffect">
                                  <p:stCondLst>
                                    <p:cond delay="0"/>
                                  </p:stCondLst>
                                  <p:childTnLst>
                                    <p:set>
                                      <p:cBhvr>
                                        <p:cTn id="76" dur="1" fill="hold">
                                          <p:stCondLst>
                                            <p:cond delay="0"/>
                                          </p:stCondLst>
                                        </p:cTn>
                                        <p:tgtEl>
                                          <p:spTgt spid="131"/>
                                        </p:tgtEl>
                                        <p:attrNameLst>
                                          <p:attrName>style.visibility</p:attrName>
                                        </p:attrNameLst>
                                      </p:cBhvr>
                                      <p:to>
                                        <p:strVal val="hidden"/>
                                      </p:to>
                                    </p:set>
                                  </p:childTnLst>
                                </p:cTn>
                              </p:par>
                              <p:par>
                                <p:cTn id="77" presetID="1" presetClass="entr" presetSubtype="0" fill="hold" grpId="0" nodeType="withEffect">
                                  <p:stCondLst>
                                    <p:cond delay="0"/>
                                  </p:stCondLst>
                                  <p:childTnLst>
                                    <p:set>
                                      <p:cBhvr>
                                        <p:cTn id="78" dur="1" fill="hold">
                                          <p:stCondLst>
                                            <p:cond delay="0"/>
                                          </p:stCondLst>
                                        </p:cTn>
                                        <p:tgtEl>
                                          <p:spTgt spid="150"/>
                                        </p:tgtEl>
                                        <p:attrNameLst>
                                          <p:attrName>style.visibility</p:attrName>
                                        </p:attrNameLst>
                                      </p:cBhvr>
                                      <p:to>
                                        <p:strVal val="visible"/>
                                      </p:to>
                                    </p:set>
                                  </p:childTnLst>
                                </p:cTn>
                              </p:par>
                              <p:par>
                                <p:cTn id="79" presetID="1" presetClass="entr" presetSubtype="0" fill="hold" grpId="0" nodeType="withEffect">
                                  <p:stCondLst>
                                    <p:cond delay="0"/>
                                  </p:stCondLst>
                                  <p:childTnLst>
                                    <p:set>
                                      <p:cBhvr>
                                        <p:cTn id="80" dur="1" fill="hold">
                                          <p:stCondLst>
                                            <p:cond delay="0"/>
                                          </p:stCondLst>
                                        </p:cTn>
                                        <p:tgtEl>
                                          <p:spTgt spid="151"/>
                                        </p:tgtEl>
                                        <p:attrNameLst>
                                          <p:attrName>style.visibility</p:attrName>
                                        </p:attrNameLst>
                                      </p:cBhvr>
                                      <p:to>
                                        <p:strVal val="visible"/>
                                      </p:to>
                                    </p:set>
                                  </p:childTnLst>
                                </p:cTn>
                              </p:par>
                              <p:par>
                                <p:cTn id="81" presetID="1" presetClass="entr" presetSubtype="0" fill="hold" grpId="0" nodeType="withEffect">
                                  <p:stCondLst>
                                    <p:cond delay="0"/>
                                  </p:stCondLst>
                                  <p:childTnLst>
                                    <p:set>
                                      <p:cBhvr>
                                        <p:cTn id="82" dur="1" fill="hold">
                                          <p:stCondLst>
                                            <p:cond delay="0"/>
                                          </p:stCondLst>
                                        </p:cTn>
                                        <p:tgtEl>
                                          <p:spTgt spid="97"/>
                                        </p:tgtEl>
                                        <p:attrNameLst>
                                          <p:attrName>style.visibility</p:attrName>
                                        </p:attrNameLst>
                                      </p:cBhvr>
                                      <p:to>
                                        <p:strVal val="visible"/>
                                      </p:to>
                                    </p:set>
                                  </p:childTnLst>
                                </p:cTn>
                              </p:par>
                              <p:par>
                                <p:cTn id="83" presetID="1" presetClass="entr" presetSubtype="0" fill="hold" grpId="0" nodeType="withEffect">
                                  <p:stCondLst>
                                    <p:cond delay="0"/>
                                  </p:stCondLst>
                                  <p:childTnLst>
                                    <p:set>
                                      <p:cBhvr>
                                        <p:cTn id="84" dur="1" fill="hold">
                                          <p:stCondLst>
                                            <p:cond delay="0"/>
                                          </p:stCondLst>
                                        </p:cTn>
                                        <p:tgtEl>
                                          <p:spTgt spid="122"/>
                                        </p:tgtEl>
                                        <p:attrNameLst>
                                          <p:attrName>style.visibility</p:attrName>
                                        </p:attrNameLst>
                                      </p:cBhvr>
                                      <p:to>
                                        <p:strVal val="visible"/>
                                      </p:to>
                                    </p:set>
                                  </p:childTnLst>
                                </p:cTn>
                              </p:par>
                              <p:par>
                                <p:cTn id="85" presetID="1" presetClass="entr" presetSubtype="0" fill="hold" grpId="0" nodeType="withEffect">
                                  <p:stCondLst>
                                    <p:cond delay="0"/>
                                  </p:stCondLst>
                                  <p:childTnLst>
                                    <p:set>
                                      <p:cBhvr>
                                        <p:cTn id="86" dur="1" fill="hold">
                                          <p:stCondLst>
                                            <p:cond delay="0"/>
                                          </p:stCondLst>
                                        </p:cTn>
                                        <p:tgtEl>
                                          <p:spTgt spid="123"/>
                                        </p:tgtEl>
                                        <p:attrNameLst>
                                          <p:attrName>style.visibility</p:attrName>
                                        </p:attrNameLst>
                                      </p:cBhvr>
                                      <p:to>
                                        <p:strVal val="visible"/>
                                      </p:to>
                                    </p:set>
                                  </p:childTnLst>
                                </p:cTn>
                              </p:par>
                              <p:par>
                                <p:cTn id="87" presetID="1" presetClass="entr" presetSubtype="0" fill="hold" grpId="0" nodeType="withEffect">
                                  <p:stCondLst>
                                    <p:cond delay="0"/>
                                  </p:stCondLst>
                                  <p:childTnLst>
                                    <p:set>
                                      <p:cBhvr>
                                        <p:cTn id="88" dur="1" fill="hold">
                                          <p:stCondLst>
                                            <p:cond delay="0"/>
                                          </p:stCondLst>
                                        </p:cTn>
                                        <p:tgtEl>
                                          <p:spTgt spid="124"/>
                                        </p:tgtEl>
                                        <p:attrNameLst>
                                          <p:attrName>style.visibility</p:attrName>
                                        </p:attrNameLst>
                                      </p:cBhvr>
                                      <p:to>
                                        <p:strVal val="visible"/>
                                      </p:to>
                                    </p:set>
                                  </p:childTnLst>
                                </p:cTn>
                              </p:par>
                              <p:par>
                                <p:cTn id="89" presetID="1" presetClass="entr" presetSubtype="0" fill="hold" grpId="0" nodeType="withEffect">
                                  <p:stCondLst>
                                    <p:cond delay="0"/>
                                  </p:stCondLst>
                                  <p:childTnLst>
                                    <p:set>
                                      <p:cBhvr>
                                        <p:cTn id="90" dur="1" fill="hold">
                                          <p:stCondLst>
                                            <p:cond delay="0"/>
                                          </p:stCondLst>
                                        </p:cTn>
                                        <p:tgtEl>
                                          <p:spTgt spid="127"/>
                                        </p:tgtEl>
                                        <p:attrNameLst>
                                          <p:attrName>style.visibility</p:attrName>
                                        </p:attrNameLst>
                                      </p:cBhvr>
                                      <p:to>
                                        <p:strVal val="visible"/>
                                      </p:to>
                                    </p:set>
                                  </p:childTnLst>
                                </p:cTn>
                              </p:par>
                              <p:par>
                                <p:cTn id="91" presetID="1" presetClass="entr" presetSubtype="0" fill="hold" grpId="0" nodeType="withEffect">
                                  <p:stCondLst>
                                    <p:cond delay="0"/>
                                  </p:stCondLst>
                                  <p:childTnLst>
                                    <p:set>
                                      <p:cBhvr>
                                        <p:cTn id="92" dur="1" fill="hold">
                                          <p:stCondLst>
                                            <p:cond delay="0"/>
                                          </p:stCondLst>
                                        </p:cTn>
                                        <p:tgtEl>
                                          <p:spTgt spid="128"/>
                                        </p:tgtEl>
                                        <p:attrNameLst>
                                          <p:attrName>style.visibility</p:attrName>
                                        </p:attrNameLst>
                                      </p:cBhvr>
                                      <p:to>
                                        <p:strVal val="visible"/>
                                      </p:to>
                                    </p:set>
                                  </p:childTnLst>
                                </p:cTn>
                              </p:par>
                            </p:childTnLst>
                          </p:cTn>
                        </p:par>
                      </p:childTnLst>
                    </p:cTn>
                  </p:par>
                  <p:par>
                    <p:cTn id="93" fill="hold">
                      <p:stCondLst>
                        <p:cond delay="indefinite"/>
                      </p:stCondLst>
                      <p:childTnLst>
                        <p:par>
                          <p:cTn id="94" fill="hold">
                            <p:stCondLst>
                              <p:cond delay="0"/>
                            </p:stCondLst>
                            <p:childTnLst>
                              <p:par>
                                <p:cTn id="95" presetID="9" presetClass="emph" presetSubtype="0" grpId="1" nodeType="clickEffect">
                                  <p:stCondLst>
                                    <p:cond delay="0"/>
                                  </p:stCondLst>
                                  <p:childTnLst>
                                    <p:set>
                                      <p:cBhvr rctx="PPT">
                                        <p:cTn id="96" dur="indefinite"/>
                                        <p:tgtEl>
                                          <p:spTgt spid="116"/>
                                        </p:tgtEl>
                                        <p:attrNameLst>
                                          <p:attrName>style.opacity</p:attrName>
                                        </p:attrNameLst>
                                      </p:cBhvr>
                                      <p:to>
                                        <p:strVal val="0.25"/>
                                      </p:to>
                                    </p:set>
                                    <p:animEffect filter="image" prLst="opacity: 0.25">
                                      <p:cBhvr rctx="IE">
                                        <p:cTn id="97" dur="indefinite"/>
                                        <p:tgtEl>
                                          <p:spTgt spid="116"/>
                                        </p:tgtEl>
                                      </p:cBhvr>
                                    </p:animEffect>
                                  </p:childTnLst>
                                </p:cTn>
                              </p:par>
                              <p:par>
                                <p:cTn id="98" presetID="9" presetClass="emph" presetSubtype="0" nodeType="withEffect">
                                  <p:stCondLst>
                                    <p:cond delay="0"/>
                                  </p:stCondLst>
                                  <p:childTnLst>
                                    <p:set>
                                      <p:cBhvr rctx="PPT">
                                        <p:cTn id="99" dur="indefinite"/>
                                        <p:tgtEl>
                                          <p:spTgt spid="115"/>
                                        </p:tgtEl>
                                        <p:attrNameLst>
                                          <p:attrName>style.opacity</p:attrName>
                                        </p:attrNameLst>
                                      </p:cBhvr>
                                      <p:to>
                                        <p:strVal val="0.25"/>
                                      </p:to>
                                    </p:set>
                                    <p:animEffect filter="image" prLst="opacity: 0.25">
                                      <p:cBhvr rctx="IE">
                                        <p:cTn id="100" dur="indefinite"/>
                                        <p:tgtEl>
                                          <p:spTgt spid="115"/>
                                        </p:tgtEl>
                                      </p:cBhvr>
                                    </p:animEffect>
                                  </p:childTnLst>
                                </p:cTn>
                              </p:par>
                              <p:par>
                                <p:cTn id="101" presetID="1" presetClass="exit" presetSubtype="0" fill="hold" grpId="1" nodeType="withEffect">
                                  <p:stCondLst>
                                    <p:cond delay="0"/>
                                  </p:stCondLst>
                                  <p:childTnLst>
                                    <p:set>
                                      <p:cBhvr>
                                        <p:cTn id="102" dur="1" fill="hold">
                                          <p:stCondLst>
                                            <p:cond delay="0"/>
                                          </p:stCondLst>
                                        </p:cTn>
                                        <p:tgtEl>
                                          <p:spTgt spid="118"/>
                                        </p:tgtEl>
                                        <p:attrNameLst>
                                          <p:attrName>style.visibility</p:attrName>
                                        </p:attrNameLst>
                                      </p:cBhvr>
                                      <p:to>
                                        <p:strVal val="hidden"/>
                                      </p:to>
                                    </p:set>
                                  </p:childTnLst>
                                </p:cTn>
                              </p:par>
                              <p:par>
                                <p:cTn id="103" presetID="1" presetClass="exit" presetSubtype="0" fill="hold" grpId="1" nodeType="withEffect">
                                  <p:stCondLst>
                                    <p:cond delay="0"/>
                                  </p:stCondLst>
                                  <p:childTnLst>
                                    <p:set>
                                      <p:cBhvr>
                                        <p:cTn id="104" dur="1" fill="hold">
                                          <p:stCondLst>
                                            <p:cond delay="0"/>
                                          </p:stCondLst>
                                        </p:cTn>
                                        <p:tgtEl>
                                          <p:spTgt spid="150"/>
                                        </p:tgtEl>
                                        <p:attrNameLst>
                                          <p:attrName>style.visibility</p:attrName>
                                        </p:attrNameLst>
                                      </p:cBhvr>
                                      <p:to>
                                        <p:strVal val="hidden"/>
                                      </p:to>
                                    </p:set>
                                  </p:childTnLst>
                                </p:cTn>
                              </p:par>
                              <p:par>
                                <p:cTn id="105" presetID="1" presetClass="exit" presetSubtype="0" fill="hold" grpId="1" nodeType="withEffect">
                                  <p:stCondLst>
                                    <p:cond delay="0"/>
                                  </p:stCondLst>
                                  <p:childTnLst>
                                    <p:set>
                                      <p:cBhvr>
                                        <p:cTn id="106" dur="1" fill="hold">
                                          <p:stCondLst>
                                            <p:cond delay="0"/>
                                          </p:stCondLst>
                                        </p:cTn>
                                        <p:tgtEl>
                                          <p:spTgt spid="151"/>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97"/>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12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123"/>
                                        </p:tgtEl>
                                        <p:attrNameLst>
                                          <p:attrName>style.visibility</p:attrName>
                                        </p:attrNameLst>
                                      </p:cBhvr>
                                      <p:to>
                                        <p:strVal val="hidden"/>
                                      </p:to>
                                    </p:set>
                                  </p:childTnLst>
                                </p:cTn>
                              </p:par>
                              <p:par>
                                <p:cTn id="113" presetID="1" presetClass="exit" presetSubtype="0" fill="hold" grpId="1" nodeType="withEffect">
                                  <p:stCondLst>
                                    <p:cond delay="0"/>
                                  </p:stCondLst>
                                  <p:childTnLst>
                                    <p:set>
                                      <p:cBhvr>
                                        <p:cTn id="114" dur="1" fill="hold">
                                          <p:stCondLst>
                                            <p:cond delay="0"/>
                                          </p:stCondLst>
                                        </p:cTn>
                                        <p:tgtEl>
                                          <p:spTgt spid="124"/>
                                        </p:tgtEl>
                                        <p:attrNameLst>
                                          <p:attrName>style.visibility</p:attrName>
                                        </p:attrNameLst>
                                      </p:cBhvr>
                                      <p:to>
                                        <p:strVal val="hidden"/>
                                      </p:to>
                                    </p:set>
                                  </p:childTnLst>
                                </p:cTn>
                              </p:par>
                              <p:par>
                                <p:cTn id="115" presetID="1" presetClass="exit" presetSubtype="0" fill="hold" grpId="1" nodeType="withEffect">
                                  <p:stCondLst>
                                    <p:cond delay="0"/>
                                  </p:stCondLst>
                                  <p:childTnLst>
                                    <p:set>
                                      <p:cBhvr>
                                        <p:cTn id="116" dur="1" fill="hold">
                                          <p:stCondLst>
                                            <p:cond delay="0"/>
                                          </p:stCondLst>
                                        </p:cTn>
                                        <p:tgtEl>
                                          <p:spTgt spid="127"/>
                                        </p:tgtEl>
                                        <p:attrNameLst>
                                          <p:attrName>style.visibility</p:attrName>
                                        </p:attrNameLst>
                                      </p:cBhvr>
                                      <p:to>
                                        <p:strVal val="hidden"/>
                                      </p:to>
                                    </p:set>
                                  </p:childTnLst>
                                </p:cTn>
                              </p:par>
                              <p:par>
                                <p:cTn id="117" presetID="1" presetClass="exit" presetSubtype="0" fill="hold" grpId="1" nodeType="withEffect">
                                  <p:stCondLst>
                                    <p:cond delay="0"/>
                                  </p:stCondLst>
                                  <p:childTnLst>
                                    <p:set>
                                      <p:cBhvr>
                                        <p:cTn id="118" dur="1" fill="hold">
                                          <p:stCondLst>
                                            <p:cond delay="0"/>
                                          </p:stCondLst>
                                        </p:cTn>
                                        <p:tgtEl>
                                          <p:spTgt spid="128"/>
                                        </p:tgtEl>
                                        <p:attrNameLst>
                                          <p:attrName>style.visibility</p:attrName>
                                        </p:attrNameLst>
                                      </p:cBhvr>
                                      <p:to>
                                        <p:strVal val="hidden"/>
                                      </p:to>
                                    </p:set>
                                  </p:childTnLst>
                                </p:cTn>
                              </p:par>
                              <p:par>
                                <p:cTn id="119" presetID="1" presetClass="exit" presetSubtype="0" fill="hold" grpId="1" nodeType="withEffect">
                                  <p:stCondLst>
                                    <p:cond delay="0"/>
                                  </p:stCondLst>
                                  <p:childTnLst>
                                    <p:set>
                                      <p:cBhvr>
                                        <p:cTn id="120" dur="1" fill="hold">
                                          <p:stCondLst>
                                            <p:cond delay="0"/>
                                          </p:stCondLst>
                                        </p:cTn>
                                        <p:tgtEl>
                                          <p:spTgt spid="114"/>
                                        </p:tgtEl>
                                        <p:attrNameLst>
                                          <p:attrName>style.visibility</p:attrName>
                                        </p:attrNameLst>
                                      </p:cBhvr>
                                      <p:to>
                                        <p:strVal val="hidden"/>
                                      </p:to>
                                    </p:set>
                                  </p:childTnLst>
                                </p:cTn>
                              </p:par>
                            </p:childTnLst>
                          </p:cTn>
                        </p:par>
                        <p:par>
                          <p:cTn id="121" fill="hold">
                            <p:stCondLst>
                              <p:cond delay="0"/>
                            </p:stCondLst>
                            <p:childTnLst>
                              <p:par>
                                <p:cTn id="122" presetID="1" presetClass="entr" presetSubtype="0" fill="hold" grpId="0" nodeType="afterEffect">
                                  <p:stCondLst>
                                    <p:cond delay="0"/>
                                  </p:stCondLst>
                                  <p:childTnLst>
                                    <p:set>
                                      <p:cBhvr>
                                        <p:cTn id="123" dur="1" fill="hold">
                                          <p:stCondLst>
                                            <p:cond delay="0"/>
                                          </p:stCondLst>
                                        </p:cTn>
                                        <p:tgtEl>
                                          <p:spTgt spid="85"/>
                                        </p:tgtEl>
                                        <p:attrNameLst>
                                          <p:attrName>style.visibility</p:attrName>
                                        </p:attrNameLst>
                                      </p:cBhvr>
                                      <p:to>
                                        <p:strVal val="visible"/>
                                      </p:to>
                                    </p:set>
                                  </p:childTnLst>
                                </p:cTn>
                              </p:par>
                            </p:childTnLst>
                          </p:cTn>
                        </p:par>
                      </p:childTnLst>
                    </p:cTn>
                  </p:par>
                  <p:par>
                    <p:cTn id="124" fill="hold">
                      <p:stCondLst>
                        <p:cond delay="indefinite"/>
                      </p:stCondLst>
                      <p:childTnLst>
                        <p:par>
                          <p:cTn id="125" fill="hold">
                            <p:stCondLst>
                              <p:cond delay="0"/>
                            </p:stCondLst>
                            <p:childTnLst>
                              <p:par>
                                <p:cTn id="126" presetID="1" presetClass="entr" presetSubtype="0" fill="hold" grpId="0" nodeType="clickEffect">
                                  <p:stCondLst>
                                    <p:cond delay="0"/>
                                  </p:stCondLst>
                                  <p:childTnLst>
                                    <p:set>
                                      <p:cBhvr>
                                        <p:cTn id="127" dur="1" fill="hold">
                                          <p:stCondLst>
                                            <p:cond delay="0"/>
                                          </p:stCondLst>
                                        </p:cTn>
                                        <p:tgtEl>
                                          <p:spTgt spid="134"/>
                                        </p:tgtEl>
                                        <p:attrNameLst>
                                          <p:attrName>style.visibility</p:attrName>
                                        </p:attrNameLst>
                                      </p:cBhvr>
                                      <p:to>
                                        <p:strVal val="visible"/>
                                      </p:to>
                                    </p:set>
                                  </p:childTnLst>
                                </p:cTn>
                              </p:par>
                            </p:childTnLst>
                          </p:cTn>
                        </p:par>
                      </p:childTnLst>
                    </p:cTn>
                  </p:par>
                  <p:par>
                    <p:cTn id="128" fill="hold">
                      <p:stCondLst>
                        <p:cond delay="indefinite"/>
                      </p:stCondLst>
                      <p:childTnLst>
                        <p:par>
                          <p:cTn id="129" fill="hold">
                            <p:stCondLst>
                              <p:cond delay="0"/>
                            </p:stCondLst>
                            <p:childTnLst>
                              <p:par>
                                <p:cTn id="130" presetID="22" presetClass="entr" presetSubtype="8" fill="hold" grpId="2" nodeType="clickEffect">
                                  <p:stCondLst>
                                    <p:cond delay="0"/>
                                  </p:stCondLst>
                                  <p:childTnLst>
                                    <p:set>
                                      <p:cBhvr>
                                        <p:cTn id="131" dur="1" fill="hold">
                                          <p:stCondLst>
                                            <p:cond delay="0"/>
                                          </p:stCondLst>
                                        </p:cTn>
                                        <p:tgtEl>
                                          <p:spTgt spid="131"/>
                                        </p:tgtEl>
                                        <p:attrNameLst>
                                          <p:attrName>style.visibility</p:attrName>
                                        </p:attrNameLst>
                                      </p:cBhvr>
                                      <p:to>
                                        <p:strVal val="visible"/>
                                      </p:to>
                                    </p:set>
                                    <p:animEffect transition="in" filter="wipe(left)">
                                      <p:cBhvr>
                                        <p:cTn id="132" dur="500"/>
                                        <p:tgtEl>
                                          <p:spTgt spid="131"/>
                                        </p:tgtEl>
                                      </p:cBhvr>
                                    </p:animEffect>
                                  </p:childTnLst>
                                </p:cTn>
                              </p:par>
                            </p:childTnLst>
                          </p:cTn>
                        </p:par>
                        <p:par>
                          <p:cTn id="133" fill="hold">
                            <p:stCondLst>
                              <p:cond delay="500"/>
                            </p:stCondLst>
                            <p:childTnLst>
                              <p:par>
                                <p:cTn id="134" presetID="1" presetClass="entr" presetSubtype="0" fill="hold" grpId="2" nodeType="afterEffect">
                                  <p:stCondLst>
                                    <p:cond delay="0"/>
                                  </p:stCondLst>
                                  <p:childTnLst>
                                    <p:set>
                                      <p:cBhvr>
                                        <p:cTn id="135" dur="1" fill="hold">
                                          <p:stCondLst>
                                            <p:cond delay="0"/>
                                          </p:stCondLst>
                                        </p:cTn>
                                        <p:tgtEl>
                                          <p:spTgt spid="133"/>
                                        </p:tgtEl>
                                        <p:attrNameLst>
                                          <p:attrName>style.visibility</p:attrName>
                                        </p:attrNameLst>
                                      </p:cBhvr>
                                      <p:to>
                                        <p:strVal val="visible"/>
                                      </p:to>
                                    </p:set>
                                  </p:childTnLst>
                                </p:cTn>
                              </p:par>
                            </p:childTnLst>
                          </p:cTn>
                        </p:par>
                        <p:par>
                          <p:cTn id="136" fill="hold">
                            <p:stCondLst>
                              <p:cond delay="500"/>
                            </p:stCondLst>
                            <p:childTnLst>
                              <p:par>
                                <p:cTn id="137" presetID="22" presetClass="entr" presetSubtype="2" fill="hold" grpId="2" nodeType="afterEffect">
                                  <p:stCondLst>
                                    <p:cond delay="0"/>
                                  </p:stCondLst>
                                  <p:childTnLst>
                                    <p:set>
                                      <p:cBhvr>
                                        <p:cTn id="138" dur="1" fill="hold">
                                          <p:stCondLst>
                                            <p:cond delay="0"/>
                                          </p:stCondLst>
                                        </p:cTn>
                                        <p:tgtEl>
                                          <p:spTgt spid="132"/>
                                        </p:tgtEl>
                                        <p:attrNameLst>
                                          <p:attrName>style.visibility</p:attrName>
                                        </p:attrNameLst>
                                      </p:cBhvr>
                                      <p:to>
                                        <p:strVal val="visible"/>
                                      </p:to>
                                    </p:set>
                                    <p:animEffect transition="in" filter="wipe(right)">
                                      <p:cBhvr>
                                        <p:cTn id="139" dur="500"/>
                                        <p:tgtEl>
                                          <p:spTgt spid="132"/>
                                        </p:tgtEl>
                                      </p:cBhvr>
                                    </p:animEffect>
                                  </p:childTnLst>
                                </p:cTn>
                              </p:par>
                            </p:childTnLst>
                          </p:cTn>
                        </p:par>
                      </p:childTnLst>
                    </p:cTn>
                  </p:par>
                  <p:par>
                    <p:cTn id="140" fill="hold">
                      <p:stCondLst>
                        <p:cond delay="indefinite"/>
                      </p:stCondLst>
                      <p:childTnLst>
                        <p:par>
                          <p:cTn id="141" fill="hold">
                            <p:stCondLst>
                              <p:cond delay="0"/>
                            </p:stCondLst>
                            <p:childTnLst>
                              <p:par>
                                <p:cTn id="142" presetID="1" presetClass="exit" presetSubtype="0" fill="hold" grpId="3" nodeType="clickEffect">
                                  <p:stCondLst>
                                    <p:cond delay="0"/>
                                  </p:stCondLst>
                                  <p:childTnLst>
                                    <p:set>
                                      <p:cBhvr>
                                        <p:cTn id="143" dur="1" fill="hold">
                                          <p:stCondLst>
                                            <p:cond delay="0"/>
                                          </p:stCondLst>
                                        </p:cTn>
                                        <p:tgtEl>
                                          <p:spTgt spid="132"/>
                                        </p:tgtEl>
                                        <p:attrNameLst>
                                          <p:attrName>style.visibility</p:attrName>
                                        </p:attrNameLst>
                                      </p:cBhvr>
                                      <p:to>
                                        <p:strVal val="hidden"/>
                                      </p:to>
                                    </p:set>
                                  </p:childTnLst>
                                </p:cTn>
                              </p:par>
                              <p:par>
                                <p:cTn id="144" presetID="1" presetClass="exit" presetSubtype="0" fill="hold" grpId="3" nodeType="withEffect">
                                  <p:stCondLst>
                                    <p:cond delay="0"/>
                                  </p:stCondLst>
                                  <p:childTnLst>
                                    <p:set>
                                      <p:cBhvr>
                                        <p:cTn id="145" dur="1" fill="hold">
                                          <p:stCondLst>
                                            <p:cond delay="0"/>
                                          </p:stCondLst>
                                        </p:cTn>
                                        <p:tgtEl>
                                          <p:spTgt spid="131"/>
                                        </p:tgtEl>
                                        <p:attrNameLst>
                                          <p:attrName>style.visibility</p:attrName>
                                        </p:attrNameLst>
                                      </p:cBhvr>
                                      <p:to>
                                        <p:strVal val="hidden"/>
                                      </p:to>
                                    </p:set>
                                  </p:childTnLst>
                                </p:cTn>
                              </p:par>
                              <p:par>
                                <p:cTn id="146" presetID="1" presetClass="exit" presetSubtype="0" fill="hold" grpId="3" nodeType="withEffect">
                                  <p:stCondLst>
                                    <p:cond delay="0"/>
                                  </p:stCondLst>
                                  <p:childTnLst>
                                    <p:set>
                                      <p:cBhvr>
                                        <p:cTn id="147" dur="1" fill="hold">
                                          <p:stCondLst>
                                            <p:cond delay="0"/>
                                          </p:stCondLst>
                                        </p:cTn>
                                        <p:tgtEl>
                                          <p:spTgt spid="133"/>
                                        </p:tgtEl>
                                        <p:attrNameLst>
                                          <p:attrName>style.visibility</p:attrName>
                                        </p:attrNameLst>
                                      </p:cBhvr>
                                      <p:to>
                                        <p:strVal val="hidden"/>
                                      </p:to>
                                    </p:set>
                                  </p:childTnLst>
                                </p:cTn>
                              </p:par>
                              <p:par>
                                <p:cTn id="148" presetID="1" presetClass="entr" presetSubtype="0" fill="hold" grpId="2" nodeType="withEffect">
                                  <p:stCondLst>
                                    <p:cond delay="0"/>
                                  </p:stCondLst>
                                  <p:childTnLst>
                                    <p:set>
                                      <p:cBhvr>
                                        <p:cTn id="149" dur="1" fill="hold">
                                          <p:stCondLst>
                                            <p:cond delay="0"/>
                                          </p:stCondLst>
                                        </p:cTn>
                                        <p:tgtEl>
                                          <p:spTgt spid="150"/>
                                        </p:tgtEl>
                                        <p:attrNameLst>
                                          <p:attrName>style.visibility</p:attrName>
                                        </p:attrNameLst>
                                      </p:cBhvr>
                                      <p:to>
                                        <p:strVal val="visible"/>
                                      </p:to>
                                    </p:set>
                                  </p:childTnLst>
                                </p:cTn>
                              </p:par>
                              <p:par>
                                <p:cTn id="150" presetID="1" presetClass="entr" presetSubtype="0" fill="hold" grpId="2" nodeType="withEffect">
                                  <p:stCondLst>
                                    <p:cond delay="0"/>
                                  </p:stCondLst>
                                  <p:childTnLst>
                                    <p:set>
                                      <p:cBhvr>
                                        <p:cTn id="151" dur="1" fill="hold">
                                          <p:stCondLst>
                                            <p:cond delay="0"/>
                                          </p:stCondLst>
                                        </p:cTn>
                                        <p:tgtEl>
                                          <p:spTgt spid="151"/>
                                        </p:tgtEl>
                                        <p:attrNameLst>
                                          <p:attrName>style.visibility</p:attrName>
                                        </p:attrNameLst>
                                      </p:cBhvr>
                                      <p:to>
                                        <p:strVal val="visible"/>
                                      </p:to>
                                    </p:set>
                                  </p:childTnLst>
                                </p:cTn>
                              </p:par>
                              <p:par>
                                <p:cTn id="152" presetID="1" presetClass="entr" presetSubtype="0" fill="hold" grpId="2" nodeType="withEffect">
                                  <p:stCondLst>
                                    <p:cond delay="0"/>
                                  </p:stCondLst>
                                  <p:childTnLst>
                                    <p:set>
                                      <p:cBhvr>
                                        <p:cTn id="153" dur="1" fill="hold">
                                          <p:stCondLst>
                                            <p:cond delay="0"/>
                                          </p:stCondLst>
                                        </p:cTn>
                                        <p:tgtEl>
                                          <p:spTgt spid="97"/>
                                        </p:tgtEl>
                                        <p:attrNameLst>
                                          <p:attrName>style.visibility</p:attrName>
                                        </p:attrNameLst>
                                      </p:cBhvr>
                                      <p:to>
                                        <p:strVal val="visible"/>
                                      </p:to>
                                    </p:set>
                                  </p:childTnLst>
                                </p:cTn>
                              </p:par>
                              <p:par>
                                <p:cTn id="154" presetID="1" presetClass="entr" presetSubtype="0" fill="hold" grpId="0" nodeType="withEffect">
                                  <p:stCondLst>
                                    <p:cond delay="0"/>
                                  </p:stCondLst>
                                  <p:childTnLst>
                                    <p:set>
                                      <p:cBhvr>
                                        <p:cTn id="155" dur="1" fill="hold">
                                          <p:stCondLst>
                                            <p:cond delay="0"/>
                                          </p:stCondLst>
                                        </p:cTn>
                                        <p:tgtEl>
                                          <p:spTgt spid="86"/>
                                        </p:tgtEl>
                                        <p:attrNameLst>
                                          <p:attrName>style.visibility</p:attrName>
                                        </p:attrNameLst>
                                      </p:cBhvr>
                                      <p:to>
                                        <p:strVal val="visible"/>
                                      </p:to>
                                    </p:set>
                                  </p:childTnLst>
                                </p:cTn>
                              </p:par>
                              <p:par>
                                <p:cTn id="156" presetID="1" presetClass="entr" presetSubtype="0" fill="hold" grpId="0" nodeType="withEffect">
                                  <p:stCondLst>
                                    <p:cond delay="0"/>
                                  </p:stCondLst>
                                  <p:childTnLst>
                                    <p:set>
                                      <p:cBhvr>
                                        <p:cTn id="157" dur="1" fill="hold">
                                          <p:stCondLst>
                                            <p:cond delay="0"/>
                                          </p:stCondLst>
                                        </p:cTn>
                                        <p:tgtEl>
                                          <p:spTgt spid="88"/>
                                        </p:tgtEl>
                                        <p:attrNameLst>
                                          <p:attrName>style.visibility</p:attrName>
                                        </p:attrNameLst>
                                      </p:cBhvr>
                                      <p:to>
                                        <p:strVal val="visible"/>
                                      </p:to>
                                    </p:set>
                                  </p:childTnLst>
                                </p:cTn>
                              </p:par>
                              <p:par>
                                <p:cTn id="158" presetID="1" presetClass="entr" presetSubtype="0" fill="hold" grpId="0" nodeType="withEffect">
                                  <p:stCondLst>
                                    <p:cond delay="0"/>
                                  </p:stCondLst>
                                  <p:childTnLst>
                                    <p:set>
                                      <p:cBhvr>
                                        <p:cTn id="159" dur="1" fill="hold">
                                          <p:stCondLst>
                                            <p:cond delay="0"/>
                                          </p:stCondLst>
                                        </p:cTn>
                                        <p:tgtEl>
                                          <p:spTgt spid="90"/>
                                        </p:tgtEl>
                                        <p:attrNameLst>
                                          <p:attrName>style.visibility</p:attrName>
                                        </p:attrNameLst>
                                      </p:cBhvr>
                                      <p:to>
                                        <p:strVal val="visible"/>
                                      </p:to>
                                    </p:set>
                                  </p:childTnLst>
                                </p:cTn>
                              </p:par>
                              <p:par>
                                <p:cTn id="160" presetID="1" presetClass="entr" presetSubtype="0" fill="hold" grpId="2" nodeType="withEffect">
                                  <p:stCondLst>
                                    <p:cond delay="0"/>
                                  </p:stCondLst>
                                  <p:childTnLst>
                                    <p:set>
                                      <p:cBhvr>
                                        <p:cTn id="161" dur="1" fill="hold">
                                          <p:stCondLst>
                                            <p:cond delay="0"/>
                                          </p:stCondLst>
                                        </p:cTn>
                                        <p:tgtEl>
                                          <p:spTgt spid="1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 grpId="0" animBg="1"/>
      <p:bldP spid="150" grpId="1" animBg="1"/>
      <p:bldP spid="150" grpId="2" animBg="1"/>
      <p:bldP spid="151" grpId="0" animBg="1"/>
      <p:bldP spid="151" grpId="1" animBg="1"/>
      <p:bldP spid="151" grpId="2" animBg="1"/>
      <p:bldP spid="75" grpId="0"/>
      <p:bldP spid="76" grpId="0"/>
      <p:bldP spid="77" grpId="0"/>
      <p:bldP spid="97" grpId="0" animBg="1"/>
      <p:bldP spid="97" grpId="1" animBg="1"/>
      <p:bldP spid="97" grpId="2" animBg="1"/>
      <p:bldP spid="99" grpId="0" animBg="1"/>
      <p:bldP spid="101" grpId="0"/>
      <p:bldP spid="103" grpId="0"/>
      <p:bldP spid="104" grpId="0"/>
      <p:bldP spid="113" grpId="0" animBg="1"/>
      <p:bldP spid="114" grpId="0"/>
      <p:bldP spid="114" grpId="1"/>
      <p:bldP spid="116" grpId="0" animBg="1"/>
      <p:bldP spid="116" grpId="1" animBg="1"/>
      <p:bldP spid="118" grpId="0"/>
      <p:bldP spid="118" grpId="1"/>
      <p:bldP spid="122" grpId="0" animBg="1"/>
      <p:bldP spid="122" grpId="1" animBg="1"/>
      <p:bldP spid="123" grpId="0" animBg="1"/>
      <p:bldP spid="123" grpId="1" animBg="1"/>
      <p:bldP spid="124" grpId="0" animBg="1"/>
      <p:bldP spid="124" grpId="1" animBg="1"/>
      <p:bldP spid="127" grpId="0" animBg="1"/>
      <p:bldP spid="127" grpId="1" animBg="1"/>
      <p:bldP spid="127" grpId="2" animBg="1"/>
      <p:bldP spid="128" grpId="0" animBg="1"/>
      <p:bldP spid="128" grpId="1" animBg="1"/>
      <p:bldP spid="62" grpId="0" animBg="1"/>
      <p:bldP spid="73" grpId="0" animBg="1"/>
      <p:bldP spid="95" grpId="0" animBg="1"/>
      <p:bldP spid="96" grpId="0" animBg="1"/>
      <p:bldP spid="85" grpId="0"/>
      <p:bldP spid="86" grpId="0" animBg="1"/>
      <p:bldP spid="88" grpId="0" animBg="1"/>
      <p:bldP spid="90" grpId="0" animBg="1"/>
      <p:bldP spid="91" grpId="0"/>
      <p:bldP spid="93" grpId="0" animBg="1"/>
      <p:bldP spid="131" grpId="0" animBg="1"/>
      <p:bldP spid="131" grpId="1" animBg="1"/>
      <p:bldP spid="131" grpId="2" animBg="1"/>
      <p:bldP spid="131" grpId="3" animBg="1"/>
      <p:bldP spid="132" grpId="0" animBg="1"/>
      <p:bldP spid="132" grpId="1" animBg="1"/>
      <p:bldP spid="132" grpId="2" animBg="1"/>
      <p:bldP spid="132" grpId="3" animBg="1"/>
      <p:bldP spid="133" grpId="0"/>
      <p:bldP spid="133" grpId="1"/>
      <p:bldP spid="133" grpId="2"/>
      <p:bldP spid="133" grpId="3"/>
      <p:bldP spid="134" grpId="0" animBg="1"/>
      <p:bldP spid="2" grpId="0"/>
      <p:bldP spid="3" grpId="0"/>
    </p:bldLst>
  </p:timing>
</p:sld>
</file>

<file path=ppt/slides/slide8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2338" name="Rectangle 2"/>
          <p:cNvSpPr>
            <a:spLocks noGrp="1" noChangeArrowheads="1"/>
          </p:cNvSpPr>
          <p:nvPr>
            <p:ph type="title"/>
          </p:nvPr>
        </p:nvSpPr>
        <p:spPr>
          <a:xfrm>
            <a:off x="609600" y="554038"/>
            <a:ext cx="7888288" cy="687387"/>
          </a:xfrm>
        </p:spPr>
        <p:txBody>
          <a:bodyPr>
            <a:noAutofit/>
          </a:bodyPr>
          <a:lstStyle/>
          <a:p>
            <a:r>
              <a:rPr lang="en-US" altLang="zh-CN" sz="4000">
                <a:ea typeface="宋体" charset="-122"/>
              </a:rPr>
              <a:t>Random Traffic Spreading over Multiple Paths</a:t>
            </a:r>
          </a:p>
        </p:txBody>
      </p:sp>
      <p:cxnSp>
        <p:nvCxnSpPr>
          <p:cNvPr id="27" name="Straight Connector 26"/>
          <p:cNvCxnSpPr/>
          <p:nvPr/>
        </p:nvCxnSpPr>
        <p:spPr>
          <a:xfrm rot="5400000" flipH="1" flipV="1">
            <a:off x="3459163" y="2079625"/>
            <a:ext cx="1028700" cy="866775"/>
          </a:xfrm>
          <a:prstGeom prst="line">
            <a:avLst/>
          </a:prstGeom>
          <a:ln>
            <a:solidFill>
              <a:schemeClr val="tx1">
                <a:lumMod val="50000"/>
                <a:lumOff val="50000"/>
                <a:alpha val="60000"/>
              </a:schemeClr>
            </a:solidFill>
          </a:ln>
        </p:spPr>
        <p:style>
          <a:lnRef idx="2">
            <a:schemeClr val="dk1"/>
          </a:lnRef>
          <a:fillRef idx="0">
            <a:schemeClr val="dk1"/>
          </a:fillRef>
          <a:effectRef idx="1">
            <a:schemeClr val="dk1"/>
          </a:effectRef>
          <a:fontRef idx="minor">
            <a:schemeClr val="tx1"/>
          </a:fontRef>
        </p:style>
      </p:cxnSp>
      <p:cxnSp>
        <p:nvCxnSpPr>
          <p:cNvPr id="5" name="Straight Connector 4"/>
          <p:cNvCxnSpPr/>
          <p:nvPr/>
        </p:nvCxnSpPr>
        <p:spPr>
          <a:xfrm rot="5400000">
            <a:off x="992982" y="3663156"/>
            <a:ext cx="1039812" cy="327025"/>
          </a:xfrm>
          <a:prstGeom prst="line">
            <a:avLst/>
          </a:prstGeom>
          <a:ln>
            <a:solidFill>
              <a:schemeClr val="tx1">
                <a:lumMod val="50000"/>
                <a:lumOff val="50000"/>
                <a:alpha val="60000"/>
              </a:schemeClr>
            </a:solidFill>
          </a:ln>
        </p:spPr>
        <p:style>
          <a:lnRef idx="2">
            <a:schemeClr val="dk1"/>
          </a:lnRef>
          <a:fillRef idx="0">
            <a:schemeClr val="dk1"/>
          </a:fillRef>
          <a:effectRef idx="1">
            <a:schemeClr val="dk1"/>
          </a:effectRef>
          <a:fontRef idx="minor">
            <a:schemeClr val="tx1"/>
          </a:fontRef>
        </p:style>
      </p:cxnSp>
      <p:cxnSp>
        <p:nvCxnSpPr>
          <p:cNvPr id="6" name="Straight Connector 5"/>
          <p:cNvCxnSpPr/>
          <p:nvPr/>
        </p:nvCxnSpPr>
        <p:spPr>
          <a:xfrm rot="10800000" flipV="1">
            <a:off x="1795463" y="3332163"/>
            <a:ext cx="1573212" cy="1052512"/>
          </a:xfrm>
          <a:prstGeom prst="line">
            <a:avLst/>
          </a:prstGeom>
          <a:ln>
            <a:solidFill>
              <a:schemeClr val="tx1">
                <a:lumMod val="50000"/>
                <a:lumOff val="50000"/>
                <a:alpha val="60000"/>
              </a:schemeClr>
            </a:solidFill>
          </a:ln>
        </p:spPr>
        <p:style>
          <a:lnRef idx="2">
            <a:schemeClr val="dk1"/>
          </a:lnRef>
          <a:fillRef idx="0">
            <a:schemeClr val="dk1"/>
          </a:fillRef>
          <a:effectRef idx="1">
            <a:schemeClr val="dk1"/>
          </a:effectRef>
          <a:fontRef idx="minor">
            <a:schemeClr val="tx1"/>
          </a:fontRef>
        </p:style>
      </p:cxnSp>
      <p:cxnSp>
        <p:nvCxnSpPr>
          <p:cNvPr id="7" name="Straight Connector 6"/>
          <p:cNvCxnSpPr>
            <a:stCxn id="35" idx="2"/>
          </p:cNvCxnSpPr>
          <p:nvPr/>
        </p:nvCxnSpPr>
        <p:spPr>
          <a:xfrm rot="16200000" flipH="1">
            <a:off x="1698625" y="3576638"/>
            <a:ext cx="1025525" cy="615950"/>
          </a:xfrm>
          <a:prstGeom prst="line">
            <a:avLst/>
          </a:prstGeom>
          <a:ln>
            <a:solidFill>
              <a:schemeClr val="tx1">
                <a:lumMod val="50000"/>
                <a:lumOff val="50000"/>
                <a:alpha val="60000"/>
              </a:schemeClr>
            </a:solidFill>
          </a:ln>
        </p:spPr>
        <p:style>
          <a:lnRef idx="2">
            <a:schemeClr val="dk1"/>
          </a:lnRef>
          <a:fillRef idx="0">
            <a:schemeClr val="dk1"/>
          </a:fillRef>
          <a:effectRef idx="1">
            <a:schemeClr val="dk1"/>
          </a:effectRef>
          <a:fontRef idx="minor">
            <a:schemeClr val="tx1"/>
          </a:fontRef>
        </p:style>
      </p:cxnSp>
      <p:cxnSp>
        <p:nvCxnSpPr>
          <p:cNvPr id="8" name="Straight Connector 7"/>
          <p:cNvCxnSpPr>
            <a:stCxn id="36" idx="2"/>
          </p:cNvCxnSpPr>
          <p:nvPr/>
        </p:nvCxnSpPr>
        <p:spPr>
          <a:xfrm rot="5400000">
            <a:off x="2769394" y="3569494"/>
            <a:ext cx="1025525" cy="630237"/>
          </a:xfrm>
          <a:prstGeom prst="line">
            <a:avLst/>
          </a:prstGeom>
          <a:ln>
            <a:solidFill>
              <a:schemeClr val="tx1">
                <a:lumMod val="50000"/>
                <a:lumOff val="50000"/>
                <a:alpha val="60000"/>
              </a:schemeClr>
            </a:solidFill>
          </a:ln>
        </p:spPr>
        <p:style>
          <a:lnRef idx="2">
            <a:schemeClr val="dk1"/>
          </a:lnRef>
          <a:fillRef idx="0">
            <a:schemeClr val="dk1"/>
          </a:fillRef>
          <a:effectRef idx="1">
            <a:schemeClr val="dk1"/>
          </a:effectRef>
          <a:fontRef idx="minor">
            <a:schemeClr val="tx1"/>
          </a:fontRef>
        </p:style>
      </p:cxnSp>
      <p:cxnSp>
        <p:nvCxnSpPr>
          <p:cNvPr id="9" name="Straight Connector 8"/>
          <p:cNvCxnSpPr/>
          <p:nvPr/>
        </p:nvCxnSpPr>
        <p:spPr>
          <a:xfrm>
            <a:off x="2133600" y="3306763"/>
            <a:ext cx="1498600" cy="1020762"/>
          </a:xfrm>
          <a:prstGeom prst="line">
            <a:avLst/>
          </a:prstGeom>
          <a:ln>
            <a:solidFill>
              <a:schemeClr val="tx1">
                <a:lumMod val="50000"/>
                <a:lumOff val="50000"/>
                <a:alpha val="60000"/>
              </a:schemeClr>
            </a:solidFill>
          </a:ln>
        </p:spPr>
        <p:style>
          <a:lnRef idx="2">
            <a:schemeClr val="dk1"/>
          </a:lnRef>
          <a:fillRef idx="0">
            <a:schemeClr val="dk1"/>
          </a:fillRef>
          <a:effectRef idx="1">
            <a:schemeClr val="dk1"/>
          </a:effectRef>
          <a:fontRef idx="minor">
            <a:schemeClr val="tx1"/>
          </a:fontRef>
        </p:style>
      </p:cxnSp>
      <p:cxnSp>
        <p:nvCxnSpPr>
          <p:cNvPr id="10" name="Straight Connector 9"/>
          <p:cNvCxnSpPr/>
          <p:nvPr/>
        </p:nvCxnSpPr>
        <p:spPr>
          <a:xfrm rot="5400000">
            <a:off x="4418807" y="3693318"/>
            <a:ext cx="946150" cy="284163"/>
          </a:xfrm>
          <a:prstGeom prst="line">
            <a:avLst/>
          </a:prstGeom>
          <a:ln>
            <a:solidFill>
              <a:schemeClr val="tx1">
                <a:lumMod val="50000"/>
                <a:lumOff val="50000"/>
                <a:alpha val="60000"/>
              </a:schemeClr>
            </a:solidFill>
          </a:ln>
        </p:spPr>
        <p:style>
          <a:lnRef idx="2">
            <a:schemeClr val="dk1"/>
          </a:lnRef>
          <a:fillRef idx="0">
            <a:schemeClr val="dk1"/>
          </a:fillRef>
          <a:effectRef idx="1">
            <a:schemeClr val="dk1"/>
          </a:effectRef>
          <a:fontRef idx="minor">
            <a:schemeClr val="tx1"/>
          </a:fontRef>
        </p:style>
      </p:cxnSp>
      <p:cxnSp>
        <p:nvCxnSpPr>
          <p:cNvPr id="11" name="Straight Connector 10"/>
          <p:cNvCxnSpPr/>
          <p:nvPr/>
        </p:nvCxnSpPr>
        <p:spPr>
          <a:xfrm rot="16200000" flipH="1">
            <a:off x="3438525" y="3657601"/>
            <a:ext cx="1006475" cy="254000"/>
          </a:xfrm>
          <a:prstGeom prst="line">
            <a:avLst/>
          </a:prstGeom>
          <a:ln>
            <a:solidFill>
              <a:schemeClr val="tx1">
                <a:lumMod val="50000"/>
                <a:lumOff val="50000"/>
                <a:alpha val="60000"/>
              </a:schemeClr>
            </a:solidFill>
          </a:ln>
        </p:spPr>
        <p:style>
          <a:lnRef idx="2">
            <a:schemeClr val="dk1"/>
          </a:lnRef>
          <a:fillRef idx="0">
            <a:schemeClr val="dk1"/>
          </a:fillRef>
          <a:effectRef idx="1">
            <a:schemeClr val="dk1"/>
          </a:effectRef>
          <a:fontRef idx="minor">
            <a:schemeClr val="tx1"/>
          </a:fontRef>
        </p:style>
      </p:cxnSp>
      <p:cxnSp>
        <p:nvCxnSpPr>
          <p:cNvPr id="12" name="Straight Connector 11"/>
          <p:cNvCxnSpPr/>
          <p:nvPr/>
        </p:nvCxnSpPr>
        <p:spPr>
          <a:xfrm rot="10800000" flipV="1">
            <a:off x="5176838" y="3332163"/>
            <a:ext cx="1614487" cy="1036637"/>
          </a:xfrm>
          <a:prstGeom prst="line">
            <a:avLst/>
          </a:prstGeom>
          <a:ln>
            <a:solidFill>
              <a:schemeClr val="tx1">
                <a:lumMod val="50000"/>
                <a:lumOff val="50000"/>
                <a:alpha val="60000"/>
              </a:schemeClr>
            </a:solidFill>
          </a:ln>
        </p:spPr>
        <p:style>
          <a:lnRef idx="2">
            <a:schemeClr val="dk1"/>
          </a:lnRef>
          <a:fillRef idx="0">
            <a:schemeClr val="dk1"/>
          </a:fillRef>
          <a:effectRef idx="1">
            <a:schemeClr val="dk1"/>
          </a:effectRef>
          <a:fontRef idx="minor">
            <a:schemeClr val="tx1"/>
          </a:fontRef>
        </p:style>
      </p:cxnSp>
      <p:cxnSp>
        <p:nvCxnSpPr>
          <p:cNvPr id="13" name="Straight Connector 12"/>
          <p:cNvCxnSpPr/>
          <p:nvPr/>
        </p:nvCxnSpPr>
        <p:spPr>
          <a:xfrm rot="16200000" flipH="1">
            <a:off x="5078413" y="3613150"/>
            <a:ext cx="1027112" cy="547688"/>
          </a:xfrm>
          <a:prstGeom prst="line">
            <a:avLst/>
          </a:prstGeom>
          <a:ln>
            <a:solidFill>
              <a:schemeClr val="tx1">
                <a:lumMod val="50000"/>
                <a:lumOff val="50000"/>
                <a:alpha val="60000"/>
              </a:schemeClr>
            </a:solidFill>
          </a:ln>
        </p:spPr>
        <p:style>
          <a:lnRef idx="2">
            <a:schemeClr val="dk1"/>
          </a:lnRef>
          <a:fillRef idx="0">
            <a:schemeClr val="dk1"/>
          </a:fillRef>
          <a:effectRef idx="1">
            <a:schemeClr val="dk1"/>
          </a:effectRef>
          <a:fontRef idx="minor">
            <a:schemeClr val="tx1"/>
          </a:fontRef>
        </p:style>
      </p:cxnSp>
      <p:cxnSp>
        <p:nvCxnSpPr>
          <p:cNvPr id="14" name="Straight Connector 13"/>
          <p:cNvCxnSpPr/>
          <p:nvPr/>
        </p:nvCxnSpPr>
        <p:spPr>
          <a:xfrm rot="5400000">
            <a:off x="6154737" y="3544888"/>
            <a:ext cx="1033463" cy="668338"/>
          </a:xfrm>
          <a:prstGeom prst="line">
            <a:avLst/>
          </a:prstGeom>
          <a:ln>
            <a:solidFill>
              <a:schemeClr val="tx1">
                <a:lumMod val="50000"/>
                <a:lumOff val="50000"/>
                <a:alpha val="60000"/>
              </a:schemeClr>
            </a:solidFill>
          </a:ln>
        </p:spPr>
        <p:style>
          <a:lnRef idx="2">
            <a:schemeClr val="dk1"/>
          </a:lnRef>
          <a:fillRef idx="0">
            <a:schemeClr val="dk1"/>
          </a:fillRef>
          <a:effectRef idx="1">
            <a:schemeClr val="dk1"/>
          </a:effectRef>
          <a:fontRef idx="minor">
            <a:schemeClr val="tx1"/>
          </a:fontRef>
        </p:style>
      </p:cxnSp>
      <p:cxnSp>
        <p:nvCxnSpPr>
          <p:cNvPr id="15" name="Straight Connector 14"/>
          <p:cNvCxnSpPr/>
          <p:nvPr/>
        </p:nvCxnSpPr>
        <p:spPr>
          <a:xfrm>
            <a:off x="5521325" y="3322638"/>
            <a:ext cx="1460500" cy="1062037"/>
          </a:xfrm>
          <a:prstGeom prst="line">
            <a:avLst/>
          </a:prstGeom>
          <a:ln>
            <a:solidFill>
              <a:schemeClr val="tx1">
                <a:lumMod val="50000"/>
                <a:lumOff val="50000"/>
                <a:alpha val="60000"/>
              </a:schemeClr>
            </a:solidFill>
          </a:ln>
        </p:spPr>
        <p:style>
          <a:lnRef idx="2">
            <a:schemeClr val="dk1"/>
          </a:lnRef>
          <a:fillRef idx="0">
            <a:schemeClr val="dk1"/>
          </a:fillRef>
          <a:effectRef idx="1">
            <a:schemeClr val="dk1"/>
          </a:effectRef>
          <a:fontRef idx="minor">
            <a:schemeClr val="tx1"/>
          </a:fontRef>
        </p:style>
      </p:cxnSp>
      <p:cxnSp>
        <p:nvCxnSpPr>
          <p:cNvPr id="16" name="Straight Connector 15"/>
          <p:cNvCxnSpPr/>
          <p:nvPr/>
        </p:nvCxnSpPr>
        <p:spPr>
          <a:xfrm rot="16200000" flipH="1">
            <a:off x="6820694" y="3731419"/>
            <a:ext cx="1073150" cy="255588"/>
          </a:xfrm>
          <a:prstGeom prst="line">
            <a:avLst/>
          </a:prstGeom>
          <a:ln>
            <a:solidFill>
              <a:schemeClr val="tx1">
                <a:lumMod val="50000"/>
                <a:lumOff val="50000"/>
                <a:alpha val="60000"/>
              </a:schemeClr>
            </a:solidFill>
          </a:ln>
        </p:spPr>
        <p:style>
          <a:lnRef idx="2">
            <a:schemeClr val="dk1"/>
          </a:lnRef>
          <a:fillRef idx="0">
            <a:schemeClr val="dk1"/>
          </a:fillRef>
          <a:effectRef idx="1">
            <a:schemeClr val="dk1"/>
          </a:effectRef>
          <a:fontRef idx="minor">
            <a:schemeClr val="tx1"/>
          </a:fontRef>
        </p:style>
      </p:cxnSp>
      <p:cxnSp>
        <p:nvCxnSpPr>
          <p:cNvPr id="23" name="Straight Connector 22"/>
          <p:cNvCxnSpPr/>
          <p:nvPr/>
        </p:nvCxnSpPr>
        <p:spPr>
          <a:xfrm rot="5400000" flipH="1" flipV="1">
            <a:off x="1465263" y="2284413"/>
            <a:ext cx="1020762" cy="506412"/>
          </a:xfrm>
          <a:prstGeom prst="line">
            <a:avLst/>
          </a:prstGeom>
          <a:ln>
            <a:solidFill>
              <a:schemeClr val="tx1">
                <a:lumMod val="50000"/>
                <a:lumOff val="50000"/>
                <a:alpha val="60000"/>
              </a:schemeClr>
            </a:solidFill>
          </a:ln>
        </p:spPr>
        <p:style>
          <a:lnRef idx="2">
            <a:schemeClr val="dk1"/>
          </a:lnRef>
          <a:fillRef idx="0">
            <a:schemeClr val="dk1"/>
          </a:fillRef>
          <a:effectRef idx="1">
            <a:schemeClr val="dk1"/>
          </a:effectRef>
          <a:fontRef idx="minor">
            <a:schemeClr val="tx1"/>
          </a:fontRef>
        </p:style>
      </p:cxnSp>
      <p:cxnSp>
        <p:nvCxnSpPr>
          <p:cNvPr id="24" name="Straight Connector 23"/>
          <p:cNvCxnSpPr/>
          <p:nvPr/>
        </p:nvCxnSpPr>
        <p:spPr>
          <a:xfrm flipV="1">
            <a:off x="1884363" y="2082800"/>
            <a:ext cx="2316162" cy="923925"/>
          </a:xfrm>
          <a:prstGeom prst="line">
            <a:avLst/>
          </a:prstGeom>
          <a:ln>
            <a:solidFill>
              <a:schemeClr val="tx1">
                <a:lumMod val="50000"/>
                <a:lumOff val="50000"/>
                <a:alpha val="60000"/>
              </a:schemeClr>
            </a:solidFill>
          </a:ln>
        </p:spPr>
        <p:style>
          <a:lnRef idx="2">
            <a:schemeClr val="dk1"/>
          </a:lnRef>
          <a:fillRef idx="0">
            <a:schemeClr val="dk1"/>
          </a:fillRef>
          <a:effectRef idx="1">
            <a:schemeClr val="dk1"/>
          </a:effectRef>
          <a:fontRef idx="minor">
            <a:schemeClr val="tx1"/>
          </a:fontRef>
        </p:style>
      </p:cxnSp>
      <p:cxnSp>
        <p:nvCxnSpPr>
          <p:cNvPr id="25" name="Straight Connector 24"/>
          <p:cNvCxnSpPr/>
          <p:nvPr/>
        </p:nvCxnSpPr>
        <p:spPr>
          <a:xfrm flipV="1">
            <a:off x="2168525" y="2027238"/>
            <a:ext cx="3981450" cy="1000125"/>
          </a:xfrm>
          <a:prstGeom prst="line">
            <a:avLst/>
          </a:prstGeom>
          <a:ln>
            <a:solidFill>
              <a:schemeClr val="tx1">
                <a:lumMod val="50000"/>
                <a:lumOff val="50000"/>
                <a:alpha val="60000"/>
              </a:schemeClr>
            </a:solidFill>
          </a:ln>
        </p:spPr>
        <p:style>
          <a:lnRef idx="2">
            <a:schemeClr val="dk1"/>
          </a:lnRef>
          <a:fillRef idx="0">
            <a:schemeClr val="dk1"/>
          </a:fillRef>
          <a:effectRef idx="1">
            <a:schemeClr val="dk1"/>
          </a:effectRef>
          <a:fontRef idx="minor">
            <a:schemeClr val="tx1"/>
          </a:fontRef>
        </p:style>
      </p:cxnSp>
      <p:cxnSp>
        <p:nvCxnSpPr>
          <p:cNvPr id="26" name="Straight Connector 25"/>
          <p:cNvCxnSpPr/>
          <p:nvPr/>
        </p:nvCxnSpPr>
        <p:spPr>
          <a:xfrm rot="10800000">
            <a:off x="2332038" y="2092325"/>
            <a:ext cx="1076325" cy="965200"/>
          </a:xfrm>
          <a:prstGeom prst="line">
            <a:avLst/>
          </a:prstGeom>
          <a:ln>
            <a:solidFill>
              <a:schemeClr val="tx1">
                <a:lumMod val="50000"/>
                <a:lumOff val="50000"/>
                <a:alpha val="60000"/>
              </a:schemeClr>
            </a:solidFill>
          </a:ln>
        </p:spPr>
        <p:style>
          <a:lnRef idx="2">
            <a:schemeClr val="dk1"/>
          </a:lnRef>
          <a:fillRef idx="0">
            <a:schemeClr val="dk1"/>
          </a:fillRef>
          <a:effectRef idx="1">
            <a:schemeClr val="dk1"/>
          </a:effectRef>
          <a:fontRef idx="minor">
            <a:schemeClr val="tx1"/>
          </a:fontRef>
        </p:style>
      </p:cxnSp>
      <p:cxnSp>
        <p:nvCxnSpPr>
          <p:cNvPr id="28" name="Straight Connector 27"/>
          <p:cNvCxnSpPr/>
          <p:nvPr/>
        </p:nvCxnSpPr>
        <p:spPr>
          <a:xfrm flipV="1">
            <a:off x="5532438" y="2092325"/>
            <a:ext cx="1016000" cy="925513"/>
          </a:xfrm>
          <a:prstGeom prst="line">
            <a:avLst/>
          </a:prstGeom>
          <a:ln>
            <a:solidFill>
              <a:schemeClr val="tx1">
                <a:lumMod val="50000"/>
                <a:lumOff val="50000"/>
                <a:alpha val="60000"/>
              </a:schemeClr>
            </a:solidFill>
          </a:ln>
        </p:spPr>
        <p:style>
          <a:lnRef idx="2">
            <a:schemeClr val="dk1"/>
          </a:lnRef>
          <a:fillRef idx="0">
            <a:schemeClr val="dk1"/>
          </a:fillRef>
          <a:effectRef idx="1">
            <a:schemeClr val="dk1"/>
          </a:effectRef>
          <a:fontRef idx="minor">
            <a:schemeClr val="tx1"/>
          </a:fontRef>
        </p:style>
      </p:cxnSp>
      <p:cxnSp>
        <p:nvCxnSpPr>
          <p:cNvPr id="29" name="Straight Connector 28"/>
          <p:cNvCxnSpPr/>
          <p:nvPr/>
        </p:nvCxnSpPr>
        <p:spPr>
          <a:xfrm rot="10800000">
            <a:off x="2689225" y="2032000"/>
            <a:ext cx="4051300" cy="1006475"/>
          </a:xfrm>
          <a:prstGeom prst="line">
            <a:avLst/>
          </a:prstGeom>
          <a:ln>
            <a:solidFill>
              <a:schemeClr val="tx1">
                <a:lumMod val="50000"/>
                <a:lumOff val="50000"/>
                <a:alpha val="60000"/>
              </a:schemeClr>
            </a:solidFill>
          </a:ln>
        </p:spPr>
        <p:style>
          <a:lnRef idx="2">
            <a:schemeClr val="dk1"/>
          </a:lnRef>
          <a:fillRef idx="0">
            <a:schemeClr val="dk1"/>
          </a:fillRef>
          <a:effectRef idx="1">
            <a:schemeClr val="dk1"/>
          </a:effectRef>
          <a:fontRef idx="minor">
            <a:schemeClr val="tx1"/>
          </a:fontRef>
        </p:style>
      </p:cxnSp>
      <p:cxnSp>
        <p:nvCxnSpPr>
          <p:cNvPr id="30" name="Straight Connector 29"/>
          <p:cNvCxnSpPr/>
          <p:nvPr/>
        </p:nvCxnSpPr>
        <p:spPr>
          <a:xfrm rot="10800000">
            <a:off x="4587875" y="2041525"/>
            <a:ext cx="2366963" cy="996950"/>
          </a:xfrm>
          <a:prstGeom prst="line">
            <a:avLst/>
          </a:prstGeom>
          <a:ln>
            <a:solidFill>
              <a:schemeClr val="tx1">
                <a:lumMod val="50000"/>
                <a:lumOff val="50000"/>
                <a:alpha val="60000"/>
              </a:schemeClr>
            </a:solidFill>
          </a:ln>
        </p:spPr>
        <p:style>
          <a:lnRef idx="2">
            <a:schemeClr val="dk1"/>
          </a:lnRef>
          <a:fillRef idx="0">
            <a:schemeClr val="dk1"/>
          </a:fillRef>
          <a:effectRef idx="1">
            <a:schemeClr val="dk1"/>
          </a:effectRef>
          <a:fontRef idx="minor">
            <a:schemeClr val="tx1"/>
          </a:fontRef>
        </p:style>
      </p:cxnSp>
      <p:cxnSp>
        <p:nvCxnSpPr>
          <p:cNvPr id="31" name="Straight Connector 30"/>
          <p:cNvCxnSpPr/>
          <p:nvPr/>
        </p:nvCxnSpPr>
        <p:spPr>
          <a:xfrm rot="16200000" flipV="1">
            <a:off x="6372226" y="2282825"/>
            <a:ext cx="1084262" cy="547687"/>
          </a:xfrm>
          <a:prstGeom prst="line">
            <a:avLst/>
          </a:prstGeom>
          <a:ln>
            <a:solidFill>
              <a:schemeClr val="tx1">
                <a:lumMod val="50000"/>
                <a:lumOff val="50000"/>
                <a:alpha val="60000"/>
              </a:schemeClr>
            </a:solidFill>
          </a:ln>
        </p:spPr>
        <p:style>
          <a:lnRef idx="2">
            <a:schemeClr val="dk1"/>
          </a:lnRef>
          <a:fillRef idx="0">
            <a:schemeClr val="dk1"/>
          </a:fillRef>
          <a:effectRef idx="1">
            <a:schemeClr val="dk1"/>
          </a:effectRef>
          <a:fontRef idx="minor">
            <a:schemeClr val="tx1"/>
          </a:fontRef>
        </p:style>
      </p:cxnSp>
      <p:cxnSp>
        <p:nvCxnSpPr>
          <p:cNvPr id="74" name="Straight Connector 73"/>
          <p:cNvCxnSpPr/>
          <p:nvPr/>
        </p:nvCxnSpPr>
        <p:spPr>
          <a:xfrm rot="10800000">
            <a:off x="2484438" y="2052638"/>
            <a:ext cx="2528887" cy="965200"/>
          </a:xfrm>
          <a:prstGeom prst="line">
            <a:avLst/>
          </a:prstGeom>
          <a:ln>
            <a:solidFill>
              <a:schemeClr val="tx1">
                <a:lumMod val="50000"/>
                <a:lumOff val="50000"/>
                <a:alpha val="60000"/>
              </a:schemeClr>
            </a:solidFill>
          </a:ln>
        </p:spPr>
        <p:style>
          <a:lnRef idx="2">
            <a:schemeClr val="dk1"/>
          </a:lnRef>
          <a:fillRef idx="0">
            <a:schemeClr val="dk1"/>
          </a:fillRef>
          <a:effectRef idx="1">
            <a:schemeClr val="dk1"/>
          </a:effectRef>
          <a:fontRef idx="minor">
            <a:schemeClr val="tx1"/>
          </a:fontRef>
        </p:style>
      </p:cxnSp>
      <p:cxnSp>
        <p:nvCxnSpPr>
          <p:cNvPr id="80" name="Straight Connector 79"/>
          <p:cNvCxnSpPr/>
          <p:nvPr/>
        </p:nvCxnSpPr>
        <p:spPr>
          <a:xfrm rot="16200000" flipV="1">
            <a:off x="4409281" y="2158207"/>
            <a:ext cx="985837" cy="793750"/>
          </a:xfrm>
          <a:prstGeom prst="line">
            <a:avLst/>
          </a:prstGeom>
          <a:ln>
            <a:solidFill>
              <a:schemeClr val="tx1">
                <a:lumMod val="50000"/>
                <a:lumOff val="50000"/>
                <a:alpha val="60000"/>
              </a:schemeClr>
            </a:solidFill>
          </a:ln>
        </p:spPr>
        <p:style>
          <a:lnRef idx="2">
            <a:schemeClr val="dk1"/>
          </a:lnRef>
          <a:fillRef idx="0">
            <a:schemeClr val="dk1"/>
          </a:fillRef>
          <a:effectRef idx="1">
            <a:schemeClr val="dk1"/>
          </a:effectRef>
          <a:fontRef idx="minor">
            <a:schemeClr val="tx1"/>
          </a:fontRef>
        </p:style>
      </p:cxnSp>
      <p:cxnSp>
        <p:nvCxnSpPr>
          <p:cNvPr id="88" name="Straight Connector 87"/>
          <p:cNvCxnSpPr/>
          <p:nvPr/>
        </p:nvCxnSpPr>
        <p:spPr>
          <a:xfrm flipV="1">
            <a:off x="3835400" y="2082800"/>
            <a:ext cx="2498725" cy="955675"/>
          </a:xfrm>
          <a:prstGeom prst="line">
            <a:avLst/>
          </a:prstGeom>
          <a:ln>
            <a:solidFill>
              <a:schemeClr val="tx1">
                <a:lumMod val="50000"/>
                <a:lumOff val="50000"/>
                <a:alpha val="60000"/>
              </a:schemeClr>
            </a:solidFill>
          </a:ln>
        </p:spPr>
        <p:style>
          <a:lnRef idx="2">
            <a:schemeClr val="dk1"/>
          </a:lnRef>
          <a:fillRef idx="0">
            <a:schemeClr val="dk1"/>
          </a:fillRef>
          <a:effectRef idx="1">
            <a:schemeClr val="dk1"/>
          </a:effectRef>
          <a:fontRef idx="minor">
            <a:schemeClr val="tx1"/>
          </a:fontRef>
        </p:style>
      </p:cxnSp>
      <p:sp>
        <p:nvSpPr>
          <p:cNvPr id="35" name="Rectangle 34"/>
          <p:cNvSpPr/>
          <p:nvPr/>
        </p:nvSpPr>
        <p:spPr>
          <a:xfrm>
            <a:off x="1522413" y="3014663"/>
            <a:ext cx="762000" cy="344487"/>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en-US" sz="2000" b="1" u="none" dirty="0">
              <a:solidFill>
                <a:srgbClr val="002060"/>
              </a:solidFill>
            </a:endParaRPr>
          </a:p>
        </p:txBody>
      </p:sp>
      <p:sp>
        <p:nvSpPr>
          <p:cNvPr id="36" name="Rectangle 35"/>
          <p:cNvSpPr/>
          <p:nvPr/>
        </p:nvSpPr>
        <p:spPr>
          <a:xfrm>
            <a:off x="3216275" y="3014663"/>
            <a:ext cx="762000" cy="344487"/>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en-US" sz="2000" b="1" u="none" dirty="0">
              <a:solidFill>
                <a:srgbClr val="002060"/>
              </a:solidFill>
            </a:endParaRPr>
          </a:p>
        </p:txBody>
      </p:sp>
      <p:sp>
        <p:nvSpPr>
          <p:cNvPr id="37" name="Rectangle 36"/>
          <p:cNvSpPr/>
          <p:nvPr/>
        </p:nvSpPr>
        <p:spPr>
          <a:xfrm>
            <a:off x="4910138" y="3014663"/>
            <a:ext cx="762000" cy="344487"/>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en-US" sz="2000" b="1" u="none" dirty="0">
              <a:solidFill>
                <a:srgbClr val="002060"/>
              </a:solidFill>
            </a:endParaRPr>
          </a:p>
        </p:txBody>
      </p:sp>
      <p:sp>
        <p:nvSpPr>
          <p:cNvPr id="42" name="Rectangle 41"/>
          <p:cNvSpPr/>
          <p:nvPr/>
        </p:nvSpPr>
        <p:spPr>
          <a:xfrm>
            <a:off x="6604000" y="3038475"/>
            <a:ext cx="762000" cy="344488"/>
          </a:xfrm>
          <a:prstGeom prst="rect">
            <a:avLst/>
          </a:prstGeom>
          <a:solidFill>
            <a:schemeClr val="accent5">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algn="ctr">
              <a:defRPr/>
            </a:pPr>
            <a:endParaRPr lang="en-US" sz="2000" b="1" u="none" dirty="0">
              <a:solidFill>
                <a:srgbClr val="002060"/>
              </a:solidFill>
            </a:endParaRPr>
          </a:p>
        </p:txBody>
      </p:sp>
      <p:cxnSp>
        <p:nvCxnSpPr>
          <p:cNvPr id="105" name="Straight Connector 104"/>
          <p:cNvCxnSpPr>
            <a:stCxn id="18" idx="2"/>
            <a:endCxn id="106" idx="3"/>
          </p:cNvCxnSpPr>
          <p:nvPr/>
        </p:nvCxnSpPr>
        <p:spPr>
          <a:xfrm rot="5400000">
            <a:off x="2399506" y="4972844"/>
            <a:ext cx="652463" cy="3175"/>
          </a:xfrm>
          <a:prstGeom prst="line">
            <a:avLst/>
          </a:prstGeom>
          <a:ln>
            <a:solidFill>
              <a:schemeClr val="tx1">
                <a:lumMod val="50000"/>
                <a:lumOff val="50000"/>
                <a:alpha val="60000"/>
              </a:schemeClr>
            </a:solidFill>
          </a:ln>
        </p:spPr>
        <p:style>
          <a:lnRef idx="2">
            <a:schemeClr val="dk1"/>
          </a:lnRef>
          <a:fillRef idx="0">
            <a:schemeClr val="dk1"/>
          </a:fillRef>
          <a:effectRef idx="1">
            <a:schemeClr val="dk1"/>
          </a:effectRef>
          <a:fontRef idx="minor">
            <a:schemeClr val="tx1"/>
          </a:fontRef>
        </p:style>
      </p:cxnSp>
      <p:sp>
        <p:nvSpPr>
          <p:cNvPr id="106" name="Flowchart: Predefined Process 105"/>
          <p:cNvSpPr>
            <a:spLocks noChangeArrowheads="1"/>
          </p:cNvSpPr>
          <p:nvPr/>
        </p:nvSpPr>
        <p:spPr bwMode="auto">
          <a:xfrm rot="-5400000">
            <a:off x="2516981" y="5145882"/>
            <a:ext cx="414337" cy="723900"/>
          </a:xfrm>
          <a:prstGeom prst="flowChartPredefinedProcess">
            <a:avLst/>
          </a:prstGeom>
          <a:solidFill>
            <a:srgbClr val="DDD9C3"/>
          </a:solidFill>
          <a:ln w="25400" algn="ctr">
            <a:solidFill>
              <a:schemeClr val="tx1"/>
            </a:solidFill>
            <a:miter lim="800000"/>
            <a:headEnd/>
            <a:tailEnd/>
          </a:ln>
        </p:spPr>
        <p:txBody>
          <a:bodyPr vert="eaVert" anchor="ctr"/>
          <a:lstStyle/>
          <a:p>
            <a:pPr algn="ctr" fontAlgn="auto">
              <a:spcBef>
                <a:spcPts val="0"/>
              </a:spcBef>
              <a:spcAft>
                <a:spcPts val="0"/>
              </a:spcAft>
              <a:defRPr/>
            </a:pPr>
            <a:endParaRPr lang="en-US" sz="2000" u="none" dirty="0">
              <a:solidFill>
                <a:schemeClr val="dk1"/>
              </a:solidFill>
              <a:latin typeface="+mn-lt"/>
            </a:endParaRPr>
          </a:p>
        </p:txBody>
      </p:sp>
      <p:sp>
        <p:nvSpPr>
          <p:cNvPr id="107" name="TextBox 106"/>
          <p:cNvSpPr txBox="1">
            <a:spLocks noChangeArrowheads="1"/>
          </p:cNvSpPr>
          <p:nvPr/>
        </p:nvSpPr>
        <p:spPr bwMode="auto">
          <a:xfrm>
            <a:off x="2328863" y="5413375"/>
            <a:ext cx="792162" cy="211138"/>
          </a:xfrm>
          <a:prstGeom prst="rect">
            <a:avLst/>
          </a:prstGeom>
          <a:noFill/>
          <a:ln w="9525">
            <a:noFill/>
            <a:miter lim="800000"/>
            <a:headEnd/>
            <a:tailEnd/>
          </a:ln>
        </p:spPr>
        <p:txBody>
          <a:bodyPr lIns="0" rIns="0" bIns="0">
            <a:spAutoFit/>
          </a:bodyPr>
          <a:lstStyle/>
          <a:p>
            <a:pPr algn="ctr">
              <a:lnSpc>
                <a:spcPts val="1300"/>
              </a:lnSpc>
            </a:pPr>
            <a:r>
              <a:rPr lang="en-US" altLang="zh-CN" sz="2000" b="1" i="1" u="none">
                <a:latin typeface="Cambria" pitchFamily="18" charset="0"/>
                <a:ea typeface="宋体" charset="-122"/>
              </a:rPr>
              <a:t>x</a:t>
            </a:r>
            <a:endParaRPr lang="en-US" altLang="zh-CN" sz="2000" b="1" i="1" u="none" baseline="-16000">
              <a:latin typeface="Cambria" pitchFamily="18" charset="0"/>
              <a:ea typeface="宋体" charset="-122"/>
            </a:endParaRPr>
          </a:p>
        </p:txBody>
      </p:sp>
      <p:cxnSp>
        <p:nvCxnSpPr>
          <p:cNvPr id="109" name="Straight Connector 108"/>
          <p:cNvCxnSpPr>
            <a:stCxn id="19" idx="2"/>
            <a:endCxn id="110" idx="3"/>
          </p:cNvCxnSpPr>
          <p:nvPr/>
        </p:nvCxnSpPr>
        <p:spPr>
          <a:xfrm rot="16200000" flipH="1">
            <a:off x="3532187" y="4972051"/>
            <a:ext cx="652463" cy="4762"/>
          </a:xfrm>
          <a:prstGeom prst="line">
            <a:avLst/>
          </a:prstGeom>
          <a:ln>
            <a:solidFill>
              <a:schemeClr val="tx1">
                <a:lumMod val="50000"/>
                <a:lumOff val="50000"/>
                <a:alpha val="60000"/>
              </a:schemeClr>
            </a:solidFill>
          </a:ln>
        </p:spPr>
        <p:style>
          <a:lnRef idx="2">
            <a:schemeClr val="dk1"/>
          </a:lnRef>
          <a:fillRef idx="0">
            <a:schemeClr val="dk1"/>
          </a:fillRef>
          <a:effectRef idx="1">
            <a:schemeClr val="dk1"/>
          </a:effectRef>
          <a:fontRef idx="minor">
            <a:schemeClr val="tx1"/>
          </a:fontRef>
        </p:style>
      </p:cxnSp>
      <p:sp>
        <p:nvSpPr>
          <p:cNvPr id="110" name="Flowchart: Predefined Process 109"/>
          <p:cNvSpPr>
            <a:spLocks noChangeArrowheads="1"/>
          </p:cNvSpPr>
          <p:nvPr/>
        </p:nvSpPr>
        <p:spPr bwMode="auto">
          <a:xfrm rot="-5400000">
            <a:off x="3653631" y="5145882"/>
            <a:ext cx="414337" cy="723900"/>
          </a:xfrm>
          <a:prstGeom prst="flowChartPredefinedProcess">
            <a:avLst/>
          </a:prstGeom>
          <a:solidFill>
            <a:srgbClr val="DDD9C3"/>
          </a:solidFill>
          <a:ln w="25400" algn="ctr">
            <a:solidFill>
              <a:schemeClr val="tx1"/>
            </a:solidFill>
            <a:miter lim="800000"/>
            <a:headEnd/>
            <a:tailEnd/>
          </a:ln>
        </p:spPr>
        <p:txBody>
          <a:bodyPr vert="eaVert" anchor="ctr"/>
          <a:lstStyle/>
          <a:p>
            <a:pPr algn="ctr" fontAlgn="auto">
              <a:spcBef>
                <a:spcPts val="0"/>
              </a:spcBef>
              <a:spcAft>
                <a:spcPts val="0"/>
              </a:spcAft>
              <a:defRPr/>
            </a:pPr>
            <a:endParaRPr lang="en-US" sz="2000" u="none" dirty="0">
              <a:solidFill>
                <a:schemeClr val="dk1"/>
              </a:solidFill>
              <a:latin typeface="+mn-lt"/>
            </a:endParaRPr>
          </a:p>
        </p:txBody>
      </p:sp>
      <p:sp>
        <p:nvSpPr>
          <p:cNvPr id="111" name="TextBox 110"/>
          <p:cNvSpPr txBox="1">
            <a:spLocks noChangeArrowheads="1"/>
          </p:cNvSpPr>
          <p:nvPr/>
        </p:nvSpPr>
        <p:spPr bwMode="auto">
          <a:xfrm>
            <a:off x="3463925" y="5413375"/>
            <a:ext cx="793750" cy="211138"/>
          </a:xfrm>
          <a:prstGeom prst="rect">
            <a:avLst/>
          </a:prstGeom>
          <a:noFill/>
          <a:ln w="9525">
            <a:noFill/>
            <a:miter lim="800000"/>
            <a:headEnd/>
            <a:tailEnd/>
          </a:ln>
        </p:spPr>
        <p:txBody>
          <a:bodyPr lIns="0" rIns="0" bIns="0">
            <a:spAutoFit/>
          </a:bodyPr>
          <a:lstStyle/>
          <a:p>
            <a:pPr algn="ctr">
              <a:lnSpc>
                <a:spcPts val="1300"/>
              </a:lnSpc>
            </a:pPr>
            <a:r>
              <a:rPr lang="en-US" altLang="zh-CN" sz="2000" b="1" i="1" u="none">
                <a:latin typeface="Cambria" pitchFamily="18" charset="0"/>
                <a:ea typeface="宋体" charset="-122"/>
              </a:rPr>
              <a:t>y</a:t>
            </a:r>
            <a:endParaRPr lang="en-US" altLang="zh-CN" sz="2000" b="1" i="1" u="none" baseline="-16000">
              <a:latin typeface="Cambria" pitchFamily="18" charset="0"/>
              <a:ea typeface="宋体" charset="-122"/>
            </a:endParaRPr>
          </a:p>
        </p:txBody>
      </p:sp>
      <p:sp>
        <p:nvSpPr>
          <p:cNvPr id="113" name="Freeform 112"/>
          <p:cNvSpPr/>
          <p:nvPr/>
        </p:nvSpPr>
        <p:spPr>
          <a:xfrm>
            <a:off x="2895600" y="3276600"/>
            <a:ext cx="1117600" cy="1036638"/>
          </a:xfrm>
          <a:custGeom>
            <a:avLst/>
            <a:gdLst>
              <a:gd name="connsiteX0" fmla="*/ 0 w 1117600"/>
              <a:gd name="connsiteY0" fmla="*/ 1076960 h 1076960"/>
              <a:gd name="connsiteX1" fmla="*/ 822960 w 1117600"/>
              <a:gd name="connsiteY1" fmla="*/ 0 h 1076960"/>
              <a:gd name="connsiteX2" fmla="*/ 1117600 w 1117600"/>
              <a:gd name="connsiteY2" fmla="*/ 1066800 h 1076960"/>
            </a:gdLst>
            <a:ahLst/>
            <a:cxnLst>
              <a:cxn ang="0">
                <a:pos x="connsiteX0" y="connsiteY0"/>
              </a:cxn>
              <a:cxn ang="0">
                <a:pos x="connsiteX1" y="connsiteY1"/>
              </a:cxn>
              <a:cxn ang="0">
                <a:pos x="connsiteX2" y="connsiteY2"/>
              </a:cxn>
            </a:cxnLst>
            <a:rect l="l" t="t" r="r" b="b"/>
            <a:pathLst>
              <a:path w="1117600" h="1076960">
                <a:moveTo>
                  <a:pt x="0" y="1076960"/>
                </a:moveTo>
                <a:lnTo>
                  <a:pt x="822960" y="0"/>
                </a:lnTo>
                <a:lnTo>
                  <a:pt x="1117600" y="1066800"/>
                </a:lnTo>
              </a:path>
            </a:pathLst>
          </a:custGeom>
          <a:ln>
            <a:tailEnd type="stealth" w="lg" len="lg"/>
          </a:ln>
        </p:spPr>
        <p:style>
          <a:lnRef idx="3">
            <a:schemeClr val="dk1"/>
          </a:lnRef>
          <a:fillRef idx="0">
            <a:schemeClr val="dk1"/>
          </a:fillRef>
          <a:effectRef idx="2">
            <a:schemeClr val="dk1"/>
          </a:effectRef>
          <a:fontRef idx="minor">
            <a:schemeClr val="tx1"/>
          </a:fontRef>
        </p:style>
        <p:txBody>
          <a:bodyPr anchor="ctr"/>
          <a:lstStyle/>
          <a:p>
            <a:pPr algn="ctr" fontAlgn="auto">
              <a:spcBef>
                <a:spcPts val="0"/>
              </a:spcBef>
              <a:spcAft>
                <a:spcPts val="0"/>
              </a:spcAft>
              <a:defRPr/>
            </a:pPr>
            <a:endParaRPr lang="en-US" sz="1800" u="none" dirty="0"/>
          </a:p>
        </p:txBody>
      </p:sp>
      <p:sp>
        <p:nvSpPr>
          <p:cNvPr id="114" name="Rectangle 113"/>
          <p:cNvSpPr/>
          <p:nvPr/>
        </p:nvSpPr>
        <p:spPr>
          <a:xfrm>
            <a:off x="1733550" y="4876800"/>
            <a:ext cx="781050" cy="304800"/>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91440" rIns="0" anchor="ctr"/>
          <a:lstStyle/>
          <a:p>
            <a:pPr algn="ctr" fontAlgn="auto">
              <a:lnSpc>
                <a:spcPts val="1300"/>
              </a:lnSpc>
              <a:spcBef>
                <a:spcPts val="0"/>
              </a:spcBef>
              <a:spcAft>
                <a:spcPts val="0"/>
              </a:spcAft>
              <a:defRPr/>
            </a:pPr>
            <a:r>
              <a:rPr lang="en-US" sz="1600" b="1" u="none" dirty="0">
                <a:solidFill>
                  <a:schemeClr val="tx1"/>
                </a:solidFill>
              </a:rPr>
              <a:t>payload</a:t>
            </a:r>
            <a:endParaRPr lang="en-US" sz="1600" b="1" u="none" baseline="-16000" dirty="0">
              <a:solidFill>
                <a:schemeClr val="tx1"/>
              </a:solidFill>
            </a:endParaRPr>
          </a:p>
        </p:txBody>
      </p:sp>
      <p:sp>
        <p:nvSpPr>
          <p:cNvPr id="115" name="Rectangle 114"/>
          <p:cNvSpPr/>
          <p:nvPr/>
        </p:nvSpPr>
        <p:spPr>
          <a:xfrm>
            <a:off x="971550" y="4876800"/>
            <a:ext cx="381000" cy="304800"/>
          </a:xfrm>
          <a:prstGeom prst="rect">
            <a:avLst/>
          </a:prstGeom>
          <a:solidFill>
            <a:schemeClr val="accent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91440" rIns="0" anchor="ctr"/>
          <a:lstStyle/>
          <a:p>
            <a:pPr algn="ctr" fontAlgn="auto">
              <a:lnSpc>
                <a:spcPts val="1300"/>
              </a:lnSpc>
              <a:spcBef>
                <a:spcPts val="0"/>
              </a:spcBef>
              <a:spcAft>
                <a:spcPts val="0"/>
              </a:spcAft>
              <a:defRPr/>
            </a:pPr>
            <a:r>
              <a:rPr lang="en-US" sz="1600" b="1" i="1" u="none" dirty="0">
                <a:solidFill>
                  <a:schemeClr val="tx1"/>
                </a:solidFill>
                <a:latin typeface="Cambria" pitchFamily="18" charset="0"/>
              </a:rPr>
              <a:t>T</a:t>
            </a:r>
            <a:r>
              <a:rPr lang="en-US" sz="1600" b="1" i="1" u="none" baseline="-16000" dirty="0">
                <a:solidFill>
                  <a:schemeClr val="tx1"/>
                </a:solidFill>
                <a:latin typeface="Cambria" pitchFamily="18" charset="0"/>
              </a:rPr>
              <a:t>3</a:t>
            </a:r>
          </a:p>
        </p:txBody>
      </p:sp>
      <p:sp>
        <p:nvSpPr>
          <p:cNvPr id="116" name="Rectangle 115"/>
          <p:cNvSpPr/>
          <p:nvPr/>
        </p:nvSpPr>
        <p:spPr>
          <a:xfrm>
            <a:off x="1352550" y="4876800"/>
            <a:ext cx="381000" cy="304800"/>
          </a:xfrm>
          <a:prstGeom prst="rect">
            <a:avLst/>
          </a:prstGeom>
          <a:solidFill>
            <a:schemeClr val="bg2">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91440" rIns="0" anchor="ctr"/>
          <a:lstStyle/>
          <a:p>
            <a:pPr algn="ctr" fontAlgn="auto">
              <a:lnSpc>
                <a:spcPts val="1300"/>
              </a:lnSpc>
              <a:spcBef>
                <a:spcPts val="0"/>
              </a:spcBef>
              <a:spcAft>
                <a:spcPts val="0"/>
              </a:spcAft>
              <a:defRPr/>
            </a:pPr>
            <a:r>
              <a:rPr lang="en-US" sz="1600" b="1" i="1" u="none" dirty="0">
                <a:solidFill>
                  <a:schemeClr val="tx1"/>
                </a:solidFill>
                <a:latin typeface="Cambria" pitchFamily="18" charset="0"/>
              </a:rPr>
              <a:t>y</a:t>
            </a:r>
            <a:endParaRPr lang="en-US" sz="1600" b="1" i="1" u="none" baseline="-16000" dirty="0">
              <a:solidFill>
                <a:schemeClr val="tx1"/>
              </a:solidFill>
              <a:latin typeface="Cambria" pitchFamily="18" charset="0"/>
            </a:endParaRPr>
          </a:p>
        </p:txBody>
      </p:sp>
      <p:cxnSp>
        <p:nvCxnSpPr>
          <p:cNvPr id="120" name="Straight Connector 119"/>
          <p:cNvCxnSpPr>
            <a:stCxn id="21" idx="2"/>
            <a:endCxn id="121" idx="3"/>
          </p:cNvCxnSpPr>
          <p:nvPr/>
        </p:nvCxnSpPr>
        <p:spPr>
          <a:xfrm rot="16200000" flipH="1">
            <a:off x="5788025" y="4972050"/>
            <a:ext cx="652463" cy="4763"/>
          </a:xfrm>
          <a:prstGeom prst="line">
            <a:avLst/>
          </a:prstGeom>
          <a:ln>
            <a:solidFill>
              <a:schemeClr val="tx1">
                <a:lumMod val="50000"/>
                <a:lumOff val="50000"/>
                <a:alpha val="60000"/>
              </a:schemeClr>
            </a:solidFill>
          </a:ln>
        </p:spPr>
        <p:style>
          <a:lnRef idx="2">
            <a:schemeClr val="dk1"/>
          </a:lnRef>
          <a:fillRef idx="0">
            <a:schemeClr val="dk1"/>
          </a:fillRef>
          <a:effectRef idx="1">
            <a:schemeClr val="dk1"/>
          </a:effectRef>
          <a:fontRef idx="minor">
            <a:schemeClr val="tx1"/>
          </a:fontRef>
        </p:style>
      </p:cxnSp>
      <p:sp>
        <p:nvSpPr>
          <p:cNvPr id="121" name="Flowchart: Predefined Process 120"/>
          <p:cNvSpPr>
            <a:spLocks noChangeArrowheads="1"/>
          </p:cNvSpPr>
          <p:nvPr/>
        </p:nvSpPr>
        <p:spPr bwMode="auto">
          <a:xfrm rot="-5400000">
            <a:off x="5909469" y="5145882"/>
            <a:ext cx="414337" cy="723900"/>
          </a:xfrm>
          <a:prstGeom prst="flowChartPredefinedProcess">
            <a:avLst/>
          </a:prstGeom>
          <a:solidFill>
            <a:srgbClr val="DDD9C3"/>
          </a:solidFill>
          <a:ln w="25400" algn="ctr">
            <a:solidFill>
              <a:schemeClr val="tx1"/>
            </a:solidFill>
            <a:miter lim="800000"/>
            <a:headEnd/>
            <a:tailEnd/>
          </a:ln>
        </p:spPr>
        <p:txBody>
          <a:bodyPr vert="eaVert" anchor="ctr"/>
          <a:lstStyle/>
          <a:p>
            <a:pPr algn="ctr" fontAlgn="auto">
              <a:spcBef>
                <a:spcPts val="0"/>
              </a:spcBef>
              <a:spcAft>
                <a:spcPts val="0"/>
              </a:spcAft>
              <a:defRPr/>
            </a:pPr>
            <a:endParaRPr lang="en-US" sz="2000" u="none" dirty="0">
              <a:solidFill>
                <a:schemeClr val="dk1"/>
              </a:solidFill>
              <a:latin typeface="+mn-lt"/>
            </a:endParaRPr>
          </a:p>
        </p:txBody>
      </p:sp>
      <p:sp>
        <p:nvSpPr>
          <p:cNvPr id="122" name="TextBox 121"/>
          <p:cNvSpPr txBox="1">
            <a:spLocks noChangeArrowheads="1"/>
          </p:cNvSpPr>
          <p:nvPr/>
        </p:nvSpPr>
        <p:spPr bwMode="auto">
          <a:xfrm>
            <a:off x="5719763" y="5413375"/>
            <a:ext cx="792162" cy="211138"/>
          </a:xfrm>
          <a:prstGeom prst="rect">
            <a:avLst/>
          </a:prstGeom>
          <a:noFill/>
          <a:ln w="9525">
            <a:noFill/>
            <a:miter lim="800000"/>
            <a:headEnd/>
            <a:tailEnd/>
          </a:ln>
        </p:spPr>
        <p:txBody>
          <a:bodyPr lIns="0" rIns="0" bIns="0">
            <a:spAutoFit/>
          </a:bodyPr>
          <a:lstStyle/>
          <a:p>
            <a:pPr algn="ctr">
              <a:lnSpc>
                <a:spcPts val="1300"/>
              </a:lnSpc>
            </a:pPr>
            <a:r>
              <a:rPr lang="en-US" altLang="zh-CN" sz="2000" b="1" i="1" u="none">
                <a:latin typeface="Cambria" pitchFamily="18" charset="0"/>
                <a:ea typeface="宋体" charset="-122"/>
              </a:rPr>
              <a:t>z</a:t>
            </a:r>
            <a:endParaRPr lang="en-US" altLang="zh-CN" sz="2000" b="1" i="1" u="none" baseline="-16000">
              <a:latin typeface="Cambria" pitchFamily="18" charset="0"/>
              <a:ea typeface="宋体" charset="-122"/>
            </a:endParaRPr>
          </a:p>
        </p:txBody>
      </p:sp>
      <p:sp>
        <p:nvSpPr>
          <p:cNvPr id="124" name="Rectangle 123"/>
          <p:cNvSpPr/>
          <p:nvPr/>
        </p:nvSpPr>
        <p:spPr>
          <a:xfrm>
            <a:off x="1733550" y="4876800"/>
            <a:ext cx="781050" cy="304800"/>
          </a:xfrm>
          <a:prstGeom prst="rect">
            <a:avLst/>
          </a:prstGeom>
          <a:solidFill>
            <a:schemeClr val="bg1">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91440" rIns="0" anchor="ctr"/>
          <a:lstStyle/>
          <a:p>
            <a:pPr algn="ctr" fontAlgn="auto">
              <a:lnSpc>
                <a:spcPts val="1300"/>
              </a:lnSpc>
              <a:spcBef>
                <a:spcPts val="0"/>
              </a:spcBef>
              <a:spcAft>
                <a:spcPts val="0"/>
              </a:spcAft>
              <a:defRPr/>
            </a:pPr>
            <a:r>
              <a:rPr lang="en-US" sz="1600" b="1" u="none" dirty="0">
                <a:solidFill>
                  <a:schemeClr val="tx1"/>
                </a:solidFill>
              </a:rPr>
              <a:t>payload</a:t>
            </a:r>
            <a:endParaRPr lang="en-US" sz="1600" b="1" u="none" baseline="-16000" dirty="0">
              <a:solidFill>
                <a:schemeClr val="tx1"/>
              </a:solidFill>
            </a:endParaRPr>
          </a:p>
        </p:txBody>
      </p:sp>
      <p:sp>
        <p:nvSpPr>
          <p:cNvPr id="125" name="Rectangle 124"/>
          <p:cNvSpPr/>
          <p:nvPr/>
        </p:nvSpPr>
        <p:spPr>
          <a:xfrm>
            <a:off x="971550" y="4876800"/>
            <a:ext cx="381000" cy="304800"/>
          </a:xfrm>
          <a:prstGeom prst="rect">
            <a:avLst/>
          </a:prstGeom>
          <a:solidFill>
            <a:schemeClr val="accent6"/>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91440" rIns="0" anchor="ctr"/>
          <a:lstStyle/>
          <a:p>
            <a:pPr algn="ctr" fontAlgn="auto">
              <a:lnSpc>
                <a:spcPts val="1300"/>
              </a:lnSpc>
              <a:spcBef>
                <a:spcPts val="0"/>
              </a:spcBef>
              <a:spcAft>
                <a:spcPts val="0"/>
              </a:spcAft>
              <a:defRPr/>
            </a:pPr>
            <a:r>
              <a:rPr lang="en-US" sz="1600" b="1" i="1" u="none" dirty="0">
                <a:solidFill>
                  <a:schemeClr val="tx1"/>
                </a:solidFill>
                <a:latin typeface="Cambria" pitchFamily="18" charset="0"/>
              </a:rPr>
              <a:t>T</a:t>
            </a:r>
            <a:r>
              <a:rPr lang="en-US" sz="1600" b="1" i="1" u="none" baseline="-16000" dirty="0">
                <a:solidFill>
                  <a:schemeClr val="tx1"/>
                </a:solidFill>
                <a:latin typeface="Cambria" pitchFamily="18" charset="0"/>
              </a:rPr>
              <a:t>5</a:t>
            </a:r>
          </a:p>
        </p:txBody>
      </p:sp>
      <p:sp>
        <p:nvSpPr>
          <p:cNvPr id="126" name="Rectangle 125"/>
          <p:cNvSpPr/>
          <p:nvPr/>
        </p:nvSpPr>
        <p:spPr>
          <a:xfrm>
            <a:off x="1352550" y="4876800"/>
            <a:ext cx="381000" cy="304800"/>
          </a:xfrm>
          <a:prstGeom prst="rect">
            <a:avLst/>
          </a:prstGeom>
          <a:solidFill>
            <a:schemeClr val="bg2">
              <a:lumMod val="75000"/>
            </a:schemeClr>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91440" rIns="0" anchor="ctr"/>
          <a:lstStyle/>
          <a:p>
            <a:pPr algn="ctr" fontAlgn="auto">
              <a:lnSpc>
                <a:spcPts val="1300"/>
              </a:lnSpc>
              <a:spcBef>
                <a:spcPts val="0"/>
              </a:spcBef>
              <a:spcAft>
                <a:spcPts val="0"/>
              </a:spcAft>
              <a:defRPr/>
            </a:pPr>
            <a:r>
              <a:rPr lang="en-US" sz="1600" b="1" i="1" u="none" dirty="0">
                <a:solidFill>
                  <a:schemeClr val="tx1"/>
                </a:solidFill>
                <a:latin typeface="Cambria" pitchFamily="18" charset="0"/>
              </a:rPr>
              <a:t>z</a:t>
            </a:r>
            <a:endParaRPr lang="en-US" sz="1600" b="1" i="1" u="none" baseline="-16000" dirty="0">
              <a:solidFill>
                <a:schemeClr val="tx1"/>
              </a:solidFill>
              <a:latin typeface="Cambria" pitchFamily="18" charset="0"/>
            </a:endParaRPr>
          </a:p>
        </p:txBody>
      </p:sp>
      <p:sp>
        <p:nvSpPr>
          <p:cNvPr id="34" name="Rectangle 33"/>
          <p:cNvSpPr/>
          <p:nvPr/>
        </p:nvSpPr>
        <p:spPr>
          <a:xfrm>
            <a:off x="5989638" y="1763713"/>
            <a:ext cx="762000" cy="342900"/>
          </a:xfrm>
          <a:prstGeom prst="rect">
            <a:avLst/>
          </a:prstGeom>
          <a:ln>
            <a:solidFill>
              <a:schemeClr val="accent3">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endParaRPr lang="en-US" sz="2000" b="1" i="1" u="none" baseline="-16000" dirty="0">
              <a:solidFill>
                <a:srgbClr val="003300"/>
              </a:solidFill>
              <a:latin typeface="Cambria" pitchFamily="18" charset="0"/>
            </a:endParaRPr>
          </a:p>
        </p:txBody>
      </p:sp>
      <p:sp>
        <p:nvSpPr>
          <p:cNvPr id="33" name="Rectangle 32"/>
          <p:cNvSpPr/>
          <p:nvPr/>
        </p:nvSpPr>
        <p:spPr>
          <a:xfrm>
            <a:off x="4035425" y="1763713"/>
            <a:ext cx="762000" cy="342900"/>
          </a:xfrm>
          <a:prstGeom prst="rect">
            <a:avLst/>
          </a:prstGeom>
          <a:ln>
            <a:solidFill>
              <a:schemeClr val="accent3">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endParaRPr lang="en-US" sz="2000" b="1" i="1" u="none" baseline="-16000" dirty="0">
              <a:solidFill>
                <a:srgbClr val="003300"/>
              </a:solidFill>
              <a:latin typeface="Cambria" pitchFamily="18" charset="0"/>
            </a:endParaRPr>
          </a:p>
        </p:txBody>
      </p:sp>
      <p:sp>
        <p:nvSpPr>
          <p:cNvPr id="32" name="Rectangle 31"/>
          <p:cNvSpPr/>
          <p:nvPr/>
        </p:nvSpPr>
        <p:spPr>
          <a:xfrm>
            <a:off x="2081213" y="1763713"/>
            <a:ext cx="762000" cy="342900"/>
          </a:xfrm>
          <a:prstGeom prst="rect">
            <a:avLst/>
          </a:prstGeom>
          <a:ln>
            <a:solidFill>
              <a:schemeClr val="accent3">
                <a:lumMod val="50000"/>
              </a:schemeClr>
            </a:solidFill>
          </a:ln>
        </p:spPr>
        <p:style>
          <a:lnRef idx="2">
            <a:schemeClr val="accent3">
              <a:shade val="50000"/>
            </a:schemeClr>
          </a:lnRef>
          <a:fillRef idx="1">
            <a:schemeClr val="accent3"/>
          </a:fillRef>
          <a:effectRef idx="0">
            <a:schemeClr val="accent3"/>
          </a:effectRef>
          <a:fontRef idx="minor">
            <a:schemeClr val="lt1"/>
          </a:fontRef>
        </p:style>
        <p:txBody>
          <a:bodyPr anchor="ctr"/>
          <a:lstStyle/>
          <a:p>
            <a:pPr algn="ctr">
              <a:defRPr/>
            </a:pPr>
            <a:endParaRPr lang="en-US" sz="2000" b="1" i="1" u="none" baseline="-16000" dirty="0">
              <a:solidFill>
                <a:srgbClr val="003300"/>
              </a:solidFill>
              <a:latin typeface="Cambria" pitchFamily="18" charset="0"/>
            </a:endParaRPr>
          </a:p>
        </p:txBody>
      </p:sp>
      <p:sp>
        <p:nvSpPr>
          <p:cNvPr id="127" name="TextBox 126"/>
          <p:cNvSpPr txBox="1">
            <a:spLocks noChangeArrowheads="1"/>
          </p:cNvSpPr>
          <p:nvPr/>
        </p:nvSpPr>
        <p:spPr bwMode="auto">
          <a:xfrm>
            <a:off x="5973763" y="1838325"/>
            <a:ext cx="793750" cy="211138"/>
          </a:xfrm>
          <a:prstGeom prst="rect">
            <a:avLst/>
          </a:prstGeom>
          <a:noFill/>
          <a:ln w="9525">
            <a:noFill/>
            <a:miter lim="800000"/>
            <a:headEnd/>
            <a:tailEnd/>
          </a:ln>
        </p:spPr>
        <p:txBody>
          <a:bodyPr lIns="0" rIns="0" bIns="0">
            <a:spAutoFit/>
          </a:bodyPr>
          <a:lstStyle/>
          <a:p>
            <a:pPr algn="ctr">
              <a:lnSpc>
                <a:spcPts val="1300"/>
              </a:lnSpc>
            </a:pPr>
            <a:r>
              <a:rPr lang="en-US" altLang="zh-CN" sz="2000" b="1" i="1" u="none">
                <a:latin typeface="Cambria" pitchFamily="18" charset="0"/>
                <a:ea typeface="宋体" charset="-122"/>
              </a:rPr>
              <a:t>I</a:t>
            </a:r>
            <a:r>
              <a:rPr lang="en-US" altLang="zh-CN" sz="2000" b="1" i="1" u="none" baseline="-16000">
                <a:latin typeface="Cambria" pitchFamily="18" charset="0"/>
                <a:ea typeface="宋体" charset="-122"/>
              </a:rPr>
              <a:t>ANY</a:t>
            </a:r>
          </a:p>
        </p:txBody>
      </p:sp>
      <p:sp>
        <p:nvSpPr>
          <p:cNvPr id="128" name="TextBox 127"/>
          <p:cNvSpPr txBox="1">
            <a:spLocks noChangeArrowheads="1"/>
          </p:cNvSpPr>
          <p:nvPr/>
        </p:nvSpPr>
        <p:spPr bwMode="auto">
          <a:xfrm>
            <a:off x="4022725" y="1838325"/>
            <a:ext cx="793750" cy="211138"/>
          </a:xfrm>
          <a:prstGeom prst="rect">
            <a:avLst/>
          </a:prstGeom>
          <a:noFill/>
          <a:ln w="9525">
            <a:noFill/>
            <a:miter lim="800000"/>
            <a:headEnd/>
            <a:tailEnd/>
          </a:ln>
        </p:spPr>
        <p:txBody>
          <a:bodyPr lIns="0" rIns="0" bIns="0">
            <a:spAutoFit/>
          </a:bodyPr>
          <a:lstStyle/>
          <a:p>
            <a:pPr algn="ctr">
              <a:lnSpc>
                <a:spcPts val="1300"/>
              </a:lnSpc>
            </a:pPr>
            <a:r>
              <a:rPr lang="en-US" altLang="zh-CN" sz="2000" b="1" i="1" u="none">
                <a:latin typeface="Cambria" pitchFamily="18" charset="0"/>
                <a:ea typeface="宋体" charset="-122"/>
              </a:rPr>
              <a:t>I</a:t>
            </a:r>
            <a:r>
              <a:rPr lang="en-US" altLang="zh-CN" sz="2000" b="1" i="1" u="none" baseline="-16000">
                <a:latin typeface="Cambria" pitchFamily="18" charset="0"/>
                <a:ea typeface="宋体" charset="-122"/>
              </a:rPr>
              <a:t>ANY</a:t>
            </a:r>
          </a:p>
        </p:txBody>
      </p:sp>
      <p:sp>
        <p:nvSpPr>
          <p:cNvPr id="129" name="TextBox 128"/>
          <p:cNvSpPr txBox="1">
            <a:spLocks noChangeArrowheads="1"/>
          </p:cNvSpPr>
          <p:nvPr/>
        </p:nvSpPr>
        <p:spPr bwMode="auto">
          <a:xfrm>
            <a:off x="2057400" y="1836738"/>
            <a:ext cx="792163" cy="211137"/>
          </a:xfrm>
          <a:prstGeom prst="rect">
            <a:avLst/>
          </a:prstGeom>
          <a:noFill/>
          <a:ln w="9525">
            <a:noFill/>
            <a:miter lim="800000"/>
            <a:headEnd/>
            <a:tailEnd/>
          </a:ln>
        </p:spPr>
        <p:txBody>
          <a:bodyPr lIns="0" rIns="0" bIns="0">
            <a:spAutoFit/>
          </a:bodyPr>
          <a:lstStyle/>
          <a:p>
            <a:pPr algn="ctr">
              <a:lnSpc>
                <a:spcPts val="1300"/>
              </a:lnSpc>
            </a:pPr>
            <a:r>
              <a:rPr lang="en-US" altLang="zh-CN" sz="2000" b="1" i="1" u="none">
                <a:latin typeface="Cambria" pitchFamily="18" charset="0"/>
                <a:ea typeface="宋体" charset="-122"/>
              </a:rPr>
              <a:t>I</a:t>
            </a:r>
            <a:r>
              <a:rPr lang="en-US" altLang="zh-CN" sz="2000" b="1" i="1" u="none" baseline="-16000">
                <a:latin typeface="Cambria" pitchFamily="18" charset="0"/>
                <a:ea typeface="宋体" charset="-122"/>
              </a:rPr>
              <a:t>ANY</a:t>
            </a:r>
          </a:p>
        </p:txBody>
      </p:sp>
      <p:sp>
        <p:nvSpPr>
          <p:cNvPr id="118" name="Freeform 117"/>
          <p:cNvSpPr/>
          <p:nvPr/>
        </p:nvSpPr>
        <p:spPr>
          <a:xfrm>
            <a:off x="1819275" y="2057400"/>
            <a:ext cx="4064000" cy="2244725"/>
          </a:xfrm>
          <a:custGeom>
            <a:avLst/>
            <a:gdLst>
              <a:gd name="connsiteX0" fmla="*/ 711200 w 4064000"/>
              <a:gd name="connsiteY0" fmla="*/ 2346960 h 2357120"/>
              <a:gd name="connsiteX1" fmla="*/ 0 w 4064000"/>
              <a:gd name="connsiteY1" fmla="*/ 1168400 h 2357120"/>
              <a:gd name="connsiteX2" fmla="*/ 497840 w 4064000"/>
              <a:gd name="connsiteY2" fmla="*/ 0 h 2357120"/>
              <a:gd name="connsiteX3" fmla="*/ 3464560 w 4064000"/>
              <a:gd name="connsiteY3" fmla="*/ 1127760 h 2357120"/>
              <a:gd name="connsiteX4" fmla="*/ 4064000 w 4064000"/>
              <a:gd name="connsiteY4" fmla="*/ 2357120 h 23571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64000" h="2357120">
                <a:moveTo>
                  <a:pt x="711200" y="2346960"/>
                </a:moveTo>
                <a:lnTo>
                  <a:pt x="0" y="1168400"/>
                </a:lnTo>
                <a:lnTo>
                  <a:pt x="497840" y="0"/>
                </a:lnTo>
                <a:lnTo>
                  <a:pt x="3464560" y="1127760"/>
                </a:lnTo>
                <a:lnTo>
                  <a:pt x="4064000" y="2357120"/>
                </a:lnTo>
              </a:path>
            </a:pathLst>
          </a:custGeom>
          <a:ln>
            <a:tailEnd type="stealth" w="lg" len="lg"/>
          </a:ln>
        </p:spPr>
        <p:style>
          <a:lnRef idx="3">
            <a:schemeClr val="dk1"/>
          </a:lnRef>
          <a:fillRef idx="0">
            <a:schemeClr val="dk1"/>
          </a:fillRef>
          <a:effectRef idx="2">
            <a:schemeClr val="dk1"/>
          </a:effectRef>
          <a:fontRef idx="minor">
            <a:schemeClr val="tx1"/>
          </a:fontRef>
        </p:style>
        <p:txBody>
          <a:bodyPr anchor="ctr"/>
          <a:lstStyle/>
          <a:p>
            <a:pPr algn="ctr" fontAlgn="auto">
              <a:spcBef>
                <a:spcPts val="0"/>
              </a:spcBef>
              <a:spcAft>
                <a:spcPts val="0"/>
              </a:spcAft>
              <a:defRPr/>
            </a:pPr>
            <a:endParaRPr lang="en-US" sz="1800" u="none" dirty="0"/>
          </a:p>
        </p:txBody>
      </p:sp>
      <p:sp>
        <p:nvSpPr>
          <p:cNvPr id="132" name="Rectangle 131"/>
          <p:cNvSpPr/>
          <p:nvPr/>
        </p:nvSpPr>
        <p:spPr>
          <a:xfrm>
            <a:off x="590550" y="4876800"/>
            <a:ext cx="381000" cy="304800"/>
          </a:xfrm>
          <a:prstGeom prst="rect">
            <a:avLst/>
          </a:prstGeom>
          <a:solidFill>
            <a:schemeClr val="accent3"/>
          </a:solidFill>
          <a:ln w="1905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91440" rIns="0" anchor="ctr"/>
          <a:lstStyle/>
          <a:p>
            <a:pPr algn="ctr" fontAlgn="auto">
              <a:lnSpc>
                <a:spcPts val="1300"/>
              </a:lnSpc>
              <a:spcBef>
                <a:spcPts val="0"/>
              </a:spcBef>
              <a:spcAft>
                <a:spcPts val="0"/>
              </a:spcAft>
              <a:defRPr/>
            </a:pPr>
            <a:r>
              <a:rPr lang="en-US" sz="1600" b="1" i="1" u="none" dirty="0">
                <a:solidFill>
                  <a:schemeClr val="tx1"/>
                </a:solidFill>
                <a:latin typeface="Cambria" pitchFamily="18" charset="0"/>
              </a:rPr>
              <a:t>I</a:t>
            </a:r>
            <a:r>
              <a:rPr lang="en-US" sz="1600" b="1" i="1" u="none" baseline="-16000" dirty="0">
                <a:solidFill>
                  <a:schemeClr val="tx1"/>
                </a:solidFill>
                <a:latin typeface="Cambria" pitchFamily="18" charset="0"/>
              </a:rPr>
              <a:t>ANY</a:t>
            </a:r>
          </a:p>
        </p:txBody>
      </p:sp>
      <p:grpSp>
        <p:nvGrpSpPr>
          <p:cNvPr id="2" name="Group 148"/>
          <p:cNvGrpSpPr>
            <a:grpSpLocks/>
          </p:cNvGrpSpPr>
          <p:nvPr/>
        </p:nvGrpSpPr>
        <p:grpSpPr bwMode="auto">
          <a:xfrm>
            <a:off x="7040563" y="1676400"/>
            <a:ext cx="1905000" cy="1371600"/>
            <a:chOff x="7162800" y="2286000"/>
            <a:chExt cx="1905000" cy="1447800"/>
          </a:xfrm>
        </p:grpSpPr>
        <p:sp>
          <p:nvSpPr>
            <p:cNvPr id="148" name="Rectangle 147"/>
            <p:cNvSpPr/>
            <p:nvPr/>
          </p:nvSpPr>
          <p:spPr bwMode="auto">
            <a:xfrm>
              <a:off x="7162800" y="2286000"/>
              <a:ext cx="1905000" cy="1447800"/>
            </a:xfrm>
            <a:prstGeom prst="rect">
              <a:avLst/>
            </a:prstGeom>
            <a:solidFill>
              <a:schemeClr val="bg1">
                <a:lumMod val="75000"/>
              </a:schemeClr>
            </a:solidFill>
            <a:ln>
              <a:noFill/>
              <a:headEnd type="none" w="med" len="med"/>
              <a:tailEnd type="none" w="med" len="med"/>
            </a:ln>
          </p:spPr>
          <p:style>
            <a:lnRef idx="1">
              <a:schemeClr val="accent3"/>
            </a:lnRef>
            <a:fillRef idx="3">
              <a:schemeClr val="accent3"/>
            </a:fillRef>
            <a:effectRef idx="2">
              <a:schemeClr val="accent3"/>
            </a:effectRef>
            <a:fontRef idx="minor">
              <a:schemeClr val="lt1"/>
            </a:fontRef>
          </p:style>
          <p:txBody>
            <a:bodyPr wrap="none" tIns="91440"/>
            <a:lstStyle/>
            <a:p>
              <a:pPr algn="ctr">
                <a:defRPr/>
              </a:pPr>
              <a:endParaRPr lang="en-US" sz="2000" u="none" dirty="0">
                <a:solidFill>
                  <a:schemeClr val="tx1">
                    <a:alpha val="100000"/>
                  </a:schemeClr>
                </a:solidFill>
                <a:cs typeface="Times New Roman"/>
              </a:endParaRPr>
            </a:p>
          </p:txBody>
        </p:sp>
        <p:cxnSp>
          <p:nvCxnSpPr>
            <p:cNvPr id="143" name="Straight Connector 142"/>
            <p:cNvCxnSpPr/>
            <p:nvPr/>
          </p:nvCxnSpPr>
          <p:spPr>
            <a:xfrm rot="10800000">
              <a:off x="8534400" y="2666383"/>
              <a:ext cx="381000" cy="1675"/>
            </a:xfrm>
            <a:prstGeom prst="line">
              <a:avLst/>
            </a:prstGeom>
            <a:ln>
              <a:solidFill>
                <a:srgbClr val="0066FF"/>
              </a:solidFill>
            </a:ln>
          </p:spPr>
          <p:style>
            <a:lnRef idx="2">
              <a:schemeClr val="dk1"/>
            </a:lnRef>
            <a:fillRef idx="0">
              <a:schemeClr val="dk1"/>
            </a:fillRef>
            <a:effectRef idx="1">
              <a:schemeClr val="dk1"/>
            </a:effectRef>
            <a:fontRef idx="minor">
              <a:schemeClr val="tx1"/>
            </a:fontRef>
          </p:style>
        </p:cxnSp>
        <p:sp>
          <p:nvSpPr>
            <p:cNvPr id="142529" name="TextBox 144"/>
            <p:cNvSpPr txBox="1">
              <a:spLocks noChangeArrowheads="1"/>
            </p:cNvSpPr>
            <p:nvPr/>
          </p:nvSpPr>
          <p:spPr bwMode="auto">
            <a:xfrm>
              <a:off x="7162800" y="2373136"/>
              <a:ext cx="1316038" cy="676981"/>
            </a:xfrm>
            <a:prstGeom prst="rect">
              <a:avLst/>
            </a:prstGeom>
            <a:noFill/>
            <a:ln w="9525">
              <a:noFill/>
              <a:miter lim="800000"/>
              <a:headEnd/>
              <a:tailEnd/>
            </a:ln>
          </p:spPr>
          <p:txBody>
            <a:bodyPr wrap="none">
              <a:spAutoFit/>
            </a:bodyPr>
            <a:lstStyle/>
            <a:p>
              <a:r>
                <a:rPr lang="en-US" altLang="zh-CN" sz="1800" u="none">
                  <a:solidFill>
                    <a:srgbClr val="0066FF"/>
                  </a:solidFill>
                  <a:latin typeface="Calibri" pitchFamily="34" charset="0"/>
                  <a:ea typeface="宋体" charset="-122"/>
                </a:rPr>
                <a:t>Links used </a:t>
              </a:r>
              <a:br>
                <a:rPr lang="en-US" altLang="zh-CN" sz="1800" u="none">
                  <a:solidFill>
                    <a:srgbClr val="0066FF"/>
                  </a:solidFill>
                  <a:latin typeface="Calibri" pitchFamily="34" charset="0"/>
                  <a:ea typeface="宋体" charset="-122"/>
                </a:rPr>
              </a:br>
              <a:r>
                <a:rPr lang="en-US" altLang="zh-CN" sz="1800" u="none">
                  <a:solidFill>
                    <a:srgbClr val="0066FF"/>
                  </a:solidFill>
                  <a:latin typeface="Calibri" pitchFamily="34" charset="0"/>
                  <a:ea typeface="宋体" charset="-122"/>
                </a:rPr>
                <a:t>for up paths</a:t>
              </a:r>
            </a:p>
          </p:txBody>
        </p:sp>
        <p:cxnSp>
          <p:nvCxnSpPr>
            <p:cNvPr id="146" name="Straight Connector 145"/>
            <p:cNvCxnSpPr/>
            <p:nvPr/>
          </p:nvCxnSpPr>
          <p:spPr>
            <a:xfrm rot="10800000">
              <a:off x="8534400" y="3274660"/>
              <a:ext cx="381000" cy="1676"/>
            </a:xfrm>
            <a:prstGeom prst="line">
              <a:avLst/>
            </a:prstGeom>
            <a:ln>
              <a:solidFill>
                <a:srgbClr val="FF0000"/>
              </a:solidFill>
            </a:ln>
          </p:spPr>
          <p:style>
            <a:lnRef idx="2">
              <a:schemeClr val="dk1"/>
            </a:lnRef>
            <a:fillRef idx="0">
              <a:schemeClr val="dk1"/>
            </a:fillRef>
            <a:effectRef idx="1">
              <a:schemeClr val="dk1"/>
            </a:effectRef>
            <a:fontRef idx="minor">
              <a:schemeClr val="tx1"/>
            </a:fontRef>
          </p:style>
        </p:cxnSp>
        <p:sp>
          <p:nvSpPr>
            <p:cNvPr id="142531" name="TextBox 146"/>
            <p:cNvSpPr txBox="1">
              <a:spLocks noChangeArrowheads="1"/>
            </p:cNvSpPr>
            <p:nvPr/>
          </p:nvSpPr>
          <p:spPr bwMode="auto">
            <a:xfrm>
              <a:off x="7162800" y="3048441"/>
              <a:ext cx="1600200" cy="676981"/>
            </a:xfrm>
            <a:prstGeom prst="rect">
              <a:avLst/>
            </a:prstGeom>
            <a:noFill/>
            <a:ln w="9525">
              <a:noFill/>
              <a:miter lim="800000"/>
              <a:headEnd/>
              <a:tailEnd/>
            </a:ln>
          </p:spPr>
          <p:txBody>
            <a:bodyPr wrap="none">
              <a:spAutoFit/>
            </a:bodyPr>
            <a:lstStyle/>
            <a:p>
              <a:r>
                <a:rPr lang="en-US" altLang="zh-CN" sz="1800" u="none">
                  <a:solidFill>
                    <a:srgbClr val="FF0000"/>
                  </a:solidFill>
                  <a:latin typeface="Calibri" pitchFamily="34" charset="0"/>
                  <a:ea typeface="宋体" charset="-122"/>
                </a:rPr>
                <a:t>Links used</a:t>
              </a:r>
              <a:br>
                <a:rPr lang="en-US" altLang="zh-CN" sz="1800" u="none">
                  <a:solidFill>
                    <a:srgbClr val="FF0000"/>
                  </a:solidFill>
                  <a:latin typeface="Calibri" pitchFamily="34" charset="0"/>
                  <a:ea typeface="宋体" charset="-122"/>
                </a:rPr>
              </a:br>
              <a:r>
                <a:rPr lang="en-US" altLang="zh-CN" sz="1800" u="none">
                  <a:solidFill>
                    <a:srgbClr val="FF0000"/>
                  </a:solidFill>
                  <a:latin typeface="Calibri" pitchFamily="34" charset="0"/>
                  <a:ea typeface="宋体" charset="-122"/>
                </a:rPr>
                <a:t>for down paths</a:t>
              </a:r>
            </a:p>
          </p:txBody>
        </p:sp>
      </p:grpSp>
      <p:sp>
        <p:nvSpPr>
          <p:cNvPr id="17" name="Rectangle 16"/>
          <p:cNvSpPr/>
          <p:nvPr/>
        </p:nvSpPr>
        <p:spPr>
          <a:xfrm>
            <a:off x="1219200" y="4303713"/>
            <a:ext cx="762000" cy="344487"/>
          </a:xfrm>
          <a:prstGeom prst="rect">
            <a:avLst/>
          </a:prstGeom>
          <a:ln>
            <a:solidFill>
              <a:schemeClr val="accent2">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nchor="ctr"/>
          <a:lstStyle/>
          <a:p>
            <a:pPr algn="ctr">
              <a:defRPr/>
            </a:pPr>
            <a:r>
              <a:rPr lang="en-US" sz="2000" b="1" i="1" u="none" dirty="0">
                <a:solidFill>
                  <a:srgbClr val="663300"/>
                </a:solidFill>
                <a:latin typeface="Cambria" pitchFamily="18" charset="0"/>
              </a:rPr>
              <a:t>T</a:t>
            </a:r>
            <a:r>
              <a:rPr lang="en-US" sz="2000" b="1" i="1" u="none" baseline="-16000" dirty="0">
                <a:solidFill>
                  <a:srgbClr val="663300"/>
                </a:solidFill>
                <a:latin typeface="Cambria" pitchFamily="18" charset="0"/>
              </a:rPr>
              <a:t>1</a:t>
            </a:r>
          </a:p>
        </p:txBody>
      </p:sp>
      <p:sp>
        <p:nvSpPr>
          <p:cNvPr id="18" name="Rectangle 17"/>
          <p:cNvSpPr/>
          <p:nvPr/>
        </p:nvSpPr>
        <p:spPr>
          <a:xfrm>
            <a:off x="2346325" y="4303713"/>
            <a:ext cx="762000" cy="344487"/>
          </a:xfrm>
          <a:prstGeom prst="rect">
            <a:avLst/>
          </a:prstGeom>
          <a:ln>
            <a:solidFill>
              <a:schemeClr val="accent2">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nchor="ctr"/>
          <a:lstStyle/>
          <a:p>
            <a:pPr algn="ctr">
              <a:defRPr/>
            </a:pPr>
            <a:r>
              <a:rPr lang="en-US" sz="2000" b="1" i="1" u="none" dirty="0">
                <a:solidFill>
                  <a:srgbClr val="663300"/>
                </a:solidFill>
                <a:latin typeface="Cambria" pitchFamily="18" charset="0"/>
              </a:rPr>
              <a:t>T</a:t>
            </a:r>
            <a:r>
              <a:rPr lang="en-US" sz="2000" b="1" i="1" u="none" baseline="-16000" dirty="0">
                <a:solidFill>
                  <a:srgbClr val="663300"/>
                </a:solidFill>
                <a:latin typeface="Cambria" pitchFamily="18" charset="0"/>
              </a:rPr>
              <a:t>2</a:t>
            </a:r>
          </a:p>
        </p:txBody>
      </p:sp>
      <p:sp>
        <p:nvSpPr>
          <p:cNvPr id="19" name="Rectangle 18"/>
          <p:cNvSpPr/>
          <p:nvPr/>
        </p:nvSpPr>
        <p:spPr>
          <a:xfrm>
            <a:off x="3475038" y="4303713"/>
            <a:ext cx="762000" cy="344487"/>
          </a:xfrm>
          <a:prstGeom prst="rect">
            <a:avLst/>
          </a:prstGeom>
          <a:ln>
            <a:solidFill>
              <a:schemeClr val="accent2">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nchor="ctr"/>
          <a:lstStyle/>
          <a:p>
            <a:pPr algn="ctr">
              <a:defRPr/>
            </a:pPr>
            <a:r>
              <a:rPr lang="en-US" sz="2000" b="1" i="1" u="none" dirty="0">
                <a:solidFill>
                  <a:srgbClr val="663300"/>
                </a:solidFill>
                <a:latin typeface="Cambria" pitchFamily="18" charset="0"/>
              </a:rPr>
              <a:t>T</a:t>
            </a:r>
            <a:r>
              <a:rPr lang="en-US" sz="2000" b="1" i="1" u="none" baseline="-16000" dirty="0">
                <a:solidFill>
                  <a:srgbClr val="663300"/>
                </a:solidFill>
                <a:latin typeface="Cambria" pitchFamily="18" charset="0"/>
              </a:rPr>
              <a:t>3</a:t>
            </a:r>
          </a:p>
        </p:txBody>
      </p:sp>
      <p:sp>
        <p:nvSpPr>
          <p:cNvPr id="20" name="Rectangle 19"/>
          <p:cNvSpPr/>
          <p:nvPr/>
        </p:nvSpPr>
        <p:spPr>
          <a:xfrm>
            <a:off x="4602163" y="4303713"/>
            <a:ext cx="762000" cy="344487"/>
          </a:xfrm>
          <a:prstGeom prst="rect">
            <a:avLst/>
          </a:prstGeom>
          <a:ln>
            <a:solidFill>
              <a:schemeClr val="accent2">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nchor="ctr"/>
          <a:lstStyle/>
          <a:p>
            <a:pPr algn="ctr">
              <a:defRPr/>
            </a:pPr>
            <a:r>
              <a:rPr lang="en-US" sz="2000" b="1" i="1" u="none" dirty="0">
                <a:solidFill>
                  <a:srgbClr val="663300"/>
                </a:solidFill>
                <a:latin typeface="Cambria" pitchFamily="18" charset="0"/>
              </a:rPr>
              <a:t>T</a:t>
            </a:r>
            <a:r>
              <a:rPr lang="en-US" sz="2000" b="1" i="1" u="none" baseline="-16000" dirty="0">
                <a:solidFill>
                  <a:srgbClr val="663300"/>
                </a:solidFill>
                <a:latin typeface="Cambria" pitchFamily="18" charset="0"/>
              </a:rPr>
              <a:t>4</a:t>
            </a:r>
          </a:p>
        </p:txBody>
      </p:sp>
      <p:sp>
        <p:nvSpPr>
          <p:cNvPr id="21" name="Rectangle 20"/>
          <p:cNvSpPr/>
          <p:nvPr/>
        </p:nvSpPr>
        <p:spPr>
          <a:xfrm>
            <a:off x="5730875" y="4303713"/>
            <a:ext cx="762000" cy="344487"/>
          </a:xfrm>
          <a:prstGeom prst="rect">
            <a:avLst/>
          </a:prstGeom>
          <a:ln>
            <a:solidFill>
              <a:schemeClr val="accent2">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nchor="ctr"/>
          <a:lstStyle/>
          <a:p>
            <a:pPr algn="ctr">
              <a:defRPr/>
            </a:pPr>
            <a:r>
              <a:rPr lang="en-US" sz="2000" b="1" i="1" u="none" dirty="0">
                <a:solidFill>
                  <a:srgbClr val="663300"/>
                </a:solidFill>
                <a:latin typeface="Cambria" pitchFamily="18" charset="0"/>
              </a:rPr>
              <a:t>T</a:t>
            </a:r>
            <a:r>
              <a:rPr lang="en-US" sz="2000" b="1" i="1" u="none" baseline="-16000" dirty="0">
                <a:solidFill>
                  <a:srgbClr val="663300"/>
                </a:solidFill>
                <a:latin typeface="Cambria" pitchFamily="18" charset="0"/>
              </a:rPr>
              <a:t>5</a:t>
            </a:r>
          </a:p>
        </p:txBody>
      </p:sp>
      <p:sp>
        <p:nvSpPr>
          <p:cNvPr id="22" name="Rectangle 21"/>
          <p:cNvSpPr/>
          <p:nvPr/>
        </p:nvSpPr>
        <p:spPr>
          <a:xfrm>
            <a:off x="6858000" y="4303713"/>
            <a:ext cx="762000" cy="344487"/>
          </a:xfrm>
          <a:prstGeom prst="rect">
            <a:avLst/>
          </a:prstGeom>
          <a:ln>
            <a:solidFill>
              <a:schemeClr val="accent2">
                <a:lumMod val="75000"/>
              </a:schemeClr>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nchor="ctr"/>
          <a:lstStyle/>
          <a:p>
            <a:pPr algn="ctr">
              <a:defRPr/>
            </a:pPr>
            <a:r>
              <a:rPr lang="en-US" sz="2000" b="1" i="1" u="none" dirty="0">
                <a:solidFill>
                  <a:srgbClr val="663300"/>
                </a:solidFill>
                <a:latin typeface="Cambria" pitchFamily="18" charset="0"/>
              </a:rPr>
              <a:t>T</a:t>
            </a:r>
            <a:r>
              <a:rPr lang="en-US" sz="2000" b="1" i="1" u="none" baseline="-16000" dirty="0">
                <a:solidFill>
                  <a:srgbClr val="663300"/>
                </a:solidFill>
                <a:latin typeface="Cambria" pitchFamily="18" charset="0"/>
              </a:rPr>
              <a:t>6</a:t>
            </a:r>
          </a:p>
        </p:txBody>
      </p:sp>
      <p:sp>
        <p:nvSpPr>
          <p:cNvPr id="3" name="TextBox 2"/>
          <p:cNvSpPr txBox="1"/>
          <p:nvPr/>
        </p:nvSpPr>
        <p:spPr>
          <a:xfrm>
            <a:off x="395536" y="6165304"/>
            <a:ext cx="7439882" cy="646331"/>
          </a:xfrm>
          <a:prstGeom prst="rect">
            <a:avLst/>
          </a:prstGeom>
          <a:noFill/>
        </p:spPr>
        <p:txBody>
          <a:bodyPr wrap="none" rtlCol="0">
            <a:spAutoFit/>
          </a:bodyPr>
          <a:lstStyle/>
          <a:p>
            <a:r>
              <a:rPr lang="en-US" dirty="0"/>
              <a:t>Use a combination of ECMP and Valiant Load Balancing to distribute traffic </a:t>
            </a:r>
          </a:p>
          <a:p>
            <a:r>
              <a:rPr lang="en-US" dirty="0"/>
              <a:t>across intermediate paths/switches for each transfer</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09"/>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0"/>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1"/>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3"/>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2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1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22"/>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24"/>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125"/>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2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18"/>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xit" presetSubtype="0" fill="hold" grpId="1" nodeType="clickEffect">
                                  <p:stCondLst>
                                    <p:cond delay="0"/>
                                  </p:stCondLst>
                                  <p:childTnLst>
                                    <p:set>
                                      <p:cBhvr>
                                        <p:cTn id="44" dur="1" fill="hold">
                                          <p:stCondLst>
                                            <p:cond delay="0"/>
                                          </p:stCondLst>
                                        </p:cTn>
                                        <p:tgtEl>
                                          <p:spTgt spid="118"/>
                                        </p:tgtEl>
                                        <p:attrNameLst>
                                          <p:attrName>style.visibility</p:attrName>
                                        </p:attrNameLst>
                                      </p:cBhvr>
                                      <p:to>
                                        <p:strVal val="hidden"/>
                                      </p:to>
                                    </p:set>
                                  </p:childTnLst>
                                </p:cTn>
                              </p:par>
                              <p:par>
                                <p:cTn id="45" presetID="1" presetClass="exit" presetSubtype="0" fill="hold" nodeType="withEffect">
                                  <p:stCondLst>
                                    <p:cond delay="0"/>
                                  </p:stCondLst>
                                  <p:childTnLst>
                                    <p:set>
                                      <p:cBhvr>
                                        <p:cTn id="46" dur="1" fill="hold">
                                          <p:stCondLst>
                                            <p:cond delay="0"/>
                                          </p:stCondLst>
                                        </p:cTn>
                                        <p:tgtEl>
                                          <p:spTgt spid="109"/>
                                        </p:tgtEl>
                                        <p:attrNameLst>
                                          <p:attrName>style.visibility</p:attrName>
                                        </p:attrNameLst>
                                      </p:cBhvr>
                                      <p:to>
                                        <p:strVal val="hidden"/>
                                      </p:to>
                                    </p:set>
                                  </p:childTnLst>
                                </p:cTn>
                              </p:par>
                              <p:par>
                                <p:cTn id="47" presetID="1" presetClass="exit" presetSubtype="0" fill="hold" grpId="1" nodeType="withEffect">
                                  <p:stCondLst>
                                    <p:cond delay="0"/>
                                  </p:stCondLst>
                                  <p:childTnLst>
                                    <p:set>
                                      <p:cBhvr>
                                        <p:cTn id="48" dur="1" fill="hold">
                                          <p:stCondLst>
                                            <p:cond delay="0"/>
                                          </p:stCondLst>
                                        </p:cTn>
                                        <p:tgtEl>
                                          <p:spTgt spid="110"/>
                                        </p:tgtEl>
                                        <p:attrNameLst>
                                          <p:attrName>style.visibility</p:attrName>
                                        </p:attrNameLst>
                                      </p:cBhvr>
                                      <p:to>
                                        <p:strVal val="hidden"/>
                                      </p:to>
                                    </p:set>
                                  </p:childTnLst>
                                </p:cTn>
                              </p:par>
                              <p:par>
                                <p:cTn id="49" presetID="1" presetClass="exit" presetSubtype="0" fill="hold" grpId="1" nodeType="withEffect">
                                  <p:stCondLst>
                                    <p:cond delay="0"/>
                                  </p:stCondLst>
                                  <p:childTnLst>
                                    <p:set>
                                      <p:cBhvr>
                                        <p:cTn id="50" dur="1" fill="hold">
                                          <p:stCondLst>
                                            <p:cond delay="0"/>
                                          </p:stCondLst>
                                        </p:cTn>
                                        <p:tgtEl>
                                          <p:spTgt spid="111"/>
                                        </p:tgtEl>
                                        <p:attrNameLst>
                                          <p:attrName>style.visibility</p:attrName>
                                        </p:attrNameLst>
                                      </p:cBhvr>
                                      <p:to>
                                        <p:strVal val="hidden"/>
                                      </p:to>
                                    </p:set>
                                  </p:childTnLst>
                                </p:cTn>
                              </p:par>
                              <p:par>
                                <p:cTn id="51" presetID="1" presetClass="exit" presetSubtype="0" fill="hold" grpId="1" nodeType="withEffect">
                                  <p:stCondLst>
                                    <p:cond delay="0"/>
                                  </p:stCondLst>
                                  <p:childTnLst>
                                    <p:set>
                                      <p:cBhvr>
                                        <p:cTn id="52" dur="1" fill="hold">
                                          <p:stCondLst>
                                            <p:cond delay="0"/>
                                          </p:stCondLst>
                                        </p:cTn>
                                        <p:tgtEl>
                                          <p:spTgt spid="113"/>
                                        </p:tgtEl>
                                        <p:attrNameLst>
                                          <p:attrName>style.visibility</p:attrName>
                                        </p:attrNameLst>
                                      </p:cBhvr>
                                      <p:to>
                                        <p:strVal val="hidden"/>
                                      </p:to>
                                    </p:set>
                                  </p:childTnLst>
                                </p:cTn>
                              </p:par>
                            </p:childTnLst>
                          </p:cTn>
                        </p:par>
                        <p:par>
                          <p:cTn id="53" fill="hold">
                            <p:stCondLst>
                              <p:cond delay="0"/>
                            </p:stCondLst>
                            <p:childTnLst>
                              <p:par>
                                <p:cTn id="54" presetID="1" presetClass="entr" presetSubtype="0" fill="hold" grpId="0" nodeType="afterEffect">
                                  <p:stCondLst>
                                    <p:cond delay="0"/>
                                  </p:stCondLst>
                                  <p:childTnLst>
                                    <p:set>
                                      <p:cBhvr>
                                        <p:cTn id="55" dur="1" fill="hold">
                                          <p:stCondLst>
                                            <p:cond delay="0"/>
                                          </p:stCondLst>
                                        </p:cTn>
                                        <p:tgtEl>
                                          <p:spTgt spid="127"/>
                                        </p:tgtEl>
                                        <p:attrNameLst>
                                          <p:attrName>style.visibility</p:attrName>
                                        </p:attrNameLst>
                                      </p:cBhvr>
                                      <p:to>
                                        <p:strVal val="visible"/>
                                      </p:to>
                                    </p:set>
                                  </p:childTnLst>
                                </p:cTn>
                              </p:par>
                              <p:par>
                                <p:cTn id="56" presetID="1" presetClass="entr" presetSubtype="0" fill="hold" grpId="0" nodeType="withEffect">
                                  <p:stCondLst>
                                    <p:cond delay="0"/>
                                  </p:stCondLst>
                                  <p:childTnLst>
                                    <p:set>
                                      <p:cBhvr>
                                        <p:cTn id="57" dur="1" fill="hold">
                                          <p:stCondLst>
                                            <p:cond delay="0"/>
                                          </p:stCondLst>
                                        </p:cTn>
                                        <p:tgtEl>
                                          <p:spTgt spid="128"/>
                                        </p:tgtEl>
                                        <p:attrNameLst>
                                          <p:attrName>style.visibility</p:attrName>
                                        </p:attrNameLst>
                                      </p:cBhvr>
                                      <p:to>
                                        <p:strVal val="visible"/>
                                      </p:to>
                                    </p:set>
                                  </p:childTnLst>
                                </p:cTn>
                              </p:par>
                              <p:par>
                                <p:cTn id="58" presetID="1" presetClass="entr" presetSubtype="0" fill="hold" grpId="0" nodeType="withEffect">
                                  <p:stCondLst>
                                    <p:cond delay="0"/>
                                  </p:stCondLst>
                                  <p:childTnLst>
                                    <p:set>
                                      <p:cBhvr>
                                        <p:cTn id="59" dur="1" fill="hold">
                                          <p:stCondLst>
                                            <p:cond delay="0"/>
                                          </p:stCondLst>
                                        </p:cTn>
                                        <p:tgtEl>
                                          <p:spTgt spid="129"/>
                                        </p:tgtEl>
                                        <p:attrNameLst>
                                          <p:attrName>style.visibility</p:attrName>
                                        </p:attrNameLst>
                                      </p:cBhvr>
                                      <p:to>
                                        <p:strVal val="visible"/>
                                      </p:to>
                                    </p:set>
                                  </p:childTnLst>
                                </p:cTn>
                              </p:par>
                              <p:par>
                                <p:cTn id="60" presetID="1" presetClass="entr" presetSubtype="0" fill="hold" grpId="0" nodeType="withEffect">
                                  <p:stCondLst>
                                    <p:cond delay="0"/>
                                  </p:stCondLst>
                                  <p:childTnLst>
                                    <p:set>
                                      <p:cBhvr>
                                        <p:cTn id="61" dur="1" fill="hold">
                                          <p:stCondLst>
                                            <p:cond delay="0"/>
                                          </p:stCondLst>
                                        </p:cTn>
                                        <p:tgtEl>
                                          <p:spTgt spid="132"/>
                                        </p:tgtEl>
                                        <p:attrNameLst>
                                          <p:attrName>style.visibility</p:attrName>
                                        </p:attrNameLst>
                                      </p:cBhvr>
                                      <p:to>
                                        <p:strVal val="visible"/>
                                      </p:to>
                                    </p:set>
                                  </p:childTnLst>
                                </p:cTn>
                              </p:par>
                            </p:childTnLst>
                          </p:cTn>
                        </p:par>
                      </p:childTnLst>
                    </p:cTn>
                  </p:par>
                  <p:par>
                    <p:cTn id="62" fill="hold">
                      <p:stCondLst>
                        <p:cond delay="indefinite"/>
                      </p:stCondLst>
                      <p:childTnLst>
                        <p:par>
                          <p:cTn id="63" fill="hold">
                            <p:stCondLst>
                              <p:cond delay="0"/>
                            </p:stCondLst>
                            <p:childTnLst>
                              <p:par>
                                <p:cTn id="64" presetID="7" presetClass="emph" presetSubtype="2" fill="hold" nodeType="clickEffect">
                                  <p:stCondLst>
                                    <p:cond delay="0"/>
                                  </p:stCondLst>
                                  <p:childTnLst>
                                    <p:animClr clrSpc="rgb" dir="cw">
                                      <p:cBhvr>
                                        <p:cTn id="65" dur="500" fill="hold"/>
                                        <p:tgtEl>
                                          <p:spTgt spid="23"/>
                                        </p:tgtEl>
                                        <p:attrNameLst>
                                          <p:attrName>stroke.color</p:attrName>
                                        </p:attrNameLst>
                                      </p:cBhvr>
                                      <p:to>
                                        <a:srgbClr val="0066FF"/>
                                      </p:to>
                                    </p:animClr>
                                    <p:set>
                                      <p:cBhvr>
                                        <p:cTn id="66" dur="500" fill="hold"/>
                                        <p:tgtEl>
                                          <p:spTgt spid="23"/>
                                        </p:tgtEl>
                                        <p:attrNameLst>
                                          <p:attrName>stroke.on</p:attrName>
                                        </p:attrNameLst>
                                      </p:cBhvr>
                                      <p:to>
                                        <p:strVal val="true"/>
                                      </p:to>
                                    </p:set>
                                  </p:childTnLst>
                                </p:cTn>
                              </p:par>
                              <p:par>
                                <p:cTn id="67" presetID="7" presetClass="emph" presetSubtype="2" fill="hold" nodeType="withEffect">
                                  <p:stCondLst>
                                    <p:cond delay="0"/>
                                  </p:stCondLst>
                                  <p:childTnLst>
                                    <p:animClr clrSpc="rgb" dir="cw">
                                      <p:cBhvr>
                                        <p:cTn id="68" dur="500" fill="hold"/>
                                        <p:tgtEl>
                                          <p:spTgt spid="7"/>
                                        </p:tgtEl>
                                        <p:attrNameLst>
                                          <p:attrName>stroke.color</p:attrName>
                                        </p:attrNameLst>
                                      </p:cBhvr>
                                      <p:to>
                                        <a:srgbClr val="0066FF"/>
                                      </p:to>
                                    </p:animClr>
                                    <p:set>
                                      <p:cBhvr>
                                        <p:cTn id="69" dur="500" fill="hold"/>
                                        <p:tgtEl>
                                          <p:spTgt spid="7"/>
                                        </p:tgtEl>
                                        <p:attrNameLst>
                                          <p:attrName>stroke.on</p:attrName>
                                        </p:attrNameLst>
                                      </p:cBhvr>
                                      <p:to>
                                        <p:strVal val="true"/>
                                      </p:to>
                                    </p:set>
                                  </p:childTnLst>
                                </p:cTn>
                              </p:par>
                              <p:par>
                                <p:cTn id="70" presetID="7" presetClass="emph" presetSubtype="2" fill="hold" nodeType="withEffect">
                                  <p:stCondLst>
                                    <p:cond delay="0"/>
                                  </p:stCondLst>
                                  <p:childTnLst>
                                    <p:animClr clrSpc="rgb" dir="cw">
                                      <p:cBhvr>
                                        <p:cTn id="71" dur="500" fill="hold"/>
                                        <p:tgtEl>
                                          <p:spTgt spid="8"/>
                                        </p:tgtEl>
                                        <p:attrNameLst>
                                          <p:attrName>stroke.color</p:attrName>
                                        </p:attrNameLst>
                                      </p:cBhvr>
                                      <p:to>
                                        <a:srgbClr val="0066FF"/>
                                      </p:to>
                                    </p:animClr>
                                    <p:set>
                                      <p:cBhvr>
                                        <p:cTn id="72" dur="500" fill="hold"/>
                                        <p:tgtEl>
                                          <p:spTgt spid="8"/>
                                        </p:tgtEl>
                                        <p:attrNameLst>
                                          <p:attrName>stroke.on</p:attrName>
                                        </p:attrNameLst>
                                      </p:cBhvr>
                                      <p:to>
                                        <p:strVal val="true"/>
                                      </p:to>
                                    </p:set>
                                  </p:childTnLst>
                                </p:cTn>
                              </p:par>
                              <p:par>
                                <p:cTn id="73" presetID="7" presetClass="emph" presetSubtype="2" fill="hold" nodeType="withEffect">
                                  <p:stCondLst>
                                    <p:cond delay="0"/>
                                  </p:stCondLst>
                                  <p:childTnLst>
                                    <p:animClr clrSpc="rgb" dir="cw">
                                      <p:cBhvr>
                                        <p:cTn id="74" dur="500" fill="hold"/>
                                        <p:tgtEl>
                                          <p:spTgt spid="24"/>
                                        </p:tgtEl>
                                        <p:attrNameLst>
                                          <p:attrName>stroke.color</p:attrName>
                                        </p:attrNameLst>
                                      </p:cBhvr>
                                      <p:to>
                                        <a:srgbClr val="0066FF"/>
                                      </p:to>
                                    </p:animClr>
                                    <p:set>
                                      <p:cBhvr>
                                        <p:cTn id="75" dur="500" fill="hold"/>
                                        <p:tgtEl>
                                          <p:spTgt spid="24"/>
                                        </p:tgtEl>
                                        <p:attrNameLst>
                                          <p:attrName>stroke.on</p:attrName>
                                        </p:attrNameLst>
                                      </p:cBhvr>
                                      <p:to>
                                        <p:strVal val="true"/>
                                      </p:to>
                                    </p:set>
                                  </p:childTnLst>
                                </p:cTn>
                              </p:par>
                              <p:par>
                                <p:cTn id="76" presetID="7" presetClass="emph" presetSubtype="2" fill="hold" nodeType="withEffect">
                                  <p:stCondLst>
                                    <p:cond delay="0"/>
                                  </p:stCondLst>
                                  <p:childTnLst>
                                    <p:animClr clrSpc="rgb" dir="cw">
                                      <p:cBhvr>
                                        <p:cTn id="77" dur="500" fill="hold"/>
                                        <p:tgtEl>
                                          <p:spTgt spid="25"/>
                                        </p:tgtEl>
                                        <p:attrNameLst>
                                          <p:attrName>stroke.color</p:attrName>
                                        </p:attrNameLst>
                                      </p:cBhvr>
                                      <p:to>
                                        <a:srgbClr val="0066FF"/>
                                      </p:to>
                                    </p:animClr>
                                    <p:set>
                                      <p:cBhvr>
                                        <p:cTn id="78" dur="500" fill="hold"/>
                                        <p:tgtEl>
                                          <p:spTgt spid="25"/>
                                        </p:tgtEl>
                                        <p:attrNameLst>
                                          <p:attrName>stroke.on</p:attrName>
                                        </p:attrNameLst>
                                      </p:cBhvr>
                                      <p:to>
                                        <p:strVal val="true"/>
                                      </p:to>
                                    </p:set>
                                  </p:childTnLst>
                                </p:cTn>
                              </p:par>
                              <p:par>
                                <p:cTn id="79" presetID="7" presetClass="emph" presetSubtype="2" fill="hold" nodeType="withEffect">
                                  <p:stCondLst>
                                    <p:cond delay="0"/>
                                  </p:stCondLst>
                                  <p:childTnLst>
                                    <p:animClr clrSpc="rgb" dir="cw">
                                      <p:cBhvr>
                                        <p:cTn id="80" dur="500" fill="hold"/>
                                        <p:tgtEl>
                                          <p:spTgt spid="26"/>
                                        </p:tgtEl>
                                        <p:attrNameLst>
                                          <p:attrName>stroke.color</p:attrName>
                                        </p:attrNameLst>
                                      </p:cBhvr>
                                      <p:to>
                                        <a:srgbClr val="0066FF"/>
                                      </p:to>
                                    </p:animClr>
                                    <p:set>
                                      <p:cBhvr>
                                        <p:cTn id="81" dur="500" fill="hold"/>
                                        <p:tgtEl>
                                          <p:spTgt spid="26"/>
                                        </p:tgtEl>
                                        <p:attrNameLst>
                                          <p:attrName>stroke.on</p:attrName>
                                        </p:attrNameLst>
                                      </p:cBhvr>
                                      <p:to>
                                        <p:strVal val="true"/>
                                      </p:to>
                                    </p:set>
                                  </p:childTnLst>
                                </p:cTn>
                              </p:par>
                              <p:par>
                                <p:cTn id="82" presetID="7" presetClass="emph" presetSubtype="2" fill="hold" nodeType="withEffect">
                                  <p:stCondLst>
                                    <p:cond delay="0"/>
                                  </p:stCondLst>
                                  <p:childTnLst>
                                    <p:animClr clrSpc="rgb" dir="cw">
                                      <p:cBhvr>
                                        <p:cTn id="83" dur="500" fill="hold"/>
                                        <p:tgtEl>
                                          <p:spTgt spid="27"/>
                                        </p:tgtEl>
                                        <p:attrNameLst>
                                          <p:attrName>stroke.color</p:attrName>
                                        </p:attrNameLst>
                                      </p:cBhvr>
                                      <p:to>
                                        <a:srgbClr val="0066FF"/>
                                      </p:to>
                                    </p:animClr>
                                    <p:set>
                                      <p:cBhvr>
                                        <p:cTn id="84" dur="500" fill="hold"/>
                                        <p:tgtEl>
                                          <p:spTgt spid="27"/>
                                        </p:tgtEl>
                                        <p:attrNameLst>
                                          <p:attrName>stroke.on</p:attrName>
                                        </p:attrNameLst>
                                      </p:cBhvr>
                                      <p:to>
                                        <p:strVal val="true"/>
                                      </p:to>
                                    </p:set>
                                  </p:childTnLst>
                                </p:cTn>
                              </p:par>
                              <p:par>
                                <p:cTn id="85" presetID="7" presetClass="emph" presetSubtype="2" fill="hold" nodeType="withEffect">
                                  <p:stCondLst>
                                    <p:cond delay="0"/>
                                  </p:stCondLst>
                                  <p:childTnLst>
                                    <p:animClr clrSpc="rgb" dir="cw">
                                      <p:cBhvr>
                                        <p:cTn id="86" dur="500" fill="hold"/>
                                        <p:tgtEl>
                                          <p:spTgt spid="88"/>
                                        </p:tgtEl>
                                        <p:attrNameLst>
                                          <p:attrName>stroke.color</p:attrName>
                                        </p:attrNameLst>
                                      </p:cBhvr>
                                      <p:to>
                                        <a:srgbClr val="0066FF"/>
                                      </p:to>
                                    </p:animClr>
                                    <p:set>
                                      <p:cBhvr>
                                        <p:cTn id="87" dur="500" fill="hold"/>
                                        <p:tgtEl>
                                          <p:spTgt spid="88"/>
                                        </p:tgtEl>
                                        <p:attrNameLst>
                                          <p:attrName>stroke.on</p:attrName>
                                        </p:attrNameLst>
                                      </p:cBhvr>
                                      <p:to>
                                        <p:strVal val="true"/>
                                      </p:to>
                                    </p:set>
                                  </p:childTnLst>
                                </p:cTn>
                              </p:par>
                              <p:par>
                                <p:cTn id="88" presetID="1" presetClass="entr" presetSubtype="0" fill="hold" nodeType="withEffect">
                                  <p:stCondLst>
                                    <p:cond delay="0"/>
                                  </p:stCondLst>
                                  <p:childTnLst>
                                    <p:set>
                                      <p:cBhvr>
                                        <p:cTn id="89" dur="1" fill="hold">
                                          <p:stCondLst>
                                            <p:cond delay="0"/>
                                          </p:stCondLst>
                                        </p:cTn>
                                        <p:tgtEl>
                                          <p:spTgt spid="2"/>
                                        </p:tgtEl>
                                        <p:attrNameLst>
                                          <p:attrName>style.visibility</p:attrName>
                                        </p:attrNameLst>
                                      </p:cBhvr>
                                      <p:to>
                                        <p:strVal val="visible"/>
                                      </p:to>
                                    </p:set>
                                  </p:childTnLst>
                                </p:cTn>
                              </p:par>
                              <p:par>
                                <p:cTn id="90" presetID="7" presetClass="emph" presetSubtype="2" fill="hold" nodeType="withEffect">
                                  <p:stCondLst>
                                    <p:cond delay="0"/>
                                  </p:stCondLst>
                                  <p:childTnLst>
                                    <p:animClr clrSpc="rgb" dir="cw">
                                      <p:cBhvr>
                                        <p:cTn id="91" dur="500" fill="hold"/>
                                        <p:tgtEl>
                                          <p:spTgt spid="74"/>
                                        </p:tgtEl>
                                        <p:attrNameLst>
                                          <p:attrName>stroke.color</p:attrName>
                                        </p:attrNameLst>
                                      </p:cBhvr>
                                      <p:to>
                                        <a:srgbClr val="FF0000"/>
                                      </p:to>
                                    </p:animClr>
                                    <p:set>
                                      <p:cBhvr>
                                        <p:cTn id="92" dur="500" fill="hold"/>
                                        <p:tgtEl>
                                          <p:spTgt spid="74"/>
                                        </p:tgtEl>
                                        <p:attrNameLst>
                                          <p:attrName>stroke.on</p:attrName>
                                        </p:attrNameLst>
                                      </p:cBhvr>
                                      <p:to>
                                        <p:strVal val="true"/>
                                      </p:to>
                                    </p:set>
                                  </p:childTnLst>
                                </p:cTn>
                              </p:par>
                              <p:par>
                                <p:cTn id="93" presetID="7" presetClass="emph" presetSubtype="2" fill="hold" nodeType="withEffect">
                                  <p:stCondLst>
                                    <p:cond delay="0"/>
                                  </p:stCondLst>
                                  <p:childTnLst>
                                    <p:animClr clrSpc="rgb" dir="cw">
                                      <p:cBhvr>
                                        <p:cTn id="94" dur="500" fill="hold"/>
                                        <p:tgtEl>
                                          <p:spTgt spid="29"/>
                                        </p:tgtEl>
                                        <p:attrNameLst>
                                          <p:attrName>stroke.color</p:attrName>
                                        </p:attrNameLst>
                                      </p:cBhvr>
                                      <p:to>
                                        <a:srgbClr val="FF0000"/>
                                      </p:to>
                                    </p:animClr>
                                    <p:set>
                                      <p:cBhvr>
                                        <p:cTn id="95" dur="500" fill="hold"/>
                                        <p:tgtEl>
                                          <p:spTgt spid="29"/>
                                        </p:tgtEl>
                                        <p:attrNameLst>
                                          <p:attrName>stroke.on</p:attrName>
                                        </p:attrNameLst>
                                      </p:cBhvr>
                                      <p:to>
                                        <p:strVal val="true"/>
                                      </p:to>
                                    </p:set>
                                  </p:childTnLst>
                                </p:cTn>
                              </p:par>
                              <p:par>
                                <p:cTn id="96" presetID="7" presetClass="emph" presetSubtype="2" fill="hold" nodeType="withEffect">
                                  <p:stCondLst>
                                    <p:cond delay="0"/>
                                  </p:stCondLst>
                                  <p:childTnLst>
                                    <p:animClr clrSpc="rgb" dir="cw">
                                      <p:cBhvr>
                                        <p:cTn id="97" dur="500" fill="hold"/>
                                        <p:tgtEl>
                                          <p:spTgt spid="80"/>
                                        </p:tgtEl>
                                        <p:attrNameLst>
                                          <p:attrName>stroke.color</p:attrName>
                                        </p:attrNameLst>
                                      </p:cBhvr>
                                      <p:to>
                                        <a:srgbClr val="FF0000"/>
                                      </p:to>
                                    </p:animClr>
                                    <p:set>
                                      <p:cBhvr>
                                        <p:cTn id="98" dur="500" fill="hold"/>
                                        <p:tgtEl>
                                          <p:spTgt spid="80"/>
                                        </p:tgtEl>
                                        <p:attrNameLst>
                                          <p:attrName>stroke.on</p:attrName>
                                        </p:attrNameLst>
                                      </p:cBhvr>
                                      <p:to>
                                        <p:strVal val="true"/>
                                      </p:to>
                                    </p:set>
                                  </p:childTnLst>
                                </p:cTn>
                              </p:par>
                              <p:par>
                                <p:cTn id="99" presetID="7" presetClass="emph" presetSubtype="2" fill="hold" nodeType="withEffect">
                                  <p:stCondLst>
                                    <p:cond delay="0"/>
                                  </p:stCondLst>
                                  <p:childTnLst>
                                    <p:animClr clrSpc="rgb" dir="cw">
                                      <p:cBhvr>
                                        <p:cTn id="100" dur="500" fill="hold"/>
                                        <p:tgtEl>
                                          <p:spTgt spid="30"/>
                                        </p:tgtEl>
                                        <p:attrNameLst>
                                          <p:attrName>stroke.color</p:attrName>
                                        </p:attrNameLst>
                                      </p:cBhvr>
                                      <p:to>
                                        <a:srgbClr val="FF0000"/>
                                      </p:to>
                                    </p:animClr>
                                    <p:set>
                                      <p:cBhvr>
                                        <p:cTn id="101" dur="500" fill="hold"/>
                                        <p:tgtEl>
                                          <p:spTgt spid="30"/>
                                        </p:tgtEl>
                                        <p:attrNameLst>
                                          <p:attrName>stroke.on</p:attrName>
                                        </p:attrNameLst>
                                      </p:cBhvr>
                                      <p:to>
                                        <p:strVal val="true"/>
                                      </p:to>
                                    </p:set>
                                  </p:childTnLst>
                                </p:cTn>
                              </p:par>
                              <p:par>
                                <p:cTn id="102" presetID="7" presetClass="emph" presetSubtype="2" fill="hold" nodeType="withEffect">
                                  <p:stCondLst>
                                    <p:cond delay="0"/>
                                  </p:stCondLst>
                                  <p:childTnLst>
                                    <p:animClr clrSpc="rgb" dir="cw">
                                      <p:cBhvr>
                                        <p:cTn id="103" dur="500" fill="hold"/>
                                        <p:tgtEl>
                                          <p:spTgt spid="28"/>
                                        </p:tgtEl>
                                        <p:attrNameLst>
                                          <p:attrName>stroke.color</p:attrName>
                                        </p:attrNameLst>
                                      </p:cBhvr>
                                      <p:to>
                                        <a:srgbClr val="FF0000"/>
                                      </p:to>
                                    </p:animClr>
                                    <p:set>
                                      <p:cBhvr>
                                        <p:cTn id="104" dur="500" fill="hold"/>
                                        <p:tgtEl>
                                          <p:spTgt spid="28"/>
                                        </p:tgtEl>
                                        <p:attrNameLst>
                                          <p:attrName>stroke.on</p:attrName>
                                        </p:attrNameLst>
                                      </p:cBhvr>
                                      <p:to>
                                        <p:strVal val="true"/>
                                      </p:to>
                                    </p:set>
                                  </p:childTnLst>
                                </p:cTn>
                              </p:par>
                              <p:par>
                                <p:cTn id="105" presetID="7" presetClass="emph" presetSubtype="2" fill="hold" nodeType="withEffect">
                                  <p:stCondLst>
                                    <p:cond delay="0"/>
                                  </p:stCondLst>
                                  <p:childTnLst>
                                    <p:animClr clrSpc="rgb" dir="cw">
                                      <p:cBhvr>
                                        <p:cTn id="106" dur="500" fill="hold"/>
                                        <p:tgtEl>
                                          <p:spTgt spid="31"/>
                                        </p:tgtEl>
                                        <p:attrNameLst>
                                          <p:attrName>stroke.color</p:attrName>
                                        </p:attrNameLst>
                                      </p:cBhvr>
                                      <p:to>
                                        <a:srgbClr val="FF0000"/>
                                      </p:to>
                                    </p:animClr>
                                    <p:set>
                                      <p:cBhvr>
                                        <p:cTn id="107" dur="500" fill="hold"/>
                                        <p:tgtEl>
                                          <p:spTgt spid="31"/>
                                        </p:tgtEl>
                                        <p:attrNameLst>
                                          <p:attrName>stroke.on</p:attrName>
                                        </p:attrNameLst>
                                      </p:cBhvr>
                                      <p:to>
                                        <p:strVal val="true"/>
                                      </p:to>
                                    </p:set>
                                  </p:childTnLst>
                                </p:cTn>
                              </p:par>
                              <p:par>
                                <p:cTn id="108" presetID="7" presetClass="emph" presetSubtype="2" fill="hold" nodeType="withEffect">
                                  <p:stCondLst>
                                    <p:cond delay="0"/>
                                  </p:stCondLst>
                                  <p:childTnLst>
                                    <p:animClr clrSpc="rgb" dir="cw">
                                      <p:cBhvr>
                                        <p:cTn id="109" dur="500" fill="hold"/>
                                        <p:tgtEl>
                                          <p:spTgt spid="14"/>
                                        </p:tgtEl>
                                        <p:attrNameLst>
                                          <p:attrName>stroke.color</p:attrName>
                                        </p:attrNameLst>
                                      </p:cBhvr>
                                      <p:to>
                                        <a:srgbClr val="FF0000"/>
                                      </p:to>
                                    </p:animClr>
                                    <p:set>
                                      <p:cBhvr>
                                        <p:cTn id="110" dur="500" fill="hold"/>
                                        <p:tgtEl>
                                          <p:spTgt spid="14"/>
                                        </p:tgtEl>
                                        <p:attrNameLst>
                                          <p:attrName>stroke.on</p:attrName>
                                        </p:attrNameLst>
                                      </p:cBhvr>
                                      <p:to>
                                        <p:strVal val="true"/>
                                      </p:to>
                                    </p:set>
                                  </p:childTnLst>
                                </p:cTn>
                              </p:par>
                              <p:par>
                                <p:cTn id="111" presetID="7" presetClass="emph" presetSubtype="2" fill="hold" nodeType="withEffect">
                                  <p:stCondLst>
                                    <p:cond delay="0"/>
                                  </p:stCondLst>
                                  <p:childTnLst>
                                    <p:animClr clrSpc="rgb" dir="cw">
                                      <p:cBhvr>
                                        <p:cTn id="112" dur="500" fill="hold"/>
                                        <p:tgtEl>
                                          <p:spTgt spid="13"/>
                                        </p:tgtEl>
                                        <p:attrNameLst>
                                          <p:attrName>stroke.color</p:attrName>
                                        </p:attrNameLst>
                                      </p:cBhvr>
                                      <p:to>
                                        <a:srgbClr val="FF0000"/>
                                      </p:to>
                                    </p:animClr>
                                    <p:set>
                                      <p:cBhvr>
                                        <p:cTn id="113" dur="500" fill="hold"/>
                                        <p:tgtEl>
                                          <p:spTgt spid="13"/>
                                        </p:tgtEl>
                                        <p:attrNameLst>
                                          <p:attrName>stroke.on</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6" grpId="0" animBg="1"/>
      <p:bldP spid="107" grpId="0"/>
      <p:bldP spid="110" grpId="0" animBg="1"/>
      <p:bldP spid="110" grpId="1" animBg="1"/>
      <p:bldP spid="111" grpId="0"/>
      <p:bldP spid="111" grpId="1"/>
      <p:bldP spid="113" grpId="0" animBg="1"/>
      <p:bldP spid="113" grpId="1" animBg="1"/>
      <p:bldP spid="114" grpId="0" animBg="1"/>
      <p:bldP spid="115" grpId="0" animBg="1"/>
      <p:bldP spid="116" grpId="0" animBg="1"/>
      <p:bldP spid="121" grpId="0" animBg="1"/>
      <p:bldP spid="122" grpId="0"/>
      <p:bldP spid="124" grpId="0" animBg="1"/>
      <p:bldP spid="125" grpId="0" animBg="1"/>
      <p:bldP spid="126" grpId="0" animBg="1"/>
      <p:bldP spid="127" grpId="0"/>
      <p:bldP spid="128" grpId="0"/>
      <p:bldP spid="129" grpId="0"/>
      <p:bldP spid="118" grpId="0" animBg="1"/>
      <p:bldP spid="118" grpId="1" animBg="1"/>
      <p:bldP spid="132" grpId="0" animBg="1"/>
    </p:bldLst>
  </p:timing>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AAA394-CF96-D644-9012-BC7D3E98B03B}"/>
              </a:ext>
            </a:extLst>
          </p:cNvPr>
          <p:cNvSpPr>
            <a:spLocks noGrp="1"/>
          </p:cNvSpPr>
          <p:nvPr>
            <p:ph type="title"/>
          </p:nvPr>
        </p:nvSpPr>
        <p:spPr/>
        <p:txBody>
          <a:bodyPr/>
          <a:lstStyle/>
          <a:p>
            <a:r>
              <a:rPr lang="en-US" dirty="0"/>
              <a:t>VL2 Directory System</a:t>
            </a:r>
          </a:p>
        </p:txBody>
      </p:sp>
      <p:sp>
        <p:nvSpPr>
          <p:cNvPr id="3" name="Content Placeholder 2">
            <a:extLst>
              <a:ext uri="{FF2B5EF4-FFF2-40B4-BE49-F238E27FC236}">
                <a16:creationId xmlns:a16="http://schemas.microsoft.com/office/drawing/2014/main" id="{F4D26556-8C60-4347-BE64-202BB55A75F7}"/>
              </a:ext>
            </a:extLst>
          </p:cNvPr>
          <p:cNvSpPr>
            <a:spLocks noGrp="1"/>
          </p:cNvSpPr>
          <p:nvPr>
            <p:ph idx="1"/>
          </p:nvPr>
        </p:nvSpPr>
        <p:spPr/>
        <p:txBody>
          <a:bodyPr>
            <a:normAutofit fontScale="85000" lnSpcReduction="20000"/>
          </a:bodyPr>
          <a:lstStyle/>
          <a:p>
            <a:r>
              <a:rPr lang="en-US" altLang="zh-CN" dirty="0"/>
              <a:t>VL2 has a modest number (50-100 directory server nodes for 100K servers) of read-optimized, </a:t>
            </a:r>
            <a:r>
              <a:rPr lang="en-US" altLang="zh-CN" b="1" dirty="0"/>
              <a:t>replicated directory servers </a:t>
            </a:r>
            <a:r>
              <a:rPr lang="en-US" altLang="zh-CN" dirty="0"/>
              <a:t>that </a:t>
            </a:r>
            <a:r>
              <a:rPr lang="en-US" altLang="zh-CN" b="1" dirty="0"/>
              <a:t>cache</a:t>
            </a:r>
            <a:r>
              <a:rPr lang="en-US" altLang="zh-CN" dirty="0"/>
              <a:t> AA-to-LA mappings and handle queries from VL2 agents, AND</a:t>
            </a:r>
          </a:p>
          <a:p>
            <a:r>
              <a:rPr lang="en-US" altLang="zh-CN" dirty="0"/>
              <a:t>a small number (5-10 servers) of write-optimized, </a:t>
            </a:r>
            <a:r>
              <a:rPr lang="en-US" altLang="zh-CN" b="1" dirty="0"/>
              <a:t>asynchronous replicated state machine (RSM) servers </a:t>
            </a:r>
            <a:r>
              <a:rPr lang="en-US" altLang="zh-CN" dirty="0"/>
              <a:t>that offer a </a:t>
            </a:r>
            <a:r>
              <a:rPr lang="en-US" altLang="zh-CN" b="1" dirty="0"/>
              <a:t>strongly consistent, reliable store of AA-to-LA mappings</a:t>
            </a:r>
            <a:r>
              <a:rPr lang="en-US" altLang="zh-CN" dirty="0"/>
              <a:t>.</a:t>
            </a:r>
          </a:p>
          <a:p>
            <a:r>
              <a:rPr lang="en-US" altLang="zh-CN" dirty="0"/>
              <a:t>The directory servers ensure low latency, high throughput, and high availability for a high lookup rate. Meanwhile, the RSM servers ensure strong consistency and durability.</a:t>
            </a:r>
            <a:endParaRPr lang="zh-CN" altLang="en-US" dirty="0"/>
          </a:p>
          <a:p>
            <a:endParaRPr lang="en-US" dirty="0"/>
          </a:p>
        </p:txBody>
      </p:sp>
      <p:sp>
        <p:nvSpPr>
          <p:cNvPr id="4" name="Date Placeholder 3">
            <a:extLst>
              <a:ext uri="{FF2B5EF4-FFF2-40B4-BE49-F238E27FC236}">
                <a16:creationId xmlns:a16="http://schemas.microsoft.com/office/drawing/2014/main" id="{0271BEA0-2A2F-9149-BF7D-0131CC2609F0}"/>
              </a:ext>
            </a:extLst>
          </p:cNvPr>
          <p:cNvSpPr>
            <a:spLocks noGrp="1"/>
          </p:cNvSpPr>
          <p:nvPr>
            <p:ph type="dt" sz="half" idx="10"/>
          </p:nvPr>
        </p:nvSpPr>
        <p:spPr/>
        <p:txBody>
          <a:bodyPr/>
          <a:lstStyle/>
          <a:p>
            <a:fld id="{827ADB60-3E79-449A-88A8-D8CD2A903F4E}" type="datetime1">
              <a:rPr lang="zh-CN" altLang="en-US" smtClean="0"/>
              <a:pPr/>
              <a:t>2025/3/5</a:t>
            </a:fld>
            <a:endParaRPr lang="zh-CN" altLang="en-US"/>
          </a:p>
        </p:txBody>
      </p:sp>
      <p:sp>
        <p:nvSpPr>
          <p:cNvPr id="5" name="Slide Number Placeholder 4">
            <a:extLst>
              <a:ext uri="{FF2B5EF4-FFF2-40B4-BE49-F238E27FC236}">
                <a16:creationId xmlns:a16="http://schemas.microsoft.com/office/drawing/2014/main" id="{EBE0534C-A3BD-024B-95A8-0E1ED6E82E02}"/>
              </a:ext>
            </a:extLst>
          </p:cNvPr>
          <p:cNvSpPr>
            <a:spLocks noGrp="1"/>
          </p:cNvSpPr>
          <p:nvPr>
            <p:ph type="sldNum" sz="quarter" idx="12"/>
          </p:nvPr>
        </p:nvSpPr>
        <p:spPr/>
        <p:txBody>
          <a:bodyPr/>
          <a:lstStyle/>
          <a:p>
            <a:fld id="{0C913308-F349-4B6D-A68A-DD1791B4A57B}" type="slidenum">
              <a:rPr lang="zh-CN" altLang="en-US" smtClean="0"/>
              <a:pPr/>
              <a:t>83</a:t>
            </a:fld>
            <a:endParaRPr lang="zh-CN" altLang="en-US"/>
          </a:p>
        </p:txBody>
      </p:sp>
    </p:spTree>
    <p:extLst>
      <p:ext uri="{BB962C8B-B14F-4D97-AF65-F5344CB8AC3E}">
        <p14:creationId xmlns:p14="http://schemas.microsoft.com/office/powerpoint/2010/main" val="136927213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3362" name="Rectangle 2"/>
          <p:cNvSpPr>
            <a:spLocks noGrp="1" noChangeArrowheads="1"/>
          </p:cNvSpPr>
          <p:nvPr>
            <p:ph type="title"/>
          </p:nvPr>
        </p:nvSpPr>
        <p:spPr/>
        <p:txBody>
          <a:bodyPr/>
          <a:lstStyle/>
          <a:p>
            <a:r>
              <a:rPr lang="en-US" altLang="zh-CN">
                <a:ea typeface="宋体" charset="-122"/>
              </a:rPr>
              <a:t>VL2 Directory System</a:t>
            </a:r>
          </a:p>
        </p:txBody>
      </p:sp>
      <p:grpSp>
        <p:nvGrpSpPr>
          <p:cNvPr id="2" name="Group 45"/>
          <p:cNvGrpSpPr>
            <a:grpSpLocks/>
          </p:cNvGrpSpPr>
          <p:nvPr/>
        </p:nvGrpSpPr>
        <p:grpSpPr bwMode="auto">
          <a:xfrm>
            <a:off x="323528" y="1592858"/>
            <a:ext cx="8113273" cy="4716462"/>
            <a:chOff x="913070" y="2745658"/>
            <a:chExt cx="7008821" cy="3648100"/>
          </a:xfrm>
        </p:grpSpPr>
        <p:sp>
          <p:nvSpPr>
            <p:cNvPr id="5" name="Rounded Rectangle 4"/>
            <p:cNvSpPr/>
            <p:nvPr/>
          </p:nvSpPr>
          <p:spPr>
            <a:xfrm>
              <a:off x="4299879" y="2847574"/>
              <a:ext cx="533472" cy="380650"/>
            </a:xfrm>
            <a:prstGeom prst="roundRect">
              <a:avLst/>
            </a:prstGeom>
            <a:solidFill>
              <a:schemeClr val="accent2">
                <a:lumMod val="20000"/>
                <a:lumOff val="80000"/>
              </a:schemeClr>
            </a:solidFill>
            <a:ln>
              <a:solidFill>
                <a:srgbClr val="C00000"/>
              </a:solidFill>
            </a:ln>
          </p:spPr>
          <p:style>
            <a:lnRef idx="2">
              <a:schemeClr val="accent2"/>
            </a:lnRef>
            <a:fillRef idx="1">
              <a:schemeClr val="lt1"/>
            </a:fillRef>
            <a:effectRef idx="0">
              <a:schemeClr val="accent2"/>
            </a:effectRef>
            <a:fontRef idx="minor">
              <a:schemeClr val="dk1"/>
            </a:fontRef>
          </p:style>
          <p:txBody>
            <a:bodyPr lIns="0" tIns="0" rIns="0" bIns="0" anchor="ctr"/>
            <a:lstStyle/>
            <a:p>
              <a:pPr algn="ctr" fontAlgn="auto">
                <a:spcBef>
                  <a:spcPts val="0"/>
                </a:spcBef>
                <a:spcAft>
                  <a:spcPts val="0"/>
                </a:spcAft>
                <a:defRPr/>
              </a:pPr>
              <a:r>
                <a:rPr lang="en-US" sz="2000" u="none" dirty="0">
                  <a:solidFill>
                    <a:srgbClr val="C00000"/>
                  </a:solidFill>
                </a:rPr>
                <a:t>RSM</a:t>
              </a:r>
            </a:p>
          </p:txBody>
        </p:sp>
        <p:sp>
          <p:nvSpPr>
            <p:cNvPr id="6" name="Flowchart: Predefined Process 5"/>
            <p:cNvSpPr/>
            <p:nvPr/>
          </p:nvSpPr>
          <p:spPr>
            <a:xfrm>
              <a:off x="2475924" y="4698024"/>
              <a:ext cx="556786" cy="340129"/>
            </a:xfrm>
            <a:prstGeom prst="flowChartPredefinedProcess">
              <a:avLst/>
            </a:prstGeom>
            <a:solidFill>
              <a:schemeClr val="accent1">
                <a:lumMod val="20000"/>
                <a:lumOff val="80000"/>
              </a:schemeClr>
            </a:solidFill>
            <a:ln>
              <a:solidFill>
                <a:schemeClr val="tx2">
                  <a:lumMod val="75000"/>
                </a:schemeClr>
              </a:solidFill>
            </a:ln>
          </p:spPr>
          <p:style>
            <a:lnRef idx="2">
              <a:schemeClr val="accent1"/>
            </a:lnRef>
            <a:fillRef idx="1">
              <a:schemeClr val="lt1"/>
            </a:fillRef>
            <a:effectRef idx="0">
              <a:schemeClr val="accent1"/>
            </a:effectRef>
            <a:fontRef idx="minor">
              <a:schemeClr val="dk1"/>
            </a:fontRef>
          </p:style>
          <p:txBody>
            <a:bodyPr lIns="0" tIns="0" rIns="0" bIns="0" anchor="ctr"/>
            <a:lstStyle/>
            <a:p>
              <a:pPr algn="ctr" fontAlgn="auto">
                <a:spcBef>
                  <a:spcPts val="0"/>
                </a:spcBef>
                <a:spcAft>
                  <a:spcPts val="0"/>
                </a:spcAft>
                <a:defRPr/>
              </a:pPr>
              <a:r>
                <a:rPr lang="en-US" sz="2000" u="none" dirty="0">
                  <a:solidFill>
                    <a:schemeClr val="tx2">
                      <a:lumMod val="75000"/>
                    </a:schemeClr>
                  </a:solidFill>
                </a:rPr>
                <a:t>DS</a:t>
              </a:r>
            </a:p>
          </p:txBody>
        </p:sp>
        <p:sp>
          <p:nvSpPr>
            <p:cNvPr id="7" name="Rounded Rectangle 6"/>
            <p:cNvSpPr/>
            <p:nvPr/>
          </p:nvSpPr>
          <p:spPr>
            <a:xfrm>
              <a:off x="3692351" y="3610102"/>
              <a:ext cx="533473" cy="380650"/>
            </a:xfrm>
            <a:prstGeom prst="roundRect">
              <a:avLst/>
            </a:prstGeom>
            <a:solidFill>
              <a:schemeClr val="accent2">
                <a:lumMod val="20000"/>
                <a:lumOff val="80000"/>
              </a:schemeClr>
            </a:solidFill>
            <a:ln>
              <a:solidFill>
                <a:srgbClr val="C00000"/>
              </a:solidFill>
            </a:ln>
          </p:spPr>
          <p:style>
            <a:lnRef idx="2">
              <a:schemeClr val="accent2"/>
            </a:lnRef>
            <a:fillRef idx="1">
              <a:schemeClr val="lt1"/>
            </a:fillRef>
            <a:effectRef idx="0">
              <a:schemeClr val="accent2"/>
            </a:effectRef>
            <a:fontRef idx="minor">
              <a:schemeClr val="dk1"/>
            </a:fontRef>
          </p:style>
          <p:txBody>
            <a:bodyPr lIns="0" tIns="0" rIns="0" bIns="0" anchor="ctr"/>
            <a:lstStyle/>
            <a:p>
              <a:pPr algn="ctr" fontAlgn="auto">
                <a:spcBef>
                  <a:spcPts val="0"/>
                </a:spcBef>
                <a:spcAft>
                  <a:spcPts val="0"/>
                </a:spcAft>
                <a:defRPr/>
              </a:pPr>
              <a:r>
                <a:rPr lang="en-US" sz="2000" u="none" dirty="0">
                  <a:solidFill>
                    <a:srgbClr val="C00000"/>
                  </a:solidFill>
                </a:rPr>
                <a:t>RSM</a:t>
              </a:r>
            </a:p>
          </p:txBody>
        </p:sp>
        <p:sp>
          <p:nvSpPr>
            <p:cNvPr id="8" name="Flowchart: Predefined Process 7"/>
            <p:cNvSpPr/>
            <p:nvPr/>
          </p:nvSpPr>
          <p:spPr>
            <a:xfrm>
              <a:off x="3542869" y="4698024"/>
              <a:ext cx="556786" cy="340129"/>
            </a:xfrm>
            <a:prstGeom prst="flowChartPredefinedProcess">
              <a:avLst/>
            </a:prstGeom>
            <a:solidFill>
              <a:schemeClr val="accent1">
                <a:lumMod val="20000"/>
                <a:lumOff val="80000"/>
              </a:schemeClr>
            </a:solidFill>
            <a:ln>
              <a:solidFill>
                <a:schemeClr val="tx2">
                  <a:lumMod val="75000"/>
                </a:schemeClr>
              </a:solidFill>
            </a:ln>
          </p:spPr>
          <p:style>
            <a:lnRef idx="2">
              <a:schemeClr val="accent1"/>
            </a:lnRef>
            <a:fillRef idx="1">
              <a:schemeClr val="lt1"/>
            </a:fillRef>
            <a:effectRef idx="0">
              <a:schemeClr val="accent1"/>
            </a:effectRef>
            <a:fontRef idx="minor">
              <a:schemeClr val="dk1"/>
            </a:fontRef>
          </p:style>
          <p:txBody>
            <a:bodyPr lIns="0" tIns="0" rIns="0" bIns="0" anchor="ctr"/>
            <a:lstStyle/>
            <a:p>
              <a:pPr algn="ctr" fontAlgn="auto">
                <a:spcBef>
                  <a:spcPts val="0"/>
                </a:spcBef>
                <a:spcAft>
                  <a:spcPts val="0"/>
                </a:spcAft>
                <a:defRPr/>
              </a:pPr>
              <a:r>
                <a:rPr lang="en-US" sz="2000" u="none" dirty="0">
                  <a:solidFill>
                    <a:schemeClr val="tx2">
                      <a:lumMod val="75000"/>
                    </a:schemeClr>
                  </a:solidFill>
                </a:rPr>
                <a:t>DS</a:t>
              </a:r>
            </a:p>
          </p:txBody>
        </p:sp>
        <p:sp>
          <p:nvSpPr>
            <p:cNvPr id="9" name="Rounded Rectangle 8"/>
            <p:cNvSpPr/>
            <p:nvPr/>
          </p:nvSpPr>
          <p:spPr>
            <a:xfrm>
              <a:off x="4952664" y="3610102"/>
              <a:ext cx="533472" cy="380650"/>
            </a:xfrm>
            <a:prstGeom prst="roundRect">
              <a:avLst/>
            </a:prstGeom>
            <a:solidFill>
              <a:schemeClr val="accent2">
                <a:lumMod val="20000"/>
                <a:lumOff val="80000"/>
              </a:schemeClr>
            </a:solidFill>
            <a:ln>
              <a:solidFill>
                <a:srgbClr val="C00000"/>
              </a:solidFill>
            </a:ln>
          </p:spPr>
          <p:style>
            <a:lnRef idx="2">
              <a:schemeClr val="accent2"/>
            </a:lnRef>
            <a:fillRef idx="1">
              <a:schemeClr val="lt1"/>
            </a:fillRef>
            <a:effectRef idx="0">
              <a:schemeClr val="accent2"/>
            </a:effectRef>
            <a:fontRef idx="minor">
              <a:schemeClr val="dk1"/>
            </a:fontRef>
          </p:style>
          <p:txBody>
            <a:bodyPr lIns="0" tIns="0" rIns="0" bIns="0" anchor="ctr"/>
            <a:lstStyle/>
            <a:p>
              <a:pPr algn="ctr" fontAlgn="auto">
                <a:spcBef>
                  <a:spcPts val="0"/>
                </a:spcBef>
                <a:spcAft>
                  <a:spcPts val="0"/>
                </a:spcAft>
                <a:defRPr/>
              </a:pPr>
              <a:r>
                <a:rPr lang="en-US" sz="2000" u="none" dirty="0">
                  <a:solidFill>
                    <a:srgbClr val="C00000"/>
                  </a:solidFill>
                </a:rPr>
                <a:t>RSM</a:t>
              </a:r>
            </a:p>
          </p:txBody>
        </p:sp>
        <p:sp>
          <p:nvSpPr>
            <p:cNvPr id="10" name="Flowchart: Predefined Process 9"/>
            <p:cNvSpPr/>
            <p:nvPr/>
          </p:nvSpPr>
          <p:spPr>
            <a:xfrm>
              <a:off x="5333911" y="4698024"/>
              <a:ext cx="556786" cy="340129"/>
            </a:xfrm>
            <a:prstGeom prst="flowChartPredefinedProcess">
              <a:avLst/>
            </a:prstGeom>
            <a:solidFill>
              <a:schemeClr val="accent1">
                <a:lumMod val="20000"/>
                <a:lumOff val="80000"/>
              </a:schemeClr>
            </a:solidFill>
            <a:ln>
              <a:solidFill>
                <a:schemeClr val="tx2">
                  <a:lumMod val="75000"/>
                </a:schemeClr>
              </a:solidFill>
            </a:ln>
          </p:spPr>
          <p:style>
            <a:lnRef idx="2">
              <a:schemeClr val="accent1"/>
            </a:lnRef>
            <a:fillRef idx="1">
              <a:schemeClr val="lt1"/>
            </a:fillRef>
            <a:effectRef idx="0">
              <a:schemeClr val="accent1"/>
            </a:effectRef>
            <a:fontRef idx="minor">
              <a:schemeClr val="dk1"/>
            </a:fontRef>
          </p:style>
          <p:txBody>
            <a:bodyPr lIns="0" tIns="0" rIns="0" bIns="0" anchor="ctr"/>
            <a:lstStyle/>
            <a:p>
              <a:pPr algn="ctr" fontAlgn="auto">
                <a:spcBef>
                  <a:spcPts val="0"/>
                </a:spcBef>
                <a:spcAft>
                  <a:spcPts val="0"/>
                </a:spcAft>
                <a:defRPr/>
              </a:pPr>
              <a:r>
                <a:rPr lang="en-US" sz="2000" u="none" dirty="0">
                  <a:solidFill>
                    <a:schemeClr val="tx2">
                      <a:lumMod val="75000"/>
                    </a:schemeClr>
                  </a:solidFill>
                </a:rPr>
                <a:t>DS</a:t>
              </a:r>
            </a:p>
          </p:txBody>
        </p:sp>
        <p:sp>
          <p:nvSpPr>
            <p:cNvPr id="11" name="Snip Diagonal Corner Rectangle 10"/>
            <p:cNvSpPr/>
            <p:nvPr/>
          </p:nvSpPr>
          <p:spPr>
            <a:xfrm>
              <a:off x="2880485" y="5765072"/>
              <a:ext cx="848894" cy="335218"/>
            </a:xfrm>
            <a:prstGeom prst="snip2DiagRect">
              <a:avLst>
                <a:gd name="adj1" fmla="val 0"/>
                <a:gd name="adj2" fmla="val 33137"/>
              </a:avLst>
            </a:prstGeom>
            <a:solidFill>
              <a:schemeClr val="accent3">
                <a:lumMod val="20000"/>
                <a:lumOff val="80000"/>
              </a:schemeClr>
            </a:solidFill>
            <a:ln>
              <a:solidFill>
                <a:schemeClr val="accent3">
                  <a:lumMod val="50000"/>
                </a:schemeClr>
              </a:solidFill>
            </a:ln>
          </p:spPr>
          <p:style>
            <a:lnRef idx="2">
              <a:schemeClr val="accent3"/>
            </a:lnRef>
            <a:fillRef idx="1">
              <a:schemeClr val="lt1"/>
            </a:fillRef>
            <a:effectRef idx="0">
              <a:schemeClr val="accent3"/>
            </a:effectRef>
            <a:fontRef idx="minor">
              <a:schemeClr val="dk1"/>
            </a:fontRef>
          </p:style>
          <p:txBody>
            <a:bodyPr lIns="0" tIns="0" rIns="0" bIns="0" anchor="ctr"/>
            <a:lstStyle/>
            <a:p>
              <a:pPr algn="ctr" fontAlgn="auto">
                <a:spcBef>
                  <a:spcPts val="0"/>
                </a:spcBef>
                <a:spcAft>
                  <a:spcPts val="0"/>
                </a:spcAft>
                <a:defRPr/>
              </a:pPr>
              <a:r>
                <a:rPr lang="en-US" sz="2000" u="none" dirty="0">
                  <a:solidFill>
                    <a:schemeClr val="accent3">
                      <a:lumMod val="50000"/>
                    </a:schemeClr>
                  </a:solidFill>
                </a:rPr>
                <a:t>Agent</a:t>
              </a:r>
            </a:p>
          </p:txBody>
        </p:sp>
        <p:sp>
          <p:nvSpPr>
            <p:cNvPr id="143414" name="TextBox 11"/>
            <p:cNvSpPr txBox="1">
              <a:spLocks noChangeArrowheads="1"/>
            </p:cNvSpPr>
            <p:nvPr/>
          </p:nvSpPr>
          <p:spPr bwMode="auto">
            <a:xfrm>
              <a:off x="4411980" y="4546163"/>
              <a:ext cx="580205" cy="464772"/>
            </a:xfrm>
            <a:prstGeom prst="rect">
              <a:avLst/>
            </a:prstGeom>
            <a:noFill/>
            <a:ln w="9525">
              <a:noFill/>
              <a:miter lim="800000"/>
              <a:headEnd/>
              <a:tailEnd/>
            </a:ln>
          </p:spPr>
          <p:txBody>
            <a:bodyPr wrap="none">
              <a:spAutoFit/>
            </a:bodyPr>
            <a:lstStyle/>
            <a:p>
              <a:r>
                <a:rPr lang="en-US" altLang="zh-CN" sz="2800" u="none">
                  <a:latin typeface="Calibri" pitchFamily="34" charset="0"/>
                  <a:ea typeface="宋体" charset="-122"/>
                </a:rPr>
                <a:t>. . .</a:t>
              </a:r>
            </a:p>
          </p:txBody>
        </p:sp>
        <p:sp>
          <p:nvSpPr>
            <p:cNvPr id="13" name="Snip Diagonal Corner Rectangle 12"/>
            <p:cNvSpPr/>
            <p:nvPr/>
          </p:nvSpPr>
          <p:spPr>
            <a:xfrm>
              <a:off x="5189914" y="5765072"/>
              <a:ext cx="848894" cy="335218"/>
            </a:xfrm>
            <a:prstGeom prst="snip2DiagRect">
              <a:avLst>
                <a:gd name="adj1" fmla="val 38627"/>
                <a:gd name="adj2" fmla="val 0"/>
              </a:avLst>
            </a:prstGeom>
            <a:solidFill>
              <a:schemeClr val="accent6">
                <a:lumMod val="20000"/>
                <a:lumOff val="80000"/>
              </a:schemeClr>
            </a:solidFill>
            <a:ln/>
          </p:spPr>
          <p:style>
            <a:lnRef idx="2">
              <a:schemeClr val="accent6">
                <a:shade val="50000"/>
              </a:schemeClr>
            </a:lnRef>
            <a:fillRef idx="1">
              <a:schemeClr val="accent6"/>
            </a:fillRef>
            <a:effectRef idx="0">
              <a:schemeClr val="accent6"/>
            </a:effectRef>
            <a:fontRef idx="minor">
              <a:schemeClr val="lt1"/>
            </a:fontRef>
          </p:style>
          <p:txBody>
            <a:bodyPr lIns="0" tIns="0" rIns="0" bIns="0" anchor="ctr"/>
            <a:lstStyle/>
            <a:p>
              <a:pPr algn="ctr" fontAlgn="auto">
                <a:spcBef>
                  <a:spcPts val="0"/>
                </a:spcBef>
                <a:spcAft>
                  <a:spcPts val="0"/>
                </a:spcAft>
                <a:defRPr/>
              </a:pPr>
              <a:r>
                <a:rPr lang="en-US" sz="2000" u="none" dirty="0">
                  <a:solidFill>
                    <a:schemeClr val="accent6">
                      <a:lumMod val="75000"/>
                    </a:schemeClr>
                  </a:solidFill>
                </a:rPr>
                <a:t>Agent</a:t>
              </a:r>
            </a:p>
          </p:txBody>
        </p:sp>
        <p:sp>
          <p:nvSpPr>
            <p:cNvPr id="143416" name="TextBox 13"/>
            <p:cNvSpPr txBox="1">
              <a:spLocks noChangeArrowheads="1"/>
            </p:cNvSpPr>
            <p:nvPr/>
          </p:nvSpPr>
          <p:spPr bwMode="auto">
            <a:xfrm>
              <a:off x="6019800" y="4546163"/>
              <a:ext cx="580205" cy="464772"/>
            </a:xfrm>
            <a:prstGeom prst="rect">
              <a:avLst/>
            </a:prstGeom>
            <a:noFill/>
            <a:ln w="9525">
              <a:noFill/>
              <a:miter lim="800000"/>
              <a:headEnd/>
              <a:tailEnd/>
            </a:ln>
          </p:spPr>
          <p:txBody>
            <a:bodyPr wrap="none">
              <a:spAutoFit/>
            </a:bodyPr>
            <a:lstStyle/>
            <a:p>
              <a:r>
                <a:rPr lang="en-US" altLang="zh-CN" sz="2800" u="none">
                  <a:latin typeface="Calibri" pitchFamily="34" charset="0"/>
                  <a:ea typeface="宋体" charset="-122"/>
                </a:rPr>
                <a:t>. . .</a:t>
              </a:r>
            </a:p>
          </p:txBody>
        </p:sp>
        <p:sp>
          <p:nvSpPr>
            <p:cNvPr id="143417" name="TextBox 14"/>
            <p:cNvSpPr txBox="1">
              <a:spLocks noChangeArrowheads="1"/>
            </p:cNvSpPr>
            <p:nvPr/>
          </p:nvSpPr>
          <p:spPr bwMode="auto">
            <a:xfrm>
              <a:off x="1828800" y="4546163"/>
              <a:ext cx="580205" cy="464772"/>
            </a:xfrm>
            <a:prstGeom prst="rect">
              <a:avLst/>
            </a:prstGeom>
            <a:noFill/>
            <a:ln w="9525">
              <a:noFill/>
              <a:miter lim="800000"/>
              <a:headEnd/>
              <a:tailEnd/>
            </a:ln>
          </p:spPr>
          <p:txBody>
            <a:bodyPr wrap="none">
              <a:spAutoFit/>
            </a:bodyPr>
            <a:lstStyle/>
            <a:p>
              <a:r>
                <a:rPr lang="en-US" altLang="zh-CN" sz="2800" u="none">
                  <a:latin typeface="Calibri" pitchFamily="34" charset="0"/>
                  <a:ea typeface="宋体" charset="-122"/>
                </a:rPr>
                <a:t>. . .</a:t>
              </a:r>
            </a:p>
          </p:txBody>
        </p:sp>
        <p:sp>
          <p:nvSpPr>
            <p:cNvPr id="16" name="Rectangle 15"/>
            <p:cNvSpPr/>
            <p:nvPr/>
          </p:nvSpPr>
          <p:spPr>
            <a:xfrm>
              <a:off x="1676400" y="4545764"/>
              <a:ext cx="5105705" cy="610268"/>
            </a:xfrm>
            <a:prstGeom prst="rect">
              <a:avLst/>
            </a:prstGeom>
            <a:noFill/>
            <a:ln w="6350">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000" u="none"/>
            </a:p>
          </p:txBody>
        </p:sp>
        <p:sp>
          <p:nvSpPr>
            <p:cNvPr id="17" name="Rectangle 16"/>
            <p:cNvSpPr/>
            <p:nvPr/>
          </p:nvSpPr>
          <p:spPr>
            <a:xfrm>
              <a:off x="3515441" y="2745658"/>
              <a:ext cx="2122920" cy="1371567"/>
            </a:xfrm>
            <a:prstGeom prst="rect">
              <a:avLst/>
            </a:prstGeom>
            <a:noFill/>
            <a:ln w="6350">
              <a:solidFill>
                <a:srgbClr val="C00000"/>
              </a:solidFill>
              <a:prstDash val="dash"/>
            </a:ln>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fontAlgn="auto">
                <a:spcBef>
                  <a:spcPts val="0"/>
                </a:spcBef>
                <a:spcAft>
                  <a:spcPts val="0"/>
                </a:spcAft>
                <a:defRPr/>
              </a:pPr>
              <a:endParaRPr lang="en-US" sz="2000" u="none"/>
            </a:p>
          </p:txBody>
        </p:sp>
        <p:sp>
          <p:nvSpPr>
            <p:cNvPr id="18" name="TextBox 17"/>
            <p:cNvSpPr txBox="1"/>
            <p:nvPr/>
          </p:nvSpPr>
          <p:spPr>
            <a:xfrm>
              <a:off x="6877944" y="4572778"/>
              <a:ext cx="1043947" cy="785597"/>
            </a:xfrm>
            <a:prstGeom prst="rect">
              <a:avLst/>
            </a:prstGeom>
            <a:noFill/>
          </p:spPr>
          <p:txBody>
            <a:bodyPr wrap="none">
              <a:spAutoFit/>
            </a:bodyPr>
            <a:lstStyle/>
            <a:p>
              <a:pPr algn="ctr" fontAlgn="auto">
                <a:spcBef>
                  <a:spcPts val="0"/>
                </a:spcBef>
                <a:spcAft>
                  <a:spcPts val="0"/>
                </a:spcAft>
                <a:defRPr/>
              </a:pPr>
              <a:r>
                <a:rPr lang="en-US" sz="2000" b="1" i="1" u="none" dirty="0">
                  <a:solidFill>
                    <a:schemeClr val="tx2">
                      <a:lumMod val="75000"/>
                    </a:schemeClr>
                  </a:solidFill>
                  <a:latin typeface="+mn-lt"/>
                </a:rPr>
                <a:t>Directory</a:t>
              </a:r>
              <a:br>
                <a:rPr lang="en-US" sz="2000" b="1" i="1" u="none" dirty="0">
                  <a:solidFill>
                    <a:schemeClr val="tx2">
                      <a:lumMod val="75000"/>
                    </a:schemeClr>
                  </a:solidFill>
                  <a:latin typeface="+mn-lt"/>
                </a:rPr>
              </a:br>
              <a:r>
                <a:rPr lang="en-US" sz="2000" b="1" i="1" u="none" dirty="0">
                  <a:solidFill>
                    <a:schemeClr val="tx2">
                      <a:lumMod val="75000"/>
                    </a:schemeClr>
                  </a:solidFill>
                  <a:latin typeface="+mn-lt"/>
                </a:rPr>
                <a:t>Servers</a:t>
              </a:r>
            </a:p>
            <a:p>
              <a:pPr algn="ctr" fontAlgn="auto">
                <a:spcBef>
                  <a:spcPts val="0"/>
                </a:spcBef>
                <a:spcAft>
                  <a:spcPts val="0"/>
                </a:spcAft>
                <a:defRPr/>
              </a:pPr>
              <a:r>
                <a:rPr lang="en-US" sz="2000" b="1" i="1" dirty="0">
                  <a:solidFill>
                    <a:schemeClr val="tx2">
                      <a:lumMod val="75000"/>
                    </a:schemeClr>
                  </a:solidFill>
                </a:rPr>
                <a:t>(cache)</a:t>
              </a:r>
              <a:endParaRPr lang="en-US" sz="2000" b="1" i="1" u="none" dirty="0">
                <a:solidFill>
                  <a:schemeClr val="tx2">
                    <a:lumMod val="75000"/>
                  </a:schemeClr>
                </a:solidFill>
                <a:latin typeface="+mn-lt"/>
              </a:endParaRPr>
            </a:p>
          </p:txBody>
        </p:sp>
        <p:sp>
          <p:nvSpPr>
            <p:cNvPr id="143421" name="TextBox 18"/>
            <p:cNvSpPr txBox="1">
              <a:spLocks noChangeArrowheads="1"/>
            </p:cNvSpPr>
            <p:nvPr/>
          </p:nvSpPr>
          <p:spPr bwMode="auto">
            <a:xfrm>
              <a:off x="913070" y="2996246"/>
              <a:ext cx="2564298" cy="547537"/>
            </a:xfrm>
            <a:prstGeom prst="rect">
              <a:avLst/>
            </a:prstGeom>
            <a:noFill/>
            <a:ln w="9525">
              <a:noFill/>
              <a:miter lim="800000"/>
              <a:headEnd/>
              <a:tailEnd/>
            </a:ln>
          </p:spPr>
          <p:txBody>
            <a:bodyPr wrap="none">
              <a:spAutoFit/>
            </a:bodyPr>
            <a:lstStyle/>
            <a:p>
              <a:pPr algn="ctr"/>
              <a:r>
                <a:rPr lang="en-US" altLang="zh-CN" sz="2000" b="1" i="1" u="none" dirty="0">
                  <a:solidFill>
                    <a:srgbClr val="C00000"/>
                  </a:solidFill>
                  <a:latin typeface="Calibri" pitchFamily="34" charset="0"/>
                  <a:ea typeface="宋体" charset="-122"/>
                </a:rPr>
                <a:t>Replicated State Machine</a:t>
              </a:r>
              <a:br>
                <a:rPr lang="en-US" altLang="zh-CN" sz="2000" b="1" i="1" u="none" dirty="0">
                  <a:solidFill>
                    <a:srgbClr val="C00000"/>
                  </a:solidFill>
                  <a:latin typeface="Calibri" pitchFamily="34" charset="0"/>
                  <a:ea typeface="宋体" charset="-122"/>
                </a:rPr>
              </a:br>
              <a:r>
                <a:rPr lang="en-US" altLang="zh-CN" sz="2000" b="1" i="1" u="none" dirty="0">
                  <a:solidFill>
                    <a:srgbClr val="C00000"/>
                  </a:solidFill>
                  <a:latin typeface="Calibri" pitchFamily="34" charset="0"/>
                  <a:ea typeface="宋体" charset="-122"/>
                </a:rPr>
                <a:t>Servers</a:t>
              </a:r>
            </a:p>
          </p:txBody>
        </p:sp>
        <p:sp>
          <p:nvSpPr>
            <p:cNvPr id="143422" name="TextBox 19"/>
            <p:cNvSpPr txBox="1">
              <a:spLocks noChangeArrowheads="1"/>
            </p:cNvSpPr>
            <p:nvPr/>
          </p:nvSpPr>
          <p:spPr bwMode="auto">
            <a:xfrm>
              <a:off x="3834130" y="5143063"/>
              <a:ext cx="787596" cy="300735"/>
            </a:xfrm>
            <a:prstGeom prst="rect">
              <a:avLst/>
            </a:prstGeom>
            <a:noFill/>
            <a:ln w="9525">
              <a:noFill/>
              <a:miter lim="800000"/>
              <a:headEnd/>
              <a:tailEnd/>
            </a:ln>
          </p:spPr>
          <p:txBody>
            <a:bodyPr wrap="none">
              <a:spAutoFit/>
            </a:bodyPr>
            <a:lstStyle/>
            <a:p>
              <a:r>
                <a:rPr lang="en-US" altLang="zh-CN" sz="1600" u="none">
                  <a:latin typeface="Calibri" pitchFamily="34" charset="0"/>
                  <a:ea typeface="宋体" charset="-122"/>
                </a:rPr>
                <a:t>2. Reply</a:t>
              </a:r>
            </a:p>
          </p:txBody>
        </p:sp>
        <p:sp>
          <p:nvSpPr>
            <p:cNvPr id="143423" name="TextBox 20"/>
            <p:cNvSpPr txBox="1">
              <a:spLocks noChangeArrowheads="1"/>
            </p:cNvSpPr>
            <p:nvPr/>
          </p:nvSpPr>
          <p:spPr bwMode="auto">
            <a:xfrm>
              <a:off x="1981200" y="5136713"/>
              <a:ext cx="787596" cy="300735"/>
            </a:xfrm>
            <a:prstGeom prst="rect">
              <a:avLst/>
            </a:prstGeom>
            <a:noFill/>
            <a:ln w="9525">
              <a:noFill/>
              <a:miter lim="800000"/>
              <a:headEnd/>
              <a:tailEnd/>
            </a:ln>
          </p:spPr>
          <p:txBody>
            <a:bodyPr wrap="none">
              <a:spAutoFit/>
            </a:bodyPr>
            <a:lstStyle/>
            <a:p>
              <a:r>
                <a:rPr lang="en-US" altLang="zh-CN" sz="1600" u="none">
                  <a:latin typeface="Calibri" pitchFamily="34" charset="0"/>
                  <a:ea typeface="宋体" charset="-122"/>
                </a:rPr>
                <a:t>2. Reply</a:t>
              </a:r>
            </a:p>
          </p:txBody>
        </p:sp>
        <p:cxnSp>
          <p:nvCxnSpPr>
            <p:cNvPr id="22" name="Elbow Connector 21"/>
            <p:cNvCxnSpPr/>
            <p:nvPr/>
          </p:nvCxnSpPr>
          <p:spPr>
            <a:xfrm rot="5400000" flipH="1" flipV="1">
              <a:off x="3214779" y="5217621"/>
              <a:ext cx="722007" cy="348334"/>
            </a:xfrm>
            <a:prstGeom prst="bentConnector3">
              <a:avLst>
                <a:gd name="adj1" fmla="val 23600"/>
              </a:avLst>
            </a:prstGeom>
            <a:ln w="12700">
              <a:solidFill>
                <a:schemeClr val="accent3">
                  <a:lumMod val="50000"/>
                </a:schemeClr>
              </a:solidFill>
              <a:tailEnd type="stealth"/>
            </a:ln>
          </p:spPr>
          <p:style>
            <a:lnRef idx="1">
              <a:schemeClr val="accent1"/>
            </a:lnRef>
            <a:fillRef idx="0">
              <a:schemeClr val="accent1"/>
            </a:fillRef>
            <a:effectRef idx="0">
              <a:schemeClr val="accent1"/>
            </a:effectRef>
            <a:fontRef idx="minor">
              <a:schemeClr val="tx1"/>
            </a:fontRef>
          </p:style>
        </p:cxnSp>
        <p:cxnSp>
          <p:nvCxnSpPr>
            <p:cNvPr id="23" name="Elbow Connector 22"/>
            <p:cNvCxnSpPr/>
            <p:nvPr/>
          </p:nvCxnSpPr>
          <p:spPr>
            <a:xfrm rot="16200000" flipV="1">
              <a:off x="2683539" y="5187595"/>
              <a:ext cx="736742" cy="405933"/>
            </a:xfrm>
            <a:prstGeom prst="bentConnector3">
              <a:avLst>
                <a:gd name="adj1" fmla="val 23276"/>
              </a:avLst>
            </a:prstGeom>
            <a:ln w="12700">
              <a:solidFill>
                <a:schemeClr val="accent3">
                  <a:lumMod val="50000"/>
                </a:schemeClr>
              </a:solidFill>
              <a:tailEnd type="stealth"/>
            </a:ln>
          </p:spPr>
          <p:style>
            <a:lnRef idx="1">
              <a:schemeClr val="accent1"/>
            </a:lnRef>
            <a:fillRef idx="0">
              <a:schemeClr val="accent1"/>
            </a:fillRef>
            <a:effectRef idx="0">
              <a:schemeClr val="accent1"/>
            </a:effectRef>
            <a:fontRef idx="minor">
              <a:schemeClr val="tx1"/>
            </a:fontRef>
          </p:style>
        </p:cxnSp>
        <p:cxnSp>
          <p:nvCxnSpPr>
            <p:cNvPr id="24" name="Elbow Connector 57"/>
            <p:cNvCxnSpPr>
              <a:endCxn id="11" idx="2"/>
            </p:cNvCxnSpPr>
            <p:nvPr/>
          </p:nvCxnSpPr>
          <p:spPr>
            <a:xfrm rot="16200000" flipH="1">
              <a:off x="2342291" y="5395100"/>
              <a:ext cx="904965" cy="171424"/>
            </a:xfrm>
            <a:prstGeom prst="bentConnector2">
              <a:avLst/>
            </a:prstGeom>
            <a:ln w="12700">
              <a:solidFill>
                <a:schemeClr val="accent3">
                  <a:lumMod val="50000"/>
                </a:schemeClr>
              </a:solidFill>
              <a:tailEnd type="stealth"/>
            </a:ln>
          </p:spPr>
          <p:style>
            <a:lnRef idx="1">
              <a:schemeClr val="accent1"/>
            </a:lnRef>
            <a:fillRef idx="0">
              <a:schemeClr val="accent1"/>
            </a:fillRef>
            <a:effectRef idx="0">
              <a:schemeClr val="accent1"/>
            </a:effectRef>
            <a:fontRef idx="minor">
              <a:schemeClr val="tx1"/>
            </a:fontRef>
          </p:style>
        </p:cxnSp>
        <p:cxnSp>
          <p:nvCxnSpPr>
            <p:cNvPr id="25" name="Elbow Connector 62"/>
            <p:cNvCxnSpPr>
              <a:endCxn id="11" idx="0"/>
            </p:cNvCxnSpPr>
            <p:nvPr/>
          </p:nvCxnSpPr>
          <p:spPr>
            <a:xfrm rot="5400000">
              <a:off x="3363877" y="5407339"/>
              <a:ext cx="891458" cy="160453"/>
            </a:xfrm>
            <a:prstGeom prst="bentConnector2">
              <a:avLst/>
            </a:prstGeom>
            <a:ln w="12700">
              <a:solidFill>
                <a:schemeClr val="accent3">
                  <a:lumMod val="50000"/>
                </a:schemeClr>
              </a:solidFill>
              <a:tailEnd type="stealth"/>
            </a:ln>
          </p:spPr>
          <p:style>
            <a:lnRef idx="1">
              <a:schemeClr val="accent1"/>
            </a:lnRef>
            <a:fillRef idx="0">
              <a:schemeClr val="accent1"/>
            </a:fillRef>
            <a:effectRef idx="0">
              <a:schemeClr val="accent1"/>
            </a:effectRef>
            <a:fontRef idx="minor">
              <a:schemeClr val="tx1"/>
            </a:fontRef>
          </p:style>
        </p:cxnSp>
        <p:sp>
          <p:nvSpPr>
            <p:cNvPr id="143428" name="TextBox 25"/>
            <p:cNvSpPr txBox="1">
              <a:spLocks noChangeArrowheads="1"/>
            </p:cNvSpPr>
            <p:nvPr/>
          </p:nvSpPr>
          <p:spPr bwMode="auto">
            <a:xfrm>
              <a:off x="2823210" y="5314513"/>
              <a:ext cx="928986" cy="300735"/>
            </a:xfrm>
            <a:prstGeom prst="rect">
              <a:avLst/>
            </a:prstGeom>
            <a:noFill/>
            <a:ln w="9525">
              <a:noFill/>
              <a:miter lim="800000"/>
              <a:headEnd/>
              <a:tailEnd/>
            </a:ln>
          </p:spPr>
          <p:txBody>
            <a:bodyPr wrap="none">
              <a:spAutoFit/>
            </a:bodyPr>
            <a:lstStyle/>
            <a:p>
              <a:r>
                <a:rPr lang="en-US" altLang="zh-CN" sz="1600" u="none">
                  <a:latin typeface="Calibri" pitchFamily="34" charset="0"/>
                  <a:ea typeface="宋体" charset="-122"/>
                </a:rPr>
                <a:t>1. Lookup</a:t>
              </a:r>
            </a:p>
          </p:txBody>
        </p:sp>
        <p:cxnSp>
          <p:nvCxnSpPr>
            <p:cNvPr id="27" name="Straight Arrow Connector 26"/>
            <p:cNvCxnSpPr/>
            <p:nvPr/>
          </p:nvCxnSpPr>
          <p:spPr>
            <a:xfrm rot="16200000" flipV="1">
              <a:off x="5182086" y="5396629"/>
              <a:ext cx="710956" cy="1371"/>
            </a:xfrm>
            <a:prstGeom prst="straightConnector1">
              <a:avLst/>
            </a:prstGeom>
            <a:ln w="12700">
              <a:solidFill>
                <a:schemeClr val="accent6">
                  <a:lumMod val="75000"/>
                </a:schemeClr>
              </a:solidFill>
              <a:tailEnd type="stealth"/>
            </a:ln>
          </p:spPr>
          <p:style>
            <a:lnRef idx="1">
              <a:schemeClr val="accent1"/>
            </a:lnRef>
            <a:fillRef idx="0">
              <a:schemeClr val="accent1"/>
            </a:fillRef>
            <a:effectRef idx="0">
              <a:schemeClr val="accent1"/>
            </a:effectRef>
            <a:fontRef idx="minor">
              <a:schemeClr val="tx1"/>
            </a:fontRef>
          </p:style>
        </p:cxnSp>
        <p:sp>
          <p:nvSpPr>
            <p:cNvPr id="143430" name="TextBox 27"/>
            <p:cNvSpPr txBox="1">
              <a:spLocks noChangeArrowheads="1"/>
            </p:cNvSpPr>
            <p:nvPr/>
          </p:nvSpPr>
          <p:spPr bwMode="auto">
            <a:xfrm>
              <a:off x="2895600" y="6093023"/>
              <a:ext cx="921633" cy="300735"/>
            </a:xfrm>
            <a:prstGeom prst="rect">
              <a:avLst/>
            </a:prstGeom>
            <a:noFill/>
            <a:ln w="9525">
              <a:noFill/>
              <a:miter lim="800000"/>
              <a:headEnd/>
              <a:tailEnd/>
            </a:ln>
          </p:spPr>
          <p:txBody>
            <a:bodyPr wrap="none">
              <a:spAutoFit/>
            </a:bodyPr>
            <a:lstStyle/>
            <a:p>
              <a:r>
                <a:rPr lang="en-US" altLang="zh-CN" sz="1600" b="1" u="none">
                  <a:latin typeface="Calibri" pitchFamily="34" charset="0"/>
                  <a:ea typeface="宋体" charset="-122"/>
                </a:rPr>
                <a:t>“Lookup”</a:t>
              </a:r>
            </a:p>
          </p:txBody>
        </p:sp>
        <p:cxnSp>
          <p:nvCxnSpPr>
            <p:cNvPr id="29" name="Straight Arrow Connector 28"/>
            <p:cNvCxnSpPr/>
            <p:nvPr/>
          </p:nvCxnSpPr>
          <p:spPr>
            <a:xfrm rot="16200000" flipV="1">
              <a:off x="4949633" y="4161522"/>
              <a:ext cx="710956" cy="362048"/>
            </a:xfrm>
            <a:prstGeom prst="straightConnector1">
              <a:avLst/>
            </a:prstGeom>
            <a:ln w="12700">
              <a:solidFill>
                <a:schemeClr val="accent6">
                  <a:lumMod val="75000"/>
                </a:schemeClr>
              </a:solidFill>
              <a:tailEnd type="stealth"/>
            </a:ln>
          </p:spPr>
          <p:style>
            <a:lnRef idx="1">
              <a:schemeClr val="accent1"/>
            </a:lnRef>
            <a:fillRef idx="0">
              <a:schemeClr val="accent1"/>
            </a:fillRef>
            <a:effectRef idx="0">
              <a:schemeClr val="accent1"/>
            </a:effectRef>
            <a:fontRef idx="minor">
              <a:schemeClr val="tx1"/>
            </a:fontRef>
          </p:style>
        </p:cxnSp>
        <p:cxnSp>
          <p:nvCxnSpPr>
            <p:cNvPr id="30" name="Straight Arrow Connector 29"/>
            <p:cNvCxnSpPr/>
            <p:nvPr/>
          </p:nvCxnSpPr>
          <p:spPr>
            <a:xfrm rot="16200000" flipV="1">
              <a:off x="4731123" y="3280221"/>
              <a:ext cx="374511" cy="285250"/>
            </a:xfrm>
            <a:prstGeom prst="straightConnector1">
              <a:avLst/>
            </a:prstGeom>
            <a:ln w="12700">
              <a:solidFill>
                <a:schemeClr val="accent6">
                  <a:lumMod val="75000"/>
                </a:schemeClr>
              </a:solidFill>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31" name="Straight Arrow Connector 30"/>
            <p:cNvCxnSpPr/>
            <p:nvPr/>
          </p:nvCxnSpPr>
          <p:spPr>
            <a:xfrm rot="5400000">
              <a:off x="4064267" y="3286065"/>
              <a:ext cx="368371" cy="267422"/>
            </a:xfrm>
            <a:prstGeom prst="straightConnector1">
              <a:avLst/>
            </a:prstGeom>
            <a:ln w="12700">
              <a:solidFill>
                <a:schemeClr val="accent6">
                  <a:lumMod val="75000"/>
                </a:schemeClr>
              </a:solidFill>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32" name="Straight Arrow Connector 31"/>
            <p:cNvCxnSpPr/>
            <p:nvPr/>
          </p:nvCxnSpPr>
          <p:spPr>
            <a:xfrm rot="10800000">
              <a:off x="4218967" y="3724296"/>
              <a:ext cx="728211" cy="1228"/>
            </a:xfrm>
            <a:prstGeom prst="straightConnector1">
              <a:avLst/>
            </a:prstGeom>
            <a:ln w="12700">
              <a:solidFill>
                <a:schemeClr val="accent6">
                  <a:lumMod val="75000"/>
                </a:schemeClr>
              </a:solidFill>
              <a:headEnd type="stealth"/>
              <a:tailEnd type="stealth"/>
            </a:ln>
          </p:spPr>
          <p:style>
            <a:lnRef idx="1">
              <a:schemeClr val="accent1"/>
            </a:lnRef>
            <a:fillRef idx="0">
              <a:schemeClr val="accent1"/>
            </a:fillRef>
            <a:effectRef idx="0">
              <a:schemeClr val="accent1"/>
            </a:effectRef>
            <a:fontRef idx="minor">
              <a:schemeClr val="tx1"/>
            </a:fontRef>
          </p:style>
        </p:cxnSp>
        <p:cxnSp>
          <p:nvCxnSpPr>
            <p:cNvPr id="33" name="Straight Arrow Connector 32"/>
            <p:cNvCxnSpPr/>
            <p:nvPr/>
          </p:nvCxnSpPr>
          <p:spPr>
            <a:xfrm rot="16200000" flipH="1">
              <a:off x="5121967" y="4174774"/>
              <a:ext cx="691310" cy="355191"/>
            </a:xfrm>
            <a:prstGeom prst="straightConnector1">
              <a:avLst/>
            </a:prstGeom>
            <a:ln w="12700">
              <a:solidFill>
                <a:schemeClr val="accent6">
                  <a:lumMod val="75000"/>
                </a:schemeClr>
              </a:solidFill>
              <a:tailEnd type="stealth"/>
            </a:ln>
          </p:spPr>
          <p:style>
            <a:lnRef idx="1">
              <a:schemeClr val="accent1"/>
            </a:lnRef>
            <a:fillRef idx="0">
              <a:schemeClr val="accent1"/>
            </a:fillRef>
            <a:effectRef idx="0">
              <a:schemeClr val="accent1"/>
            </a:effectRef>
            <a:fontRef idx="minor">
              <a:schemeClr val="tx1"/>
            </a:fontRef>
          </p:style>
        </p:cxnSp>
        <p:cxnSp>
          <p:nvCxnSpPr>
            <p:cNvPr id="34" name="Straight Arrow Connector 33"/>
            <p:cNvCxnSpPr/>
            <p:nvPr/>
          </p:nvCxnSpPr>
          <p:spPr>
            <a:xfrm rot="16200000" flipH="1">
              <a:off x="5313301" y="5400240"/>
              <a:ext cx="726919" cy="2743"/>
            </a:xfrm>
            <a:prstGeom prst="straightConnector1">
              <a:avLst/>
            </a:prstGeom>
            <a:ln w="12700">
              <a:solidFill>
                <a:schemeClr val="accent6">
                  <a:lumMod val="75000"/>
                </a:schemeClr>
              </a:solidFill>
              <a:tailEnd type="stealth"/>
            </a:ln>
          </p:spPr>
          <p:style>
            <a:lnRef idx="1">
              <a:schemeClr val="accent1"/>
            </a:lnRef>
            <a:fillRef idx="0">
              <a:schemeClr val="accent1"/>
            </a:fillRef>
            <a:effectRef idx="0">
              <a:schemeClr val="accent1"/>
            </a:effectRef>
            <a:fontRef idx="minor">
              <a:schemeClr val="tx1"/>
            </a:fontRef>
          </p:style>
        </p:cxnSp>
        <p:sp>
          <p:nvSpPr>
            <p:cNvPr id="143437" name="TextBox 34"/>
            <p:cNvSpPr txBox="1">
              <a:spLocks noChangeArrowheads="1"/>
            </p:cNvSpPr>
            <p:nvPr/>
          </p:nvSpPr>
          <p:spPr bwMode="auto">
            <a:xfrm>
              <a:off x="5638800" y="5228986"/>
              <a:ext cx="638495" cy="300735"/>
            </a:xfrm>
            <a:prstGeom prst="rect">
              <a:avLst/>
            </a:prstGeom>
            <a:noFill/>
            <a:ln w="9525">
              <a:noFill/>
              <a:miter lim="800000"/>
              <a:headEnd/>
              <a:tailEnd/>
            </a:ln>
          </p:spPr>
          <p:txBody>
            <a:bodyPr wrap="none">
              <a:spAutoFit/>
            </a:bodyPr>
            <a:lstStyle/>
            <a:p>
              <a:r>
                <a:rPr lang="en-US" altLang="zh-CN" sz="1600" u="none">
                  <a:latin typeface="Calibri" pitchFamily="34" charset="0"/>
                  <a:ea typeface="宋体" charset="-122"/>
                </a:rPr>
                <a:t>5. Ack</a:t>
              </a:r>
            </a:p>
          </p:txBody>
        </p:sp>
        <p:sp>
          <p:nvSpPr>
            <p:cNvPr id="143438" name="TextBox 35"/>
            <p:cNvSpPr txBox="1">
              <a:spLocks noChangeArrowheads="1"/>
            </p:cNvSpPr>
            <p:nvPr/>
          </p:nvSpPr>
          <p:spPr bwMode="auto">
            <a:xfrm>
              <a:off x="4724400" y="4105036"/>
              <a:ext cx="607586" cy="300735"/>
            </a:xfrm>
            <a:prstGeom prst="rect">
              <a:avLst/>
            </a:prstGeom>
            <a:noFill/>
            <a:ln w="9525">
              <a:noFill/>
              <a:miter lim="800000"/>
              <a:headEnd/>
              <a:tailEnd/>
            </a:ln>
          </p:spPr>
          <p:txBody>
            <a:bodyPr wrap="none">
              <a:spAutoFit/>
            </a:bodyPr>
            <a:lstStyle/>
            <a:p>
              <a:r>
                <a:rPr lang="en-US" altLang="zh-CN" sz="1600" u="none">
                  <a:latin typeface="Calibri" pitchFamily="34" charset="0"/>
                  <a:ea typeface="宋体" charset="-122"/>
                </a:rPr>
                <a:t>2. Set</a:t>
              </a:r>
            </a:p>
          </p:txBody>
        </p:sp>
        <p:sp>
          <p:nvSpPr>
            <p:cNvPr id="143439" name="TextBox 36"/>
            <p:cNvSpPr txBox="1">
              <a:spLocks noChangeArrowheads="1"/>
            </p:cNvSpPr>
            <p:nvPr/>
          </p:nvSpPr>
          <p:spPr bwMode="auto">
            <a:xfrm>
              <a:off x="5326548" y="4063959"/>
              <a:ext cx="725182" cy="300735"/>
            </a:xfrm>
            <a:prstGeom prst="rect">
              <a:avLst/>
            </a:prstGeom>
            <a:noFill/>
            <a:ln w="9525">
              <a:noFill/>
              <a:miter lim="800000"/>
              <a:headEnd/>
              <a:tailEnd/>
            </a:ln>
          </p:spPr>
          <p:txBody>
            <a:bodyPr wrap="none">
              <a:spAutoFit/>
            </a:bodyPr>
            <a:lstStyle/>
            <a:p>
              <a:r>
                <a:rPr lang="en-US" altLang="zh-CN" sz="1600" u="none">
                  <a:latin typeface="Calibri" pitchFamily="34" charset="0"/>
                  <a:ea typeface="宋体" charset="-122"/>
                </a:rPr>
                <a:t>  4. Ack</a:t>
              </a:r>
            </a:p>
          </p:txBody>
        </p:sp>
        <p:sp>
          <p:nvSpPr>
            <p:cNvPr id="38" name="Freeform 37"/>
            <p:cNvSpPr/>
            <p:nvPr/>
          </p:nvSpPr>
          <p:spPr>
            <a:xfrm>
              <a:off x="5702816" y="4513839"/>
              <a:ext cx="526616" cy="178046"/>
            </a:xfrm>
            <a:custGeom>
              <a:avLst/>
              <a:gdLst>
                <a:gd name="connsiteX0" fmla="*/ 0 w 527050"/>
                <a:gd name="connsiteY0" fmla="*/ 178858 h 178858"/>
                <a:gd name="connsiteX1" fmla="*/ 254000 w 527050"/>
                <a:gd name="connsiteY1" fmla="*/ 1058 h 178858"/>
                <a:gd name="connsiteX2" fmla="*/ 527050 w 527050"/>
                <a:gd name="connsiteY2" fmla="*/ 172508 h 178858"/>
              </a:gdLst>
              <a:ahLst/>
              <a:cxnLst>
                <a:cxn ang="0">
                  <a:pos x="connsiteX0" y="connsiteY0"/>
                </a:cxn>
                <a:cxn ang="0">
                  <a:pos x="connsiteX1" y="connsiteY1"/>
                </a:cxn>
                <a:cxn ang="0">
                  <a:pos x="connsiteX2" y="connsiteY2"/>
                </a:cxn>
              </a:cxnLst>
              <a:rect l="l" t="t" r="r" b="b"/>
              <a:pathLst>
                <a:path w="527050" h="178858">
                  <a:moveTo>
                    <a:pt x="0" y="178858"/>
                  </a:moveTo>
                  <a:cubicBezTo>
                    <a:pt x="83079" y="90487"/>
                    <a:pt x="166158" y="2116"/>
                    <a:pt x="254000" y="1058"/>
                  </a:cubicBezTo>
                  <a:cubicBezTo>
                    <a:pt x="341842" y="0"/>
                    <a:pt x="434446" y="86254"/>
                    <a:pt x="527050" y="172508"/>
                  </a:cubicBezTo>
                </a:path>
              </a:pathLst>
            </a:custGeom>
            <a:ln w="12700">
              <a:solidFill>
                <a:schemeClr val="accent6">
                  <a:lumMod val="75000"/>
                </a:schemeClr>
              </a:solidFill>
              <a:headEnd type="none"/>
              <a:tailEnd type="stealth"/>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sz="2000" u="none"/>
            </a:p>
          </p:txBody>
        </p:sp>
        <p:sp>
          <p:nvSpPr>
            <p:cNvPr id="39" name="Freeform 38"/>
            <p:cNvSpPr/>
            <p:nvPr/>
          </p:nvSpPr>
          <p:spPr>
            <a:xfrm>
              <a:off x="5715159" y="4507699"/>
              <a:ext cx="914720" cy="179274"/>
            </a:xfrm>
            <a:custGeom>
              <a:avLst/>
              <a:gdLst>
                <a:gd name="connsiteX0" fmla="*/ 0 w 527050"/>
                <a:gd name="connsiteY0" fmla="*/ 178858 h 178858"/>
                <a:gd name="connsiteX1" fmla="*/ 254000 w 527050"/>
                <a:gd name="connsiteY1" fmla="*/ 1058 h 178858"/>
                <a:gd name="connsiteX2" fmla="*/ 527050 w 527050"/>
                <a:gd name="connsiteY2" fmla="*/ 172508 h 178858"/>
              </a:gdLst>
              <a:ahLst/>
              <a:cxnLst>
                <a:cxn ang="0">
                  <a:pos x="connsiteX0" y="connsiteY0"/>
                </a:cxn>
                <a:cxn ang="0">
                  <a:pos x="connsiteX1" y="connsiteY1"/>
                </a:cxn>
                <a:cxn ang="0">
                  <a:pos x="connsiteX2" y="connsiteY2"/>
                </a:cxn>
              </a:cxnLst>
              <a:rect l="l" t="t" r="r" b="b"/>
              <a:pathLst>
                <a:path w="527050" h="178858">
                  <a:moveTo>
                    <a:pt x="0" y="178858"/>
                  </a:moveTo>
                  <a:cubicBezTo>
                    <a:pt x="83079" y="90487"/>
                    <a:pt x="166158" y="2116"/>
                    <a:pt x="254000" y="1058"/>
                  </a:cubicBezTo>
                  <a:cubicBezTo>
                    <a:pt x="341842" y="0"/>
                    <a:pt x="434446" y="86254"/>
                    <a:pt x="527050" y="172508"/>
                  </a:cubicBezTo>
                </a:path>
              </a:pathLst>
            </a:custGeom>
            <a:ln w="12700">
              <a:solidFill>
                <a:schemeClr val="accent6">
                  <a:lumMod val="75000"/>
                </a:schemeClr>
              </a:solidFill>
              <a:headEnd type="none"/>
              <a:tailEnd type="stealth"/>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sz="2000" u="none"/>
            </a:p>
          </p:txBody>
        </p:sp>
        <p:sp>
          <p:nvSpPr>
            <p:cNvPr id="40" name="Freeform 39"/>
            <p:cNvSpPr/>
            <p:nvPr/>
          </p:nvSpPr>
          <p:spPr>
            <a:xfrm>
              <a:off x="4877236" y="4513839"/>
              <a:ext cx="526616" cy="179274"/>
            </a:xfrm>
            <a:custGeom>
              <a:avLst/>
              <a:gdLst>
                <a:gd name="connsiteX0" fmla="*/ 0 w 527050"/>
                <a:gd name="connsiteY0" fmla="*/ 178858 h 178858"/>
                <a:gd name="connsiteX1" fmla="*/ 254000 w 527050"/>
                <a:gd name="connsiteY1" fmla="*/ 1058 h 178858"/>
                <a:gd name="connsiteX2" fmla="*/ 527050 w 527050"/>
                <a:gd name="connsiteY2" fmla="*/ 172508 h 178858"/>
              </a:gdLst>
              <a:ahLst/>
              <a:cxnLst>
                <a:cxn ang="0">
                  <a:pos x="connsiteX0" y="connsiteY0"/>
                </a:cxn>
                <a:cxn ang="0">
                  <a:pos x="connsiteX1" y="connsiteY1"/>
                </a:cxn>
                <a:cxn ang="0">
                  <a:pos x="connsiteX2" y="connsiteY2"/>
                </a:cxn>
              </a:cxnLst>
              <a:rect l="l" t="t" r="r" b="b"/>
              <a:pathLst>
                <a:path w="527050" h="178858">
                  <a:moveTo>
                    <a:pt x="0" y="178858"/>
                  </a:moveTo>
                  <a:cubicBezTo>
                    <a:pt x="83079" y="90487"/>
                    <a:pt x="166158" y="2116"/>
                    <a:pt x="254000" y="1058"/>
                  </a:cubicBezTo>
                  <a:cubicBezTo>
                    <a:pt x="341842" y="0"/>
                    <a:pt x="434446" y="86254"/>
                    <a:pt x="527050" y="172508"/>
                  </a:cubicBezTo>
                </a:path>
              </a:pathLst>
            </a:custGeom>
            <a:ln w="12700">
              <a:solidFill>
                <a:schemeClr val="accent6">
                  <a:lumMod val="75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sz="2000" u="none"/>
            </a:p>
          </p:txBody>
        </p:sp>
        <p:sp>
          <p:nvSpPr>
            <p:cNvPr id="41" name="Freeform 40"/>
            <p:cNvSpPr/>
            <p:nvPr/>
          </p:nvSpPr>
          <p:spPr>
            <a:xfrm>
              <a:off x="4571416" y="4519978"/>
              <a:ext cx="839294" cy="178046"/>
            </a:xfrm>
            <a:custGeom>
              <a:avLst/>
              <a:gdLst>
                <a:gd name="connsiteX0" fmla="*/ 0 w 527050"/>
                <a:gd name="connsiteY0" fmla="*/ 178858 h 178858"/>
                <a:gd name="connsiteX1" fmla="*/ 254000 w 527050"/>
                <a:gd name="connsiteY1" fmla="*/ 1058 h 178858"/>
                <a:gd name="connsiteX2" fmla="*/ 527050 w 527050"/>
                <a:gd name="connsiteY2" fmla="*/ 172508 h 178858"/>
              </a:gdLst>
              <a:ahLst/>
              <a:cxnLst>
                <a:cxn ang="0">
                  <a:pos x="connsiteX0" y="connsiteY0"/>
                </a:cxn>
                <a:cxn ang="0">
                  <a:pos x="connsiteX1" y="connsiteY1"/>
                </a:cxn>
                <a:cxn ang="0">
                  <a:pos x="connsiteX2" y="connsiteY2"/>
                </a:cxn>
              </a:cxnLst>
              <a:rect l="l" t="t" r="r" b="b"/>
              <a:pathLst>
                <a:path w="527050" h="178858">
                  <a:moveTo>
                    <a:pt x="0" y="178858"/>
                  </a:moveTo>
                  <a:cubicBezTo>
                    <a:pt x="83079" y="90487"/>
                    <a:pt x="166158" y="2116"/>
                    <a:pt x="254000" y="1058"/>
                  </a:cubicBezTo>
                  <a:cubicBezTo>
                    <a:pt x="341842" y="0"/>
                    <a:pt x="434446" y="86254"/>
                    <a:pt x="527050" y="172508"/>
                  </a:cubicBezTo>
                </a:path>
              </a:pathLst>
            </a:custGeom>
            <a:ln w="12700">
              <a:solidFill>
                <a:schemeClr val="accent6">
                  <a:lumMod val="75000"/>
                </a:schemeClr>
              </a:solidFill>
              <a:headEnd type="stealth"/>
              <a:tailEnd type="none"/>
            </a:ln>
          </p:spPr>
          <p:style>
            <a:lnRef idx="1">
              <a:schemeClr val="accent1"/>
            </a:lnRef>
            <a:fillRef idx="0">
              <a:schemeClr val="accent1"/>
            </a:fillRef>
            <a:effectRef idx="0">
              <a:schemeClr val="accent1"/>
            </a:effectRef>
            <a:fontRef idx="minor">
              <a:schemeClr val="tx1"/>
            </a:fontRef>
          </p:style>
          <p:txBody>
            <a:bodyPr anchor="ctr"/>
            <a:lstStyle/>
            <a:p>
              <a:pPr algn="ctr" fontAlgn="auto">
                <a:spcBef>
                  <a:spcPts val="0"/>
                </a:spcBef>
                <a:spcAft>
                  <a:spcPts val="0"/>
                </a:spcAft>
                <a:defRPr/>
              </a:pPr>
              <a:endParaRPr lang="en-US" sz="2000" u="none"/>
            </a:p>
          </p:txBody>
        </p:sp>
        <p:sp>
          <p:nvSpPr>
            <p:cNvPr id="143444" name="TextBox 41"/>
            <p:cNvSpPr txBox="1">
              <a:spLocks noChangeArrowheads="1"/>
            </p:cNvSpPr>
            <p:nvPr/>
          </p:nvSpPr>
          <p:spPr bwMode="auto">
            <a:xfrm>
              <a:off x="5803900" y="4234790"/>
              <a:ext cx="1426808" cy="300735"/>
            </a:xfrm>
            <a:prstGeom prst="rect">
              <a:avLst/>
            </a:prstGeom>
            <a:noFill/>
            <a:ln w="9525">
              <a:noFill/>
              <a:miter lim="800000"/>
              <a:headEnd/>
              <a:tailEnd/>
            </a:ln>
          </p:spPr>
          <p:txBody>
            <a:bodyPr wrap="none">
              <a:spAutoFit/>
            </a:bodyPr>
            <a:lstStyle/>
            <a:p>
              <a:r>
                <a:rPr lang="en-US" altLang="zh-CN" sz="1600" u="none">
                  <a:latin typeface="Calibri" pitchFamily="34" charset="0"/>
                  <a:ea typeface="宋体" charset="-122"/>
                </a:rPr>
                <a:t>(6. Disseminate)</a:t>
              </a:r>
            </a:p>
          </p:txBody>
        </p:sp>
        <p:sp>
          <p:nvSpPr>
            <p:cNvPr id="143445" name="TextBox 42"/>
            <p:cNvSpPr txBox="1">
              <a:spLocks noChangeArrowheads="1"/>
            </p:cNvSpPr>
            <p:nvPr/>
          </p:nvSpPr>
          <p:spPr bwMode="auto">
            <a:xfrm>
              <a:off x="4066920" y="3286719"/>
              <a:ext cx="1070614" cy="300735"/>
            </a:xfrm>
            <a:prstGeom prst="rect">
              <a:avLst/>
            </a:prstGeom>
            <a:noFill/>
            <a:ln w="9525">
              <a:noFill/>
              <a:miter lim="800000"/>
              <a:headEnd/>
              <a:tailEnd/>
            </a:ln>
          </p:spPr>
          <p:txBody>
            <a:bodyPr wrap="none">
              <a:spAutoFit/>
            </a:bodyPr>
            <a:lstStyle/>
            <a:p>
              <a:r>
                <a:rPr lang="en-US" altLang="zh-CN" sz="1600" u="none">
                  <a:latin typeface="Calibri" pitchFamily="34" charset="0"/>
                  <a:ea typeface="宋体" charset="-122"/>
                </a:rPr>
                <a:t>3. Replicate</a:t>
              </a:r>
            </a:p>
          </p:txBody>
        </p:sp>
        <p:sp>
          <p:nvSpPr>
            <p:cNvPr id="143446" name="TextBox 43"/>
            <p:cNvSpPr txBox="1">
              <a:spLocks noChangeArrowheads="1"/>
            </p:cNvSpPr>
            <p:nvPr/>
          </p:nvSpPr>
          <p:spPr bwMode="auto">
            <a:xfrm>
              <a:off x="4663379" y="5460563"/>
              <a:ext cx="930600" cy="300735"/>
            </a:xfrm>
            <a:prstGeom prst="rect">
              <a:avLst/>
            </a:prstGeom>
            <a:noFill/>
            <a:ln w="9525">
              <a:noFill/>
              <a:miter lim="800000"/>
              <a:headEnd/>
              <a:tailEnd/>
            </a:ln>
          </p:spPr>
          <p:txBody>
            <a:bodyPr wrap="none">
              <a:spAutoFit/>
            </a:bodyPr>
            <a:lstStyle/>
            <a:p>
              <a:r>
                <a:rPr lang="en-US" altLang="zh-CN" sz="1600" u="none">
                  <a:latin typeface="Calibri" pitchFamily="34" charset="0"/>
                  <a:ea typeface="宋体" charset="-122"/>
                </a:rPr>
                <a:t>1. Update</a:t>
              </a:r>
            </a:p>
          </p:txBody>
        </p:sp>
        <p:sp>
          <p:nvSpPr>
            <p:cNvPr id="143447" name="TextBox 44"/>
            <p:cNvSpPr txBox="1">
              <a:spLocks noChangeArrowheads="1"/>
            </p:cNvSpPr>
            <p:nvPr/>
          </p:nvSpPr>
          <p:spPr bwMode="auto">
            <a:xfrm>
              <a:off x="5181599" y="6093023"/>
              <a:ext cx="922828" cy="300735"/>
            </a:xfrm>
            <a:prstGeom prst="rect">
              <a:avLst/>
            </a:prstGeom>
            <a:noFill/>
            <a:ln w="9525">
              <a:noFill/>
              <a:miter lim="800000"/>
              <a:headEnd/>
              <a:tailEnd/>
            </a:ln>
          </p:spPr>
          <p:txBody>
            <a:bodyPr wrap="none">
              <a:spAutoFit/>
            </a:bodyPr>
            <a:lstStyle/>
            <a:p>
              <a:r>
                <a:rPr lang="en-US" altLang="zh-CN" sz="1600" b="1" u="none">
                  <a:latin typeface="Calibri" pitchFamily="34" charset="0"/>
                  <a:ea typeface="宋体" charset="-122"/>
                </a:rPr>
                <a:t>“Update”</a:t>
              </a:r>
            </a:p>
          </p:txBody>
        </p:sp>
      </p:grpSp>
      <p:sp>
        <p:nvSpPr>
          <p:cNvPr id="3" name="TextBox 2"/>
          <p:cNvSpPr txBox="1"/>
          <p:nvPr/>
        </p:nvSpPr>
        <p:spPr>
          <a:xfrm>
            <a:off x="6300192" y="1916832"/>
            <a:ext cx="2073229" cy="923330"/>
          </a:xfrm>
          <a:prstGeom prst="rect">
            <a:avLst/>
          </a:prstGeom>
          <a:noFill/>
        </p:spPr>
        <p:txBody>
          <a:bodyPr wrap="none" rtlCol="0">
            <a:spAutoFit/>
          </a:bodyPr>
          <a:lstStyle/>
          <a:p>
            <a:r>
              <a:rPr lang="en-US" altLang="zh-CN" dirty="0"/>
              <a:t>strongly consistent,</a:t>
            </a:r>
          </a:p>
          <a:p>
            <a:r>
              <a:rPr lang="en-US" altLang="zh-CN" dirty="0"/>
              <a:t>reliable store of </a:t>
            </a:r>
          </a:p>
          <a:p>
            <a:r>
              <a:rPr lang="en-US" altLang="zh-CN" dirty="0"/>
              <a:t>AA-to-LA mappings</a:t>
            </a:r>
            <a:endParaRPr lang="en-US" dirty="0"/>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標題 1"/>
          <p:cNvSpPr>
            <a:spLocks noGrp="1"/>
          </p:cNvSpPr>
          <p:nvPr>
            <p:ph type="title"/>
          </p:nvPr>
        </p:nvSpPr>
        <p:spPr/>
        <p:txBody>
          <a:bodyPr rtlCol="0">
            <a:normAutofit/>
          </a:bodyPr>
          <a:lstStyle/>
          <a:p>
            <a:pPr fontAlgn="auto">
              <a:spcAft>
                <a:spcPts val="0"/>
              </a:spcAft>
              <a:defRPr/>
            </a:pPr>
            <a:r>
              <a:rPr lang="en-US" altLang="zh-TW" dirty="0"/>
              <a:t>Advantage of VL2</a:t>
            </a:r>
            <a:endParaRPr lang="zh-TW" altLang="en-US" dirty="0"/>
          </a:p>
        </p:txBody>
      </p:sp>
      <p:sp>
        <p:nvSpPr>
          <p:cNvPr id="3" name="內容版面配置區 2"/>
          <p:cNvSpPr>
            <a:spLocks noGrp="1"/>
          </p:cNvSpPr>
          <p:nvPr>
            <p:ph idx="1"/>
          </p:nvPr>
        </p:nvSpPr>
        <p:spPr/>
        <p:txBody>
          <a:bodyPr rtlCol="0">
            <a:normAutofit fontScale="85000" lnSpcReduction="10000"/>
          </a:bodyPr>
          <a:lstStyle/>
          <a:p>
            <a:pPr marL="342900" lvl="1" indent="-342900" fontAlgn="auto">
              <a:spcAft>
                <a:spcPts val="0"/>
              </a:spcAft>
              <a:buFont typeface="Arial" pitchFamily="34" charset="0"/>
              <a:buChar char="•"/>
              <a:defRPr/>
            </a:pPr>
            <a:r>
              <a:rPr lang="en-US" altLang="zh-TW" sz="3200" dirty="0"/>
              <a:t>Load Balancing</a:t>
            </a:r>
          </a:p>
          <a:p>
            <a:pPr lvl="1" fontAlgn="auto">
              <a:spcAft>
                <a:spcPts val="0"/>
              </a:spcAft>
              <a:buFont typeface="Arial" pitchFamily="34" charset="0"/>
              <a:buChar char="•"/>
              <a:defRPr/>
            </a:pPr>
            <a:r>
              <a:rPr lang="en-US" altLang="zh-TW" dirty="0"/>
              <a:t>Randomizing with VLB enables  coping  with  Volatility</a:t>
            </a:r>
          </a:p>
          <a:p>
            <a:pPr fontAlgn="auto">
              <a:spcAft>
                <a:spcPts val="0"/>
              </a:spcAft>
              <a:buFont typeface="Arial" pitchFamily="34" charset="0"/>
              <a:buChar char="•"/>
              <a:defRPr/>
            </a:pPr>
            <a:r>
              <a:rPr lang="en-US" altLang="zh-TW" dirty="0"/>
              <a:t>Built on well-understood networking technology</a:t>
            </a:r>
          </a:p>
          <a:p>
            <a:pPr lvl="1" fontAlgn="auto">
              <a:spcAft>
                <a:spcPts val="0"/>
              </a:spcAft>
              <a:buFont typeface="Arial" pitchFamily="34" charset="0"/>
              <a:buChar char="•"/>
              <a:defRPr/>
            </a:pPr>
            <a:r>
              <a:rPr lang="en-US" altLang="zh-TW" dirty="0"/>
              <a:t>link-state routing, </a:t>
            </a:r>
          </a:p>
          <a:p>
            <a:pPr lvl="1" fontAlgn="auto">
              <a:spcAft>
                <a:spcPts val="0"/>
              </a:spcAft>
              <a:buFont typeface="Arial" pitchFamily="34" charset="0"/>
              <a:buChar char="•"/>
              <a:defRPr/>
            </a:pPr>
            <a:r>
              <a:rPr lang="en-US" altLang="zh-TW" dirty="0"/>
              <a:t>equal-cost multi-path(ECMP) forwarding, </a:t>
            </a:r>
          </a:p>
          <a:p>
            <a:pPr lvl="1" fontAlgn="auto">
              <a:spcAft>
                <a:spcPts val="0"/>
              </a:spcAft>
              <a:buFont typeface="Arial" pitchFamily="34" charset="0"/>
              <a:buChar char="•"/>
              <a:defRPr/>
            </a:pPr>
            <a:r>
              <a:rPr lang="en-US" altLang="zh-TW" dirty="0"/>
              <a:t>IP </a:t>
            </a:r>
            <a:r>
              <a:rPr lang="en-US" altLang="zh-TW" dirty="0" err="1"/>
              <a:t>anycasting</a:t>
            </a:r>
            <a:r>
              <a:rPr lang="en-US" altLang="zh-TW" dirty="0"/>
              <a:t>, </a:t>
            </a:r>
          </a:p>
          <a:p>
            <a:pPr lvl="1" fontAlgn="auto">
              <a:spcAft>
                <a:spcPts val="0"/>
              </a:spcAft>
              <a:buFont typeface="Arial" pitchFamily="34" charset="0"/>
              <a:buChar char="•"/>
              <a:defRPr/>
            </a:pPr>
            <a:r>
              <a:rPr lang="en-US" altLang="zh-TW" dirty="0"/>
              <a:t>IP multicasting</a:t>
            </a:r>
          </a:p>
          <a:p>
            <a:pPr fontAlgn="auto">
              <a:spcAft>
                <a:spcPts val="0"/>
              </a:spcAft>
              <a:buFont typeface="Arial" pitchFamily="34" charset="0"/>
              <a:buChar char="•"/>
              <a:defRPr/>
            </a:pPr>
            <a:r>
              <a:rPr lang="en-US" altLang="zh-TW" dirty="0"/>
              <a:t>Simple Migration</a:t>
            </a:r>
          </a:p>
          <a:p>
            <a:pPr lvl="1" fontAlgn="auto">
              <a:spcAft>
                <a:spcPts val="0"/>
              </a:spcAft>
              <a:buFont typeface="Arial" pitchFamily="34" charset="0"/>
              <a:buChar char="–"/>
              <a:defRPr/>
            </a:pPr>
            <a:r>
              <a:rPr lang="en-US" altLang="zh-TW" sz="2900" dirty="0"/>
              <a:t>Static AAs</a:t>
            </a:r>
          </a:p>
          <a:p>
            <a:pPr lvl="2" fontAlgn="auto">
              <a:spcAft>
                <a:spcPts val="0"/>
              </a:spcAft>
              <a:buFont typeface="Arial" pitchFamily="34" charset="0"/>
              <a:buChar char="–"/>
              <a:defRPr/>
            </a:pPr>
            <a:r>
              <a:rPr lang="en-US" altLang="zh-TW" sz="2500" dirty="0"/>
              <a:t>Only need to update AAs to LAs mapping</a:t>
            </a:r>
          </a:p>
          <a:p>
            <a:pPr fontAlgn="auto">
              <a:spcAft>
                <a:spcPts val="0"/>
              </a:spcAft>
              <a:buFont typeface="Arial" pitchFamily="34" charset="0"/>
              <a:buChar char="•"/>
              <a:defRPr/>
            </a:pPr>
            <a:r>
              <a:rPr lang="en-US" altLang="zh-TW" dirty="0"/>
              <a:t>Eliminates the ARP and DHCP scaling bottlenecks</a:t>
            </a:r>
            <a:endParaRPr lang="zh-TW" altLang="en-US" dirty="0"/>
          </a:p>
        </p:txBody>
      </p:sp>
      <p:sp>
        <p:nvSpPr>
          <p:cNvPr id="4" name="投影片編號版面配置區 3"/>
          <p:cNvSpPr>
            <a:spLocks noGrp="1"/>
          </p:cNvSpPr>
          <p:nvPr>
            <p:ph type="sldNum" sz="quarter" idx="12"/>
          </p:nvPr>
        </p:nvSpPr>
        <p:spPr/>
        <p:txBody>
          <a:bodyPr/>
          <a:lstStyle/>
          <a:p>
            <a:pPr>
              <a:defRPr/>
            </a:pPr>
            <a:fld id="{11B973F8-CC2C-4AC1-BDD8-32491523B18C}" type="slidenum">
              <a:rPr lang="zh-TW" altLang="en-US"/>
              <a:pPr>
                <a:defRPr/>
              </a:pPr>
              <a:t>85</a:t>
            </a:fld>
            <a:endParaRPr lang="zh-TW" altLang="en-US"/>
          </a:p>
        </p:txBody>
      </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30722" name="Picture 2"/>
          <p:cNvPicPr>
            <a:picLocks noChangeAspect="1" noChangeArrowheads="1"/>
          </p:cNvPicPr>
          <p:nvPr/>
        </p:nvPicPr>
        <p:blipFill>
          <a:blip r:embed="rId2" cstate="print"/>
          <a:srcRect/>
          <a:stretch>
            <a:fillRect/>
          </a:stretch>
        </p:blipFill>
        <p:spPr bwMode="auto">
          <a:xfrm>
            <a:off x="5286375" y="1428750"/>
            <a:ext cx="3760788" cy="2500313"/>
          </a:xfrm>
          <a:prstGeom prst="rect">
            <a:avLst/>
          </a:prstGeom>
          <a:noFill/>
          <a:ln w="9525">
            <a:noFill/>
            <a:miter lim="800000"/>
            <a:headEnd/>
            <a:tailEnd/>
          </a:ln>
        </p:spPr>
      </p:pic>
      <p:sp>
        <p:nvSpPr>
          <p:cNvPr id="30723" name="標題 1"/>
          <p:cNvSpPr>
            <a:spLocks noGrp="1"/>
          </p:cNvSpPr>
          <p:nvPr>
            <p:ph type="title"/>
          </p:nvPr>
        </p:nvSpPr>
        <p:spPr/>
        <p:txBody>
          <a:bodyPr/>
          <a:lstStyle/>
          <a:p>
            <a:r>
              <a:rPr lang="en-US" altLang="zh-TW"/>
              <a:t>Evaluation: testbed</a:t>
            </a:r>
            <a:endParaRPr lang="zh-TW" altLang="en-US"/>
          </a:p>
        </p:txBody>
      </p:sp>
      <p:sp>
        <p:nvSpPr>
          <p:cNvPr id="3" name="內容版面配置區 2"/>
          <p:cNvSpPr>
            <a:spLocks noGrp="1"/>
          </p:cNvSpPr>
          <p:nvPr>
            <p:ph idx="1"/>
          </p:nvPr>
        </p:nvSpPr>
        <p:spPr>
          <a:xfrm>
            <a:off x="457200" y="1600200"/>
            <a:ext cx="5114925" cy="4525963"/>
          </a:xfrm>
        </p:spPr>
        <p:txBody>
          <a:bodyPr rtlCol="0">
            <a:normAutofit fontScale="92500" lnSpcReduction="10000"/>
          </a:bodyPr>
          <a:lstStyle/>
          <a:p>
            <a:pPr fontAlgn="auto">
              <a:spcAft>
                <a:spcPts val="0"/>
              </a:spcAft>
              <a:buFont typeface="Arial" pitchFamily="34" charset="0"/>
              <a:buChar char="•"/>
              <a:defRPr/>
            </a:pPr>
            <a:r>
              <a:rPr lang="en-US" altLang="zh-TW" dirty="0"/>
              <a:t>80 servers</a:t>
            </a:r>
          </a:p>
          <a:p>
            <a:pPr lvl="1" fontAlgn="auto">
              <a:spcAft>
                <a:spcPts val="0"/>
              </a:spcAft>
              <a:buFont typeface="Arial" pitchFamily="34" charset="0"/>
              <a:buChar char="•"/>
              <a:defRPr/>
            </a:pPr>
            <a:r>
              <a:rPr lang="en-US" altLang="zh-TW" dirty="0"/>
              <a:t>5 for directory system</a:t>
            </a:r>
          </a:p>
          <a:p>
            <a:pPr fontAlgn="auto">
              <a:spcAft>
                <a:spcPts val="0"/>
              </a:spcAft>
              <a:buFont typeface="Arial" pitchFamily="34" charset="0"/>
              <a:buChar char="•"/>
              <a:defRPr/>
            </a:pPr>
            <a:r>
              <a:rPr lang="en-US" altLang="zh-TW" dirty="0"/>
              <a:t>Intermediate switches (3)</a:t>
            </a:r>
          </a:p>
          <a:p>
            <a:pPr lvl="1" fontAlgn="auto">
              <a:spcAft>
                <a:spcPts val="0"/>
              </a:spcAft>
              <a:buFont typeface="Arial" pitchFamily="34" charset="0"/>
              <a:buChar char="•"/>
              <a:defRPr/>
            </a:pPr>
            <a:r>
              <a:rPr lang="en-US" altLang="zh-TW" dirty="0"/>
              <a:t>24 10Gbps Ethernet ports(3 for </a:t>
            </a:r>
            <a:r>
              <a:rPr lang="en-US" altLang="zh-TW" dirty="0" err="1"/>
              <a:t>Aggr</a:t>
            </a:r>
            <a:r>
              <a:rPr lang="en-US" altLang="zh-TW" dirty="0"/>
              <a:t>)</a:t>
            </a:r>
          </a:p>
          <a:p>
            <a:pPr fontAlgn="auto">
              <a:spcAft>
                <a:spcPts val="0"/>
              </a:spcAft>
              <a:buFont typeface="Arial" pitchFamily="34" charset="0"/>
              <a:buChar char="•"/>
              <a:defRPr/>
            </a:pPr>
            <a:r>
              <a:rPr lang="en-US" altLang="zh-TW" dirty="0"/>
              <a:t>Aggregation switches(3)</a:t>
            </a:r>
          </a:p>
          <a:p>
            <a:pPr lvl="1" fontAlgn="auto">
              <a:spcAft>
                <a:spcPts val="0"/>
              </a:spcAft>
              <a:buFont typeface="Arial" pitchFamily="34" charset="0"/>
              <a:buChar char="•"/>
              <a:defRPr/>
            </a:pPr>
            <a:r>
              <a:rPr lang="en-US" altLang="zh-TW" dirty="0"/>
              <a:t>24 10Gbps Ethernet ports(3 for </a:t>
            </a:r>
            <a:r>
              <a:rPr lang="en-US" altLang="zh-TW" dirty="0" err="1"/>
              <a:t>Aggr</a:t>
            </a:r>
            <a:r>
              <a:rPr lang="en-US" altLang="zh-TW" dirty="0"/>
              <a:t>, 3 for </a:t>
            </a:r>
            <a:r>
              <a:rPr lang="en-US" altLang="zh-TW" dirty="0" err="1"/>
              <a:t>ToR</a:t>
            </a:r>
            <a:r>
              <a:rPr lang="en-US" altLang="zh-TW" dirty="0"/>
              <a:t>)</a:t>
            </a:r>
          </a:p>
          <a:p>
            <a:pPr fontAlgn="auto">
              <a:spcAft>
                <a:spcPts val="0"/>
              </a:spcAft>
              <a:buFont typeface="Arial" pitchFamily="34" charset="0"/>
              <a:buChar char="•"/>
              <a:defRPr/>
            </a:pPr>
            <a:r>
              <a:rPr lang="en-US" altLang="zh-TW" dirty="0" err="1"/>
              <a:t>ToR</a:t>
            </a:r>
            <a:r>
              <a:rPr lang="en-US" altLang="zh-TW" dirty="0"/>
              <a:t> (4) </a:t>
            </a:r>
          </a:p>
          <a:p>
            <a:pPr lvl="1" fontAlgn="auto">
              <a:spcAft>
                <a:spcPts val="0"/>
              </a:spcAft>
              <a:buFont typeface="Arial" pitchFamily="34" charset="0"/>
              <a:buChar char="•"/>
              <a:defRPr/>
            </a:pPr>
            <a:r>
              <a:rPr lang="en-US" altLang="zh-TW" dirty="0"/>
              <a:t>24 1Gbps ports</a:t>
            </a:r>
          </a:p>
        </p:txBody>
      </p:sp>
      <p:sp>
        <p:nvSpPr>
          <p:cNvPr id="4" name="投影片編號版面配置區 3"/>
          <p:cNvSpPr>
            <a:spLocks noGrp="1"/>
          </p:cNvSpPr>
          <p:nvPr>
            <p:ph type="sldNum" sz="quarter" idx="12"/>
          </p:nvPr>
        </p:nvSpPr>
        <p:spPr/>
        <p:txBody>
          <a:bodyPr/>
          <a:lstStyle/>
          <a:p>
            <a:pPr>
              <a:defRPr/>
            </a:pPr>
            <a:fld id="{8C60C4B1-7930-4BAB-A739-AAB310AFC813}" type="slidenum">
              <a:rPr lang="zh-TW" altLang="en-US"/>
              <a:pPr>
                <a:defRPr/>
              </a:pPr>
              <a:t>86</a:t>
            </a:fld>
            <a:endParaRPr lang="zh-TW" altLang="en-US"/>
          </a:p>
        </p:txBody>
      </p:sp>
      <p:pic>
        <p:nvPicPr>
          <p:cNvPr id="30726" name="Picture 3"/>
          <p:cNvPicPr>
            <a:picLocks noChangeAspect="1" noChangeArrowheads="1"/>
          </p:cNvPicPr>
          <p:nvPr/>
        </p:nvPicPr>
        <p:blipFill>
          <a:blip r:embed="rId3" cstate="print"/>
          <a:srcRect/>
          <a:stretch>
            <a:fillRect/>
          </a:stretch>
        </p:blipFill>
        <p:spPr bwMode="auto">
          <a:xfrm>
            <a:off x="5643563" y="4000500"/>
            <a:ext cx="3200400" cy="2090738"/>
          </a:xfrm>
          <a:prstGeom prst="rect">
            <a:avLst/>
          </a:prstGeom>
          <a:noFill/>
          <a:ln w="9525">
            <a:noFill/>
            <a:miter lim="800000"/>
            <a:headEnd/>
            <a:tailEnd/>
          </a:ln>
        </p:spPr>
      </p:pic>
    </p:spTree>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44386" name="Rectangle 2"/>
          <p:cNvSpPr>
            <a:spLocks noGrp="1" noChangeArrowheads="1"/>
          </p:cNvSpPr>
          <p:nvPr>
            <p:ph type="title"/>
          </p:nvPr>
        </p:nvSpPr>
        <p:spPr/>
        <p:txBody>
          <a:bodyPr/>
          <a:lstStyle/>
          <a:p>
            <a:r>
              <a:rPr lang="en-US" altLang="zh-CN">
                <a:ea typeface="宋体" charset="-122"/>
              </a:rPr>
              <a:t>Evaluation	</a:t>
            </a:r>
          </a:p>
        </p:txBody>
      </p:sp>
      <p:sp>
        <p:nvSpPr>
          <p:cNvPr id="144387" name="Rectangle 3"/>
          <p:cNvSpPr>
            <a:spLocks noGrp="1" noChangeArrowheads="1"/>
          </p:cNvSpPr>
          <p:nvPr>
            <p:ph type="body" idx="1"/>
          </p:nvPr>
        </p:nvSpPr>
        <p:spPr/>
        <p:txBody>
          <a:bodyPr>
            <a:noAutofit/>
          </a:bodyPr>
          <a:lstStyle/>
          <a:p>
            <a:r>
              <a:rPr lang="en-US" altLang="zh-CN" dirty="0">
                <a:ea typeface="宋体" charset="-122"/>
              </a:rPr>
              <a:t>Uniform high capacity:</a:t>
            </a:r>
          </a:p>
          <a:p>
            <a:pPr lvl="1"/>
            <a:r>
              <a:rPr lang="en-US" altLang="zh-CN" dirty="0">
                <a:ea typeface="宋体" charset="-122"/>
              </a:rPr>
              <a:t>All-to-all data shuffle stress test:</a:t>
            </a:r>
          </a:p>
          <a:p>
            <a:pPr lvl="2"/>
            <a:r>
              <a:rPr lang="en-US" altLang="zh-CN" dirty="0">
                <a:ea typeface="宋体" charset="-122"/>
              </a:rPr>
              <a:t>75 servers, deliver 500MB</a:t>
            </a:r>
          </a:p>
          <a:p>
            <a:pPr lvl="2"/>
            <a:endParaRPr lang="en-US" altLang="zh-CN" dirty="0">
              <a:ea typeface="宋体" charset="-122"/>
            </a:endParaRPr>
          </a:p>
          <a:p>
            <a:pPr lvl="2"/>
            <a:endParaRPr lang="en-US" altLang="zh-CN" dirty="0">
              <a:ea typeface="宋体" charset="-122"/>
            </a:endParaRPr>
          </a:p>
          <a:p>
            <a:pPr lvl="2"/>
            <a:endParaRPr lang="en-US" altLang="zh-CN" dirty="0">
              <a:ea typeface="宋体" charset="-122"/>
            </a:endParaRPr>
          </a:p>
          <a:p>
            <a:pPr lvl="2"/>
            <a:endParaRPr lang="en-US" altLang="zh-CN" dirty="0">
              <a:ea typeface="宋体" charset="-122"/>
            </a:endParaRPr>
          </a:p>
          <a:p>
            <a:pPr lvl="2"/>
            <a:endParaRPr lang="en-US" altLang="zh-CN" dirty="0">
              <a:ea typeface="宋体" charset="-122"/>
            </a:endParaRPr>
          </a:p>
          <a:p>
            <a:pPr lvl="2"/>
            <a:r>
              <a:rPr lang="en-US" altLang="zh-CN" dirty="0">
                <a:ea typeface="宋体" charset="-122"/>
              </a:rPr>
              <a:t>Maximal achievable </a:t>
            </a:r>
            <a:r>
              <a:rPr lang="en-US" altLang="zh-CN" dirty="0" err="1">
                <a:ea typeface="宋体" charset="-122"/>
              </a:rPr>
              <a:t>goodput</a:t>
            </a:r>
            <a:r>
              <a:rPr lang="en-US" altLang="zh-CN" dirty="0">
                <a:ea typeface="宋体" charset="-122"/>
              </a:rPr>
              <a:t> is 62.3</a:t>
            </a:r>
          </a:p>
          <a:p>
            <a:pPr lvl="2"/>
            <a:r>
              <a:rPr lang="en-US" altLang="zh-CN" dirty="0">
                <a:ea typeface="宋体" charset="-122"/>
              </a:rPr>
              <a:t>VL2 network efficiency as 58.8/62.3 = 94%</a:t>
            </a:r>
          </a:p>
          <a:p>
            <a:endParaRPr lang="en-US" altLang="zh-CN" dirty="0">
              <a:ea typeface="宋体" charset="-122"/>
            </a:endParaRPr>
          </a:p>
          <a:p>
            <a:endParaRPr lang="en-US" altLang="zh-CN" dirty="0">
              <a:ea typeface="宋体" charset="-122"/>
            </a:endParaRPr>
          </a:p>
        </p:txBody>
      </p:sp>
      <p:pic>
        <p:nvPicPr>
          <p:cNvPr id="144388" name="Content Placeholder 6" descr="all2all-500mb.png"/>
          <p:cNvPicPr>
            <a:picLocks noChangeAspect="1"/>
          </p:cNvPicPr>
          <p:nvPr/>
        </p:nvPicPr>
        <p:blipFill>
          <a:blip r:embed="rId3" cstate="print"/>
          <a:srcRect l="4028" t="4210" b="49474"/>
          <a:stretch>
            <a:fillRect/>
          </a:stretch>
        </p:blipFill>
        <p:spPr bwMode="auto">
          <a:xfrm>
            <a:off x="1475656" y="2777852"/>
            <a:ext cx="6528221" cy="2379340"/>
          </a:xfrm>
          <a:prstGeom prst="rect">
            <a:avLst/>
          </a:prstGeom>
          <a:noFill/>
          <a:ln w="9525">
            <a:noFill/>
            <a:miter lim="800000"/>
            <a:headEnd/>
            <a:tailEnd/>
          </a:ln>
        </p:spPr>
      </p:pic>
    </p:spTree>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149506" name="Rectangle 2"/>
          <p:cNvSpPr>
            <a:spLocks noGrp="1" noChangeArrowheads="1"/>
          </p:cNvSpPr>
          <p:nvPr>
            <p:ph type="title"/>
          </p:nvPr>
        </p:nvSpPr>
        <p:spPr/>
        <p:txBody>
          <a:bodyPr/>
          <a:lstStyle/>
          <a:p>
            <a:r>
              <a:rPr lang="en-US" altLang="zh-CN" dirty="0">
                <a:ea typeface="宋体" charset="-122"/>
              </a:rPr>
              <a:t>Critique</a:t>
            </a:r>
          </a:p>
        </p:txBody>
      </p:sp>
      <p:sp>
        <p:nvSpPr>
          <p:cNvPr id="149507" name="Rectangle 3"/>
          <p:cNvSpPr>
            <a:spLocks noGrp="1" noChangeArrowheads="1"/>
          </p:cNvSpPr>
          <p:nvPr>
            <p:ph type="body" idx="1"/>
          </p:nvPr>
        </p:nvSpPr>
        <p:spPr/>
        <p:txBody>
          <a:bodyPr>
            <a:normAutofit/>
          </a:bodyPr>
          <a:lstStyle/>
          <a:p>
            <a:r>
              <a:rPr lang="en-US" altLang="zh-CN" sz="2800" dirty="0">
                <a:ea typeface="宋体" charset="-122"/>
              </a:rPr>
              <a:t>The extra servers are needed to support the VL2 directory system:</a:t>
            </a:r>
          </a:p>
          <a:p>
            <a:pPr lvl="1"/>
            <a:r>
              <a:rPr lang="en-US" altLang="zh-CN" sz="2400" dirty="0">
                <a:ea typeface="宋体" charset="-122"/>
              </a:rPr>
              <a:t>Brings more cost on devices</a:t>
            </a:r>
          </a:p>
          <a:p>
            <a:pPr lvl="1"/>
            <a:r>
              <a:rPr lang="en-US" altLang="zh-CN" sz="2400" dirty="0">
                <a:ea typeface="宋体" charset="-122"/>
              </a:rPr>
              <a:t>Hard to be implemented for data centers with tens of thousands of servers.</a:t>
            </a:r>
          </a:p>
          <a:p>
            <a:endParaRPr lang="en-US" altLang="zh-CN" sz="2800" dirty="0">
              <a:ea typeface="宋体" charset="-122"/>
            </a:endParaRPr>
          </a:p>
          <a:p>
            <a:r>
              <a:rPr lang="en-US" altLang="zh-CN" sz="2800" dirty="0">
                <a:ea typeface="宋体" charset="-122"/>
              </a:rPr>
              <a:t>All links and switches are working all the time, not power efficient</a:t>
            </a:r>
          </a:p>
          <a:p>
            <a:endParaRPr lang="en-US" altLang="zh-CN" sz="2800" dirty="0">
              <a:ea typeface="宋体" charset="-122"/>
            </a:endParaRPr>
          </a:p>
          <a:p>
            <a:r>
              <a:rPr lang="en-US" altLang="zh-CN" sz="2800" dirty="0">
                <a:ea typeface="宋体" charset="-122"/>
              </a:rPr>
              <a:t>No evaluation of real time performance.</a:t>
            </a:r>
          </a:p>
          <a:p>
            <a:endParaRPr lang="en-US" altLang="zh-CN" sz="2800" dirty="0">
              <a:ea typeface="宋体" charset="-122"/>
            </a:endParaRPr>
          </a:p>
        </p:txBody>
      </p:sp>
    </p:spTree>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Outline</a:t>
            </a:r>
          </a:p>
        </p:txBody>
      </p:sp>
      <p:sp>
        <p:nvSpPr>
          <p:cNvPr id="3" name="Content Placeholder 2"/>
          <p:cNvSpPr>
            <a:spLocks noGrp="1"/>
          </p:cNvSpPr>
          <p:nvPr>
            <p:ph idx="1"/>
          </p:nvPr>
        </p:nvSpPr>
        <p:spPr/>
        <p:txBody>
          <a:bodyPr/>
          <a:lstStyle/>
          <a:p>
            <a:r>
              <a:rPr lang="en-US" dirty="0"/>
              <a:t>Data Center Introduction</a:t>
            </a:r>
          </a:p>
          <a:p>
            <a:r>
              <a:rPr lang="en-US" dirty="0"/>
              <a:t>Data Center Network Architectures</a:t>
            </a:r>
          </a:p>
          <a:p>
            <a:r>
              <a:rPr lang="en-US" dirty="0"/>
              <a:t>Fat-Tree</a:t>
            </a:r>
          </a:p>
          <a:p>
            <a:r>
              <a:rPr lang="en-US" dirty="0"/>
              <a:t>VL2</a:t>
            </a:r>
          </a:p>
          <a:p>
            <a:r>
              <a:rPr lang="en-US" dirty="0" err="1">
                <a:solidFill>
                  <a:srgbClr val="FF0000"/>
                </a:solidFill>
              </a:rPr>
              <a:t>DCell</a:t>
            </a:r>
            <a:endParaRPr lang="en-US" dirty="0">
              <a:solidFill>
                <a:srgbClr val="FF0000"/>
              </a:solidFill>
            </a:endParaRPr>
          </a:p>
          <a:p>
            <a:r>
              <a:rPr lang="en-US" dirty="0" err="1"/>
              <a:t>BCube</a:t>
            </a:r>
            <a:endParaRPr lang="en-US" dirty="0"/>
          </a:p>
          <a:p>
            <a:r>
              <a:rPr lang="en-US" dirty="0" err="1"/>
              <a:t>FiConn</a:t>
            </a:r>
            <a:endParaRPr lang="en-US" dirty="0"/>
          </a:p>
        </p:txBody>
      </p:sp>
      <p:sp>
        <p:nvSpPr>
          <p:cNvPr id="4" name="Date Placeholder 3"/>
          <p:cNvSpPr>
            <a:spLocks noGrp="1"/>
          </p:cNvSpPr>
          <p:nvPr>
            <p:ph type="dt" sz="half" idx="10"/>
          </p:nvPr>
        </p:nvSpPr>
        <p:spPr/>
        <p:txBody>
          <a:bodyPr/>
          <a:lstStyle/>
          <a:p>
            <a:fld id="{827ADB60-3E79-449A-88A8-D8CD2A903F4E}" type="datetime1">
              <a:rPr lang="zh-CN" altLang="en-US" smtClean="0"/>
              <a:pPr/>
              <a:t>2025/3/5</a:t>
            </a:fld>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pPr/>
              <a:t>89</a:t>
            </a:fld>
            <a:endParaRPr lang="zh-CN" altLang="en-US"/>
          </a:p>
        </p:txBody>
      </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solidFill>
                  <a:schemeClr val="tx1"/>
                </a:solidFill>
              </a:rPr>
              <a:t>DCell</a:t>
            </a:r>
            <a:endParaRPr lang="zh-CN" altLang="en-US" dirty="0">
              <a:solidFill>
                <a:schemeClr val="tx1"/>
              </a:solidFill>
            </a:endParaRPr>
          </a:p>
        </p:txBody>
      </p:sp>
      <p:sp>
        <p:nvSpPr>
          <p:cNvPr id="4" name="日期占位符 3"/>
          <p:cNvSpPr>
            <a:spLocks noGrp="1"/>
          </p:cNvSpPr>
          <p:nvPr>
            <p:ph type="dt" sz="half" idx="10"/>
          </p:nvPr>
        </p:nvSpPr>
        <p:spPr/>
        <p:txBody>
          <a:bodyPr/>
          <a:lstStyle/>
          <a:p>
            <a:fld id="{827ADB60-3E79-449A-88A8-D8CD2A903F4E}" type="datetime1">
              <a:rPr lang="zh-CN" altLang="en-US" smtClean="0"/>
              <a:pPr/>
              <a:t>2025/3/5</a:t>
            </a:fld>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90</a:t>
            </a:fld>
            <a:endParaRPr lang="zh-CN" altLang="en-US"/>
          </a:p>
        </p:txBody>
      </p:sp>
      <p:sp>
        <p:nvSpPr>
          <p:cNvPr id="44" name="Content Placeholder 2"/>
          <p:cNvSpPr>
            <a:spLocks noGrp="1"/>
          </p:cNvSpPr>
          <p:nvPr>
            <p:ph idx="1"/>
          </p:nvPr>
        </p:nvSpPr>
        <p:spPr>
          <a:xfrm>
            <a:off x="457200" y="1524001"/>
            <a:ext cx="8229600" cy="762000"/>
          </a:xfrm>
        </p:spPr>
        <p:txBody>
          <a:bodyPr>
            <a:normAutofit/>
          </a:bodyPr>
          <a:lstStyle/>
          <a:p>
            <a:r>
              <a:rPr lang="en-US" dirty="0"/>
              <a:t>Existing tree structure does not scale</a:t>
            </a:r>
          </a:p>
        </p:txBody>
      </p:sp>
      <p:grpSp>
        <p:nvGrpSpPr>
          <p:cNvPr id="45" name="Group 101"/>
          <p:cNvGrpSpPr/>
          <p:nvPr/>
        </p:nvGrpSpPr>
        <p:grpSpPr>
          <a:xfrm>
            <a:off x="802704" y="2290482"/>
            <a:ext cx="7711008" cy="2938718"/>
            <a:chOff x="571472" y="3786190"/>
            <a:chExt cx="2643206" cy="2478283"/>
          </a:xfrm>
        </p:grpSpPr>
        <p:pic>
          <p:nvPicPr>
            <p:cNvPr id="46" name="Picture 2"/>
            <p:cNvPicPr>
              <a:picLocks noChangeAspect="1" noChangeArrowheads="1"/>
            </p:cNvPicPr>
            <p:nvPr/>
          </p:nvPicPr>
          <p:blipFill>
            <a:blip r:embed="rId3" cstate="print"/>
            <a:srcRect/>
            <a:stretch>
              <a:fillRect/>
            </a:stretch>
          </p:blipFill>
          <p:spPr bwMode="auto">
            <a:xfrm>
              <a:off x="642910" y="4714884"/>
              <a:ext cx="315576" cy="500066"/>
            </a:xfrm>
            <a:prstGeom prst="rect">
              <a:avLst/>
            </a:prstGeom>
            <a:noFill/>
            <a:ln w="9525">
              <a:noFill/>
              <a:miter lim="800000"/>
              <a:headEnd/>
              <a:tailEnd/>
            </a:ln>
            <a:effectLst/>
          </p:spPr>
        </p:pic>
        <p:pic>
          <p:nvPicPr>
            <p:cNvPr id="47" name="Picture 3"/>
            <p:cNvPicPr>
              <a:picLocks noChangeAspect="1" noChangeArrowheads="1"/>
            </p:cNvPicPr>
            <p:nvPr/>
          </p:nvPicPr>
          <p:blipFill>
            <a:blip r:embed="rId4" cstate="print"/>
            <a:srcRect/>
            <a:stretch>
              <a:fillRect/>
            </a:stretch>
          </p:blipFill>
          <p:spPr bwMode="auto">
            <a:xfrm>
              <a:off x="571472" y="5429264"/>
              <a:ext cx="1300172" cy="835209"/>
            </a:xfrm>
            <a:prstGeom prst="rect">
              <a:avLst/>
            </a:prstGeom>
            <a:noFill/>
            <a:ln w="9525">
              <a:noFill/>
              <a:miter lim="800000"/>
              <a:headEnd/>
              <a:tailEnd/>
            </a:ln>
            <a:effectLst/>
          </p:spPr>
        </p:pic>
        <p:pic>
          <p:nvPicPr>
            <p:cNvPr id="48" name="Picture 2"/>
            <p:cNvPicPr>
              <a:picLocks noChangeAspect="1" noChangeArrowheads="1"/>
            </p:cNvPicPr>
            <p:nvPr/>
          </p:nvPicPr>
          <p:blipFill>
            <a:blip r:embed="rId3" cstate="print"/>
            <a:srcRect/>
            <a:stretch>
              <a:fillRect/>
            </a:stretch>
          </p:blipFill>
          <p:spPr bwMode="auto">
            <a:xfrm>
              <a:off x="1985944" y="4714884"/>
              <a:ext cx="315576" cy="500066"/>
            </a:xfrm>
            <a:prstGeom prst="rect">
              <a:avLst/>
            </a:prstGeom>
            <a:noFill/>
            <a:ln w="9525">
              <a:noFill/>
              <a:miter lim="800000"/>
              <a:headEnd/>
              <a:tailEnd/>
            </a:ln>
            <a:effectLst/>
          </p:spPr>
        </p:pic>
        <p:pic>
          <p:nvPicPr>
            <p:cNvPr id="49" name="Picture 3"/>
            <p:cNvPicPr>
              <a:picLocks noChangeAspect="1" noChangeArrowheads="1"/>
            </p:cNvPicPr>
            <p:nvPr/>
          </p:nvPicPr>
          <p:blipFill>
            <a:blip r:embed="rId4" cstate="print"/>
            <a:srcRect/>
            <a:stretch>
              <a:fillRect/>
            </a:stretch>
          </p:blipFill>
          <p:spPr bwMode="auto">
            <a:xfrm>
              <a:off x="1914506" y="5429264"/>
              <a:ext cx="1300172" cy="835209"/>
            </a:xfrm>
            <a:prstGeom prst="rect">
              <a:avLst/>
            </a:prstGeom>
            <a:noFill/>
            <a:ln w="9525">
              <a:noFill/>
              <a:miter lim="800000"/>
              <a:headEnd/>
              <a:tailEnd/>
            </a:ln>
            <a:effectLst/>
          </p:spPr>
        </p:pic>
        <p:pic>
          <p:nvPicPr>
            <p:cNvPr id="50" name="Picture 2"/>
            <p:cNvPicPr>
              <a:picLocks noChangeAspect="1" noChangeArrowheads="1"/>
            </p:cNvPicPr>
            <p:nvPr/>
          </p:nvPicPr>
          <p:blipFill>
            <a:blip r:embed="rId3" cstate="print"/>
            <a:srcRect/>
            <a:stretch>
              <a:fillRect/>
            </a:stretch>
          </p:blipFill>
          <p:spPr bwMode="auto">
            <a:xfrm>
              <a:off x="1071538" y="3786190"/>
              <a:ext cx="315576" cy="500066"/>
            </a:xfrm>
            <a:prstGeom prst="rect">
              <a:avLst/>
            </a:prstGeom>
            <a:noFill/>
            <a:ln w="9525">
              <a:noFill/>
              <a:miter lim="800000"/>
              <a:headEnd/>
              <a:tailEnd/>
            </a:ln>
            <a:effectLst/>
          </p:spPr>
        </p:pic>
        <p:cxnSp>
          <p:nvCxnSpPr>
            <p:cNvPr id="51" name="Straight Connector 69"/>
            <p:cNvCxnSpPr>
              <a:stCxn id="50" idx="2"/>
              <a:endCxn id="46" idx="0"/>
            </p:cNvCxnSpPr>
            <p:nvPr/>
          </p:nvCxnSpPr>
          <p:spPr>
            <a:xfrm rot="5400000">
              <a:off x="800698" y="4286256"/>
              <a:ext cx="428628" cy="428628"/>
            </a:xfrm>
            <a:prstGeom prst="line">
              <a:avLst/>
            </a:prstGeom>
          </p:spPr>
          <p:style>
            <a:lnRef idx="1">
              <a:schemeClr val="accent1"/>
            </a:lnRef>
            <a:fillRef idx="0">
              <a:schemeClr val="accent1"/>
            </a:fillRef>
            <a:effectRef idx="0">
              <a:schemeClr val="accent1"/>
            </a:effectRef>
            <a:fontRef idx="minor">
              <a:schemeClr val="tx1"/>
            </a:fontRef>
          </p:style>
        </p:cxnSp>
        <p:cxnSp>
          <p:nvCxnSpPr>
            <p:cNvPr id="52" name="Straight Connector 70"/>
            <p:cNvCxnSpPr>
              <a:stCxn id="50" idx="2"/>
              <a:endCxn id="48" idx="0"/>
            </p:cNvCxnSpPr>
            <p:nvPr/>
          </p:nvCxnSpPr>
          <p:spPr>
            <a:xfrm rot="16200000" flipH="1">
              <a:off x="1472215" y="4043367"/>
              <a:ext cx="428628" cy="914406"/>
            </a:xfrm>
            <a:prstGeom prst="line">
              <a:avLst/>
            </a:prstGeom>
          </p:spPr>
          <p:style>
            <a:lnRef idx="1">
              <a:schemeClr val="accent1"/>
            </a:lnRef>
            <a:fillRef idx="0">
              <a:schemeClr val="accent1"/>
            </a:fillRef>
            <a:effectRef idx="0">
              <a:schemeClr val="accent1"/>
            </a:effectRef>
            <a:fontRef idx="minor">
              <a:schemeClr val="tx1"/>
            </a:fontRef>
          </p:style>
        </p:cxnSp>
        <p:pic>
          <p:nvPicPr>
            <p:cNvPr id="53" name="Picture 2"/>
            <p:cNvPicPr>
              <a:picLocks noChangeAspect="1" noChangeArrowheads="1"/>
            </p:cNvPicPr>
            <p:nvPr/>
          </p:nvPicPr>
          <p:blipFill>
            <a:blip r:embed="rId3" cstate="print"/>
            <a:srcRect/>
            <a:stretch>
              <a:fillRect/>
            </a:stretch>
          </p:blipFill>
          <p:spPr bwMode="auto">
            <a:xfrm>
              <a:off x="1000100" y="4714884"/>
              <a:ext cx="315576" cy="500066"/>
            </a:xfrm>
            <a:prstGeom prst="rect">
              <a:avLst/>
            </a:prstGeom>
            <a:noFill/>
            <a:ln w="9525">
              <a:noFill/>
              <a:miter lim="800000"/>
              <a:headEnd/>
              <a:tailEnd/>
            </a:ln>
            <a:effectLst/>
          </p:spPr>
        </p:pic>
        <p:pic>
          <p:nvPicPr>
            <p:cNvPr id="54" name="Picture 2"/>
            <p:cNvPicPr>
              <a:picLocks noChangeAspect="1" noChangeArrowheads="1"/>
            </p:cNvPicPr>
            <p:nvPr/>
          </p:nvPicPr>
          <p:blipFill>
            <a:blip r:embed="rId3" cstate="print"/>
            <a:srcRect/>
            <a:stretch>
              <a:fillRect/>
            </a:stretch>
          </p:blipFill>
          <p:spPr bwMode="auto">
            <a:xfrm>
              <a:off x="2527624" y="4714884"/>
              <a:ext cx="315576" cy="500066"/>
            </a:xfrm>
            <a:prstGeom prst="rect">
              <a:avLst/>
            </a:prstGeom>
            <a:noFill/>
            <a:ln w="9525">
              <a:noFill/>
              <a:miter lim="800000"/>
              <a:headEnd/>
              <a:tailEnd/>
            </a:ln>
            <a:effectLst/>
          </p:spPr>
        </p:pic>
        <p:pic>
          <p:nvPicPr>
            <p:cNvPr id="55" name="Picture 2"/>
            <p:cNvPicPr>
              <a:picLocks noChangeAspect="1" noChangeArrowheads="1"/>
            </p:cNvPicPr>
            <p:nvPr/>
          </p:nvPicPr>
          <p:blipFill>
            <a:blip r:embed="rId3" cstate="print"/>
            <a:srcRect/>
            <a:stretch>
              <a:fillRect/>
            </a:stretch>
          </p:blipFill>
          <p:spPr bwMode="auto">
            <a:xfrm>
              <a:off x="2200258" y="3786190"/>
              <a:ext cx="315576" cy="500066"/>
            </a:xfrm>
            <a:prstGeom prst="rect">
              <a:avLst/>
            </a:prstGeom>
            <a:noFill/>
            <a:ln w="9525">
              <a:noFill/>
              <a:miter lim="800000"/>
              <a:headEnd/>
              <a:tailEnd/>
            </a:ln>
            <a:effectLst/>
          </p:spPr>
        </p:pic>
        <p:cxnSp>
          <p:nvCxnSpPr>
            <p:cNvPr id="56" name="Straight Connector 74"/>
            <p:cNvCxnSpPr>
              <a:stCxn id="53" idx="0"/>
              <a:endCxn id="55" idx="2"/>
            </p:cNvCxnSpPr>
            <p:nvPr/>
          </p:nvCxnSpPr>
          <p:spPr>
            <a:xfrm rot="5400000" flipH="1" flipV="1">
              <a:off x="1543653" y="3900491"/>
              <a:ext cx="428628" cy="1200158"/>
            </a:xfrm>
            <a:prstGeom prst="line">
              <a:avLst/>
            </a:prstGeom>
          </p:spPr>
          <p:style>
            <a:lnRef idx="1">
              <a:schemeClr val="accent1"/>
            </a:lnRef>
            <a:fillRef idx="0">
              <a:schemeClr val="accent1"/>
            </a:fillRef>
            <a:effectRef idx="0">
              <a:schemeClr val="accent1"/>
            </a:effectRef>
            <a:fontRef idx="minor">
              <a:schemeClr val="tx1"/>
            </a:fontRef>
          </p:style>
        </p:cxnSp>
        <p:cxnSp>
          <p:nvCxnSpPr>
            <p:cNvPr id="57" name="Straight Connector 75"/>
            <p:cNvCxnSpPr>
              <a:stCxn id="46" idx="0"/>
              <a:endCxn id="55" idx="2"/>
            </p:cNvCxnSpPr>
            <p:nvPr/>
          </p:nvCxnSpPr>
          <p:spPr>
            <a:xfrm rot="5400000" flipH="1" flipV="1">
              <a:off x="1365058" y="3721896"/>
              <a:ext cx="428628" cy="1557348"/>
            </a:xfrm>
            <a:prstGeom prst="line">
              <a:avLst/>
            </a:prstGeom>
          </p:spPr>
          <p:style>
            <a:lnRef idx="1">
              <a:schemeClr val="accent1"/>
            </a:lnRef>
            <a:fillRef idx="0">
              <a:schemeClr val="accent1"/>
            </a:fillRef>
            <a:effectRef idx="0">
              <a:schemeClr val="accent1"/>
            </a:effectRef>
            <a:fontRef idx="minor">
              <a:schemeClr val="tx1"/>
            </a:fontRef>
          </p:style>
        </p:cxnSp>
        <p:cxnSp>
          <p:nvCxnSpPr>
            <p:cNvPr id="58" name="Straight Connector 76"/>
            <p:cNvCxnSpPr>
              <a:stCxn id="53" idx="0"/>
              <a:endCxn id="50" idx="2"/>
            </p:cNvCxnSpPr>
            <p:nvPr/>
          </p:nvCxnSpPr>
          <p:spPr>
            <a:xfrm rot="5400000" flipH="1" flipV="1">
              <a:off x="979293" y="4464851"/>
              <a:ext cx="428628" cy="71438"/>
            </a:xfrm>
            <a:prstGeom prst="line">
              <a:avLst/>
            </a:prstGeom>
          </p:spPr>
          <p:style>
            <a:lnRef idx="1">
              <a:schemeClr val="accent1"/>
            </a:lnRef>
            <a:fillRef idx="0">
              <a:schemeClr val="accent1"/>
            </a:fillRef>
            <a:effectRef idx="0">
              <a:schemeClr val="accent1"/>
            </a:effectRef>
            <a:fontRef idx="minor">
              <a:schemeClr val="tx1"/>
            </a:fontRef>
          </p:style>
        </p:cxnSp>
        <p:cxnSp>
          <p:nvCxnSpPr>
            <p:cNvPr id="59" name="Straight Connector 77"/>
            <p:cNvCxnSpPr>
              <a:stCxn id="55" idx="2"/>
              <a:endCxn id="54" idx="0"/>
            </p:cNvCxnSpPr>
            <p:nvPr/>
          </p:nvCxnSpPr>
          <p:spPr>
            <a:xfrm rot="16200000" flipH="1">
              <a:off x="2307415" y="4336887"/>
              <a:ext cx="428628" cy="327366"/>
            </a:xfrm>
            <a:prstGeom prst="line">
              <a:avLst/>
            </a:prstGeom>
          </p:spPr>
          <p:style>
            <a:lnRef idx="1">
              <a:schemeClr val="accent1"/>
            </a:lnRef>
            <a:fillRef idx="0">
              <a:schemeClr val="accent1"/>
            </a:fillRef>
            <a:effectRef idx="0">
              <a:schemeClr val="accent1"/>
            </a:effectRef>
            <a:fontRef idx="minor">
              <a:schemeClr val="tx1"/>
            </a:fontRef>
          </p:style>
        </p:cxnSp>
        <p:cxnSp>
          <p:nvCxnSpPr>
            <p:cNvPr id="60" name="Straight Connector 78"/>
            <p:cNvCxnSpPr>
              <a:stCxn id="55" idx="2"/>
              <a:endCxn id="48" idx="0"/>
            </p:cNvCxnSpPr>
            <p:nvPr/>
          </p:nvCxnSpPr>
          <p:spPr>
            <a:xfrm rot="5400000">
              <a:off x="2036575" y="4393413"/>
              <a:ext cx="428628"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61" name="Straight Connector 79"/>
            <p:cNvCxnSpPr>
              <a:stCxn id="54" idx="0"/>
              <a:endCxn id="50" idx="2"/>
            </p:cNvCxnSpPr>
            <p:nvPr/>
          </p:nvCxnSpPr>
          <p:spPr>
            <a:xfrm rot="16200000" flipV="1">
              <a:off x="1743055" y="3772527"/>
              <a:ext cx="428628" cy="1456086"/>
            </a:xfrm>
            <a:prstGeom prst="line">
              <a:avLst/>
            </a:prstGeom>
          </p:spPr>
          <p:style>
            <a:lnRef idx="1">
              <a:schemeClr val="accent1"/>
            </a:lnRef>
            <a:fillRef idx="0">
              <a:schemeClr val="accent1"/>
            </a:fillRef>
            <a:effectRef idx="0">
              <a:schemeClr val="accent1"/>
            </a:effectRef>
            <a:fontRef idx="minor">
              <a:schemeClr val="tx1"/>
            </a:fontRef>
          </p:style>
        </p:cxnSp>
        <p:cxnSp>
          <p:nvCxnSpPr>
            <p:cNvPr id="62" name="Straight Connector 80"/>
            <p:cNvCxnSpPr>
              <a:stCxn id="50" idx="3"/>
              <a:endCxn id="55" idx="1"/>
            </p:cNvCxnSpPr>
            <p:nvPr/>
          </p:nvCxnSpPr>
          <p:spPr>
            <a:xfrm>
              <a:off x="1387114" y="4036223"/>
              <a:ext cx="813144"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63" name="Straight Connector 81"/>
            <p:cNvCxnSpPr>
              <a:stCxn id="46" idx="2"/>
            </p:cNvCxnSpPr>
            <p:nvPr/>
          </p:nvCxnSpPr>
          <p:spPr>
            <a:xfrm rot="5400000">
              <a:off x="650366" y="5278932"/>
              <a:ext cx="214314" cy="86350"/>
            </a:xfrm>
            <a:prstGeom prst="line">
              <a:avLst/>
            </a:prstGeom>
          </p:spPr>
          <p:style>
            <a:lnRef idx="1">
              <a:schemeClr val="accent1"/>
            </a:lnRef>
            <a:fillRef idx="0">
              <a:schemeClr val="accent1"/>
            </a:fillRef>
            <a:effectRef idx="0">
              <a:schemeClr val="accent1"/>
            </a:effectRef>
            <a:fontRef idx="minor">
              <a:schemeClr val="tx1"/>
            </a:fontRef>
          </p:style>
        </p:cxnSp>
        <p:cxnSp>
          <p:nvCxnSpPr>
            <p:cNvPr id="64" name="Straight Connector 82"/>
            <p:cNvCxnSpPr>
              <a:endCxn id="53" idx="2"/>
            </p:cNvCxnSpPr>
            <p:nvPr/>
          </p:nvCxnSpPr>
          <p:spPr>
            <a:xfrm flipV="1">
              <a:off x="714348" y="5214950"/>
              <a:ext cx="443540"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65" name="Straight Connector 83"/>
            <p:cNvCxnSpPr/>
            <p:nvPr/>
          </p:nvCxnSpPr>
          <p:spPr>
            <a:xfrm rot="16200000" flipH="1">
              <a:off x="785786" y="5214950"/>
              <a:ext cx="214314"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66" name="Straight Connector 84"/>
            <p:cNvCxnSpPr>
              <a:endCxn id="53" idx="2"/>
            </p:cNvCxnSpPr>
            <p:nvPr/>
          </p:nvCxnSpPr>
          <p:spPr>
            <a:xfrm rot="5400000" flipH="1" flipV="1">
              <a:off x="971837" y="5243213"/>
              <a:ext cx="214314" cy="157788"/>
            </a:xfrm>
            <a:prstGeom prst="line">
              <a:avLst/>
            </a:prstGeom>
          </p:spPr>
          <p:style>
            <a:lnRef idx="1">
              <a:schemeClr val="accent1"/>
            </a:lnRef>
            <a:fillRef idx="0">
              <a:schemeClr val="accent1"/>
            </a:fillRef>
            <a:effectRef idx="0">
              <a:schemeClr val="accent1"/>
            </a:effectRef>
            <a:fontRef idx="minor">
              <a:schemeClr val="tx1"/>
            </a:fontRef>
          </p:style>
        </p:cxnSp>
        <p:cxnSp>
          <p:nvCxnSpPr>
            <p:cNvPr id="67" name="Straight Connector 85"/>
            <p:cNvCxnSpPr>
              <a:endCxn id="53" idx="2"/>
            </p:cNvCxnSpPr>
            <p:nvPr/>
          </p:nvCxnSpPr>
          <p:spPr>
            <a:xfrm rot="10800000">
              <a:off x="1157888" y="5214950"/>
              <a:ext cx="485154"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68" name="Straight Connector 86"/>
            <p:cNvCxnSpPr/>
            <p:nvPr/>
          </p:nvCxnSpPr>
          <p:spPr>
            <a:xfrm>
              <a:off x="785786" y="5214950"/>
              <a:ext cx="857256"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69" name="Straight Connector 87"/>
            <p:cNvCxnSpPr>
              <a:endCxn id="48" idx="2"/>
            </p:cNvCxnSpPr>
            <p:nvPr/>
          </p:nvCxnSpPr>
          <p:spPr>
            <a:xfrm rot="5400000" flipH="1" flipV="1">
              <a:off x="1964825" y="5250357"/>
              <a:ext cx="214314" cy="143500"/>
            </a:xfrm>
            <a:prstGeom prst="line">
              <a:avLst/>
            </a:prstGeom>
          </p:spPr>
          <p:style>
            <a:lnRef idx="1">
              <a:schemeClr val="accent1"/>
            </a:lnRef>
            <a:fillRef idx="0">
              <a:schemeClr val="accent1"/>
            </a:fillRef>
            <a:effectRef idx="0">
              <a:schemeClr val="accent1"/>
            </a:effectRef>
            <a:fontRef idx="minor">
              <a:schemeClr val="tx1"/>
            </a:fontRef>
          </p:style>
        </p:cxnSp>
        <p:cxnSp>
          <p:nvCxnSpPr>
            <p:cNvPr id="70" name="Straight Connector 88"/>
            <p:cNvCxnSpPr>
              <a:endCxn id="54" idx="2"/>
            </p:cNvCxnSpPr>
            <p:nvPr/>
          </p:nvCxnSpPr>
          <p:spPr>
            <a:xfrm flipV="1">
              <a:off x="2000232" y="5214950"/>
              <a:ext cx="685180"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71" name="Straight Connector 89"/>
            <p:cNvCxnSpPr>
              <a:endCxn id="48" idx="2"/>
            </p:cNvCxnSpPr>
            <p:nvPr/>
          </p:nvCxnSpPr>
          <p:spPr>
            <a:xfrm rot="16200000" flipV="1">
              <a:off x="2143420" y="5215262"/>
              <a:ext cx="214314" cy="213690"/>
            </a:xfrm>
            <a:prstGeom prst="line">
              <a:avLst/>
            </a:prstGeom>
          </p:spPr>
          <p:style>
            <a:lnRef idx="1">
              <a:schemeClr val="accent1"/>
            </a:lnRef>
            <a:fillRef idx="0">
              <a:schemeClr val="accent1"/>
            </a:fillRef>
            <a:effectRef idx="0">
              <a:schemeClr val="accent1"/>
            </a:effectRef>
            <a:fontRef idx="minor">
              <a:schemeClr val="tx1"/>
            </a:fontRef>
          </p:style>
        </p:cxnSp>
        <p:cxnSp>
          <p:nvCxnSpPr>
            <p:cNvPr id="72" name="Straight Connector 90"/>
            <p:cNvCxnSpPr>
              <a:endCxn id="54" idx="2"/>
            </p:cNvCxnSpPr>
            <p:nvPr/>
          </p:nvCxnSpPr>
          <p:spPr>
            <a:xfrm flipV="1">
              <a:off x="2357422" y="5214950"/>
              <a:ext cx="327990"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73" name="Straight Connector 91"/>
            <p:cNvCxnSpPr>
              <a:stCxn id="48" idx="2"/>
            </p:cNvCxnSpPr>
            <p:nvPr/>
          </p:nvCxnSpPr>
          <p:spPr>
            <a:xfrm rot="16200000" flipH="1">
              <a:off x="2464891" y="4893791"/>
              <a:ext cx="214314" cy="856632"/>
            </a:xfrm>
            <a:prstGeom prst="line">
              <a:avLst/>
            </a:prstGeom>
          </p:spPr>
          <p:style>
            <a:lnRef idx="1">
              <a:schemeClr val="accent1"/>
            </a:lnRef>
            <a:fillRef idx="0">
              <a:schemeClr val="accent1"/>
            </a:fillRef>
            <a:effectRef idx="0">
              <a:schemeClr val="accent1"/>
            </a:effectRef>
            <a:fontRef idx="minor">
              <a:schemeClr val="tx1"/>
            </a:fontRef>
          </p:style>
        </p:cxnSp>
        <p:cxnSp>
          <p:nvCxnSpPr>
            <p:cNvPr id="74" name="Straight Connector 92"/>
            <p:cNvCxnSpPr>
              <a:endCxn id="54" idx="2"/>
            </p:cNvCxnSpPr>
            <p:nvPr/>
          </p:nvCxnSpPr>
          <p:spPr>
            <a:xfrm rot="10800000">
              <a:off x="2685412" y="5214950"/>
              <a:ext cx="314952" cy="214314"/>
            </a:xfrm>
            <a:prstGeom prst="line">
              <a:avLst/>
            </a:prstGeom>
          </p:spPr>
          <p:style>
            <a:lnRef idx="1">
              <a:schemeClr val="accent1"/>
            </a:lnRef>
            <a:fillRef idx="0">
              <a:schemeClr val="accent1"/>
            </a:fillRef>
            <a:effectRef idx="0">
              <a:schemeClr val="accent1"/>
            </a:effectRef>
            <a:fontRef idx="minor">
              <a:schemeClr val="tx1"/>
            </a:fontRef>
          </p:style>
        </p:cxnSp>
        <p:cxnSp>
          <p:nvCxnSpPr>
            <p:cNvPr id="75" name="Straight Connector 95"/>
            <p:cNvCxnSpPr/>
            <p:nvPr/>
          </p:nvCxnSpPr>
          <p:spPr>
            <a:xfrm>
              <a:off x="1219200" y="5867400"/>
              <a:ext cx="228600" cy="1588"/>
            </a:xfrm>
            <a:prstGeom prst="line">
              <a:avLst/>
            </a:prstGeom>
            <a:ln>
              <a:prstDash val="sysDash"/>
            </a:ln>
          </p:spPr>
          <p:style>
            <a:lnRef idx="2">
              <a:schemeClr val="dk1"/>
            </a:lnRef>
            <a:fillRef idx="0">
              <a:schemeClr val="dk1"/>
            </a:fillRef>
            <a:effectRef idx="1">
              <a:schemeClr val="dk1"/>
            </a:effectRef>
            <a:fontRef idx="minor">
              <a:schemeClr val="tx1"/>
            </a:fontRef>
          </p:style>
        </p:cxnSp>
        <p:cxnSp>
          <p:nvCxnSpPr>
            <p:cNvPr id="76" name="Straight Connector 100"/>
            <p:cNvCxnSpPr/>
            <p:nvPr/>
          </p:nvCxnSpPr>
          <p:spPr>
            <a:xfrm>
              <a:off x="2590800" y="5867400"/>
              <a:ext cx="228600" cy="1588"/>
            </a:xfrm>
            <a:prstGeom prst="line">
              <a:avLst/>
            </a:prstGeom>
            <a:ln>
              <a:prstDash val="sysDash"/>
            </a:ln>
          </p:spPr>
          <p:style>
            <a:lnRef idx="2">
              <a:schemeClr val="dk1"/>
            </a:lnRef>
            <a:fillRef idx="0">
              <a:schemeClr val="dk1"/>
            </a:fillRef>
            <a:effectRef idx="1">
              <a:schemeClr val="dk1"/>
            </a:effectRef>
            <a:fontRef idx="minor">
              <a:schemeClr val="tx1"/>
            </a:fontRef>
          </p:style>
        </p:cxnSp>
      </p:grpSp>
      <p:sp>
        <p:nvSpPr>
          <p:cNvPr id="77" name="Freeform 107"/>
          <p:cNvSpPr/>
          <p:nvPr/>
        </p:nvSpPr>
        <p:spPr>
          <a:xfrm>
            <a:off x="699609" y="2133600"/>
            <a:ext cx="7100453" cy="2041005"/>
          </a:xfrm>
          <a:custGeom>
            <a:avLst/>
            <a:gdLst>
              <a:gd name="connsiteX0" fmla="*/ 457200 w 2433918"/>
              <a:gd name="connsiteY0" fmla="*/ 161364 h 1721223"/>
              <a:gd name="connsiteX1" fmla="*/ 376518 w 2433918"/>
              <a:gd name="connsiteY1" fmla="*/ 215153 h 1721223"/>
              <a:gd name="connsiteX2" fmla="*/ 322729 w 2433918"/>
              <a:gd name="connsiteY2" fmla="*/ 282388 h 1721223"/>
              <a:gd name="connsiteX3" fmla="*/ 242047 w 2433918"/>
              <a:gd name="connsiteY3" fmla="*/ 389964 h 1721223"/>
              <a:gd name="connsiteX4" fmla="*/ 215153 w 2433918"/>
              <a:gd name="connsiteY4" fmla="*/ 430306 h 1721223"/>
              <a:gd name="connsiteX5" fmla="*/ 201706 w 2433918"/>
              <a:gd name="connsiteY5" fmla="*/ 470647 h 1721223"/>
              <a:gd name="connsiteX6" fmla="*/ 134470 w 2433918"/>
              <a:gd name="connsiteY6" fmla="*/ 551329 h 1721223"/>
              <a:gd name="connsiteX7" fmla="*/ 107576 w 2433918"/>
              <a:gd name="connsiteY7" fmla="*/ 618564 h 1721223"/>
              <a:gd name="connsiteX8" fmla="*/ 53788 w 2433918"/>
              <a:gd name="connsiteY8" fmla="*/ 726141 h 1721223"/>
              <a:gd name="connsiteX9" fmla="*/ 26894 w 2433918"/>
              <a:gd name="connsiteY9" fmla="*/ 820270 h 1721223"/>
              <a:gd name="connsiteX10" fmla="*/ 0 w 2433918"/>
              <a:gd name="connsiteY10" fmla="*/ 900953 h 1721223"/>
              <a:gd name="connsiteX11" fmla="*/ 13447 w 2433918"/>
              <a:gd name="connsiteY11" fmla="*/ 1506070 h 1721223"/>
              <a:gd name="connsiteX12" fmla="*/ 134470 w 2433918"/>
              <a:gd name="connsiteY12" fmla="*/ 1600200 h 1721223"/>
              <a:gd name="connsiteX13" fmla="*/ 282388 w 2433918"/>
              <a:gd name="connsiteY13" fmla="*/ 1613647 h 1721223"/>
              <a:gd name="connsiteX14" fmla="*/ 430306 w 2433918"/>
              <a:gd name="connsiteY14" fmla="*/ 1653988 h 1721223"/>
              <a:gd name="connsiteX15" fmla="*/ 470647 w 2433918"/>
              <a:gd name="connsiteY15" fmla="*/ 1667435 h 1721223"/>
              <a:gd name="connsiteX16" fmla="*/ 578223 w 2433918"/>
              <a:gd name="connsiteY16" fmla="*/ 1694329 h 1721223"/>
              <a:gd name="connsiteX17" fmla="*/ 658906 w 2433918"/>
              <a:gd name="connsiteY17" fmla="*/ 1721223 h 1721223"/>
              <a:gd name="connsiteX18" fmla="*/ 2312894 w 2433918"/>
              <a:gd name="connsiteY18" fmla="*/ 1707776 h 1721223"/>
              <a:gd name="connsiteX19" fmla="*/ 2339788 w 2433918"/>
              <a:gd name="connsiteY19" fmla="*/ 1667435 h 1721223"/>
              <a:gd name="connsiteX20" fmla="*/ 2380129 w 2433918"/>
              <a:gd name="connsiteY20" fmla="*/ 1586753 h 1721223"/>
              <a:gd name="connsiteX21" fmla="*/ 2407023 w 2433918"/>
              <a:gd name="connsiteY21" fmla="*/ 1506070 h 1721223"/>
              <a:gd name="connsiteX22" fmla="*/ 2420470 w 2433918"/>
              <a:gd name="connsiteY22" fmla="*/ 1465729 h 1721223"/>
              <a:gd name="connsiteX23" fmla="*/ 2433918 w 2433918"/>
              <a:gd name="connsiteY23" fmla="*/ 1143000 h 1721223"/>
              <a:gd name="connsiteX24" fmla="*/ 2420470 w 2433918"/>
              <a:gd name="connsiteY24" fmla="*/ 1075764 h 1721223"/>
              <a:gd name="connsiteX25" fmla="*/ 2407023 w 2433918"/>
              <a:gd name="connsiteY25" fmla="*/ 484094 h 1721223"/>
              <a:gd name="connsiteX26" fmla="*/ 2380129 w 2433918"/>
              <a:gd name="connsiteY26" fmla="*/ 336176 h 1721223"/>
              <a:gd name="connsiteX27" fmla="*/ 2312894 w 2433918"/>
              <a:gd name="connsiteY27" fmla="*/ 255494 h 1721223"/>
              <a:gd name="connsiteX28" fmla="*/ 2272553 w 2433918"/>
              <a:gd name="connsiteY28" fmla="*/ 201706 h 1721223"/>
              <a:gd name="connsiteX29" fmla="*/ 2245659 w 2433918"/>
              <a:gd name="connsiteY29" fmla="*/ 174811 h 1721223"/>
              <a:gd name="connsiteX30" fmla="*/ 2151529 w 2433918"/>
              <a:gd name="connsiteY30" fmla="*/ 67235 h 1721223"/>
              <a:gd name="connsiteX31" fmla="*/ 2057400 w 2433918"/>
              <a:gd name="connsiteY31" fmla="*/ 13447 h 1721223"/>
              <a:gd name="connsiteX32" fmla="*/ 2003612 w 2433918"/>
              <a:gd name="connsiteY32" fmla="*/ 0 h 1721223"/>
              <a:gd name="connsiteX33" fmla="*/ 1640541 w 2433918"/>
              <a:gd name="connsiteY33" fmla="*/ 13447 h 1721223"/>
              <a:gd name="connsiteX34" fmla="*/ 658906 w 2433918"/>
              <a:gd name="connsiteY34" fmla="*/ 13447 h 1721223"/>
              <a:gd name="connsiteX35" fmla="*/ 618565 w 2433918"/>
              <a:gd name="connsiteY35" fmla="*/ 26894 h 1721223"/>
              <a:gd name="connsiteX36" fmla="*/ 470647 w 2433918"/>
              <a:gd name="connsiteY36" fmla="*/ 147917 h 1721223"/>
              <a:gd name="connsiteX37" fmla="*/ 457200 w 2433918"/>
              <a:gd name="connsiteY37" fmla="*/ 161364 h 1721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433918" h="1721223">
                <a:moveTo>
                  <a:pt x="457200" y="161364"/>
                </a:moveTo>
                <a:cubicBezTo>
                  <a:pt x="430306" y="179294"/>
                  <a:pt x="399374" y="192298"/>
                  <a:pt x="376518" y="215153"/>
                </a:cubicBezTo>
                <a:cubicBezTo>
                  <a:pt x="329324" y="262345"/>
                  <a:pt x="367963" y="220191"/>
                  <a:pt x="322729" y="282388"/>
                </a:cubicBezTo>
                <a:cubicBezTo>
                  <a:pt x="296365" y="318638"/>
                  <a:pt x="266910" y="352668"/>
                  <a:pt x="242047" y="389964"/>
                </a:cubicBezTo>
                <a:cubicBezTo>
                  <a:pt x="233082" y="403411"/>
                  <a:pt x="222381" y="415851"/>
                  <a:pt x="215153" y="430306"/>
                </a:cubicBezTo>
                <a:cubicBezTo>
                  <a:pt x="208814" y="442984"/>
                  <a:pt x="208045" y="457969"/>
                  <a:pt x="201706" y="470647"/>
                </a:cubicBezTo>
                <a:cubicBezTo>
                  <a:pt x="182984" y="508091"/>
                  <a:pt x="164211" y="521589"/>
                  <a:pt x="134470" y="551329"/>
                </a:cubicBezTo>
                <a:cubicBezTo>
                  <a:pt x="125505" y="573741"/>
                  <a:pt x="117691" y="596648"/>
                  <a:pt x="107576" y="618564"/>
                </a:cubicBezTo>
                <a:cubicBezTo>
                  <a:pt x="90775" y="654965"/>
                  <a:pt x="64802" y="687592"/>
                  <a:pt x="53788" y="726141"/>
                </a:cubicBezTo>
                <a:cubicBezTo>
                  <a:pt x="44823" y="757517"/>
                  <a:pt x="36491" y="789081"/>
                  <a:pt x="26894" y="820270"/>
                </a:cubicBezTo>
                <a:cubicBezTo>
                  <a:pt x="18557" y="847365"/>
                  <a:pt x="0" y="900953"/>
                  <a:pt x="0" y="900953"/>
                </a:cubicBezTo>
                <a:cubicBezTo>
                  <a:pt x="4482" y="1102659"/>
                  <a:pt x="5048" y="1304489"/>
                  <a:pt x="13447" y="1506070"/>
                </a:cubicBezTo>
                <a:cubicBezTo>
                  <a:pt x="15984" y="1566953"/>
                  <a:pt x="83318" y="1595550"/>
                  <a:pt x="134470" y="1600200"/>
                </a:cubicBezTo>
                <a:lnTo>
                  <a:pt x="282388" y="1613647"/>
                </a:lnTo>
                <a:cubicBezTo>
                  <a:pt x="455476" y="1671343"/>
                  <a:pt x="278252" y="1615975"/>
                  <a:pt x="430306" y="1653988"/>
                </a:cubicBezTo>
                <a:cubicBezTo>
                  <a:pt x="444057" y="1657426"/>
                  <a:pt x="456972" y="1663705"/>
                  <a:pt x="470647" y="1667435"/>
                </a:cubicBezTo>
                <a:cubicBezTo>
                  <a:pt x="506307" y="1677160"/>
                  <a:pt x="543157" y="1682641"/>
                  <a:pt x="578223" y="1694329"/>
                </a:cubicBezTo>
                <a:lnTo>
                  <a:pt x="658906" y="1721223"/>
                </a:lnTo>
                <a:lnTo>
                  <a:pt x="2312894" y="1707776"/>
                </a:lnTo>
                <a:cubicBezTo>
                  <a:pt x="2329047" y="1707259"/>
                  <a:pt x="2332560" y="1681890"/>
                  <a:pt x="2339788" y="1667435"/>
                </a:cubicBezTo>
                <a:cubicBezTo>
                  <a:pt x="2395461" y="1556089"/>
                  <a:pt x="2303055" y="1702365"/>
                  <a:pt x="2380129" y="1586753"/>
                </a:cubicBezTo>
                <a:lnTo>
                  <a:pt x="2407023" y="1506070"/>
                </a:lnTo>
                <a:lnTo>
                  <a:pt x="2420470" y="1465729"/>
                </a:lnTo>
                <a:cubicBezTo>
                  <a:pt x="2424953" y="1358153"/>
                  <a:pt x="2433918" y="1250670"/>
                  <a:pt x="2433918" y="1143000"/>
                </a:cubicBezTo>
                <a:cubicBezTo>
                  <a:pt x="2433918" y="1120144"/>
                  <a:pt x="2421402" y="1098601"/>
                  <a:pt x="2420470" y="1075764"/>
                </a:cubicBezTo>
                <a:cubicBezTo>
                  <a:pt x="2412424" y="878654"/>
                  <a:pt x="2414753" y="681217"/>
                  <a:pt x="2407023" y="484094"/>
                </a:cubicBezTo>
                <a:cubicBezTo>
                  <a:pt x="2406395" y="468087"/>
                  <a:pt x="2392264" y="364492"/>
                  <a:pt x="2380129" y="336176"/>
                </a:cubicBezTo>
                <a:cubicBezTo>
                  <a:pt x="2363146" y="296549"/>
                  <a:pt x="2340588" y="287803"/>
                  <a:pt x="2312894" y="255494"/>
                </a:cubicBezTo>
                <a:cubicBezTo>
                  <a:pt x="2298309" y="238478"/>
                  <a:pt x="2286900" y="218923"/>
                  <a:pt x="2272553" y="201706"/>
                </a:cubicBezTo>
                <a:cubicBezTo>
                  <a:pt x="2264437" y="191966"/>
                  <a:pt x="2253579" y="184711"/>
                  <a:pt x="2245659" y="174811"/>
                </a:cubicBezTo>
                <a:cubicBezTo>
                  <a:pt x="2205043" y="124041"/>
                  <a:pt x="2222623" y="114631"/>
                  <a:pt x="2151529" y="67235"/>
                </a:cubicBezTo>
                <a:cubicBezTo>
                  <a:pt x="2118089" y="44942"/>
                  <a:pt x="2096396" y="28071"/>
                  <a:pt x="2057400" y="13447"/>
                </a:cubicBezTo>
                <a:cubicBezTo>
                  <a:pt x="2040096" y="6958"/>
                  <a:pt x="2021541" y="4482"/>
                  <a:pt x="2003612" y="0"/>
                </a:cubicBezTo>
                <a:lnTo>
                  <a:pt x="1640541" y="13447"/>
                </a:lnTo>
                <a:cubicBezTo>
                  <a:pt x="716369" y="32700"/>
                  <a:pt x="1011450" y="101583"/>
                  <a:pt x="658906" y="13447"/>
                </a:cubicBezTo>
                <a:cubicBezTo>
                  <a:pt x="645459" y="17929"/>
                  <a:pt x="629905" y="18389"/>
                  <a:pt x="618565" y="26894"/>
                </a:cubicBezTo>
                <a:cubicBezTo>
                  <a:pt x="591756" y="47000"/>
                  <a:pt x="513165" y="147917"/>
                  <a:pt x="470647" y="147917"/>
                </a:cubicBezTo>
                <a:lnTo>
                  <a:pt x="457200" y="161364"/>
                </a:lnTo>
                <a:close/>
              </a:path>
            </a:pathLst>
          </a:custGeom>
          <a:solidFill>
            <a:schemeClr val="accent1">
              <a:alpha val="3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8" name="Content Placeholder 2"/>
          <p:cNvSpPr txBox="1">
            <a:spLocks/>
          </p:cNvSpPr>
          <p:nvPr/>
        </p:nvSpPr>
        <p:spPr>
          <a:xfrm>
            <a:off x="4079304" y="2057400"/>
            <a:ext cx="5029200" cy="19050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endParaRPr kumimoji="0" lang="en-US" sz="2400" b="0" i="0" u="none" strike="noStrike" kern="1200" cap="none" spc="0" normalizeH="0" baseline="0" noProof="0" dirty="0">
              <a:ln>
                <a:noFill/>
              </a:ln>
              <a:solidFill>
                <a:schemeClr val="tx1"/>
              </a:solidFill>
              <a:effectLst/>
              <a:uLnTx/>
              <a:uFillTx/>
              <a:latin typeface="+mn-lt"/>
              <a:ea typeface="+mn-ea"/>
              <a:cs typeface="+mn-cs"/>
            </a:endParaRPr>
          </a:p>
        </p:txBody>
      </p:sp>
      <p:sp>
        <p:nvSpPr>
          <p:cNvPr id="80" name="Content Placeholder 2"/>
          <p:cNvSpPr txBox="1">
            <a:spLocks/>
          </p:cNvSpPr>
          <p:nvPr/>
        </p:nvSpPr>
        <p:spPr>
          <a:xfrm>
            <a:off x="381000" y="5334000"/>
            <a:ext cx="4343400" cy="838200"/>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US" sz="4400" b="1" i="1" u="none" strike="noStrike" kern="1200" cap="none" spc="0" normalizeH="0" noProof="0" dirty="0" err="1">
                <a:ln>
                  <a:noFill/>
                </a:ln>
                <a:solidFill>
                  <a:srgbClr val="00B050"/>
                </a:solidFill>
                <a:effectLst/>
                <a:uLnTx/>
                <a:uFillTx/>
                <a:latin typeface="+mn-lt"/>
                <a:ea typeface="+mn-ea"/>
                <a:cs typeface="+mn-cs"/>
              </a:rPr>
              <a:t>DCell</a:t>
            </a:r>
            <a:endParaRPr kumimoji="0" lang="en-US" sz="4400" b="1" i="1" u="none" strike="noStrike" kern="1200" cap="none" spc="0" normalizeH="0" noProof="0" dirty="0">
              <a:ln>
                <a:noFill/>
              </a:ln>
              <a:solidFill>
                <a:srgbClr val="00B050"/>
              </a:solidFill>
              <a:effectLst/>
              <a:uLnTx/>
              <a:uFillTx/>
              <a:latin typeface="+mn-lt"/>
              <a:ea typeface="+mn-ea"/>
              <a:cs typeface="+mn-cs"/>
            </a:endParaRPr>
          </a:p>
        </p:txBody>
      </p:sp>
      <p:sp>
        <p:nvSpPr>
          <p:cNvPr id="81" name="Slide Number Placeholder 51"/>
          <p:cNvSpPr txBox="1">
            <a:spLocks/>
          </p:cNvSpPr>
          <p:nvPr/>
        </p:nvSpPr>
        <p:spPr>
          <a:xfrm>
            <a:off x="6553200" y="6356350"/>
            <a:ext cx="2133600" cy="365125"/>
          </a:xfrm>
          <a:prstGeom prst="rect">
            <a:avLst/>
          </a:prstGeom>
          <a:noFill/>
        </p:spPr>
        <p:txBody>
          <a:bodyPr vert="horz" lIns="45720" r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fld id="{B6F15528-21DE-4FAA-801E-634DDDAF4B2B}" type="slidenum">
              <a:rPr kumimoji="0" lang="en-US" sz="1400" b="0" i="0" u="none" strike="noStrike" kern="1200" cap="none" spc="0" normalizeH="0" baseline="0" noProof="0" smtClean="0">
                <a:ln>
                  <a:noFill/>
                </a:ln>
                <a:solidFill>
                  <a:srgbClr val="0070C0"/>
                </a:solidFill>
                <a:effectLst/>
                <a:uLnTx/>
                <a:uFillTx/>
                <a:latin typeface="+mn-l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90</a:t>
            </a:fld>
            <a:endParaRPr kumimoji="0" lang="en-US" sz="1400" b="0" i="0" u="none" strike="noStrike" kern="1200" cap="none" spc="0" normalizeH="0" baseline="0" noProof="0">
              <a:ln>
                <a:noFill/>
              </a:ln>
              <a:solidFill>
                <a:srgbClr val="0070C0"/>
              </a:solidFill>
              <a:effectLst/>
              <a:uLnTx/>
              <a:uFillTx/>
              <a:latin typeface="+mn-lt"/>
              <a:ea typeface="+mn-ea"/>
              <a:cs typeface="+mn-c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blinds(horizontal)">
                                      <p:cBhvr>
                                        <p:cTn id="7" dur="500"/>
                                        <p:tgtEl>
                                          <p:spTgt spid="77"/>
                                        </p:tgtEl>
                                      </p:cBhvr>
                                    </p:animEffect>
                                  </p:childTnLst>
                                </p:cTn>
                              </p:par>
                              <p:par>
                                <p:cTn id="8" presetID="3" presetClass="entr" presetSubtype="10" fill="hold" grpId="0" nodeType="withEffect" nodePh="1">
                                  <p:stCondLst>
                                    <p:cond delay="0"/>
                                  </p:stCondLst>
                                  <p:endCondLst>
                                    <p:cond evt="begin" delay="0">
                                      <p:tn val="8"/>
                                    </p:cond>
                                  </p:endCondLst>
                                  <p:childTnLst>
                                    <p:set>
                                      <p:cBhvr>
                                        <p:cTn id="9" dur="1" fill="hold">
                                          <p:stCondLst>
                                            <p:cond delay="0"/>
                                          </p:stCondLst>
                                        </p:cTn>
                                        <p:tgtEl>
                                          <p:spTgt spid="78"/>
                                        </p:tgtEl>
                                        <p:attrNameLst>
                                          <p:attrName>style.visibility</p:attrName>
                                        </p:attrNameLst>
                                      </p:cBhvr>
                                      <p:to>
                                        <p:strVal val="visible"/>
                                      </p:to>
                                    </p:set>
                                    <p:animEffect transition="in" filter="blinds(horizontal)">
                                      <p:cBhvr>
                                        <p:cTn id="10" dur="500"/>
                                        <p:tgtEl>
                                          <p:spTgt spid="78"/>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80"/>
                                        </p:tgtEl>
                                        <p:attrNameLst>
                                          <p:attrName>style.visibility</p:attrName>
                                        </p:attrNameLst>
                                      </p:cBhvr>
                                      <p:to>
                                        <p:strVal val="visible"/>
                                      </p:to>
                                    </p:set>
                                    <p:animEffect transition="in" filter="blinds(horizontal)">
                                      <p:cBhvr>
                                        <p:cTn id="15" dur="500"/>
                                        <p:tgtEl>
                                          <p:spTgt spid="8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7" grpId="0" animBg="1"/>
      <p:bldP spid="78" grpId="0"/>
      <p:bldP spid="80" grpId="0"/>
    </p:bldLst>
  </p:timing>
</p:sld>
</file>

<file path=ppt/slides/slide9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err="1"/>
              <a:t>DCell</a:t>
            </a:r>
            <a:r>
              <a:rPr lang="en-US" altLang="zh-CN" dirty="0"/>
              <a:t> Ideas</a:t>
            </a:r>
            <a:endParaRPr lang="zh-CN" altLang="en-US" dirty="0"/>
          </a:p>
        </p:txBody>
      </p:sp>
      <p:sp>
        <p:nvSpPr>
          <p:cNvPr id="3" name="内容占位符 2"/>
          <p:cNvSpPr>
            <a:spLocks noGrp="1"/>
          </p:cNvSpPr>
          <p:nvPr>
            <p:ph idx="1"/>
          </p:nvPr>
        </p:nvSpPr>
        <p:spPr/>
        <p:txBody>
          <a:bodyPr/>
          <a:lstStyle/>
          <a:p>
            <a:pPr lvl="0">
              <a:buClrTx/>
              <a:buSzTx/>
              <a:buFont typeface="Arial" pitchFamily="34" charset="0"/>
              <a:buChar char="•"/>
              <a:defRPr/>
            </a:pPr>
            <a:r>
              <a:rPr lang="en-US" altLang="zh-CN" dirty="0">
                <a:solidFill>
                  <a:srgbClr val="00B050"/>
                </a:solidFill>
              </a:rPr>
              <a:t> #1: </a:t>
            </a:r>
            <a:r>
              <a:rPr lang="en-US" altLang="zh-CN" dirty="0"/>
              <a:t>Use mini-switches to scale out </a:t>
            </a:r>
          </a:p>
          <a:p>
            <a:pPr lvl="0">
              <a:buClrTx/>
              <a:buSzTx/>
              <a:buFont typeface="Arial" pitchFamily="34" charset="0"/>
              <a:buChar char="•"/>
              <a:defRPr/>
            </a:pPr>
            <a:r>
              <a:rPr lang="en-US" altLang="zh-CN" dirty="0">
                <a:solidFill>
                  <a:srgbClr val="00B050"/>
                </a:solidFill>
              </a:rPr>
              <a:t> #2: </a:t>
            </a:r>
            <a:r>
              <a:rPr lang="en-US" altLang="zh-CN" dirty="0"/>
              <a:t>Leverage servers be part of the routing infrastructure</a:t>
            </a:r>
          </a:p>
          <a:p>
            <a:pPr lvl="1">
              <a:buClrTx/>
              <a:buSzTx/>
              <a:buFont typeface="Arial" pitchFamily="34" charset="0"/>
              <a:buChar char="–"/>
              <a:defRPr/>
            </a:pPr>
            <a:r>
              <a:rPr lang="en-US" altLang="zh-CN" dirty="0"/>
              <a:t> Servers have multiple ports and need to forward packets</a:t>
            </a:r>
          </a:p>
          <a:p>
            <a:pPr lvl="0">
              <a:buClrTx/>
              <a:buSzTx/>
              <a:buFont typeface="Arial" pitchFamily="34" charset="0"/>
              <a:buChar char="•"/>
              <a:defRPr/>
            </a:pPr>
            <a:r>
              <a:rPr lang="en-US" altLang="zh-CN" dirty="0">
                <a:solidFill>
                  <a:srgbClr val="00B050"/>
                </a:solidFill>
              </a:rPr>
              <a:t> #3: </a:t>
            </a:r>
            <a:r>
              <a:rPr lang="en-US" altLang="zh-CN" dirty="0"/>
              <a:t>Use recursion to scale and build complete graph to increase capacity</a:t>
            </a:r>
          </a:p>
          <a:p>
            <a:endParaRPr lang="zh-CN" altLang="en-US" dirty="0"/>
          </a:p>
        </p:txBody>
      </p:sp>
      <p:sp>
        <p:nvSpPr>
          <p:cNvPr id="4" name="日期占位符 3"/>
          <p:cNvSpPr>
            <a:spLocks noGrp="1"/>
          </p:cNvSpPr>
          <p:nvPr>
            <p:ph type="dt" sz="half" idx="10"/>
          </p:nvPr>
        </p:nvSpPr>
        <p:spPr/>
        <p:txBody>
          <a:bodyPr/>
          <a:lstStyle/>
          <a:p>
            <a:fld id="{827ADB60-3E79-449A-88A8-D8CD2A903F4E}" type="datetime1">
              <a:rPr lang="zh-CN" altLang="en-US" smtClean="0"/>
              <a:pPr/>
              <a:t>2025/3/5</a:t>
            </a:fld>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91</a:t>
            </a:fld>
            <a:endParaRPr lang="zh-CN" altLang="en-US"/>
          </a:p>
        </p:txBody>
      </p:sp>
      <p:sp>
        <p:nvSpPr>
          <p:cNvPr id="6" name="TextBox 5">
            <a:extLst>
              <a:ext uri="{FF2B5EF4-FFF2-40B4-BE49-F238E27FC236}">
                <a16:creationId xmlns:a16="http://schemas.microsoft.com/office/drawing/2014/main" id="{8FDFF962-052A-8641-BEC0-0D8000604CDA}"/>
              </a:ext>
            </a:extLst>
          </p:cNvPr>
          <p:cNvSpPr txBox="1"/>
          <p:nvPr/>
        </p:nvSpPr>
        <p:spPr>
          <a:xfrm>
            <a:off x="251520" y="5877272"/>
            <a:ext cx="8819328" cy="646331"/>
          </a:xfrm>
          <a:prstGeom prst="rect">
            <a:avLst/>
          </a:prstGeom>
          <a:noFill/>
        </p:spPr>
        <p:txBody>
          <a:bodyPr wrap="square" rtlCol="0">
            <a:spAutoFit/>
          </a:bodyPr>
          <a:lstStyle/>
          <a:p>
            <a:r>
              <a:rPr lang="en-US" dirty="0"/>
              <a:t>Read: </a:t>
            </a:r>
            <a:r>
              <a:rPr lang="en-US" dirty="0" err="1"/>
              <a:t>DCell</a:t>
            </a:r>
            <a:r>
              <a:rPr lang="en-US" dirty="0"/>
              <a:t>: A Scalable and Fault-Tolerant Network Structure for Data Centers—</a:t>
            </a:r>
            <a:br>
              <a:rPr lang="en-US" dirty="0"/>
            </a:br>
            <a:r>
              <a:rPr lang="en-US" dirty="0" err="1"/>
              <a:t>Sigcomm</a:t>
            </a:r>
            <a:r>
              <a:rPr lang="en-US" dirty="0"/>
              <a:t> 2008</a:t>
            </a: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0"/>
            <a:ext cx="8229600" cy="1143000"/>
          </a:xfrm>
        </p:spPr>
        <p:txBody>
          <a:bodyPr/>
          <a:lstStyle/>
          <a:p>
            <a:r>
              <a:rPr lang="en-US" i="1" dirty="0" err="1"/>
              <a:t>DCell</a:t>
            </a:r>
            <a:r>
              <a:rPr lang="en-US" dirty="0"/>
              <a:t>: the Construction</a:t>
            </a:r>
          </a:p>
        </p:txBody>
      </p:sp>
      <p:grpSp>
        <p:nvGrpSpPr>
          <p:cNvPr id="3" name="Group 32"/>
          <p:cNvGrpSpPr/>
          <p:nvPr/>
        </p:nvGrpSpPr>
        <p:grpSpPr>
          <a:xfrm>
            <a:off x="5867400" y="2286000"/>
            <a:ext cx="2895600" cy="2590800"/>
            <a:chOff x="6096000" y="2057400"/>
            <a:chExt cx="2895600" cy="2590800"/>
          </a:xfrm>
        </p:grpSpPr>
        <p:cxnSp>
          <p:nvCxnSpPr>
            <p:cNvPr id="28" name="Straight Connector 27"/>
            <p:cNvCxnSpPr/>
            <p:nvPr/>
          </p:nvCxnSpPr>
          <p:spPr>
            <a:xfrm rot="5400000">
              <a:off x="6362700" y="2857500"/>
              <a:ext cx="1524000" cy="990600"/>
            </a:xfrm>
            <a:prstGeom prst="line">
              <a:avLst/>
            </a:prstGeom>
          </p:spPr>
          <p:style>
            <a:lnRef idx="1">
              <a:schemeClr val="accent1"/>
            </a:lnRef>
            <a:fillRef idx="0">
              <a:schemeClr val="accent1"/>
            </a:fillRef>
            <a:effectRef idx="0">
              <a:schemeClr val="accent1"/>
            </a:effectRef>
            <a:fontRef idx="minor">
              <a:schemeClr val="tx1"/>
            </a:fontRef>
          </p:style>
        </p:cxnSp>
        <p:cxnSp>
          <p:nvCxnSpPr>
            <p:cNvPr id="30" name="Straight Connector 29"/>
            <p:cNvCxnSpPr/>
            <p:nvPr/>
          </p:nvCxnSpPr>
          <p:spPr>
            <a:xfrm>
              <a:off x="6629400" y="4114800"/>
              <a:ext cx="1828800" cy="1588"/>
            </a:xfrm>
            <a:prstGeom prst="line">
              <a:avLst/>
            </a:prstGeom>
          </p:spPr>
          <p:style>
            <a:lnRef idx="1">
              <a:schemeClr val="accent1"/>
            </a:lnRef>
            <a:fillRef idx="0">
              <a:schemeClr val="accent1"/>
            </a:fillRef>
            <a:effectRef idx="0">
              <a:schemeClr val="accent1"/>
            </a:effectRef>
            <a:fontRef idx="minor">
              <a:schemeClr val="tx1"/>
            </a:fontRef>
          </p:style>
        </p:cxnSp>
        <p:cxnSp>
          <p:nvCxnSpPr>
            <p:cNvPr id="32" name="Straight Connector 31"/>
            <p:cNvCxnSpPr/>
            <p:nvPr/>
          </p:nvCxnSpPr>
          <p:spPr>
            <a:xfrm rot="16200000" flipH="1">
              <a:off x="7315200" y="2971800"/>
              <a:ext cx="1447800" cy="838200"/>
            </a:xfrm>
            <a:prstGeom prst="line">
              <a:avLst/>
            </a:prstGeom>
          </p:spPr>
          <p:style>
            <a:lnRef idx="1">
              <a:schemeClr val="accent1"/>
            </a:lnRef>
            <a:fillRef idx="0">
              <a:schemeClr val="accent1"/>
            </a:fillRef>
            <a:effectRef idx="0">
              <a:schemeClr val="accent1"/>
            </a:effectRef>
            <a:fontRef idx="minor">
              <a:schemeClr val="tx1"/>
            </a:fontRef>
          </p:style>
        </p:cxnSp>
        <p:sp>
          <p:nvSpPr>
            <p:cNvPr id="23" name="Oval 22"/>
            <p:cNvSpPr/>
            <p:nvPr/>
          </p:nvSpPr>
          <p:spPr>
            <a:xfrm>
              <a:off x="7010400" y="2057400"/>
              <a:ext cx="1143000" cy="1066800"/>
            </a:xfrm>
            <a:prstGeom prst="ellipse">
              <a:avLst/>
            </a:prstGeom>
            <a:ln>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5" name="Oval 24"/>
            <p:cNvSpPr/>
            <p:nvPr/>
          </p:nvSpPr>
          <p:spPr>
            <a:xfrm>
              <a:off x="7848600" y="3581400"/>
              <a:ext cx="1143000" cy="1066800"/>
            </a:xfrm>
            <a:prstGeom prst="ellipse">
              <a:avLst/>
            </a:prstGeom>
            <a:ln>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sp>
          <p:nvSpPr>
            <p:cNvPr id="26" name="Oval 25"/>
            <p:cNvSpPr/>
            <p:nvPr/>
          </p:nvSpPr>
          <p:spPr>
            <a:xfrm>
              <a:off x="6096000" y="3581400"/>
              <a:ext cx="1143000" cy="1066800"/>
            </a:xfrm>
            <a:prstGeom prst="ellipse">
              <a:avLst/>
            </a:prstGeom>
            <a:ln>
              <a:prstDash val="dash"/>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sp>
        <p:nvSpPr>
          <p:cNvPr id="27" name="Slide Number Placeholder 26"/>
          <p:cNvSpPr>
            <a:spLocks noGrp="1"/>
          </p:cNvSpPr>
          <p:nvPr>
            <p:ph type="sldNum" sz="quarter" idx="12"/>
          </p:nvPr>
        </p:nvSpPr>
        <p:spPr/>
        <p:txBody>
          <a:bodyPr/>
          <a:lstStyle/>
          <a:p>
            <a:fld id="{B6F15528-21DE-4FAA-801E-634DDDAF4B2B}" type="slidenum">
              <a:rPr lang="en-US" smtClean="0"/>
              <a:pPr/>
              <a:t>92</a:t>
            </a:fld>
            <a:endParaRPr lang="en-US" dirty="0"/>
          </a:p>
        </p:txBody>
      </p:sp>
      <p:grpSp>
        <p:nvGrpSpPr>
          <p:cNvPr id="4" name="Group 34"/>
          <p:cNvGrpSpPr/>
          <p:nvPr/>
        </p:nvGrpSpPr>
        <p:grpSpPr>
          <a:xfrm>
            <a:off x="2438400" y="1371600"/>
            <a:ext cx="4043362" cy="4638020"/>
            <a:chOff x="-6705600" y="2209800"/>
            <a:chExt cx="4043362" cy="4638020"/>
          </a:xfrm>
        </p:grpSpPr>
        <p:grpSp>
          <p:nvGrpSpPr>
            <p:cNvPr id="5" name="Group 14"/>
            <p:cNvGrpSpPr/>
            <p:nvPr/>
          </p:nvGrpSpPr>
          <p:grpSpPr>
            <a:xfrm>
              <a:off x="-6629400" y="2209800"/>
              <a:ext cx="3967162" cy="3514725"/>
              <a:chOff x="2814638" y="1671638"/>
              <a:chExt cx="3967162" cy="3514725"/>
            </a:xfrm>
          </p:grpSpPr>
          <p:pic>
            <p:nvPicPr>
              <p:cNvPr id="1028" name="Picture 4"/>
              <p:cNvPicPr>
                <a:picLocks noChangeAspect="1" noChangeArrowheads="1"/>
              </p:cNvPicPr>
              <p:nvPr/>
            </p:nvPicPr>
            <p:blipFill>
              <a:blip r:embed="rId3" cstate="print"/>
              <a:srcRect/>
              <a:stretch>
                <a:fillRect/>
              </a:stretch>
            </p:blipFill>
            <p:spPr bwMode="auto">
              <a:xfrm>
                <a:off x="2814638" y="1671638"/>
                <a:ext cx="3514725" cy="3514725"/>
              </a:xfrm>
              <a:prstGeom prst="rect">
                <a:avLst/>
              </a:prstGeom>
              <a:noFill/>
              <a:ln w="9525">
                <a:noFill/>
                <a:miter lim="800000"/>
                <a:headEnd/>
                <a:tailEnd/>
              </a:ln>
              <a:effectLst/>
            </p:spPr>
          </p:pic>
          <p:sp>
            <p:nvSpPr>
              <p:cNvPr id="14" name="TextBox 13"/>
              <p:cNvSpPr txBox="1"/>
              <p:nvPr/>
            </p:nvSpPr>
            <p:spPr>
              <a:xfrm>
                <a:off x="5715000" y="1828800"/>
                <a:ext cx="1066800" cy="369332"/>
              </a:xfrm>
              <a:prstGeom prst="rect">
                <a:avLst/>
              </a:prstGeom>
              <a:noFill/>
            </p:spPr>
            <p:txBody>
              <a:bodyPr wrap="square" rtlCol="0">
                <a:spAutoFit/>
              </a:bodyPr>
              <a:lstStyle/>
              <a:p>
                <a:r>
                  <a:rPr lang="en-US" dirty="0"/>
                  <a:t>Dcell_0</a:t>
                </a:r>
              </a:p>
            </p:txBody>
          </p:sp>
        </p:grpSp>
        <p:sp>
          <p:nvSpPr>
            <p:cNvPr id="19" name="TextBox 18"/>
            <p:cNvSpPr txBox="1"/>
            <p:nvPr/>
          </p:nvSpPr>
          <p:spPr>
            <a:xfrm>
              <a:off x="-5791200" y="4800600"/>
              <a:ext cx="2514600" cy="461665"/>
            </a:xfrm>
            <a:prstGeom prst="rect">
              <a:avLst/>
            </a:prstGeom>
            <a:noFill/>
          </p:spPr>
          <p:txBody>
            <a:bodyPr wrap="square" rtlCol="0">
              <a:spAutoFit/>
            </a:bodyPr>
            <a:lstStyle/>
            <a:p>
              <a:r>
                <a:rPr lang="en-US" sz="2400" b="1" dirty="0"/>
                <a:t>Server</a:t>
              </a:r>
            </a:p>
          </p:txBody>
        </p:sp>
        <p:sp>
          <p:nvSpPr>
            <p:cNvPr id="20" name="TextBox 19"/>
            <p:cNvSpPr txBox="1"/>
            <p:nvPr/>
          </p:nvSpPr>
          <p:spPr>
            <a:xfrm>
              <a:off x="-5486400" y="2743200"/>
              <a:ext cx="1307409" cy="369332"/>
            </a:xfrm>
            <a:prstGeom prst="rect">
              <a:avLst/>
            </a:prstGeom>
            <a:noFill/>
          </p:spPr>
          <p:txBody>
            <a:bodyPr wrap="none" rtlCol="0">
              <a:spAutoFit/>
            </a:bodyPr>
            <a:lstStyle/>
            <a:p>
              <a:r>
                <a:rPr lang="en-US" b="1" dirty="0"/>
                <a:t>Mini-switch</a:t>
              </a:r>
            </a:p>
          </p:txBody>
        </p:sp>
        <p:sp>
          <p:nvSpPr>
            <p:cNvPr id="21" name="TextBox 20"/>
            <p:cNvSpPr txBox="1"/>
            <p:nvPr/>
          </p:nvSpPr>
          <p:spPr>
            <a:xfrm>
              <a:off x="-6705600" y="5867400"/>
              <a:ext cx="3886200" cy="523220"/>
            </a:xfrm>
            <a:prstGeom prst="rect">
              <a:avLst/>
            </a:prstGeom>
            <a:noFill/>
          </p:spPr>
          <p:txBody>
            <a:bodyPr wrap="square" rtlCol="0">
              <a:spAutoFit/>
            </a:bodyPr>
            <a:lstStyle/>
            <a:p>
              <a:r>
                <a:rPr lang="en-US" sz="2800" dirty="0"/>
                <a:t>n servers in a DCell_0</a:t>
              </a:r>
            </a:p>
          </p:txBody>
        </p:sp>
        <p:sp>
          <p:nvSpPr>
            <p:cNvPr id="29" name="TextBox 28"/>
            <p:cNvSpPr txBox="1"/>
            <p:nvPr/>
          </p:nvSpPr>
          <p:spPr>
            <a:xfrm>
              <a:off x="-6705600" y="6324600"/>
              <a:ext cx="2362200" cy="523220"/>
            </a:xfrm>
            <a:prstGeom prst="rect">
              <a:avLst/>
            </a:prstGeom>
            <a:noFill/>
          </p:spPr>
          <p:txBody>
            <a:bodyPr wrap="square" rtlCol="0">
              <a:spAutoFit/>
            </a:bodyPr>
            <a:lstStyle/>
            <a:p>
              <a:r>
                <a:rPr lang="en-US" sz="2800" dirty="0"/>
                <a:t>n=2, k=0</a:t>
              </a:r>
            </a:p>
          </p:txBody>
        </p:sp>
      </p:grpSp>
      <p:grpSp>
        <p:nvGrpSpPr>
          <p:cNvPr id="6" name="Group 35"/>
          <p:cNvGrpSpPr/>
          <p:nvPr/>
        </p:nvGrpSpPr>
        <p:grpSpPr>
          <a:xfrm>
            <a:off x="533400" y="1295400"/>
            <a:ext cx="6172200" cy="4648200"/>
            <a:chOff x="685800" y="1447800"/>
            <a:chExt cx="6172200" cy="4648200"/>
          </a:xfrm>
        </p:grpSpPr>
        <p:grpSp>
          <p:nvGrpSpPr>
            <p:cNvPr id="7" name="Group 10"/>
            <p:cNvGrpSpPr/>
            <p:nvPr/>
          </p:nvGrpSpPr>
          <p:grpSpPr>
            <a:xfrm>
              <a:off x="685800" y="1447800"/>
              <a:ext cx="4994343" cy="4648200"/>
              <a:chOff x="990600" y="5486400"/>
              <a:chExt cx="4994343" cy="4648200"/>
            </a:xfrm>
          </p:grpSpPr>
          <p:pic>
            <p:nvPicPr>
              <p:cNvPr id="2050" name="Picture 2"/>
              <p:cNvPicPr>
                <a:picLocks noChangeAspect="1" noChangeArrowheads="1"/>
              </p:cNvPicPr>
              <p:nvPr/>
            </p:nvPicPr>
            <p:blipFill>
              <a:blip r:embed="rId4" cstate="print"/>
              <a:srcRect/>
              <a:stretch>
                <a:fillRect/>
              </a:stretch>
            </p:blipFill>
            <p:spPr bwMode="auto">
              <a:xfrm>
                <a:off x="990600" y="5486400"/>
                <a:ext cx="4994343" cy="4648200"/>
              </a:xfrm>
              <a:prstGeom prst="rect">
                <a:avLst/>
              </a:prstGeom>
              <a:noFill/>
              <a:ln w="9525">
                <a:noFill/>
                <a:miter lim="800000"/>
                <a:headEnd/>
                <a:tailEnd/>
              </a:ln>
              <a:effectLst/>
            </p:spPr>
          </p:pic>
          <p:sp>
            <p:nvSpPr>
              <p:cNvPr id="8" name="TextBox 7"/>
              <p:cNvSpPr txBox="1"/>
              <p:nvPr/>
            </p:nvSpPr>
            <p:spPr>
              <a:xfrm>
                <a:off x="4876800" y="5791200"/>
                <a:ext cx="1066800" cy="381000"/>
              </a:xfrm>
              <a:prstGeom prst="rect">
                <a:avLst/>
              </a:prstGeom>
              <a:noFill/>
            </p:spPr>
            <p:txBody>
              <a:bodyPr wrap="square" rtlCol="0">
                <a:spAutoFit/>
              </a:bodyPr>
              <a:lstStyle/>
              <a:p>
                <a:r>
                  <a:rPr lang="en-US" dirty="0"/>
                  <a:t>DCell_1</a:t>
                </a:r>
              </a:p>
            </p:txBody>
          </p:sp>
        </p:grpSp>
        <p:sp>
          <p:nvSpPr>
            <p:cNvPr id="31" name="TextBox 30"/>
            <p:cNvSpPr txBox="1"/>
            <p:nvPr/>
          </p:nvSpPr>
          <p:spPr>
            <a:xfrm>
              <a:off x="4495800" y="1991380"/>
              <a:ext cx="2362200" cy="523220"/>
            </a:xfrm>
            <a:prstGeom prst="rect">
              <a:avLst/>
            </a:prstGeom>
            <a:noFill/>
          </p:spPr>
          <p:txBody>
            <a:bodyPr wrap="square" rtlCol="0">
              <a:spAutoFit/>
            </a:bodyPr>
            <a:lstStyle/>
            <a:p>
              <a:r>
                <a:rPr lang="en-US" sz="2800" dirty="0"/>
                <a:t>n=2, k=1</a:t>
              </a:r>
            </a:p>
          </p:txBody>
        </p:sp>
      </p:grpSp>
      <p:grpSp>
        <p:nvGrpSpPr>
          <p:cNvPr id="10" name="Group 36"/>
          <p:cNvGrpSpPr/>
          <p:nvPr/>
        </p:nvGrpSpPr>
        <p:grpSpPr>
          <a:xfrm>
            <a:off x="609600" y="139700"/>
            <a:ext cx="6553200" cy="6565900"/>
            <a:chOff x="8077200" y="2133600"/>
            <a:chExt cx="6553200" cy="6565900"/>
          </a:xfrm>
        </p:grpSpPr>
        <p:grpSp>
          <p:nvGrpSpPr>
            <p:cNvPr id="11" name="Group 11"/>
            <p:cNvGrpSpPr/>
            <p:nvPr/>
          </p:nvGrpSpPr>
          <p:grpSpPr>
            <a:xfrm>
              <a:off x="8077200" y="2133600"/>
              <a:ext cx="6553200" cy="6565900"/>
              <a:chOff x="8305800" y="2743200"/>
              <a:chExt cx="6553200" cy="6565900"/>
            </a:xfrm>
          </p:grpSpPr>
          <p:pic>
            <p:nvPicPr>
              <p:cNvPr id="1027" name="Picture 3"/>
              <p:cNvPicPr>
                <a:picLocks noChangeAspect="1" noChangeArrowheads="1"/>
              </p:cNvPicPr>
              <p:nvPr/>
            </p:nvPicPr>
            <p:blipFill>
              <a:blip r:embed="rId5" cstate="print"/>
              <a:srcRect/>
              <a:stretch>
                <a:fillRect/>
              </a:stretch>
            </p:blipFill>
            <p:spPr bwMode="auto">
              <a:xfrm>
                <a:off x="8445950" y="2743200"/>
                <a:ext cx="6413050" cy="6565900"/>
              </a:xfrm>
              <a:prstGeom prst="rect">
                <a:avLst/>
              </a:prstGeom>
              <a:noFill/>
              <a:ln w="9525">
                <a:noFill/>
                <a:miter lim="800000"/>
                <a:headEnd/>
                <a:tailEnd/>
              </a:ln>
              <a:effectLst/>
            </p:spPr>
          </p:pic>
          <p:sp>
            <p:nvSpPr>
              <p:cNvPr id="9" name="TextBox 8"/>
              <p:cNvSpPr txBox="1"/>
              <p:nvPr/>
            </p:nvSpPr>
            <p:spPr>
              <a:xfrm>
                <a:off x="8305800" y="3756680"/>
                <a:ext cx="990600" cy="369332"/>
              </a:xfrm>
              <a:prstGeom prst="rect">
                <a:avLst/>
              </a:prstGeom>
              <a:noFill/>
            </p:spPr>
            <p:txBody>
              <a:bodyPr wrap="square" rtlCol="0">
                <a:spAutoFit/>
              </a:bodyPr>
              <a:lstStyle/>
              <a:p>
                <a:r>
                  <a:rPr lang="en-US" dirty="0"/>
                  <a:t>Dcell_2</a:t>
                </a:r>
              </a:p>
            </p:txBody>
          </p:sp>
        </p:grpSp>
        <p:sp>
          <p:nvSpPr>
            <p:cNvPr id="34" name="TextBox 33"/>
            <p:cNvSpPr txBox="1"/>
            <p:nvPr/>
          </p:nvSpPr>
          <p:spPr>
            <a:xfrm>
              <a:off x="8077200" y="3375680"/>
              <a:ext cx="2362200" cy="523220"/>
            </a:xfrm>
            <a:prstGeom prst="rect">
              <a:avLst/>
            </a:prstGeom>
            <a:noFill/>
          </p:spPr>
          <p:txBody>
            <a:bodyPr wrap="square" rtlCol="0">
              <a:spAutoFit/>
            </a:bodyPr>
            <a:lstStyle/>
            <a:p>
              <a:r>
                <a:rPr lang="en-US" sz="2800" dirty="0"/>
                <a:t>n=2, k=2</a:t>
              </a:r>
            </a:p>
          </p:txBody>
        </p:sp>
      </p:grpSp>
      <p:pic>
        <p:nvPicPr>
          <p:cNvPr id="4097" name="Picture 1"/>
          <p:cNvPicPr>
            <a:picLocks noChangeAspect="1" noChangeArrowheads="1"/>
          </p:cNvPicPr>
          <p:nvPr/>
        </p:nvPicPr>
        <p:blipFill>
          <a:blip r:embed="rId6" cstate="print"/>
          <a:srcRect/>
          <a:stretch>
            <a:fillRect/>
          </a:stretch>
        </p:blipFill>
        <p:spPr bwMode="auto">
          <a:xfrm>
            <a:off x="1066800" y="990600"/>
            <a:ext cx="5697676" cy="5010913"/>
          </a:xfrm>
          <a:prstGeom prst="rect">
            <a:avLst/>
          </a:prstGeom>
          <a:solidFill>
            <a:schemeClr val="accent1"/>
          </a:solidFill>
          <a:ln w="9525">
            <a:solidFill>
              <a:schemeClr val="accent1"/>
            </a:solidFill>
            <a:miter lim="800000"/>
            <a:headEnd/>
            <a:tailEnd/>
          </a:ln>
          <a:effectLst/>
        </p:spPr>
      </p:pic>
      <p:sp>
        <p:nvSpPr>
          <p:cNvPr id="17" name="Rounded Rectangle 16"/>
          <p:cNvSpPr/>
          <p:nvPr/>
        </p:nvSpPr>
        <p:spPr>
          <a:xfrm>
            <a:off x="1066800" y="3200400"/>
            <a:ext cx="5715000" cy="685800"/>
          </a:xfrm>
          <a:prstGeom prst="roundRect">
            <a:avLst/>
          </a:prstGeom>
          <a:solidFill>
            <a:srgbClr val="00B050">
              <a:alpha val="1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p:cNvSpPr/>
          <p:nvPr/>
        </p:nvSpPr>
        <p:spPr>
          <a:xfrm>
            <a:off x="1066800" y="3886200"/>
            <a:ext cx="5715000" cy="1447800"/>
          </a:xfrm>
          <a:prstGeom prst="roundRect">
            <a:avLst/>
          </a:prstGeom>
          <a:solidFill>
            <a:srgbClr val="00B050">
              <a:alpha val="1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ounded Rectangle 21"/>
          <p:cNvSpPr/>
          <p:nvPr/>
        </p:nvSpPr>
        <p:spPr>
          <a:xfrm>
            <a:off x="1066800" y="1981200"/>
            <a:ext cx="5715000" cy="1219200"/>
          </a:xfrm>
          <a:prstGeom prst="roundRect">
            <a:avLst/>
          </a:prstGeom>
          <a:solidFill>
            <a:srgbClr val="00B050">
              <a:alpha val="1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TextBox 37"/>
          <p:cNvSpPr txBox="1"/>
          <p:nvPr/>
        </p:nvSpPr>
        <p:spPr>
          <a:xfrm>
            <a:off x="6934200" y="3352800"/>
            <a:ext cx="2209800" cy="369332"/>
          </a:xfrm>
          <a:prstGeom prst="rect">
            <a:avLst/>
          </a:prstGeom>
          <a:noFill/>
        </p:spPr>
        <p:txBody>
          <a:bodyPr wrap="square" rtlCol="0">
            <a:spAutoFit/>
          </a:bodyPr>
          <a:lstStyle/>
          <a:p>
            <a:r>
              <a:rPr lang="en-US" dirty="0"/>
              <a:t>Build sub-</a:t>
            </a:r>
            <a:r>
              <a:rPr lang="en-US" dirty="0" err="1"/>
              <a:t>DCells</a:t>
            </a:r>
            <a:endParaRPr lang="en-US" dirty="0"/>
          </a:p>
        </p:txBody>
      </p:sp>
      <p:sp>
        <p:nvSpPr>
          <p:cNvPr id="39" name="TextBox 38"/>
          <p:cNvSpPr txBox="1"/>
          <p:nvPr/>
        </p:nvSpPr>
        <p:spPr>
          <a:xfrm>
            <a:off x="6858000" y="4343400"/>
            <a:ext cx="2514600" cy="646331"/>
          </a:xfrm>
          <a:prstGeom prst="rect">
            <a:avLst/>
          </a:prstGeom>
          <a:noFill/>
        </p:spPr>
        <p:txBody>
          <a:bodyPr wrap="square" rtlCol="0">
            <a:spAutoFit/>
          </a:bodyPr>
          <a:lstStyle/>
          <a:p>
            <a:r>
              <a:rPr lang="en-US" dirty="0"/>
              <a:t>Connect sub-</a:t>
            </a:r>
            <a:r>
              <a:rPr lang="en-US" dirty="0" err="1"/>
              <a:t>DCells</a:t>
            </a:r>
            <a:r>
              <a:rPr lang="en-US" dirty="0"/>
              <a:t> to form complete graph</a:t>
            </a:r>
          </a:p>
        </p:txBody>
      </p:sp>
      <p:sp>
        <p:nvSpPr>
          <p:cNvPr id="40" name="TextBox 39"/>
          <p:cNvSpPr txBox="1"/>
          <p:nvPr/>
        </p:nvSpPr>
        <p:spPr>
          <a:xfrm>
            <a:off x="6934200" y="2438400"/>
            <a:ext cx="2209800" cy="646331"/>
          </a:xfrm>
          <a:prstGeom prst="rect">
            <a:avLst/>
          </a:prstGeom>
          <a:noFill/>
        </p:spPr>
        <p:txBody>
          <a:bodyPr wrap="square" rtlCol="0">
            <a:spAutoFit/>
          </a:bodyPr>
          <a:lstStyle/>
          <a:p>
            <a:r>
              <a:rPr lang="en-US" dirty="0"/>
              <a:t>End recursion by building DCell</a:t>
            </a:r>
            <a:r>
              <a:rPr lang="en-US" sz="1400" dirty="0"/>
              <a:t>0</a:t>
            </a:r>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3" presetClass="exit" presetSubtype="10" fill="hold" nodeType="clickEffect">
                                  <p:stCondLst>
                                    <p:cond delay="0"/>
                                  </p:stCondLst>
                                  <p:childTnLst>
                                    <p:animEffect transition="out" filter="blinds(horizontal)">
                                      <p:cBhvr>
                                        <p:cTn id="11" dur="500"/>
                                        <p:tgtEl>
                                          <p:spTgt spid="4"/>
                                        </p:tgtEl>
                                      </p:cBhvr>
                                    </p:animEffect>
                                    <p:set>
                                      <p:cBhvr>
                                        <p:cTn id="12" dur="1" fill="hold">
                                          <p:stCondLst>
                                            <p:cond delay="499"/>
                                          </p:stCondLst>
                                        </p:cTn>
                                        <p:tgtEl>
                                          <p:spTgt spid="4"/>
                                        </p:tgtEl>
                                        <p:attrNameLst>
                                          <p:attrName>style.visibility</p:attrName>
                                        </p:attrNameLst>
                                      </p:cBhvr>
                                      <p:to>
                                        <p:strVal val="hidden"/>
                                      </p:to>
                                    </p:set>
                                  </p:childTnLst>
                                </p:cTn>
                              </p:par>
                              <p:par>
                                <p:cTn id="13" presetID="3" presetClass="entr" presetSubtype="1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linds(horizontal)">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Effect transition="in" filter="blinds(horizontal)">
                                      <p:cBhvr>
                                        <p:cTn id="20" dur="500"/>
                                        <p:tgtEl>
                                          <p:spTgt spid="3"/>
                                        </p:tgtEl>
                                      </p:cBhvr>
                                    </p:animEffect>
                                  </p:childTnLst>
                                </p:cTn>
                              </p:par>
                            </p:childTnLst>
                          </p:cTn>
                        </p:par>
                      </p:childTnLst>
                    </p:cTn>
                  </p:par>
                  <p:par>
                    <p:cTn id="21" fill="hold">
                      <p:stCondLst>
                        <p:cond delay="indefinite"/>
                      </p:stCondLst>
                      <p:childTnLst>
                        <p:par>
                          <p:cTn id="22" fill="hold">
                            <p:stCondLst>
                              <p:cond delay="0"/>
                            </p:stCondLst>
                            <p:childTnLst>
                              <p:par>
                                <p:cTn id="23" presetID="3" presetClass="exit" presetSubtype="10" fill="hold" nodeType="clickEffect">
                                  <p:stCondLst>
                                    <p:cond delay="0"/>
                                  </p:stCondLst>
                                  <p:childTnLst>
                                    <p:animEffect transition="out" filter="blinds(horizontal)">
                                      <p:cBhvr>
                                        <p:cTn id="24" dur="500"/>
                                        <p:tgtEl>
                                          <p:spTgt spid="6"/>
                                        </p:tgtEl>
                                      </p:cBhvr>
                                    </p:animEffect>
                                    <p:set>
                                      <p:cBhvr>
                                        <p:cTn id="25" dur="1" fill="hold">
                                          <p:stCondLst>
                                            <p:cond delay="499"/>
                                          </p:stCondLst>
                                        </p:cTn>
                                        <p:tgtEl>
                                          <p:spTgt spid="6"/>
                                        </p:tgtEl>
                                        <p:attrNameLst>
                                          <p:attrName>style.visibility</p:attrName>
                                        </p:attrNameLst>
                                      </p:cBhvr>
                                      <p:to>
                                        <p:strVal val="hidden"/>
                                      </p:to>
                                    </p:set>
                                  </p:childTnLst>
                                </p:cTn>
                              </p:par>
                              <p:par>
                                <p:cTn id="26" presetID="3" presetClass="exit" presetSubtype="10" fill="hold" nodeType="withEffect">
                                  <p:stCondLst>
                                    <p:cond delay="0"/>
                                  </p:stCondLst>
                                  <p:childTnLst>
                                    <p:animEffect transition="out" filter="blinds(horizontal)">
                                      <p:cBhvr>
                                        <p:cTn id="27" dur="500"/>
                                        <p:tgtEl>
                                          <p:spTgt spid="3"/>
                                        </p:tgtEl>
                                      </p:cBhvr>
                                    </p:animEffect>
                                    <p:set>
                                      <p:cBhvr>
                                        <p:cTn id="28" dur="1" fill="hold">
                                          <p:stCondLst>
                                            <p:cond delay="499"/>
                                          </p:stCondLst>
                                        </p:cTn>
                                        <p:tgtEl>
                                          <p:spTgt spid="3"/>
                                        </p:tgtEl>
                                        <p:attrNameLst>
                                          <p:attrName>style.visibility</p:attrName>
                                        </p:attrNameLst>
                                      </p:cBhvr>
                                      <p:to>
                                        <p:strVal val="hidden"/>
                                      </p:to>
                                    </p:set>
                                  </p:childTnLst>
                                </p:cTn>
                              </p:par>
                              <p:par>
                                <p:cTn id="29" presetID="3" presetClass="entr" presetSubtype="10" fill="hold" nodeType="withEffect">
                                  <p:stCondLst>
                                    <p:cond delay="0"/>
                                  </p:stCondLst>
                                  <p:childTnLst>
                                    <p:set>
                                      <p:cBhvr>
                                        <p:cTn id="30" dur="1" fill="hold">
                                          <p:stCondLst>
                                            <p:cond delay="0"/>
                                          </p:stCondLst>
                                        </p:cTn>
                                        <p:tgtEl>
                                          <p:spTgt spid="10"/>
                                        </p:tgtEl>
                                        <p:attrNameLst>
                                          <p:attrName>style.visibility</p:attrName>
                                        </p:attrNameLst>
                                      </p:cBhvr>
                                      <p:to>
                                        <p:strVal val="visible"/>
                                      </p:to>
                                    </p:set>
                                    <p:animEffect transition="in" filter="blinds(horizontal)">
                                      <p:cBhvr>
                                        <p:cTn id="31" dur="500"/>
                                        <p:tgtEl>
                                          <p:spTgt spid="10"/>
                                        </p:tgtEl>
                                      </p:cBhvr>
                                    </p:animEffect>
                                  </p:childTnLst>
                                </p:cTn>
                              </p:par>
                            </p:childTnLst>
                          </p:cTn>
                        </p:par>
                      </p:childTnLst>
                    </p:cTn>
                  </p:par>
                  <p:par>
                    <p:cTn id="32" fill="hold">
                      <p:stCondLst>
                        <p:cond delay="indefinite"/>
                      </p:stCondLst>
                      <p:childTnLst>
                        <p:par>
                          <p:cTn id="33" fill="hold">
                            <p:stCondLst>
                              <p:cond delay="0"/>
                            </p:stCondLst>
                            <p:childTnLst>
                              <p:par>
                                <p:cTn id="34" presetID="3" presetClass="entr" presetSubtype="10" fill="hold" nodeType="clickEffect">
                                  <p:stCondLst>
                                    <p:cond delay="0"/>
                                  </p:stCondLst>
                                  <p:childTnLst>
                                    <p:set>
                                      <p:cBhvr>
                                        <p:cTn id="35" dur="1" fill="hold">
                                          <p:stCondLst>
                                            <p:cond delay="0"/>
                                          </p:stCondLst>
                                        </p:cTn>
                                        <p:tgtEl>
                                          <p:spTgt spid="4097"/>
                                        </p:tgtEl>
                                        <p:attrNameLst>
                                          <p:attrName>style.visibility</p:attrName>
                                        </p:attrNameLst>
                                      </p:cBhvr>
                                      <p:to>
                                        <p:strVal val="visible"/>
                                      </p:to>
                                    </p:set>
                                    <p:animEffect transition="in" filter="blinds(horizontal)">
                                      <p:cBhvr>
                                        <p:cTn id="36" dur="500"/>
                                        <p:tgtEl>
                                          <p:spTgt spid="4097"/>
                                        </p:tgtEl>
                                      </p:cBhvr>
                                    </p:animEffect>
                                  </p:childTnLst>
                                </p:cTn>
                              </p:par>
                            </p:childTnLst>
                          </p:cTn>
                        </p:par>
                      </p:childTnLst>
                    </p:cTn>
                  </p:par>
                  <p:par>
                    <p:cTn id="37" fill="hold">
                      <p:stCondLst>
                        <p:cond delay="indefinite"/>
                      </p:stCondLst>
                      <p:childTnLst>
                        <p:par>
                          <p:cTn id="38" fill="hold">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blinds(horizontal)">
                                      <p:cBhvr>
                                        <p:cTn id="41" dur="500"/>
                                        <p:tgtEl>
                                          <p:spTgt spid="17"/>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38"/>
                                        </p:tgtEl>
                                        <p:attrNameLst>
                                          <p:attrName>style.visibility</p:attrName>
                                        </p:attrNameLst>
                                      </p:cBhvr>
                                      <p:to>
                                        <p:strVal val="visible"/>
                                      </p:to>
                                    </p:set>
                                    <p:animEffect transition="in" filter="blinds(horizontal)">
                                      <p:cBhvr>
                                        <p:cTn id="44" dur="500"/>
                                        <p:tgtEl>
                                          <p:spTgt spid="38"/>
                                        </p:tgtEl>
                                      </p:cBhvr>
                                    </p:animEffect>
                                  </p:childTnLst>
                                </p:cTn>
                              </p:par>
                            </p:childTnLst>
                          </p:cTn>
                        </p:par>
                      </p:childTnLst>
                    </p:cTn>
                  </p:par>
                  <p:par>
                    <p:cTn id="45" fill="hold">
                      <p:stCondLst>
                        <p:cond delay="indefinite"/>
                      </p:stCondLst>
                      <p:childTnLst>
                        <p:par>
                          <p:cTn id="46" fill="hold">
                            <p:stCondLst>
                              <p:cond delay="0"/>
                            </p:stCondLst>
                            <p:childTnLst>
                              <p:par>
                                <p:cTn id="47" presetID="3" presetClass="entr" presetSubtype="10" fill="hold" grpId="0" nodeType="clickEffect">
                                  <p:stCondLst>
                                    <p:cond delay="0"/>
                                  </p:stCondLst>
                                  <p:childTnLst>
                                    <p:set>
                                      <p:cBhvr>
                                        <p:cTn id="48" dur="1" fill="hold">
                                          <p:stCondLst>
                                            <p:cond delay="0"/>
                                          </p:stCondLst>
                                        </p:cTn>
                                        <p:tgtEl>
                                          <p:spTgt spid="39"/>
                                        </p:tgtEl>
                                        <p:attrNameLst>
                                          <p:attrName>style.visibility</p:attrName>
                                        </p:attrNameLst>
                                      </p:cBhvr>
                                      <p:to>
                                        <p:strVal val="visible"/>
                                      </p:to>
                                    </p:set>
                                    <p:animEffect transition="in" filter="blinds(horizontal)">
                                      <p:cBhvr>
                                        <p:cTn id="49" dur="500"/>
                                        <p:tgtEl>
                                          <p:spTgt spid="39"/>
                                        </p:tgtEl>
                                      </p:cBhvr>
                                    </p:animEffect>
                                  </p:childTnLst>
                                </p:cTn>
                              </p:par>
                              <p:par>
                                <p:cTn id="50" presetID="3" presetClass="entr" presetSubtype="10" fill="hold" grpId="0" nodeType="withEffect">
                                  <p:stCondLst>
                                    <p:cond delay="0"/>
                                  </p:stCondLst>
                                  <p:childTnLst>
                                    <p:set>
                                      <p:cBhvr>
                                        <p:cTn id="51" dur="1" fill="hold">
                                          <p:stCondLst>
                                            <p:cond delay="0"/>
                                          </p:stCondLst>
                                        </p:cTn>
                                        <p:tgtEl>
                                          <p:spTgt spid="18"/>
                                        </p:tgtEl>
                                        <p:attrNameLst>
                                          <p:attrName>style.visibility</p:attrName>
                                        </p:attrNameLst>
                                      </p:cBhvr>
                                      <p:to>
                                        <p:strVal val="visible"/>
                                      </p:to>
                                    </p:set>
                                    <p:animEffect transition="in" filter="blinds(horizontal)">
                                      <p:cBhvr>
                                        <p:cTn id="52" dur="500"/>
                                        <p:tgtEl>
                                          <p:spTgt spid="18"/>
                                        </p:tgtEl>
                                      </p:cBhvr>
                                    </p:animEffect>
                                  </p:childTnLst>
                                </p:cTn>
                              </p:par>
                            </p:childTnLst>
                          </p:cTn>
                        </p:par>
                      </p:childTnLst>
                    </p:cTn>
                  </p:par>
                  <p:par>
                    <p:cTn id="53" fill="hold">
                      <p:stCondLst>
                        <p:cond delay="indefinite"/>
                      </p:stCondLst>
                      <p:childTnLst>
                        <p:par>
                          <p:cTn id="54" fill="hold">
                            <p:stCondLst>
                              <p:cond delay="0"/>
                            </p:stCondLst>
                            <p:childTnLst>
                              <p:par>
                                <p:cTn id="55" presetID="3" presetClass="entr" presetSubtype="10" fill="hold" grpId="0" nodeType="clickEffect">
                                  <p:stCondLst>
                                    <p:cond delay="0"/>
                                  </p:stCondLst>
                                  <p:childTnLst>
                                    <p:set>
                                      <p:cBhvr>
                                        <p:cTn id="56" dur="1" fill="hold">
                                          <p:stCondLst>
                                            <p:cond delay="0"/>
                                          </p:stCondLst>
                                        </p:cTn>
                                        <p:tgtEl>
                                          <p:spTgt spid="22"/>
                                        </p:tgtEl>
                                        <p:attrNameLst>
                                          <p:attrName>style.visibility</p:attrName>
                                        </p:attrNameLst>
                                      </p:cBhvr>
                                      <p:to>
                                        <p:strVal val="visible"/>
                                      </p:to>
                                    </p:set>
                                    <p:animEffect transition="in" filter="blinds(horizontal)">
                                      <p:cBhvr>
                                        <p:cTn id="57" dur="500"/>
                                        <p:tgtEl>
                                          <p:spTgt spid="22"/>
                                        </p:tgtEl>
                                      </p:cBhvr>
                                    </p:animEffect>
                                  </p:childTnLst>
                                </p:cTn>
                              </p:par>
                              <p:par>
                                <p:cTn id="58" presetID="3" presetClass="entr" presetSubtype="10" fill="hold" grpId="0" nodeType="withEffect">
                                  <p:stCondLst>
                                    <p:cond delay="0"/>
                                  </p:stCondLst>
                                  <p:childTnLst>
                                    <p:set>
                                      <p:cBhvr>
                                        <p:cTn id="59" dur="1" fill="hold">
                                          <p:stCondLst>
                                            <p:cond delay="0"/>
                                          </p:stCondLst>
                                        </p:cTn>
                                        <p:tgtEl>
                                          <p:spTgt spid="40"/>
                                        </p:tgtEl>
                                        <p:attrNameLst>
                                          <p:attrName>style.visibility</p:attrName>
                                        </p:attrNameLst>
                                      </p:cBhvr>
                                      <p:to>
                                        <p:strVal val="visible"/>
                                      </p:to>
                                    </p:set>
                                    <p:animEffect transition="in" filter="blinds(horizontal)">
                                      <p:cBhvr>
                                        <p:cTn id="60" dur="500"/>
                                        <p:tgtEl>
                                          <p:spTgt spid="4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8" grpId="0" animBg="1"/>
      <p:bldP spid="22" grpId="0" animBg="1"/>
      <p:bldP spid="38" grpId="0"/>
      <p:bldP spid="39" grpId="0"/>
      <p:bldP spid="40" grpId="0"/>
    </p:bldLst>
  </p:timing>
</p:sld>
</file>

<file path=ppt/slides/slide93.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BCube</a:t>
            </a:r>
            <a:endParaRPr lang="en-US" dirty="0"/>
          </a:p>
        </p:txBody>
      </p:sp>
      <p:sp>
        <p:nvSpPr>
          <p:cNvPr id="3" name="Content Placeholder 2"/>
          <p:cNvSpPr>
            <a:spLocks noGrp="1"/>
          </p:cNvSpPr>
          <p:nvPr>
            <p:ph idx="1"/>
          </p:nvPr>
        </p:nvSpPr>
        <p:spPr/>
        <p:txBody>
          <a:bodyPr/>
          <a:lstStyle/>
          <a:p>
            <a:r>
              <a:rPr lang="en-US" dirty="0" err="1">
                <a:solidFill>
                  <a:srgbClr val="FF0000"/>
                </a:solidFill>
              </a:rPr>
              <a:t>Bcube</a:t>
            </a:r>
            <a:endParaRPr lang="en-US" dirty="0">
              <a:solidFill>
                <a:srgbClr val="FF0000"/>
              </a:solidFill>
            </a:endParaRPr>
          </a:p>
          <a:p>
            <a:pPr lvl="0">
              <a:buClrTx/>
              <a:buSzTx/>
              <a:buFont typeface="Arial" pitchFamily="34" charset="0"/>
              <a:buChar char="•"/>
              <a:defRPr/>
            </a:pPr>
            <a:r>
              <a:rPr lang="en-US" altLang="zh-CN" dirty="0"/>
              <a:t>Leverage servers to be part of the routing infrastructure</a:t>
            </a:r>
          </a:p>
          <a:p>
            <a:pPr lvl="1">
              <a:buClrTx/>
              <a:buSzTx/>
              <a:buFont typeface="Arial" pitchFamily="34" charset="0"/>
              <a:buChar char="–"/>
              <a:defRPr/>
            </a:pPr>
            <a:r>
              <a:rPr lang="en-US" altLang="zh-CN" dirty="0"/>
              <a:t> Servers have multiple ports and need to forward packets</a:t>
            </a:r>
          </a:p>
          <a:p>
            <a:pPr lvl="0">
              <a:buClrTx/>
              <a:buSzTx/>
              <a:buFont typeface="Arial" pitchFamily="34" charset="0"/>
              <a:buChar char="•"/>
              <a:defRPr/>
            </a:pPr>
            <a:r>
              <a:rPr lang="en-US" altLang="zh-CN" dirty="0">
                <a:solidFill>
                  <a:srgbClr val="00B050"/>
                </a:solidFill>
              </a:rPr>
              <a:t> </a:t>
            </a:r>
            <a:r>
              <a:rPr lang="en-US" altLang="zh-CN" dirty="0"/>
              <a:t>Use recursion to scale and build complete graph to increase capacity</a:t>
            </a:r>
          </a:p>
          <a:p>
            <a:pPr marL="0" indent="0">
              <a:buNone/>
            </a:pPr>
            <a:endParaRPr lang="en-US" dirty="0">
              <a:solidFill>
                <a:srgbClr val="FF0000"/>
              </a:solidFill>
            </a:endParaRPr>
          </a:p>
        </p:txBody>
      </p:sp>
      <p:sp>
        <p:nvSpPr>
          <p:cNvPr id="4" name="Date Placeholder 3"/>
          <p:cNvSpPr>
            <a:spLocks noGrp="1"/>
          </p:cNvSpPr>
          <p:nvPr>
            <p:ph type="dt" sz="half" idx="10"/>
          </p:nvPr>
        </p:nvSpPr>
        <p:spPr/>
        <p:txBody>
          <a:bodyPr/>
          <a:lstStyle/>
          <a:p>
            <a:fld id="{827ADB60-3E79-449A-88A8-D8CD2A903F4E}" type="datetime1">
              <a:rPr lang="zh-CN" altLang="en-US" smtClean="0"/>
              <a:pPr/>
              <a:t>2025/3/5</a:t>
            </a:fld>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pPr/>
              <a:t>93</a:t>
            </a:fld>
            <a:endParaRPr lang="zh-CN" altLang="en-US"/>
          </a:p>
        </p:txBody>
      </p:sp>
      <p:sp>
        <p:nvSpPr>
          <p:cNvPr id="6" name="TextBox 5">
            <a:extLst>
              <a:ext uri="{FF2B5EF4-FFF2-40B4-BE49-F238E27FC236}">
                <a16:creationId xmlns:a16="http://schemas.microsoft.com/office/drawing/2014/main" id="{9A9B6D55-0A8F-F944-88E1-7F503399D9D8}"/>
              </a:ext>
            </a:extLst>
          </p:cNvPr>
          <p:cNvSpPr txBox="1"/>
          <p:nvPr/>
        </p:nvSpPr>
        <p:spPr>
          <a:xfrm>
            <a:off x="73152" y="5517232"/>
            <a:ext cx="8963344" cy="646331"/>
          </a:xfrm>
          <a:prstGeom prst="rect">
            <a:avLst/>
          </a:prstGeom>
          <a:noFill/>
        </p:spPr>
        <p:txBody>
          <a:bodyPr wrap="square" rtlCol="0">
            <a:spAutoFit/>
          </a:bodyPr>
          <a:lstStyle/>
          <a:p>
            <a:r>
              <a:rPr lang="en-US" b="1" dirty="0" err="1"/>
              <a:t>BCube</a:t>
            </a:r>
            <a:r>
              <a:rPr lang="en-US" b="1" dirty="0"/>
              <a:t>: A High Performance, Server-centric Network Architecture for Modular Data Centers</a:t>
            </a:r>
          </a:p>
          <a:p>
            <a:r>
              <a:rPr lang="en-US" dirty="0" err="1"/>
              <a:t>Sigcomm</a:t>
            </a:r>
            <a:r>
              <a:rPr lang="en-US" dirty="0"/>
              <a:t> 2009</a:t>
            </a: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BCube design goals</a:t>
            </a:r>
          </a:p>
        </p:txBody>
      </p:sp>
      <p:sp>
        <p:nvSpPr>
          <p:cNvPr id="3" name="Content Placeholder 2"/>
          <p:cNvSpPr>
            <a:spLocks noGrp="1"/>
          </p:cNvSpPr>
          <p:nvPr>
            <p:ph idx="1"/>
          </p:nvPr>
        </p:nvSpPr>
        <p:spPr>
          <a:xfrm>
            <a:off x="457200" y="1600200"/>
            <a:ext cx="8229600" cy="5029200"/>
          </a:xfrm>
        </p:spPr>
        <p:txBody>
          <a:bodyPr>
            <a:normAutofit/>
          </a:bodyPr>
          <a:lstStyle/>
          <a:p>
            <a:r>
              <a:rPr lang="en-US" dirty="0"/>
              <a:t>High network capacity for various traffic patterns</a:t>
            </a:r>
          </a:p>
          <a:p>
            <a:pPr lvl="1"/>
            <a:r>
              <a:rPr lang="en-US" dirty="0"/>
              <a:t>One-to-one </a:t>
            </a:r>
            <a:r>
              <a:rPr lang="en-US" dirty="0" err="1"/>
              <a:t>unicast</a:t>
            </a:r>
            <a:endParaRPr lang="en-US" dirty="0"/>
          </a:p>
          <a:p>
            <a:pPr lvl="1"/>
            <a:r>
              <a:rPr lang="en-US" dirty="0"/>
              <a:t>One-to-all and one-to-several reliable </a:t>
            </a:r>
            <a:r>
              <a:rPr lang="en-US" dirty="0" err="1"/>
              <a:t>groupcast</a:t>
            </a:r>
            <a:endParaRPr lang="en-US" dirty="0"/>
          </a:p>
          <a:p>
            <a:pPr lvl="1"/>
            <a:r>
              <a:rPr lang="en-US" dirty="0"/>
              <a:t>All-to-all data shuffling </a:t>
            </a:r>
          </a:p>
          <a:p>
            <a:r>
              <a:rPr lang="en-US" dirty="0"/>
              <a:t>Only use low-end, commodity switches</a:t>
            </a:r>
          </a:p>
          <a:p>
            <a:r>
              <a:rPr lang="en-US" dirty="0"/>
              <a:t>Graceful performance degradation</a:t>
            </a:r>
          </a:p>
          <a:p>
            <a:pPr lvl="1"/>
            <a:r>
              <a:rPr lang="en-US" dirty="0"/>
              <a:t>Performance  degrades gracefully as servers/switches failures increase</a:t>
            </a:r>
          </a:p>
          <a:p>
            <a:pPr lvl="2">
              <a:buNone/>
            </a:pPr>
            <a:endParaRPr lang="en-US" dirty="0"/>
          </a:p>
          <a:p>
            <a:pPr lvl="2"/>
            <a:endParaRPr lang="en-US" dirty="0"/>
          </a:p>
        </p:txBody>
      </p:sp>
      <p:sp>
        <p:nvSpPr>
          <p:cNvPr id="4" name="Slide Number Placeholder 3"/>
          <p:cNvSpPr>
            <a:spLocks noGrp="1"/>
          </p:cNvSpPr>
          <p:nvPr>
            <p:ph type="sldNum" sz="quarter" idx="12"/>
          </p:nvPr>
        </p:nvSpPr>
        <p:spPr/>
        <p:txBody>
          <a:bodyPr/>
          <a:lstStyle/>
          <a:p>
            <a:fld id="{B6F15528-21DE-4FAA-801E-634DDDAF4B2B}" type="slidenum">
              <a:rPr lang="en-US" smtClean="0"/>
              <a:pPr/>
              <a:t>94</a:t>
            </a:fld>
            <a:endParaRPr lang="en-US"/>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533400" y="0"/>
            <a:ext cx="8229600" cy="1143000"/>
          </a:xfrm>
        </p:spPr>
        <p:txBody>
          <a:bodyPr/>
          <a:lstStyle/>
          <a:p>
            <a:r>
              <a:rPr lang="en-US" dirty="0"/>
              <a:t>BCube structure </a:t>
            </a:r>
          </a:p>
        </p:txBody>
      </p:sp>
      <p:grpSp>
        <p:nvGrpSpPr>
          <p:cNvPr id="3" name="Group 107"/>
          <p:cNvGrpSpPr/>
          <p:nvPr/>
        </p:nvGrpSpPr>
        <p:grpSpPr>
          <a:xfrm>
            <a:off x="152400" y="3124200"/>
            <a:ext cx="2057400" cy="1524000"/>
            <a:chOff x="152400" y="3886200"/>
            <a:chExt cx="2057400" cy="1524000"/>
          </a:xfrm>
        </p:grpSpPr>
        <p:sp>
          <p:nvSpPr>
            <p:cNvPr id="5" name="Rectangle 4"/>
            <p:cNvSpPr/>
            <p:nvPr/>
          </p:nvSpPr>
          <p:spPr>
            <a:xfrm>
              <a:off x="609600" y="38862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&lt;0,0&gt;</a:t>
              </a:r>
            </a:p>
          </p:txBody>
        </p:sp>
        <p:sp>
          <p:nvSpPr>
            <p:cNvPr id="6" name="Oval 5"/>
            <p:cNvSpPr/>
            <p:nvPr/>
          </p:nvSpPr>
          <p:spPr>
            <a:xfrm>
              <a:off x="1524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050" dirty="0"/>
            </a:p>
          </p:txBody>
        </p:sp>
        <p:sp>
          <p:nvSpPr>
            <p:cNvPr id="10" name="Oval 9"/>
            <p:cNvSpPr/>
            <p:nvPr/>
          </p:nvSpPr>
          <p:spPr>
            <a:xfrm>
              <a:off x="6858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 name="Oval 10"/>
            <p:cNvSpPr/>
            <p:nvPr/>
          </p:nvSpPr>
          <p:spPr>
            <a:xfrm>
              <a:off x="12192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 name="Oval 11"/>
            <p:cNvSpPr/>
            <p:nvPr/>
          </p:nvSpPr>
          <p:spPr>
            <a:xfrm>
              <a:off x="17526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4" name="Straight Connector 13"/>
            <p:cNvCxnSpPr>
              <a:stCxn id="6" idx="0"/>
              <a:endCxn id="5" idx="2"/>
            </p:cNvCxnSpPr>
            <p:nvPr/>
          </p:nvCxnSpPr>
          <p:spPr>
            <a:xfrm rot="5400000" flipH="1" flipV="1">
              <a:off x="495300" y="4305300"/>
              <a:ext cx="533400" cy="762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6" name="Straight Connector 15"/>
            <p:cNvCxnSpPr>
              <a:stCxn id="10" idx="0"/>
              <a:endCxn id="5" idx="2"/>
            </p:cNvCxnSpPr>
            <p:nvPr/>
          </p:nvCxnSpPr>
          <p:spPr>
            <a:xfrm rot="5400000" flipH="1" flipV="1">
              <a:off x="762000" y="4572000"/>
              <a:ext cx="533400" cy="228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8" name="Straight Connector 17"/>
            <p:cNvCxnSpPr>
              <a:stCxn id="11" idx="0"/>
              <a:endCxn id="5" idx="2"/>
            </p:cNvCxnSpPr>
            <p:nvPr/>
          </p:nvCxnSpPr>
          <p:spPr>
            <a:xfrm rot="16200000" flipV="1">
              <a:off x="1028700" y="4533900"/>
              <a:ext cx="533400" cy="304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a:stCxn id="12" idx="0"/>
              <a:endCxn id="5" idx="2"/>
            </p:cNvCxnSpPr>
            <p:nvPr/>
          </p:nvCxnSpPr>
          <p:spPr>
            <a:xfrm rot="16200000" flipV="1">
              <a:off x="1295400" y="4267200"/>
              <a:ext cx="533400" cy="838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52400" y="5029200"/>
              <a:ext cx="457200" cy="369332"/>
            </a:xfrm>
            <a:prstGeom prst="rect">
              <a:avLst/>
            </a:prstGeom>
            <a:noFill/>
          </p:spPr>
          <p:txBody>
            <a:bodyPr wrap="square" rtlCol="0">
              <a:spAutoFit/>
            </a:bodyPr>
            <a:lstStyle/>
            <a:p>
              <a:r>
                <a:rPr lang="en-US" dirty="0"/>
                <a:t>00</a:t>
              </a:r>
            </a:p>
          </p:txBody>
        </p:sp>
        <p:sp>
          <p:nvSpPr>
            <p:cNvPr id="22" name="TextBox 21"/>
            <p:cNvSpPr txBox="1"/>
            <p:nvPr/>
          </p:nvSpPr>
          <p:spPr>
            <a:xfrm>
              <a:off x="685800" y="5029200"/>
              <a:ext cx="457200" cy="369332"/>
            </a:xfrm>
            <a:prstGeom prst="rect">
              <a:avLst/>
            </a:prstGeom>
            <a:noFill/>
          </p:spPr>
          <p:txBody>
            <a:bodyPr wrap="square" rtlCol="0">
              <a:spAutoFit/>
            </a:bodyPr>
            <a:lstStyle/>
            <a:p>
              <a:r>
                <a:rPr lang="en-US" dirty="0"/>
                <a:t>01</a:t>
              </a:r>
            </a:p>
          </p:txBody>
        </p:sp>
        <p:sp>
          <p:nvSpPr>
            <p:cNvPr id="23" name="TextBox 22"/>
            <p:cNvSpPr txBox="1"/>
            <p:nvPr/>
          </p:nvSpPr>
          <p:spPr>
            <a:xfrm>
              <a:off x="1219200" y="5029200"/>
              <a:ext cx="457200" cy="369332"/>
            </a:xfrm>
            <a:prstGeom prst="rect">
              <a:avLst/>
            </a:prstGeom>
            <a:noFill/>
          </p:spPr>
          <p:txBody>
            <a:bodyPr wrap="square" rtlCol="0">
              <a:spAutoFit/>
            </a:bodyPr>
            <a:lstStyle/>
            <a:p>
              <a:r>
                <a:rPr lang="en-US" dirty="0"/>
                <a:t>02</a:t>
              </a:r>
            </a:p>
          </p:txBody>
        </p:sp>
        <p:sp>
          <p:nvSpPr>
            <p:cNvPr id="24" name="TextBox 23"/>
            <p:cNvSpPr txBox="1"/>
            <p:nvPr/>
          </p:nvSpPr>
          <p:spPr>
            <a:xfrm>
              <a:off x="1752600" y="5040868"/>
              <a:ext cx="457200" cy="369332"/>
            </a:xfrm>
            <a:prstGeom prst="rect">
              <a:avLst/>
            </a:prstGeom>
            <a:noFill/>
          </p:spPr>
          <p:txBody>
            <a:bodyPr wrap="square" rtlCol="0">
              <a:spAutoFit/>
            </a:bodyPr>
            <a:lstStyle/>
            <a:p>
              <a:r>
                <a:rPr lang="en-US" dirty="0"/>
                <a:t>03</a:t>
              </a:r>
            </a:p>
          </p:txBody>
        </p:sp>
      </p:grpSp>
      <p:grpSp>
        <p:nvGrpSpPr>
          <p:cNvPr id="4" name="Group 108"/>
          <p:cNvGrpSpPr/>
          <p:nvPr/>
        </p:nvGrpSpPr>
        <p:grpSpPr>
          <a:xfrm>
            <a:off x="2438400" y="3124200"/>
            <a:ext cx="2057400" cy="1524000"/>
            <a:chOff x="2438400" y="3886200"/>
            <a:chExt cx="2057400" cy="1524000"/>
          </a:xfrm>
        </p:grpSpPr>
        <p:sp>
          <p:nvSpPr>
            <p:cNvPr id="25" name="Rectangle 24"/>
            <p:cNvSpPr/>
            <p:nvPr/>
          </p:nvSpPr>
          <p:spPr>
            <a:xfrm>
              <a:off x="2895600" y="38862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&lt;0,1&gt;</a:t>
              </a:r>
            </a:p>
          </p:txBody>
        </p:sp>
        <p:sp>
          <p:nvSpPr>
            <p:cNvPr id="26" name="Oval 25"/>
            <p:cNvSpPr/>
            <p:nvPr/>
          </p:nvSpPr>
          <p:spPr>
            <a:xfrm>
              <a:off x="24384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050" dirty="0"/>
            </a:p>
          </p:txBody>
        </p:sp>
        <p:sp>
          <p:nvSpPr>
            <p:cNvPr id="27" name="Oval 26"/>
            <p:cNvSpPr/>
            <p:nvPr/>
          </p:nvSpPr>
          <p:spPr>
            <a:xfrm>
              <a:off x="29718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 name="Oval 27"/>
            <p:cNvSpPr/>
            <p:nvPr/>
          </p:nvSpPr>
          <p:spPr>
            <a:xfrm>
              <a:off x="35052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9" name="Oval 28"/>
            <p:cNvSpPr/>
            <p:nvPr/>
          </p:nvSpPr>
          <p:spPr>
            <a:xfrm>
              <a:off x="40386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30" name="Straight Connector 29"/>
            <p:cNvCxnSpPr>
              <a:stCxn id="26" idx="0"/>
              <a:endCxn id="25" idx="2"/>
            </p:cNvCxnSpPr>
            <p:nvPr/>
          </p:nvCxnSpPr>
          <p:spPr>
            <a:xfrm rot="5400000" flipH="1" flipV="1">
              <a:off x="2781300" y="4305300"/>
              <a:ext cx="533400" cy="762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1" name="Straight Connector 30"/>
            <p:cNvCxnSpPr>
              <a:stCxn id="27" idx="0"/>
              <a:endCxn id="25" idx="2"/>
            </p:cNvCxnSpPr>
            <p:nvPr/>
          </p:nvCxnSpPr>
          <p:spPr>
            <a:xfrm rot="5400000" flipH="1" flipV="1">
              <a:off x="3048000" y="4572000"/>
              <a:ext cx="533400" cy="228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2" name="Straight Connector 31"/>
            <p:cNvCxnSpPr>
              <a:stCxn id="28" idx="0"/>
              <a:endCxn id="25" idx="2"/>
            </p:cNvCxnSpPr>
            <p:nvPr/>
          </p:nvCxnSpPr>
          <p:spPr>
            <a:xfrm rot="16200000" flipV="1">
              <a:off x="3314700" y="4533900"/>
              <a:ext cx="533400" cy="304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3" name="Straight Connector 32"/>
            <p:cNvCxnSpPr>
              <a:stCxn id="29" idx="0"/>
              <a:endCxn id="25" idx="2"/>
            </p:cNvCxnSpPr>
            <p:nvPr/>
          </p:nvCxnSpPr>
          <p:spPr>
            <a:xfrm rot="16200000" flipV="1">
              <a:off x="3581400" y="4267200"/>
              <a:ext cx="533400" cy="838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34" name="TextBox 33"/>
            <p:cNvSpPr txBox="1"/>
            <p:nvPr/>
          </p:nvSpPr>
          <p:spPr>
            <a:xfrm>
              <a:off x="2438400" y="5029200"/>
              <a:ext cx="457200" cy="369332"/>
            </a:xfrm>
            <a:prstGeom prst="rect">
              <a:avLst/>
            </a:prstGeom>
            <a:noFill/>
          </p:spPr>
          <p:txBody>
            <a:bodyPr wrap="square" rtlCol="0">
              <a:spAutoFit/>
            </a:bodyPr>
            <a:lstStyle/>
            <a:p>
              <a:r>
                <a:rPr lang="en-US" dirty="0"/>
                <a:t>10</a:t>
              </a:r>
            </a:p>
          </p:txBody>
        </p:sp>
        <p:sp>
          <p:nvSpPr>
            <p:cNvPr id="35" name="TextBox 34"/>
            <p:cNvSpPr txBox="1"/>
            <p:nvPr/>
          </p:nvSpPr>
          <p:spPr>
            <a:xfrm>
              <a:off x="2971800" y="5029200"/>
              <a:ext cx="457200" cy="369332"/>
            </a:xfrm>
            <a:prstGeom prst="rect">
              <a:avLst/>
            </a:prstGeom>
            <a:noFill/>
          </p:spPr>
          <p:txBody>
            <a:bodyPr wrap="square" rtlCol="0">
              <a:spAutoFit/>
            </a:bodyPr>
            <a:lstStyle/>
            <a:p>
              <a:r>
                <a:rPr lang="en-US" dirty="0"/>
                <a:t>11</a:t>
              </a:r>
            </a:p>
          </p:txBody>
        </p:sp>
        <p:sp>
          <p:nvSpPr>
            <p:cNvPr id="36" name="TextBox 35"/>
            <p:cNvSpPr txBox="1"/>
            <p:nvPr/>
          </p:nvSpPr>
          <p:spPr>
            <a:xfrm>
              <a:off x="3505200" y="5029200"/>
              <a:ext cx="457200" cy="369332"/>
            </a:xfrm>
            <a:prstGeom prst="rect">
              <a:avLst/>
            </a:prstGeom>
            <a:noFill/>
          </p:spPr>
          <p:txBody>
            <a:bodyPr wrap="square" rtlCol="0">
              <a:spAutoFit/>
            </a:bodyPr>
            <a:lstStyle/>
            <a:p>
              <a:r>
                <a:rPr lang="en-US" dirty="0"/>
                <a:t>12</a:t>
              </a:r>
            </a:p>
          </p:txBody>
        </p:sp>
        <p:sp>
          <p:nvSpPr>
            <p:cNvPr id="37" name="TextBox 36"/>
            <p:cNvSpPr txBox="1"/>
            <p:nvPr/>
          </p:nvSpPr>
          <p:spPr>
            <a:xfrm>
              <a:off x="4038600" y="5040868"/>
              <a:ext cx="457200" cy="369332"/>
            </a:xfrm>
            <a:prstGeom prst="rect">
              <a:avLst/>
            </a:prstGeom>
            <a:noFill/>
          </p:spPr>
          <p:txBody>
            <a:bodyPr wrap="square" rtlCol="0">
              <a:spAutoFit/>
            </a:bodyPr>
            <a:lstStyle/>
            <a:p>
              <a:r>
                <a:rPr lang="en-US" dirty="0"/>
                <a:t>13</a:t>
              </a:r>
            </a:p>
          </p:txBody>
        </p:sp>
      </p:grpSp>
      <p:grpSp>
        <p:nvGrpSpPr>
          <p:cNvPr id="7" name="Group 109"/>
          <p:cNvGrpSpPr/>
          <p:nvPr/>
        </p:nvGrpSpPr>
        <p:grpSpPr>
          <a:xfrm>
            <a:off x="4648200" y="3124200"/>
            <a:ext cx="2057400" cy="1524000"/>
            <a:chOff x="4648200" y="3886200"/>
            <a:chExt cx="2057400" cy="1524000"/>
          </a:xfrm>
        </p:grpSpPr>
        <p:sp>
          <p:nvSpPr>
            <p:cNvPr id="38" name="Rectangle 37"/>
            <p:cNvSpPr/>
            <p:nvPr/>
          </p:nvSpPr>
          <p:spPr>
            <a:xfrm>
              <a:off x="5105400" y="38862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&lt;0,2&gt;</a:t>
              </a:r>
            </a:p>
          </p:txBody>
        </p:sp>
        <p:sp>
          <p:nvSpPr>
            <p:cNvPr id="39" name="Oval 38"/>
            <p:cNvSpPr/>
            <p:nvPr/>
          </p:nvSpPr>
          <p:spPr>
            <a:xfrm>
              <a:off x="46482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050" dirty="0"/>
            </a:p>
          </p:txBody>
        </p:sp>
        <p:sp>
          <p:nvSpPr>
            <p:cNvPr id="40" name="Oval 39"/>
            <p:cNvSpPr/>
            <p:nvPr/>
          </p:nvSpPr>
          <p:spPr>
            <a:xfrm>
              <a:off x="51816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1" name="Oval 40"/>
            <p:cNvSpPr/>
            <p:nvPr/>
          </p:nvSpPr>
          <p:spPr>
            <a:xfrm>
              <a:off x="57150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2" name="Oval 41"/>
            <p:cNvSpPr/>
            <p:nvPr/>
          </p:nvSpPr>
          <p:spPr>
            <a:xfrm>
              <a:off x="62484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43" name="Straight Connector 42"/>
            <p:cNvCxnSpPr>
              <a:stCxn id="39" idx="0"/>
              <a:endCxn id="38" idx="2"/>
            </p:cNvCxnSpPr>
            <p:nvPr/>
          </p:nvCxnSpPr>
          <p:spPr>
            <a:xfrm rot="5400000" flipH="1" flipV="1">
              <a:off x="4991100" y="4305300"/>
              <a:ext cx="533400" cy="762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44" name="Straight Connector 43"/>
            <p:cNvCxnSpPr>
              <a:stCxn id="40" idx="0"/>
              <a:endCxn id="38" idx="2"/>
            </p:cNvCxnSpPr>
            <p:nvPr/>
          </p:nvCxnSpPr>
          <p:spPr>
            <a:xfrm rot="5400000" flipH="1" flipV="1">
              <a:off x="5257800" y="4572000"/>
              <a:ext cx="533400" cy="228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a:stCxn id="41" idx="0"/>
              <a:endCxn id="38" idx="2"/>
            </p:cNvCxnSpPr>
            <p:nvPr/>
          </p:nvCxnSpPr>
          <p:spPr>
            <a:xfrm rot="16200000" flipV="1">
              <a:off x="5524500" y="4533900"/>
              <a:ext cx="533400" cy="304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46" name="Straight Connector 45"/>
            <p:cNvCxnSpPr>
              <a:stCxn id="42" idx="0"/>
              <a:endCxn id="38" idx="2"/>
            </p:cNvCxnSpPr>
            <p:nvPr/>
          </p:nvCxnSpPr>
          <p:spPr>
            <a:xfrm rot="16200000" flipV="1">
              <a:off x="5791200" y="4267200"/>
              <a:ext cx="533400" cy="838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47" name="TextBox 46"/>
            <p:cNvSpPr txBox="1"/>
            <p:nvPr/>
          </p:nvSpPr>
          <p:spPr>
            <a:xfrm>
              <a:off x="4648200" y="5029200"/>
              <a:ext cx="457200" cy="369332"/>
            </a:xfrm>
            <a:prstGeom prst="rect">
              <a:avLst/>
            </a:prstGeom>
            <a:noFill/>
          </p:spPr>
          <p:txBody>
            <a:bodyPr wrap="square" rtlCol="0">
              <a:spAutoFit/>
            </a:bodyPr>
            <a:lstStyle/>
            <a:p>
              <a:r>
                <a:rPr lang="en-US" dirty="0"/>
                <a:t>20</a:t>
              </a:r>
            </a:p>
          </p:txBody>
        </p:sp>
        <p:sp>
          <p:nvSpPr>
            <p:cNvPr id="48" name="TextBox 47"/>
            <p:cNvSpPr txBox="1"/>
            <p:nvPr/>
          </p:nvSpPr>
          <p:spPr>
            <a:xfrm>
              <a:off x="5181600" y="5029200"/>
              <a:ext cx="457200" cy="369332"/>
            </a:xfrm>
            <a:prstGeom prst="rect">
              <a:avLst/>
            </a:prstGeom>
            <a:noFill/>
          </p:spPr>
          <p:txBody>
            <a:bodyPr wrap="square" rtlCol="0">
              <a:spAutoFit/>
            </a:bodyPr>
            <a:lstStyle/>
            <a:p>
              <a:r>
                <a:rPr lang="en-US" dirty="0"/>
                <a:t>21</a:t>
              </a:r>
            </a:p>
          </p:txBody>
        </p:sp>
        <p:sp>
          <p:nvSpPr>
            <p:cNvPr id="49" name="TextBox 48"/>
            <p:cNvSpPr txBox="1"/>
            <p:nvPr/>
          </p:nvSpPr>
          <p:spPr>
            <a:xfrm>
              <a:off x="5715000" y="5029200"/>
              <a:ext cx="457200" cy="369332"/>
            </a:xfrm>
            <a:prstGeom prst="rect">
              <a:avLst/>
            </a:prstGeom>
            <a:noFill/>
          </p:spPr>
          <p:txBody>
            <a:bodyPr wrap="square" rtlCol="0">
              <a:spAutoFit/>
            </a:bodyPr>
            <a:lstStyle/>
            <a:p>
              <a:r>
                <a:rPr lang="en-US" dirty="0"/>
                <a:t>22</a:t>
              </a:r>
            </a:p>
          </p:txBody>
        </p:sp>
        <p:sp>
          <p:nvSpPr>
            <p:cNvPr id="50" name="TextBox 49"/>
            <p:cNvSpPr txBox="1"/>
            <p:nvPr/>
          </p:nvSpPr>
          <p:spPr>
            <a:xfrm>
              <a:off x="6248400" y="5040868"/>
              <a:ext cx="457200" cy="369332"/>
            </a:xfrm>
            <a:prstGeom prst="rect">
              <a:avLst/>
            </a:prstGeom>
            <a:noFill/>
          </p:spPr>
          <p:txBody>
            <a:bodyPr wrap="square" rtlCol="0">
              <a:spAutoFit/>
            </a:bodyPr>
            <a:lstStyle/>
            <a:p>
              <a:r>
                <a:rPr lang="en-US" dirty="0"/>
                <a:t>23</a:t>
              </a:r>
            </a:p>
          </p:txBody>
        </p:sp>
      </p:grpSp>
      <p:grpSp>
        <p:nvGrpSpPr>
          <p:cNvPr id="8" name="Group 110"/>
          <p:cNvGrpSpPr/>
          <p:nvPr/>
        </p:nvGrpSpPr>
        <p:grpSpPr>
          <a:xfrm>
            <a:off x="6934200" y="3124200"/>
            <a:ext cx="2057400" cy="1524000"/>
            <a:chOff x="6934200" y="3886200"/>
            <a:chExt cx="2057400" cy="1524000"/>
          </a:xfrm>
        </p:grpSpPr>
        <p:sp>
          <p:nvSpPr>
            <p:cNvPr id="51" name="Rectangle 50"/>
            <p:cNvSpPr/>
            <p:nvPr/>
          </p:nvSpPr>
          <p:spPr>
            <a:xfrm>
              <a:off x="7391400" y="38862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&lt;0,3&gt;</a:t>
              </a:r>
            </a:p>
          </p:txBody>
        </p:sp>
        <p:sp>
          <p:nvSpPr>
            <p:cNvPr id="52" name="Oval 51"/>
            <p:cNvSpPr/>
            <p:nvPr/>
          </p:nvSpPr>
          <p:spPr>
            <a:xfrm>
              <a:off x="69342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050" dirty="0"/>
            </a:p>
          </p:txBody>
        </p:sp>
        <p:sp>
          <p:nvSpPr>
            <p:cNvPr id="53" name="Oval 52"/>
            <p:cNvSpPr/>
            <p:nvPr/>
          </p:nvSpPr>
          <p:spPr>
            <a:xfrm>
              <a:off x="74676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4" name="Oval 53"/>
            <p:cNvSpPr/>
            <p:nvPr/>
          </p:nvSpPr>
          <p:spPr>
            <a:xfrm>
              <a:off x="80010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5" name="Oval 54"/>
            <p:cNvSpPr/>
            <p:nvPr/>
          </p:nvSpPr>
          <p:spPr>
            <a:xfrm>
              <a:off x="85344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6" name="Straight Connector 55"/>
            <p:cNvCxnSpPr>
              <a:stCxn id="52" idx="0"/>
              <a:endCxn id="51" idx="2"/>
            </p:cNvCxnSpPr>
            <p:nvPr/>
          </p:nvCxnSpPr>
          <p:spPr>
            <a:xfrm rot="5400000" flipH="1" flipV="1">
              <a:off x="7277100" y="4305300"/>
              <a:ext cx="533400" cy="762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57" name="Straight Connector 56"/>
            <p:cNvCxnSpPr>
              <a:stCxn id="53" idx="0"/>
              <a:endCxn id="51" idx="2"/>
            </p:cNvCxnSpPr>
            <p:nvPr/>
          </p:nvCxnSpPr>
          <p:spPr>
            <a:xfrm rot="5400000" flipH="1" flipV="1">
              <a:off x="7543800" y="4572000"/>
              <a:ext cx="533400" cy="228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58" name="Straight Connector 57"/>
            <p:cNvCxnSpPr>
              <a:stCxn id="54" idx="0"/>
              <a:endCxn id="51" idx="2"/>
            </p:cNvCxnSpPr>
            <p:nvPr/>
          </p:nvCxnSpPr>
          <p:spPr>
            <a:xfrm rot="16200000" flipV="1">
              <a:off x="7810500" y="4533900"/>
              <a:ext cx="533400" cy="304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59" name="Straight Connector 58"/>
            <p:cNvCxnSpPr>
              <a:stCxn id="55" idx="0"/>
              <a:endCxn id="51" idx="2"/>
            </p:cNvCxnSpPr>
            <p:nvPr/>
          </p:nvCxnSpPr>
          <p:spPr>
            <a:xfrm rot="16200000" flipV="1">
              <a:off x="8077200" y="4267200"/>
              <a:ext cx="533400" cy="838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60" name="TextBox 59"/>
            <p:cNvSpPr txBox="1"/>
            <p:nvPr/>
          </p:nvSpPr>
          <p:spPr>
            <a:xfrm>
              <a:off x="6934200" y="5029200"/>
              <a:ext cx="457200" cy="369332"/>
            </a:xfrm>
            <a:prstGeom prst="rect">
              <a:avLst/>
            </a:prstGeom>
            <a:noFill/>
          </p:spPr>
          <p:txBody>
            <a:bodyPr wrap="square" rtlCol="0">
              <a:spAutoFit/>
            </a:bodyPr>
            <a:lstStyle/>
            <a:p>
              <a:r>
                <a:rPr lang="en-US" dirty="0"/>
                <a:t>30</a:t>
              </a:r>
            </a:p>
          </p:txBody>
        </p:sp>
        <p:sp>
          <p:nvSpPr>
            <p:cNvPr id="61" name="TextBox 60"/>
            <p:cNvSpPr txBox="1"/>
            <p:nvPr/>
          </p:nvSpPr>
          <p:spPr>
            <a:xfrm>
              <a:off x="7467600" y="5029200"/>
              <a:ext cx="457200" cy="369332"/>
            </a:xfrm>
            <a:prstGeom prst="rect">
              <a:avLst/>
            </a:prstGeom>
            <a:noFill/>
          </p:spPr>
          <p:txBody>
            <a:bodyPr wrap="square" rtlCol="0">
              <a:spAutoFit/>
            </a:bodyPr>
            <a:lstStyle/>
            <a:p>
              <a:r>
                <a:rPr lang="en-US" dirty="0"/>
                <a:t>31</a:t>
              </a:r>
            </a:p>
          </p:txBody>
        </p:sp>
        <p:sp>
          <p:nvSpPr>
            <p:cNvPr id="62" name="TextBox 61"/>
            <p:cNvSpPr txBox="1"/>
            <p:nvPr/>
          </p:nvSpPr>
          <p:spPr>
            <a:xfrm>
              <a:off x="8001000" y="5029200"/>
              <a:ext cx="457200" cy="369332"/>
            </a:xfrm>
            <a:prstGeom prst="rect">
              <a:avLst/>
            </a:prstGeom>
            <a:noFill/>
          </p:spPr>
          <p:txBody>
            <a:bodyPr wrap="square" rtlCol="0">
              <a:spAutoFit/>
            </a:bodyPr>
            <a:lstStyle/>
            <a:p>
              <a:r>
                <a:rPr lang="en-US" dirty="0"/>
                <a:t>32</a:t>
              </a:r>
            </a:p>
          </p:txBody>
        </p:sp>
        <p:sp>
          <p:nvSpPr>
            <p:cNvPr id="63" name="TextBox 62"/>
            <p:cNvSpPr txBox="1"/>
            <p:nvPr/>
          </p:nvSpPr>
          <p:spPr>
            <a:xfrm>
              <a:off x="8534400" y="5040868"/>
              <a:ext cx="457200" cy="369332"/>
            </a:xfrm>
            <a:prstGeom prst="rect">
              <a:avLst/>
            </a:prstGeom>
            <a:noFill/>
          </p:spPr>
          <p:txBody>
            <a:bodyPr wrap="square" rtlCol="0">
              <a:spAutoFit/>
            </a:bodyPr>
            <a:lstStyle/>
            <a:p>
              <a:r>
                <a:rPr lang="en-US" dirty="0"/>
                <a:t>33</a:t>
              </a:r>
            </a:p>
          </p:txBody>
        </p:sp>
      </p:grpSp>
      <p:sp>
        <p:nvSpPr>
          <p:cNvPr id="64" name="Rectangle 63"/>
          <p:cNvSpPr/>
          <p:nvPr/>
        </p:nvSpPr>
        <p:spPr>
          <a:xfrm>
            <a:off x="609600" y="16002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&lt;1,0&gt;</a:t>
            </a:r>
          </a:p>
        </p:txBody>
      </p:sp>
      <p:sp>
        <p:nvSpPr>
          <p:cNvPr id="65" name="Rectangle 64"/>
          <p:cNvSpPr/>
          <p:nvPr/>
        </p:nvSpPr>
        <p:spPr>
          <a:xfrm>
            <a:off x="2895600" y="16002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&lt;1,1&gt;</a:t>
            </a:r>
          </a:p>
        </p:txBody>
      </p:sp>
      <p:sp>
        <p:nvSpPr>
          <p:cNvPr id="66" name="Rectangle 65"/>
          <p:cNvSpPr/>
          <p:nvPr/>
        </p:nvSpPr>
        <p:spPr>
          <a:xfrm>
            <a:off x="5105400" y="16002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&lt;1,2&gt;</a:t>
            </a:r>
          </a:p>
        </p:txBody>
      </p:sp>
      <p:sp>
        <p:nvSpPr>
          <p:cNvPr id="67" name="Rectangle 66"/>
          <p:cNvSpPr/>
          <p:nvPr/>
        </p:nvSpPr>
        <p:spPr>
          <a:xfrm>
            <a:off x="7391400" y="16002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&lt;1,3&gt;</a:t>
            </a:r>
          </a:p>
        </p:txBody>
      </p:sp>
      <p:cxnSp>
        <p:nvCxnSpPr>
          <p:cNvPr id="69" name="Straight Connector 68"/>
          <p:cNvCxnSpPr>
            <a:endCxn id="64" idx="2"/>
          </p:cNvCxnSpPr>
          <p:nvPr/>
        </p:nvCxnSpPr>
        <p:spPr>
          <a:xfrm rot="5400000" flipH="1" flipV="1">
            <a:off x="-266700" y="2781300"/>
            <a:ext cx="2057400" cy="762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endCxn id="65" idx="2"/>
          </p:cNvCxnSpPr>
          <p:nvPr/>
        </p:nvCxnSpPr>
        <p:spPr>
          <a:xfrm rot="5400000" flipH="1" flipV="1">
            <a:off x="1143000" y="1905000"/>
            <a:ext cx="2057400" cy="2514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a:endCxn id="66" idx="2"/>
          </p:cNvCxnSpPr>
          <p:nvPr/>
        </p:nvCxnSpPr>
        <p:spPr>
          <a:xfrm rot="5400000" flipH="1" flipV="1">
            <a:off x="2514600" y="1066800"/>
            <a:ext cx="2057400" cy="4191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a:endCxn id="67" idx="2"/>
          </p:cNvCxnSpPr>
          <p:nvPr/>
        </p:nvCxnSpPr>
        <p:spPr>
          <a:xfrm rot="5400000" flipH="1" flipV="1">
            <a:off x="3924300" y="190500"/>
            <a:ext cx="2057400" cy="5943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a:endCxn id="64" idx="2"/>
          </p:cNvCxnSpPr>
          <p:nvPr/>
        </p:nvCxnSpPr>
        <p:spPr>
          <a:xfrm rot="16200000" flipV="1">
            <a:off x="876300" y="2400300"/>
            <a:ext cx="2057400" cy="1524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a:endCxn id="65" idx="2"/>
          </p:cNvCxnSpPr>
          <p:nvPr/>
        </p:nvCxnSpPr>
        <p:spPr>
          <a:xfrm rot="5400000" flipH="1" flipV="1">
            <a:off x="2286000" y="3048000"/>
            <a:ext cx="2057400" cy="228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a:endCxn id="66" idx="2"/>
          </p:cNvCxnSpPr>
          <p:nvPr/>
        </p:nvCxnSpPr>
        <p:spPr>
          <a:xfrm rot="5400000" flipH="1" flipV="1">
            <a:off x="3657600" y="2209800"/>
            <a:ext cx="2057400" cy="1905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a:endCxn id="67" idx="2"/>
          </p:cNvCxnSpPr>
          <p:nvPr/>
        </p:nvCxnSpPr>
        <p:spPr>
          <a:xfrm rot="5400000" flipH="1" flipV="1">
            <a:off x="5067300" y="1333500"/>
            <a:ext cx="2057400" cy="3657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a:endCxn id="64" idx="2"/>
          </p:cNvCxnSpPr>
          <p:nvPr/>
        </p:nvCxnSpPr>
        <p:spPr>
          <a:xfrm rot="16200000" flipV="1">
            <a:off x="1981200" y="1295400"/>
            <a:ext cx="2057400" cy="3733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endCxn id="65" idx="2"/>
          </p:cNvCxnSpPr>
          <p:nvPr/>
        </p:nvCxnSpPr>
        <p:spPr>
          <a:xfrm rot="16200000" flipV="1">
            <a:off x="3390900" y="2171700"/>
            <a:ext cx="2057400" cy="1981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endCxn id="66" idx="2"/>
          </p:cNvCxnSpPr>
          <p:nvPr/>
        </p:nvCxnSpPr>
        <p:spPr>
          <a:xfrm rot="16200000" flipV="1">
            <a:off x="4762500" y="3009900"/>
            <a:ext cx="2057400" cy="304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95" name="Straight Connector 94"/>
          <p:cNvCxnSpPr>
            <a:endCxn id="67" idx="2"/>
          </p:cNvCxnSpPr>
          <p:nvPr/>
        </p:nvCxnSpPr>
        <p:spPr>
          <a:xfrm rot="5400000" flipH="1" flipV="1">
            <a:off x="6172200" y="2438400"/>
            <a:ext cx="2057400" cy="1447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endCxn id="64" idx="2"/>
          </p:cNvCxnSpPr>
          <p:nvPr/>
        </p:nvCxnSpPr>
        <p:spPr>
          <a:xfrm rot="16200000" flipV="1">
            <a:off x="3124200" y="152400"/>
            <a:ext cx="2057400" cy="6019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a:endCxn id="65" idx="2"/>
          </p:cNvCxnSpPr>
          <p:nvPr/>
        </p:nvCxnSpPr>
        <p:spPr>
          <a:xfrm rot="16200000" flipV="1">
            <a:off x="4533900" y="1028700"/>
            <a:ext cx="2057400" cy="4267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endCxn id="66" idx="2"/>
          </p:cNvCxnSpPr>
          <p:nvPr/>
        </p:nvCxnSpPr>
        <p:spPr>
          <a:xfrm rot="16200000" flipV="1">
            <a:off x="5905500" y="1866900"/>
            <a:ext cx="2057400" cy="2590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a:endCxn id="67" idx="2"/>
          </p:cNvCxnSpPr>
          <p:nvPr/>
        </p:nvCxnSpPr>
        <p:spPr>
          <a:xfrm rot="16200000" flipV="1">
            <a:off x="7315200" y="2743200"/>
            <a:ext cx="2057400" cy="838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104" name="Rectangle 103"/>
          <p:cNvSpPr/>
          <p:nvPr/>
        </p:nvSpPr>
        <p:spPr>
          <a:xfrm>
            <a:off x="76200" y="3048000"/>
            <a:ext cx="2209800" cy="1752600"/>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5" name="Rectangle 104"/>
          <p:cNvSpPr/>
          <p:nvPr/>
        </p:nvSpPr>
        <p:spPr>
          <a:xfrm>
            <a:off x="2362200" y="3048000"/>
            <a:ext cx="2133600" cy="1752600"/>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6" name="Rectangle 105"/>
          <p:cNvSpPr/>
          <p:nvPr/>
        </p:nvSpPr>
        <p:spPr>
          <a:xfrm>
            <a:off x="4572000" y="3048000"/>
            <a:ext cx="2209800" cy="1752600"/>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7" name="Rectangle 106"/>
          <p:cNvSpPr/>
          <p:nvPr/>
        </p:nvSpPr>
        <p:spPr>
          <a:xfrm>
            <a:off x="6858000" y="3048000"/>
            <a:ext cx="2209800" cy="1752600"/>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2" name="TextBox 111"/>
          <p:cNvSpPr txBox="1"/>
          <p:nvPr/>
        </p:nvSpPr>
        <p:spPr>
          <a:xfrm>
            <a:off x="0" y="2743200"/>
            <a:ext cx="1066800" cy="369332"/>
          </a:xfrm>
          <a:prstGeom prst="rect">
            <a:avLst/>
          </a:prstGeom>
          <a:noFill/>
        </p:spPr>
        <p:txBody>
          <a:bodyPr wrap="square" rtlCol="0">
            <a:spAutoFit/>
          </a:bodyPr>
          <a:lstStyle/>
          <a:p>
            <a:r>
              <a:rPr lang="en-US" dirty="0"/>
              <a:t>BCube0</a:t>
            </a:r>
          </a:p>
        </p:txBody>
      </p:sp>
      <p:sp>
        <p:nvSpPr>
          <p:cNvPr id="113" name="Rectangle 112"/>
          <p:cNvSpPr/>
          <p:nvPr/>
        </p:nvSpPr>
        <p:spPr>
          <a:xfrm>
            <a:off x="0" y="1143000"/>
            <a:ext cx="9144000" cy="3810000"/>
          </a:xfrm>
          <a:prstGeom prst="rect">
            <a:avLst/>
          </a:prstGeom>
          <a:noFill/>
          <a:ln w="12700">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4" name="TextBox 113"/>
          <p:cNvSpPr txBox="1"/>
          <p:nvPr/>
        </p:nvSpPr>
        <p:spPr>
          <a:xfrm>
            <a:off x="0" y="762000"/>
            <a:ext cx="1066800" cy="369332"/>
          </a:xfrm>
          <a:prstGeom prst="rect">
            <a:avLst/>
          </a:prstGeom>
          <a:noFill/>
        </p:spPr>
        <p:txBody>
          <a:bodyPr wrap="square" rtlCol="0">
            <a:spAutoFit/>
          </a:bodyPr>
          <a:lstStyle/>
          <a:p>
            <a:r>
              <a:rPr lang="en-US" dirty="0"/>
              <a:t>BCube1</a:t>
            </a:r>
          </a:p>
        </p:txBody>
      </p:sp>
      <p:sp>
        <p:nvSpPr>
          <p:cNvPr id="115" name="Rectangle 114"/>
          <p:cNvSpPr/>
          <p:nvPr/>
        </p:nvSpPr>
        <p:spPr>
          <a:xfrm>
            <a:off x="152400" y="5562600"/>
            <a:ext cx="914400" cy="3810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6" name="Oval 115"/>
          <p:cNvSpPr/>
          <p:nvPr/>
        </p:nvSpPr>
        <p:spPr>
          <a:xfrm>
            <a:off x="381000" y="6096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7" name="TextBox 116"/>
          <p:cNvSpPr txBox="1"/>
          <p:nvPr/>
        </p:nvSpPr>
        <p:spPr>
          <a:xfrm>
            <a:off x="273224" y="6093296"/>
            <a:ext cx="914400" cy="369332"/>
          </a:xfrm>
          <a:prstGeom prst="rect">
            <a:avLst/>
          </a:prstGeom>
          <a:noFill/>
        </p:spPr>
        <p:txBody>
          <a:bodyPr wrap="square" rtlCol="0">
            <a:spAutoFit/>
          </a:bodyPr>
          <a:lstStyle/>
          <a:p>
            <a:r>
              <a:rPr lang="en-US" dirty="0"/>
              <a:t>server</a:t>
            </a:r>
          </a:p>
        </p:txBody>
      </p:sp>
      <p:sp>
        <p:nvSpPr>
          <p:cNvPr id="118" name="TextBox 117"/>
          <p:cNvSpPr txBox="1"/>
          <p:nvPr/>
        </p:nvSpPr>
        <p:spPr>
          <a:xfrm>
            <a:off x="179512" y="5589240"/>
            <a:ext cx="914400" cy="369332"/>
          </a:xfrm>
          <a:prstGeom prst="rect">
            <a:avLst/>
          </a:prstGeom>
          <a:noFill/>
        </p:spPr>
        <p:txBody>
          <a:bodyPr wrap="square" rtlCol="0">
            <a:spAutoFit/>
          </a:bodyPr>
          <a:lstStyle/>
          <a:p>
            <a:r>
              <a:rPr lang="en-US" dirty="0"/>
              <a:t>switch</a:t>
            </a:r>
          </a:p>
        </p:txBody>
      </p:sp>
      <p:sp>
        <p:nvSpPr>
          <p:cNvPr id="98" name="TextBox 97"/>
          <p:cNvSpPr txBox="1"/>
          <p:nvPr/>
        </p:nvSpPr>
        <p:spPr>
          <a:xfrm>
            <a:off x="0" y="2133600"/>
            <a:ext cx="1447800" cy="369332"/>
          </a:xfrm>
          <a:prstGeom prst="rect">
            <a:avLst/>
          </a:prstGeom>
          <a:noFill/>
        </p:spPr>
        <p:txBody>
          <a:bodyPr wrap="square" rtlCol="0">
            <a:spAutoFit/>
          </a:bodyPr>
          <a:lstStyle/>
          <a:p>
            <a:r>
              <a:rPr lang="en-US" dirty="0"/>
              <a:t>Level-1</a:t>
            </a:r>
          </a:p>
        </p:txBody>
      </p:sp>
      <p:sp>
        <p:nvSpPr>
          <p:cNvPr id="100" name="TextBox 99"/>
          <p:cNvSpPr txBox="1"/>
          <p:nvPr/>
        </p:nvSpPr>
        <p:spPr>
          <a:xfrm>
            <a:off x="0" y="3657600"/>
            <a:ext cx="1447800" cy="369332"/>
          </a:xfrm>
          <a:prstGeom prst="rect">
            <a:avLst/>
          </a:prstGeom>
          <a:noFill/>
        </p:spPr>
        <p:txBody>
          <a:bodyPr wrap="square" rtlCol="0">
            <a:spAutoFit/>
          </a:bodyPr>
          <a:lstStyle/>
          <a:p>
            <a:r>
              <a:rPr lang="en-US" dirty="0"/>
              <a:t>Level-0</a:t>
            </a:r>
          </a:p>
        </p:txBody>
      </p:sp>
      <p:sp>
        <p:nvSpPr>
          <p:cNvPr id="96" name="TextBox 95"/>
          <p:cNvSpPr txBox="1"/>
          <p:nvPr/>
        </p:nvSpPr>
        <p:spPr>
          <a:xfrm>
            <a:off x="1187624" y="5013176"/>
            <a:ext cx="7776864" cy="1815882"/>
          </a:xfrm>
          <a:prstGeom prst="rect">
            <a:avLst/>
          </a:prstGeom>
          <a:solidFill>
            <a:schemeClr val="bg1"/>
          </a:solidFill>
          <a:ln>
            <a:noFill/>
          </a:ln>
        </p:spPr>
        <p:txBody>
          <a:bodyPr wrap="square" rtlCol="0">
            <a:spAutoFit/>
          </a:bodyPr>
          <a:lstStyle/>
          <a:p>
            <a:pPr>
              <a:buFont typeface="Arial" pitchFamily="34" charset="0"/>
              <a:buChar char="•"/>
            </a:pPr>
            <a:r>
              <a:rPr lang="en-US" sz="3200" b="1" i="1" dirty="0">
                <a:solidFill>
                  <a:srgbClr val="00B050"/>
                </a:solidFill>
              </a:rPr>
              <a:t> </a:t>
            </a:r>
            <a:r>
              <a:rPr lang="en-US" sz="2800" b="1" i="1" dirty="0">
                <a:solidFill>
                  <a:srgbClr val="00B050"/>
                </a:solidFill>
              </a:rPr>
              <a:t>Connecting rule</a:t>
            </a:r>
          </a:p>
          <a:p>
            <a:pPr>
              <a:buFontTx/>
              <a:buChar char="-"/>
            </a:pPr>
            <a:r>
              <a:rPr lang="en-US" sz="2000" dirty="0"/>
              <a:t> The </a:t>
            </a:r>
            <a:r>
              <a:rPr lang="en-US" sz="2000" i="1" dirty="0" err="1"/>
              <a:t>i</a:t>
            </a:r>
            <a:r>
              <a:rPr lang="en-US" sz="2000" dirty="0" err="1"/>
              <a:t>-th</a:t>
            </a:r>
            <a:r>
              <a:rPr lang="en-US" sz="2000" dirty="0"/>
              <a:t> server in the </a:t>
            </a:r>
            <a:r>
              <a:rPr lang="en-US" sz="2000" i="1" dirty="0"/>
              <a:t>j</a:t>
            </a:r>
            <a:r>
              <a:rPr lang="en-US" sz="2000" dirty="0"/>
              <a:t>-</a:t>
            </a:r>
            <a:r>
              <a:rPr lang="en-US" sz="2000" dirty="0" err="1"/>
              <a:t>th</a:t>
            </a:r>
            <a:r>
              <a:rPr lang="en-US" sz="2000" dirty="0"/>
              <a:t> BCube</a:t>
            </a:r>
            <a:r>
              <a:rPr lang="en-US" sz="2000" baseline="-25000" dirty="0"/>
              <a:t>0</a:t>
            </a:r>
            <a:r>
              <a:rPr lang="en-US" sz="2000" dirty="0"/>
              <a:t> connects to the </a:t>
            </a:r>
            <a:r>
              <a:rPr lang="en-US" sz="2000" i="1" dirty="0"/>
              <a:t>j</a:t>
            </a:r>
            <a:r>
              <a:rPr lang="en-US" sz="2000" dirty="0"/>
              <a:t>-</a:t>
            </a:r>
            <a:r>
              <a:rPr lang="en-US" sz="2000" dirty="0" err="1"/>
              <a:t>th</a:t>
            </a:r>
            <a:r>
              <a:rPr lang="en-US" sz="2000" dirty="0"/>
              <a:t> port of the </a:t>
            </a:r>
            <a:r>
              <a:rPr lang="en-US" sz="2000" i="1" dirty="0" err="1"/>
              <a:t>i</a:t>
            </a:r>
            <a:r>
              <a:rPr lang="en-US" sz="2000" dirty="0" err="1"/>
              <a:t>-th</a:t>
            </a:r>
            <a:r>
              <a:rPr lang="en-US" sz="2000" dirty="0"/>
              <a:t> level-1 switch</a:t>
            </a:r>
          </a:p>
          <a:p>
            <a:pPr marL="342900" indent="-342900">
              <a:buFontTx/>
              <a:buChar char="-"/>
            </a:pPr>
            <a:r>
              <a:rPr lang="en-US" sz="2000" dirty="0"/>
              <a:t>shown: a BCube1 with n = 4; each server has two ports.</a:t>
            </a:r>
          </a:p>
          <a:p>
            <a:pPr>
              <a:buFontTx/>
              <a:buChar char="-"/>
            </a:pPr>
            <a:endParaRPr lang="en-US" sz="2000" dirty="0"/>
          </a:p>
        </p:txBody>
      </p:sp>
      <p:sp>
        <p:nvSpPr>
          <p:cNvPr id="102" name="TextBox 101"/>
          <p:cNvSpPr txBox="1"/>
          <p:nvPr/>
        </p:nvSpPr>
        <p:spPr>
          <a:xfrm>
            <a:off x="609600" y="1600200"/>
            <a:ext cx="8305800" cy="2308324"/>
          </a:xfrm>
          <a:prstGeom prst="rect">
            <a:avLst/>
          </a:prstGeom>
          <a:solidFill>
            <a:schemeClr val="accent5">
              <a:lumMod val="40000"/>
              <a:lumOff val="60000"/>
            </a:schemeClr>
          </a:solidFill>
          <a:ln>
            <a:solidFill>
              <a:schemeClr val="tx1"/>
            </a:solidFill>
          </a:ln>
        </p:spPr>
        <p:txBody>
          <a:bodyPr wrap="square" rtlCol="0">
            <a:spAutoFit/>
          </a:bodyPr>
          <a:lstStyle/>
          <a:p>
            <a:pPr>
              <a:buFont typeface="Arial" pitchFamily="34" charset="0"/>
              <a:buChar char="•"/>
            </a:pPr>
            <a:r>
              <a:rPr lang="en-US" sz="2400" dirty="0"/>
              <a:t> A BCube</a:t>
            </a:r>
            <a:r>
              <a:rPr lang="en-US" i="1" baseline="-25000" dirty="0"/>
              <a:t>k</a:t>
            </a:r>
            <a:r>
              <a:rPr lang="en-US" sz="2400" dirty="0"/>
              <a:t> network supports             servers </a:t>
            </a:r>
          </a:p>
          <a:p>
            <a:pPr lvl="1">
              <a:buFontTx/>
              <a:buChar char="-"/>
            </a:pPr>
            <a:r>
              <a:rPr lang="en-US" sz="2400" dirty="0"/>
              <a:t> </a:t>
            </a:r>
            <a:r>
              <a:rPr lang="en-US" sz="2400" i="1" dirty="0"/>
              <a:t>n</a:t>
            </a:r>
            <a:r>
              <a:rPr lang="en-US" sz="2400" dirty="0"/>
              <a:t> is the number of servers in a BCube</a:t>
            </a:r>
            <a:r>
              <a:rPr lang="en-US" sz="2400" baseline="-25000" dirty="0"/>
              <a:t>0</a:t>
            </a:r>
          </a:p>
          <a:p>
            <a:pPr lvl="1">
              <a:buFontTx/>
              <a:buChar char="-"/>
            </a:pPr>
            <a:r>
              <a:rPr lang="en-US" sz="2400" dirty="0"/>
              <a:t> </a:t>
            </a:r>
            <a:r>
              <a:rPr lang="en-US" sz="2400" i="1" dirty="0"/>
              <a:t>k</a:t>
            </a:r>
            <a:r>
              <a:rPr lang="en-US" sz="2400" dirty="0"/>
              <a:t> is the level of that BCube</a:t>
            </a:r>
            <a:endParaRPr lang="en-US" sz="2400" b="1" i="1" dirty="0"/>
          </a:p>
          <a:p>
            <a:pPr>
              <a:buFont typeface="Arial" pitchFamily="34" charset="0"/>
              <a:buChar char="•"/>
            </a:pPr>
            <a:r>
              <a:rPr lang="en-US" sz="2400" dirty="0"/>
              <a:t> A server is assigned a BCube </a:t>
            </a:r>
            <a:r>
              <a:rPr lang="en-US" sz="2400" dirty="0" err="1"/>
              <a:t>addr</a:t>
            </a:r>
            <a:r>
              <a:rPr lang="en-US" sz="2400" dirty="0"/>
              <a:t> (a</a:t>
            </a:r>
            <a:r>
              <a:rPr lang="en-US" sz="2400" baseline="-25000" dirty="0"/>
              <a:t>k</a:t>
            </a:r>
            <a:r>
              <a:rPr lang="en-US" sz="2400" dirty="0"/>
              <a:t>,a</a:t>
            </a:r>
            <a:r>
              <a:rPr lang="en-US" sz="2400" baseline="-25000" dirty="0"/>
              <a:t>k-1</a:t>
            </a:r>
            <a:r>
              <a:rPr lang="en-US" sz="2400" dirty="0"/>
              <a:t>,…,a</a:t>
            </a:r>
            <a:r>
              <a:rPr lang="en-US" sz="2400" baseline="-25000" dirty="0"/>
              <a:t>0</a:t>
            </a:r>
            <a:r>
              <a:rPr lang="en-US" sz="2400" dirty="0"/>
              <a:t>) where </a:t>
            </a:r>
            <a:r>
              <a:rPr lang="en-US" sz="2400" dirty="0" err="1"/>
              <a:t>a</a:t>
            </a:r>
            <a:r>
              <a:rPr lang="en-US" sz="2400" baseline="-25000" dirty="0" err="1"/>
              <a:t>i</a:t>
            </a:r>
            <a:r>
              <a:rPr lang="en-US" sz="2400" dirty="0"/>
              <a:t> </a:t>
            </a:r>
            <a:r>
              <a:rPr lang="en-US" sz="2400" dirty="0">
                <a:sym typeface="Symbol"/>
              </a:rPr>
              <a:t>[0,k]</a:t>
            </a:r>
          </a:p>
          <a:p>
            <a:pPr>
              <a:buFont typeface="Arial" pitchFamily="34" charset="0"/>
              <a:buChar char="•"/>
            </a:pPr>
            <a:r>
              <a:rPr lang="en-US" sz="2400" dirty="0">
                <a:sym typeface="Symbol"/>
              </a:rPr>
              <a:t> Neighboring server addresses differ in only one digit</a:t>
            </a:r>
            <a:endParaRPr lang="en-US" sz="3200" dirty="0"/>
          </a:p>
        </p:txBody>
      </p:sp>
      <p:graphicFrame>
        <p:nvGraphicFramePr>
          <p:cNvPr id="92" name="Object 91"/>
          <p:cNvGraphicFramePr>
            <a:graphicFrameLocks noChangeAspect="1"/>
          </p:cNvGraphicFramePr>
          <p:nvPr>
            <p:extLst>
              <p:ext uri="{D42A27DB-BD31-4B8C-83A1-F6EECF244321}">
                <p14:modId xmlns:p14="http://schemas.microsoft.com/office/powerpoint/2010/main" val="3916974385"/>
              </p:ext>
            </p:extLst>
          </p:nvPr>
        </p:nvGraphicFramePr>
        <p:xfrm>
          <a:off x="4546848" y="1600200"/>
          <a:ext cx="457200" cy="381000"/>
        </p:xfrm>
        <a:graphic>
          <a:graphicData uri="http://schemas.openxmlformats.org/presentationml/2006/ole">
            <mc:AlternateContent xmlns:mc="http://schemas.openxmlformats.org/markup-compatibility/2006">
              <mc:Choice xmlns:v="urn:schemas-microsoft-com:vml" Requires="v">
                <p:oleObj name="Equation" r:id="rId3" imgW="266400" imgH="203040" progId="Equation.3">
                  <p:embed/>
                </p:oleObj>
              </mc:Choice>
              <mc:Fallback>
                <p:oleObj name="Equation" r:id="rId3" imgW="266400" imgH="203040" progId="Equation.3">
                  <p:embed/>
                  <p:pic>
                    <p:nvPicPr>
                      <p:cNvPr id="0"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46848" y="1600200"/>
                        <a:ext cx="457200" cy="381000"/>
                      </a:xfrm>
                      <a:prstGeom prst="rect">
                        <a:avLst/>
                      </a:prstGeom>
                      <a:noFill/>
                      <a:extLst>
                        <a:ext uri="{909E8E84-426E-40dd-AFC4-6F175D3DCCD1}">
                          <a14:hiddenFill xmlns="" xmlns:a14="http://schemas.microsoft.com/office/drawing/2010/main">
                            <a:solidFill>
                              <a:srgbClr val="FFFFFF"/>
                            </a:solidFill>
                          </a14:hiddenFill>
                        </a:ext>
                      </a:extLst>
                    </p:spPr>
                  </p:pic>
                </p:oleObj>
              </mc:Fallback>
            </mc:AlternateContent>
          </a:graphicData>
        </a:graphic>
      </p:graphicFrame>
      <p:sp>
        <p:nvSpPr>
          <p:cNvPr id="108" name="Slide Number Placeholder 107"/>
          <p:cNvSpPr>
            <a:spLocks noGrp="1"/>
          </p:cNvSpPr>
          <p:nvPr>
            <p:ph type="sldNum" sz="quarter" idx="12"/>
          </p:nvPr>
        </p:nvSpPr>
        <p:spPr/>
        <p:txBody>
          <a:bodyPr/>
          <a:lstStyle/>
          <a:p>
            <a:fld id="{B6F15528-21DE-4FAA-801E-634DDDAF4B2B}" type="slidenum">
              <a:rPr lang="en-US" smtClean="0"/>
              <a:pPr/>
              <a:t>95</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4"/>
                                        </p:tgtEl>
                                        <p:attrNameLst>
                                          <p:attrName>style.visibility</p:attrName>
                                        </p:attrNameLst>
                                      </p:cBhvr>
                                      <p:to>
                                        <p:strVal val="visible"/>
                                      </p:to>
                                    </p:set>
                                    <p:animEffect transition="in" filter="blinds(horizontal)">
                                      <p:cBhvr>
                                        <p:cTn id="12" dur="500"/>
                                        <p:tgtEl>
                                          <p:spTgt spid="104"/>
                                        </p:tgtEl>
                                      </p:cBhvr>
                                    </p:animEffect>
                                  </p:childTnLst>
                                </p:cTn>
                              </p:par>
                              <p:par>
                                <p:cTn id="13" presetID="3" presetClass="entr" presetSubtype="10" fill="hold" grpId="0" nodeType="withEffect">
                                  <p:stCondLst>
                                    <p:cond delay="0"/>
                                  </p:stCondLst>
                                  <p:childTnLst>
                                    <p:set>
                                      <p:cBhvr>
                                        <p:cTn id="14" dur="1" fill="hold">
                                          <p:stCondLst>
                                            <p:cond delay="0"/>
                                          </p:stCondLst>
                                        </p:cTn>
                                        <p:tgtEl>
                                          <p:spTgt spid="112"/>
                                        </p:tgtEl>
                                        <p:attrNameLst>
                                          <p:attrName>style.visibility</p:attrName>
                                        </p:attrNameLst>
                                      </p:cBhvr>
                                      <p:to>
                                        <p:strVal val="visible"/>
                                      </p:to>
                                    </p:set>
                                    <p:animEffect transition="in" filter="blinds(horizontal)">
                                      <p:cBhvr>
                                        <p:cTn id="15" dur="500"/>
                                        <p:tgtEl>
                                          <p:spTgt spid="112"/>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105"/>
                                        </p:tgtEl>
                                        <p:attrNameLst>
                                          <p:attrName>style.visibility</p:attrName>
                                        </p:attrNameLst>
                                      </p:cBhvr>
                                      <p:to>
                                        <p:strVal val="visible"/>
                                      </p:to>
                                    </p:set>
                                    <p:animEffect transition="in" filter="blinds(horizontal)">
                                      <p:cBhvr>
                                        <p:cTn id="20" dur="500"/>
                                        <p:tgtEl>
                                          <p:spTgt spid="105"/>
                                        </p:tgtEl>
                                      </p:cBhvr>
                                    </p:animEffect>
                                  </p:childTnLst>
                                </p:cTn>
                              </p:par>
                              <p:par>
                                <p:cTn id="21" presetID="3" presetClass="entr" presetSubtype="10" fill="hold"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blinds(horizontal)">
                                      <p:cBhvr>
                                        <p:cTn id="23" dur="500"/>
                                        <p:tgtEl>
                                          <p:spTgt spid="4"/>
                                        </p:tgtEl>
                                      </p:cBhvr>
                                    </p:animEffect>
                                  </p:childTnLst>
                                </p:cTn>
                              </p:par>
                              <p:par>
                                <p:cTn id="24" presetID="3" presetClass="entr" presetSubtype="10" fill="hold" nodeType="withEffect">
                                  <p:stCondLst>
                                    <p:cond delay="0"/>
                                  </p:stCondLst>
                                  <p:childTnLst>
                                    <p:set>
                                      <p:cBhvr>
                                        <p:cTn id="25" dur="1" fill="hold">
                                          <p:stCondLst>
                                            <p:cond delay="0"/>
                                          </p:stCondLst>
                                        </p:cTn>
                                        <p:tgtEl>
                                          <p:spTgt spid="7"/>
                                        </p:tgtEl>
                                        <p:attrNameLst>
                                          <p:attrName>style.visibility</p:attrName>
                                        </p:attrNameLst>
                                      </p:cBhvr>
                                      <p:to>
                                        <p:strVal val="visible"/>
                                      </p:to>
                                    </p:set>
                                    <p:animEffect transition="in" filter="blinds(horizontal)">
                                      <p:cBhvr>
                                        <p:cTn id="26" dur="500"/>
                                        <p:tgtEl>
                                          <p:spTgt spid="7"/>
                                        </p:tgtEl>
                                      </p:cBhvr>
                                    </p:animEffect>
                                  </p:childTnLst>
                                </p:cTn>
                              </p:par>
                              <p:par>
                                <p:cTn id="27" presetID="3" presetClass="entr" presetSubtype="10" fill="hold" nodeType="withEffect">
                                  <p:stCondLst>
                                    <p:cond delay="0"/>
                                  </p:stCondLst>
                                  <p:childTnLst>
                                    <p:set>
                                      <p:cBhvr>
                                        <p:cTn id="28" dur="1" fill="hold">
                                          <p:stCondLst>
                                            <p:cond delay="0"/>
                                          </p:stCondLst>
                                        </p:cTn>
                                        <p:tgtEl>
                                          <p:spTgt spid="8"/>
                                        </p:tgtEl>
                                        <p:attrNameLst>
                                          <p:attrName>style.visibility</p:attrName>
                                        </p:attrNameLst>
                                      </p:cBhvr>
                                      <p:to>
                                        <p:strVal val="visible"/>
                                      </p:to>
                                    </p:set>
                                    <p:animEffect transition="in" filter="blinds(horizontal)">
                                      <p:cBhvr>
                                        <p:cTn id="29" dur="500"/>
                                        <p:tgtEl>
                                          <p:spTgt spid="8"/>
                                        </p:tgtEl>
                                      </p:cBhvr>
                                    </p:animEffect>
                                  </p:childTnLst>
                                </p:cTn>
                              </p:par>
                              <p:par>
                                <p:cTn id="30" presetID="3" presetClass="entr" presetSubtype="10" fill="hold" grpId="0" nodeType="withEffect">
                                  <p:stCondLst>
                                    <p:cond delay="0"/>
                                  </p:stCondLst>
                                  <p:childTnLst>
                                    <p:set>
                                      <p:cBhvr>
                                        <p:cTn id="31" dur="1" fill="hold">
                                          <p:stCondLst>
                                            <p:cond delay="0"/>
                                          </p:stCondLst>
                                        </p:cTn>
                                        <p:tgtEl>
                                          <p:spTgt spid="107"/>
                                        </p:tgtEl>
                                        <p:attrNameLst>
                                          <p:attrName>style.visibility</p:attrName>
                                        </p:attrNameLst>
                                      </p:cBhvr>
                                      <p:to>
                                        <p:strVal val="visible"/>
                                      </p:to>
                                    </p:set>
                                    <p:animEffect transition="in" filter="blinds(horizontal)">
                                      <p:cBhvr>
                                        <p:cTn id="32" dur="500"/>
                                        <p:tgtEl>
                                          <p:spTgt spid="107"/>
                                        </p:tgtEl>
                                      </p:cBhvr>
                                    </p:animEffect>
                                  </p:childTnLst>
                                </p:cTn>
                              </p:par>
                              <p:par>
                                <p:cTn id="33" presetID="3" presetClass="entr" presetSubtype="10" fill="hold" grpId="0" nodeType="withEffect">
                                  <p:stCondLst>
                                    <p:cond delay="0"/>
                                  </p:stCondLst>
                                  <p:childTnLst>
                                    <p:set>
                                      <p:cBhvr>
                                        <p:cTn id="34" dur="1" fill="hold">
                                          <p:stCondLst>
                                            <p:cond delay="0"/>
                                          </p:stCondLst>
                                        </p:cTn>
                                        <p:tgtEl>
                                          <p:spTgt spid="106"/>
                                        </p:tgtEl>
                                        <p:attrNameLst>
                                          <p:attrName>style.visibility</p:attrName>
                                        </p:attrNameLst>
                                      </p:cBhvr>
                                      <p:to>
                                        <p:strVal val="visible"/>
                                      </p:to>
                                    </p:set>
                                    <p:animEffect transition="in" filter="blinds(horizontal)">
                                      <p:cBhvr>
                                        <p:cTn id="35" dur="500"/>
                                        <p:tgtEl>
                                          <p:spTgt spid="106"/>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113"/>
                                        </p:tgtEl>
                                        <p:attrNameLst>
                                          <p:attrName>style.visibility</p:attrName>
                                        </p:attrNameLst>
                                      </p:cBhvr>
                                      <p:to>
                                        <p:strVal val="visible"/>
                                      </p:to>
                                    </p:set>
                                    <p:animEffect transition="in" filter="blinds(horizontal)">
                                      <p:cBhvr>
                                        <p:cTn id="38" dur="500"/>
                                        <p:tgtEl>
                                          <p:spTgt spid="113"/>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114"/>
                                        </p:tgtEl>
                                        <p:attrNameLst>
                                          <p:attrName>style.visibility</p:attrName>
                                        </p:attrNameLst>
                                      </p:cBhvr>
                                      <p:to>
                                        <p:strVal val="visible"/>
                                      </p:to>
                                    </p:set>
                                    <p:animEffect transition="in" filter="blinds(horizontal)">
                                      <p:cBhvr>
                                        <p:cTn id="41" dur="500"/>
                                        <p:tgtEl>
                                          <p:spTgt spid="114"/>
                                        </p:tgtEl>
                                      </p:cBhvr>
                                    </p:animEffect>
                                  </p:childTnLst>
                                </p:cTn>
                              </p:par>
                              <p:par>
                                <p:cTn id="42" presetID="1" presetClass="entr" presetSubtype="0" fill="hold" grpId="0" nodeType="withEffect">
                                  <p:stCondLst>
                                    <p:cond delay="0"/>
                                  </p:stCondLst>
                                  <p:childTnLst>
                                    <p:set>
                                      <p:cBhvr>
                                        <p:cTn id="43" dur="1" fill="hold">
                                          <p:stCondLst>
                                            <p:cond delay="0"/>
                                          </p:stCondLst>
                                        </p:cTn>
                                        <p:tgtEl>
                                          <p:spTgt spid="100"/>
                                        </p:tgtEl>
                                        <p:attrNameLst>
                                          <p:attrName>style.visibility</p:attrName>
                                        </p:attrNameLst>
                                      </p:cBhvr>
                                      <p:to>
                                        <p:strVal val="visible"/>
                                      </p:to>
                                    </p:set>
                                  </p:childTnLst>
                                </p:cTn>
                              </p:par>
                            </p:childTnLst>
                          </p:cTn>
                        </p:par>
                      </p:childTnLst>
                    </p:cTn>
                  </p:par>
                  <p:par>
                    <p:cTn id="44" fill="hold">
                      <p:stCondLst>
                        <p:cond delay="indefinite"/>
                      </p:stCondLst>
                      <p:childTnLst>
                        <p:par>
                          <p:cTn id="45" fill="hold">
                            <p:stCondLst>
                              <p:cond delay="0"/>
                            </p:stCondLst>
                            <p:childTnLst>
                              <p:par>
                                <p:cTn id="46" presetID="3" presetClass="entr" presetSubtype="10" fill="hold" grpId="0" nodeType="clickEffect">
                                  <p:stCondLst>
                                    <p:cond delay="0"/>
                                  </p:stCondLst>
                                  <p:childTnLst>
                                    <p:set>
                                      <p:cBhvr>
                                        <p:cTn id="47" dur="1" fill="hold">
                                          <p:stCondLst>
                                            <p:cond delay="0"/>
                                          </p:stCondLst>
                                        </p:cTn>
                                        <p:tgtEl>
                                          <p:spTgt spid="64"/>
                                        </p:tgtEl>
                                        <p:attrNameLst>
                                          <p:attrName>style.visibility</p:attrName>
                                        </p:attrNameLst>
                                      </p:cBhvr>
                                      <p:to>
                                        <p:strVal val="visible"/>
                                      </p:to>
                                    </p:set>
                                    <p:animEffect transition="in" filter="blinds(horizontal)">
                                      <p:cBhvr>
                                        <p:cTn id="48" dur="500"/>
                                        <p:tgtEl>
                                          <p:spTgt spid="64"/>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65"/>
                                        </p:tgtEl>
                                        <p:attrNameLst>
                                          <p:attrName>style.visibility</p:attrName>
                                        </p:attrNameLst>
                                      </p:cBhvr>
                                      <p:to>
                                        <p:strVal val="visible"/>
                                      </p:to>
                                    </p:set>
                                    <p:animEffect transition="in" filter="blinds(horizontal)">
                                      <p:cBhvr>
                                        <p:cTn id="51" dur="500"/>
                                        <p:tgtEl>
                                          <p:spTgt spid="65"/>
                                        </p:tgtEl>
                                      </p:cBhvr>
                                    </p:animEffect>
                                  </p:childTnLst>
                                </p:cTn>
                              </p:par>
                              <p:par>
                                <p:cTn id="52" presetID="3" presetClass="entr" presetSubtype="10" fill="hold" grpId="0" nodeType="withEffect">
                                  <p:stCondLst>
                                    <p:cond delay="0"/>
                                  </p:stCondLst>
                                  <p:childTnLst>
                                    <p:set>
                                      <p:cBhvr>
                                        <p:cTn id="53" dur="1" fill="hold">
                                          <p:stCondLst>
                                            <p:cond delay="0"/>
                                          </p:stCondLst>
                                        </p:cTn>
                                        <p:tgtEl>
                                          <p:spTgt spid="66"/>
                                        </p:tgtEl>
                                        <p:attrNameLst>
                                          <p:attrName>style.visibility</p:attrName>
                                        </p:attrNameLst>
                                      </p:cBhvr>
                                      <p:to>
                                        <p:strVal val="visible"/>
                                      </p:to>
                                    </p:set>
                                    <p:animEffect transition="in" filter="blinds(horizontal)">
                                      <p:cBhvr>
                                        <p:cTn id="54" dur="500"/>
                                        <p:tgtEl>
                                          <p:spTgt spid="66"/>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67"/>
                                        </p:tgtEl>
                                        <p:attrNameLst>
                                          <p:attrName>style.visibility</p:attrName>
                                        </p:attrNameLst>
                                      </p:cBhvr>
                                      <p:to>
                                        <p:strVal val="visible"/>
                                      </p:to>
                                    </p:set>
                                    <p:animEffect transition="in" filter="blinds(horizontal)">
                                      <p:cBhvr>
                                        <p:cTn id="57" dur="500"/>
                                        <p:tgtEl>
                                          <p:spTgt spid="67"/>
                                        </p:tgtEl>
                                      </p:cBhvr>
                                    </p:animEffect>
                                  </p:childTnLst>
                                </p:cTn>
                              </p:par>
                              <p:par>
                                <p:cTn id="58" presetID="1" presetClass="entr" presetSubtype="0" fill="hold" grpId="0" nodeType="withEffect">
                                  <p:stCondLst>
                                    <p:cond delay="0"/>
                                  </p:stCondLst>
                                  <p:childTnLst>
                                    <p:set>
                                      <p:cBhvr>
                                        <p:cTn id="59" dur="1" fill="hold">
                                          <p:stCondLst>
                                            <p:cond delay="0"/>
                                          </p:stCondLst>
                                        </p:cTn>
                                        <p:tgtEl>
                                          <p:spTgt spid="98"/>
                                        </p:tgtEl>
                                        <p:attrNameLst>
                                          <p:attrName>style.visibility</p:attrName>
                                        </p:attrNameLst>
                                      </p:cBhvr>
                                      <p:to>
                                        <p:strVal val="visible"/>
                                      </p:to>
                                    </p:set>
                                  </p:childTnLst>
                                </p:cTn>
                              </p:par>
                            </p:childTnLst>
                          </p:cTn>
                        </p:par>
                      </p:childTnLst>
                    </p:cTn>
                  </p:par>
                  <p:par>
                    <p:cTn id="60" fill="hold">
                      <p:stCondLst>
                        <p:cond delay="indefinite"/>
                      </p:stCondLst>
                      <p:childTnLst>
                        <p:par>
                          <p:cTn id="61" fill="hold">
                            <p:stCondLst>
                              <p:cond delay="0"/>
                            </p:stCondLst>
                            <p:childTnLst>
                              <p:par>
                                <p:cTn id="62" presetID="3" presetClass="entr" presetSubtype="10" fill="hold" nodeType="clickEffect">
                                  <p:stCondLst>
                                    <p:cond delay="0"/>
                                  </p:stCondLst>
                                  <p:childTnLst>
                                    <p:set>
                                      <p:cBhvr>
                                        <p:cTn id="63" dur="1" fill="hold">
                                          <p:stCondLst>
                                            <p:cond delay="0"/>
                                          </p:stCondLst>
                                        </p:cTn>
                                        <p:tgtEl>
                                          <p:spTgt spid="69"/>
                                        </p:tgtEl>
                                        <p:attrNameLst>
                                          <p:attrName>style.visibility</p:attrName>
                                        </p:attrNameLst>
                                      </p:cBhvr>
                                      <p:to>
                                        <p:strVal val="visible"/>
                                      </p:to>
                                    </p:set>
                                    <p:animEffect transition="in" filter="blinds(horizontal)">
                                      <p:cBhvr>
                                        <p:cTn id="64" dur="500"/>
                                        <p:tgtEl>
                                          <p:spTgt spid="69"/>
                                        </p:tgtEl>
                                      </p:cBhvr>
                                    </p:animEffect>
                                  </p:childTnLst>
                                </p:cTn>
                              </p:par>
                              <p:par>
                                <p:cTn id="65" presetID="3" presetClass="entr" presetSubtype="10" fill="hold" nodeType="withEffect">
                                  <p:stCondLst>
                                    <p:cond delay="0"/>
                                  </p:stCondLst>
                                  <p:childTnLst>
                                    <p:set>
                                      <p:cBhvr>
                                        <p:cTn id="66" dur="1" fill="hold">
                                          <p:stCondLst>
                                            <p:cond delay="0"/>
                                          </p:stCondLst>
                                        </p:cTn>
                                        <p:tgtEl>
                                          <p:spTgt spid="81"/>
                                        </p:tgtEl>
                                        <p:attrNameLst>
                                          <p:attrName>style.visibility</p:attrName>
                                        </p:attrNameLst>
                                      </p:cBhvr>
                                      <p:to>
                                        <p:strVal val="visible"/>
                                      </p:to>
                                    </p:set>
                                    <p:animEffect transition="in" filter="blinds(horizontal)">
                                      <p:cBhvr>
                                        <p:cTn id="67" dur="500"/>
                                        <p:tgtEl>
                                          <p:spTgt spid="81"/>
                                        </p:tgtEl>
                                      </p:cBhvr>
                                    </p:animEffect>
                                  </p:childTnLst>
                                </p:cTn>
                              </p:par>
                              <p:par>
                                <p:cTn id="68" presetID="3" presetClass="entr" presetSubtype="10" fill="hold" nodeType="withEffect">
                                  <p:stCondLst>
                                    <p:cond delay="0"/>
                                  </p:stCondLst>
                                  <p:childTnLst>
                                    <p:set>
                                      <p:cBhvr>
                                        <p:cTn id="69" dur="1" fill="hold">
                                          <p:stCondLst>
                                            <p:cond delay="0"/>
                                          </p:stCondLst>
                                        </p:cTn>
                                        <p:tgtEl>
                                          <p:spTgt spid="89"/>
                                        </p:tgtEl>
                                        <p:attrNameLst>
                                          <p:attrName>style.visibility</p:attrName>
                                        </p:attrNameLst>
                                      </p:cBhvr>
                                      <p:to>
                                        <p:strVal val="visible"/>
                                      </p:to>
                                    </p:set>
                                    <p:animEffect transition="in" filter="blinds(horizontal)">
                                      <p:cBhvr>
                                        <p:cTn id="70" dur="500"/>
                                        <p:tgtEl>
                                          <p:spTgt spid="89"/>
                                        </p:tgtEl>
                                      </p:cBhvr>
                                    </p:animEffect>
                                  </p:childTnLst>
                                </p:cTn>
                              </p:par>
                              <p:par>
                                <p:cTn id="71" presetID="3" presetClass="entr" presetSubtype="10" fill="hold" nodeType="withEffect">
                                  <p:stCondLst>
                                    <p:cond delay="0"/>
                                  </p:stCondLst>
                                  <p:childTnLst>
                                    <p:set>
                                      <p:cBhvr>
                                        <p:cTn id="72" dur="1" fill="hold">
                                          <p:stCondLst>
                                            <p:cond delay="0"/>
                                          </p:stCondLst>
                                        </p:cTn>
                                        <p:tgtEl>
                                          <p:spTgt spid="97"/>
                                        </p:tgtEl>
                                        <p:attrNameLst>
                                          <p:attrName>style.visibility</p:attrName>
                                        </p:attrNameLst>
                                      </p:cBhvr>
                                      <p:to>
                                        <p:strVal val="visible"/>
                                      </p:to>
                                    </p:set>
                                    <p:animEffect transition="in" filter="blinds(horizontal)">
                                      <p:cBhvr>
                                        <p:cTn id="73" dur="500"/>
                                        <p:tgtEl>
                                          <p:spTgt spid="97"/>
                                        </p:tgtEl>
                                      </p:cBhvr>
                                    </p:animEffect>
                                  </p:childTnLst>
                                </p:cTn>
                              </p:par>
                              <p:par>
                                <p:cTn id="74" presetID="3" presetClass="entr" presetSubtype="10" fill="hold" nodeType="withEffect">
                                  <p:stCondLst>
                                    <p:cond delay="0"/>
                                  </p:stCondLst>
                                  <p:childTnLst>
                                    <p:set>
                                      <p:cBhvr>
                                        <p:cTn id="75" dur="1" fill="hold">
                                          <p:stCondLst>
                                            <p:cond delay="0"/>
                                          </p:stCondLst>
                                        </p:cTn>
                                        <p:tgtEl>
                                          <p:spTgt spid="73"/>
                                        </p:tgtEl>
                                        <p:attrNameLst>
                                          <p:attrName>style.visibility</p:attrName>
                                        </p:attrNameLst>
                                      </p:cBhvr>
                                      <p:to>
                                        <p:strVal val="visible"/>
                                      </p:to>
                                    </p:set>
                                    <p:animEffect transition="in" filter="blinds(horizontal)">
                                      <p:cBhvr>
                                        <p:cTn id="76" dur="500"/>
                                        <p:tgtEl>
                                          <p:spTgt spid="73"/>
                                        </p:tgtEl>
                                      </p:cBhvr>
                                    </p:animEffect>
                                  </p:childTnLst>
                                </p:cTn>
                              </p:par>
                              <p:par>
                                <p:cTn id="77" presetID="3" presetClass="entr" presetSubtype="10" fill="hold" nodeType="withEffect">
                                  <p:stCondLst>
                                    <p:cond delay="0"/>
                                  </p:stCondLst>
                                  <p:childTnLst>
                                    <p:set>
                                      <p:cBhvr>
                                        <p:cTn id="78" dur="1" fill="hold">
                                          <p:stCondLst>
                                            <p:cond delay="0"/>
                                          </p:stCondLst>
                                        </p:cTn>
                                        <p:tgtEl>
                                          <p:spTgt spid="83"/>
                                        </p:tgtEl>
                                        <p:attrNameLst>
                                          <p:attrName>style.visibility</p:attrName>
                                        </p:attrNameLst>
                                      </p:cBhvr>
                                      <p:to>
                                        <p:strVal val="visible"/>
                                      </p:to>
                                    </p:set>
                                    <p:animEffect transition="in" filter="blinds(horizontal)">
                                      <p:cBhvr>
                                        <p:cTn id="79" dur="500"/>
                                        <p:tgtEl>
                                          <p:spTgt spid="83"/>
                                        </p:tgtEl>
                                      </p:cBhvr>
                                    </p:animEffect>
                                  </p:childTnLst>
                                </p:cTn>
                              </p:par>
                              <p:par>
                                <p:cTn id="80" presetID="3" presetClass="entr" presetSubtype="10" fill="hold" nodeType="withEffect">
                                  <p:stCondLst>
                                    <p:cond delay="0"/>
                                  </p:stCondLst>
                                  <p:childTnLst>
                                    <p:set>
                                      <p:cBhvr>
                                        <p:cTn id="81" dur="1" fill="hold">
                                          <p:stCondLst>
                                            <p:cond delay="0"/>
                                          </p:stCondLst>
                                        </p:cTn>
                                        <p:tgtEl>
                                          <p:spTgt spid="91"/>
                                        </p:tgtEl>
                                        <p:attrNameLst>
                                          <p:attrName>style.visibility</p:attrName>
                                        </p:attrNameLst>
                                      </p:cBhvr>
                                      <p:to>
                                        <p:strVal val="visible"/>
                                      </p:to>
                                    </p:set>
                                    <p:animEffect transition="in" filter="blinds(horizontal)">
                                      <p:cBhvr>
                                        <p:cTn id="82" dur="500"/>
                                        <p:tgtEl>
                                          <p:spTgt spid="91"/>
                                        </p:tgtEl>
                                      </p:cBhvr>
                                    </p:animEffect>
                                  </p:childTnLst>
                                </p:cTn>
                              </p:par>
                              <p:par>
                                <p:cTn id="83" presetID="3" presetClass="entr" presetSubtype="10" fill="hold" nodeType="withEffect">
                                  <p:stCondLst>
                                    <p:cond delay="0"/>
                                  </p:stCondLst>
                                  <p:childTnLst>
                                    <p:set>
                                      <p:cBhvr>
                                        <p:cTn id="84" dur="1" fill="hold">
                                          <p:stCondLst>
                                            <p:cond delay="0"/>
                                          </p:stCondLst>
                                        </p:cTn>
                                        <p:tgtEl>
                                          <p:spTgt spid="99"/>
                                        </p:tgtEl>
                                        <p:attrNameLst>
                                          <p:attrName>style.visibility</p:attrName>
                                        </p:attrNameLst>
                                      </p:cBhvr>
                                      <p:to>
                                        <p:strVal val="visible"/>
                                      </p:to>
                                    </p:set>
                                    <p:animEffect transition="in" filter="blinds(horizontal)">
                                      <p:cBhvr>
                                        <p:cTn id="85" dur="500"/>
                                        <p:tgtEl>
                                          <p:spTgt spid="99"/>
                                        </p:tgtEl>
                                      </p:cBhvr>
                                    </p:animEffect>
                                  </p:childTnLst>
                                </p:cTn>
                              </p:par>
                              <p:par>
                                <p:cTn id="86" presetID="3" presetClass="entr" presetSubtype="10" fill="hold" nodeType="withEffect">
                                  <p:stCondLst>
                                    <p:cond delay="0"/>
                                  </p:stCondLst>
                                  <p:childTnLst>
                                    <p:set>
                                      <p:cBhvr>
                                        <p:cTn id="87" dur="1" fill="hold">
                                          <p:stCondLst>
                                            <p:cond delay="0"/>
                                          </p:stCondLst>
                                        </p:cTn>
                                        <p:tgtEl>
                                          <p:spTgt spid="75"/>
                                        </p:tgtEl>
                                        <p:attrNameLst>
                                          <p:attrName>style.visibility</p:attrName>
                                        </p:attrNameLst>
                                      </p:cBhvr>
                                      <p:to>
                                        <p:strVal val="visible"/>
                                      </p:to>
                                    </p:set>
                                    <p:animEffect transition="in" filter="blinds(horizontal)">
                                      <p:cBhvr>
                                        <p:cTn id="88" dur="500"/>
                                        <p:tgtEl>
                                          <p:spTgt spid="75"/>
                                        </p:tgtEl>
                                      </p:cBhvr>
                                    </p:animEffect>
                                  </p:childTnLst>
                                </p:cTn>
                              </p:par>
                              <p:par>
                                <p:cTn id="89" presetID="3" presetClass="entr" presetSubtype="10" fill="hold" nodeType="withEffect">
                                  <p:stCondLst>
                                    <p:cond delay="0"/>
                                  </p:stCondLst>
                                  <p:childTnLst>
                                    <p:set>
                                      <p:cBhvr>
                                        <p:cTn id="90" dur="1" fill="hold">
                                          <p:stCondLst>
                                            <p:cond delay="0"/>
                                          </p:stCondLst>
                                        </p:cTn>
                                        <p:tgtEl>
                                          <p:spTgt spid="85"/>
                                        </p:tgtEl>
                                        <p:attrNameLst>
                                          <p:attrName>style.visibility</p:attrName>
                                        </p:attrNameLst>
                                      </p:cBhvr>
                                      <p:to>
                                        <p:strVal val="visible"/>
                                      </p:to>
                                    </p:set>
                                    <p:animEffect transition="in" filter="blinds(horizontal)">
                                      <p:cBhvr>
                                        <p:cTn id="91" dur="500"/>
                                        <p:tgtEl>
                                          <p:spTgt spid="85"/>
                                        </p:tgtEl>
                                      </p:cBhvr>
                                    </p:animEffect>
                                  </p:childTnLst>
                                </p:cTn>
                              </p:par>
                              <p:par>
                                <p:cTn id="92" presetID="3" presetClass="entr" presetSubtype="10" fill="hold" nodeType="withEffect">
                                  <p:stCondLst>
                                    <p:cond delay="0"/>
                                  </p:stCondLst>
                                  <p:childTnLst>
                                    <p:set>
                                      <p:cBhvr>
                                        <p:cTn id="93" dur="1" fill="hold">
                                          <p:stCondLst>
                                            <p:cond delay="0"/>
                                          </p:stCondLst>
                                        </p:cTn>
                                        <p:tgtEl>
                                          <p:spTgt spid="93"/>
                                        </p:tgtEl>
                                        <p:attrNameLst>
                                          <p:attrName>style.visibility</p:attrName>
                                        </p:attrNameLst>
                                      </p:cBhvr>
                                      <p:to>
                                        <p:strVal val="visible"/>
                                      </p:to>
                                    </p:set>
                                    <p:animEffect transition="in" filter="blinds(horizontal)">
                                      <p:cBhvr>
                                        <p:cTn id="94" dur="500"/>
                                        <p:tgtEl>
                                          <p:spTgt spid="93"/>
                                        </p:tgtEl>
                                      </p:cBhvr>
                                    </p:animEffect>
                                  </p:childTnLst>
                                </p:cTn>
                              </p:par>
                              <p:par>
                                <p:cTn id="95" presetID="3" presetClass="entr" presetSubtype="10" fill="hold" nodeType="withEffect">
                                  <p:stCondLst>
                                    <p:cond delay="0"/>
                                  </p:stCondLst>
                                  <p:childTnLst>
                                    <p:set>
                                      <p:cBhvr>
                                        <p:cTn id="96" dur="1" fill="hold">
                                          <p:stCondLst>
                                            <p:cond delay="0"/>
                                          </p:stCondLst>
                                        </p:cTn>
                                        <p:tgtEl>
                                          <p:spTgt spid="101"/>
                                        </p:tgtEl>
                                        <p:attrNameLst>
                                          <p:attrName>style.visibility</p:attrName>
                                        </p:attrNameLst>
                                      </p:cBhvr>
                                      <p:to>
                                        <p:strVal val="visible"/>
                                      </p:to>
                                    </p:set>
                                    <p:animEffect transition="in" filter="blinds(horizontal)">
                                      <p:cBhvr>
                                        <p:cTn id="97" dur="500"/>
                                        <p:tgtEl>
                                          <p:spTgt spid="101"/>
                                        </p:tgtEl>
                                      </p:cBhvr>
                                    </p:animEffect>
                                  </p:childTnLst>
                                </p:cTn>
                              </p:par>
                              <p:par>
                                <p:cTn id="98" presetID="3" presetClass="entr" presetSubtype="10" fill="hold" nodeType="withEffect">
                                  <p:stCondLst>
                                    <p:cond delay="0"/>
                                  </p:stCondLst>
                                  <p:childTnLst>
                                    <p:set>
                                      <p:cBhvr>
                                        <p:cTn id="99" dur="1" fill="hold">
                                          <p:stCondLst>
                                            <p:cond delay="0"/>
                                          </p:stCondLst>
                                        </p:cTn>
                                        <p:tgtEl>
                                          <p:spTgt spid="79"/>
                                        </p:tgtEl>
                                        <p:attrNameLst>
                                          <p:attrName>style.visibility</p:attrName>
                                        </p:attrNameLst>
                                      </p:cBhvr>
                                      <p:to>
                                        <p:strVal val="visible"/>
                                      </p:to>
                                    </p:set>
                                    <p:animEffect transition="in" filter="blinds(horizontal)">
                                      <p:cBhvr>
                                        <p:cTn id="100" dur="500"/>
                                        <p:tgtEl>
                                          <p:spTgt spid="79"/>
                                        </p:tgtEl>
                                      </p:cBhvr>
                                    </p:animEffect>
                                  </p:childTnLst>
                                </p:cTn>
                              </p:par>
                              <p:par>
                                <p:cTn id="101" presetID="3" presetClass="entr" presetSubtype="10" fill="hold" nodeType="withEffect">
                                  <p:stCondLst>
                                    <p:cond delay="0"/>
                                  </p:stCondLst>
                                  <p:childTnLst>
                                    <p:set>
                                      <p:cBhvr>
                                        <p:cTn id="102" dur="1" fill="hold">
                                          <p:stCondLst>
                                            <p:cond delay="0"/>
                                          </p:stCondLst>
                                        </p:cTn>
                                        <p:tgtEl>
                                          <p:spTgt spid="87"/>
                                        </p:tgtEl>
                                        <p:attrNameLst>
                                          <p:attrName>style.visibility</p:attrName>
                                        </p:attrNameLst>
                                      </p:cBhvr>
                                      <p:to>
                                        <p:strVal val="visible"/>
                                      </p:to>
                                    </p:set>
                                    <p:animEffect transition="in" filter="blinds(horizontal)">
                                      <p:cBhvr>
                                        <p:cTn id="103" dur="500"/>
                                        <p:tgtEl>
                                          <p:spTgt spid="87"/>
                                        </p:tgtEl>
                                      </p:cBhvr>
                                    </p:animEffect>
                                  </p:childTnLst>
                                </p:cTn>
                              </p:par>
                              <p:par>
                                <p:cTn id="104" presetID="3" presetClass="entr" presetSubtype="10" fill="hold" nodeType="withEffect">
                                  <p:stCondLst>
                                    <p:cond delay="0"/>
                                  </p:stCondLst>
                                  <p:childTnLst>
                                    <p:set>
                                      <p:cBhvr>
                                        <p:cTn id="105" dur="1" fill="hold">
                                          <p:stCondLst>
                                            <p:cond delay="0"/>
                                          </p:stCondLst>
                                        </p:cTn>
                                        <p:tgtEl>
                                          <p:spTgt spid="95"/>
                                        </p:tgtEl>
                                        <p:attrNameLst>
                                          <p:attrName>style.visibility</p:attrName>
                                        </p:attrNameLst>
                                      </p:cBhvr>
                                      <p:to>
                                        <p:strVal val="visible"/>
                                      </p:to>
                                    </p:set>
                                    <p:animEffect transition="in" filter="blinds(horizontal)">
                                      <p:cBhvr>
                                        <p:cTn id="106" dur="500"/>
                                        <p:tgtEl>
                                          <p:spTgt spid="95"/>
                                        </p:tgtEl>
                                      </p:cBhvr>
                                    </p:animEffect>
                                  </p:childTnLst>
                                </p:cTn>
                              </p:par>
                              <p:par>
                                <p:cTn id="107" presetID="3" presetClass="entr" presetSubtype="10" fill="hold" nodeType="withEffect">
                                  <p:stCondLst>
                                    <p:cond delay="0"/>
                                  </p:stCondLst>
                                  <p:childTnLst>
                                    <p:set>
                                      <p:cBhvr>
                                        <p:cTn id="108" dur="1" fill="hold">
                                          <p:stCondLst>
                                            <p:cond delay="0"/>
                                          </p:stCondLst>
                                        </p:cTn>
                                        <p:tgtEl>
                                          <p:spTgt spid="103"/>
                                        </p:tgtEl>
                                        <p:attrNameLst>
                                          <p:attrName>style.visibility</p:attrName>
                                        </p:attrNameLst>
                                      </p:cBhvr>
                                      <p:to>
                                        <p:strVal val="visible"/>
                                      </p:to>
                                    </p:set>
                                    <p:animEffect transition="in" filter="blinds(horizontal)">
                                      <p:cBhvr>
                                        <p:cTn id="109" dur="500"/>
                                        <p:tgtEl>
                                          <p:spTgt spid="103"/>
                                        </p:tgtEl>
                                      </p:cBhvr>
                                    </p:animEffect>
                                  </p:childTnLst>
                                </p:cTn>
                              </p:par>
                            </p:childTnLst>
                          </p:cTn>
                        </p:par>
                      </p:childTnLst>
                    </p:cTn>
                  </p:par>
                  <p:par>
                    <p:cTn id="110" fill="hold">
                      <p:stCondLst>
                        <p:cond delay="indefinite"/>
                      </p:stCondLst>
                      <p:childTnLst>
                        <p:par>
                          <p:cTn id="111" fill="hold">
                            <p:stCondLst>
                              <p:cond delay="0"/>
                            </p:stCondLst>
                            <p:childTnLst>
                              <p:par>
                                <p:cTn id="112" presetID="4" presetClass="entr" presetSubtype="16" fill="hold" grpId="0" nodeType="clickEffect">
                                  <p:stCondLst>
                                    <p:cond delay="0"/>
                                  </p:stCondLst>
                                  <p:childTnLst>
                                    <p:set>
                                      <p:cBhvr>
                                        <p:cTn id="113" dur="1" fill="hold">
                                          <p:stCondLst>
                                            <p:cond delay="0"/>
                                          </p:stCondLst>
                                        </p:cTn>
                                        <p:tgtEl>
                                          <p:spTgt spid="96"/>
                                        </p:tgtEl>
                                        <p:attrNameLst>
                                          <p:attrName>style.visibility</p:attrName>
                                        </p:attrNameLst>
                                      </p:cBhvr>
                                      <p:to>
                                        <p:strVal val="visible"/>
                                      </p:to>
                                    </p:set>
                                    <p:animEffect transition="in" filter="box(in)">
                                      <p:cBhvr>
                                        <p:cTn id="114" dur="500"/>
                                        <p:tgtEl>
                                          <p:spTgt spid="96"/>
                                        </p:tgtEl>
                                      </p:cBhvr>
                                    </p:animEffect>
                                  </p:childTnLst>
                                </p:cTn>
                              </p:par>
                            </p:childTnLst>
                          </p:cTn>
                        </p:par>
                      </p:childTnLst>
                    </p:cTn>
                  </p:par>
                  <p:par>
                    <p:cTn id="115" fill="hold">
                      <p:stCondLst>
                        <p:cond delay="indefinite"/>
                      </p:stCondLst>
                      <p:childTnLst>
                        <p:par>
                          <p:cTn id="116" fill="hold">
                            <p:stCondLst>
                              <p:cond delay="0"/>
                            </p:stCondLst>
                            <p:childTnLst>
                              <p:par>
                                <p:cTn id="117" presetID="4" presetClass="entr" presetSubtype="16" fill="hold" grpId="0" nodeType="clickEffect">
                                  <p:stCondLst>
                                    <p:cond delay="0"/>
                                  </p:stCondLst>
                                  <p:childTnLst>
                                    <p:set>
                                      <p:cBhvr>
                                        <p:cTn id="118" dur="1" fill="hold">
                                          <p:stCondLst>
                                            <p:cond delay="0"/>
                                          </p:stCondLst>
                                        </p:cTn>
                                        <p:tgtEl>
                                          <p:spTgt spid="102"/>
                                        </p:tgtEl>
                                        <p:attrNameLst>
                                          <p:attrName>style.visibility</p:attrName>
                                        </p:attrNameLst>
                                      </p:cBhvr>
                                      <p:to>
                                        <p:strVal val="visible"/>
                                      </p:to>
                                    </p:set>
                                    <p:animEffect transition="in" filter="box(in)">
                                      <p:cBhvr>
                                        <p:cTn id="119" dur="500"/>
                                        <p:tgtEl>
                                          <p:spTgt spid="102"/>
                                        </p:tgtEl>
                                      </p:cBhvr>
                                    </p:animEffect>
                                  </p:childTnLst>
                                </p:cTn>
                              </p:par>
                              <p:par>
                                <p:cTn id="120" presetID="3" presetClass="entr" presetSubtype="10" fill="hold" nodeType="withEffect">
                                  <p:stCondLst>
                                    <p:cond delay="0"/>
                                  </p:stCondLst>
                                  <p:childTnLst>
                                    <p:set>
                                      <p:cBhvr>
                                        <p:cTn id="121" dur="1" fill="hold">
                                          <p:stCondLst>
                                            <p:cond delay="0"/>
                                          </p:stCondLst>
                                        </p:cTn>
                                        <p:tgtEl>
                                          <p:spTgt spid="92"/>
                                        </p:tgtEl>
                                        <p:attrNameLst>
                                          <p:attrName>style.visibility</p:attrName>
                                        </p:attrNameLst>
                                      </p:cBhvr>
                                      <p:to>
                                        <p:strVal val="visible"/>
                                      </p:to>
                                    </p:set>
                                    <p:animEffect transition="in" filter="blinds(horizontal)">
                                      <p:cBhvr>
                                        <p:cTn id="122" dur="500"/>
                                        <p:tgtEl>
                                          <p:spTgt spid="9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4" grpId="0" animBg="1"/>
      <p:bldP spid="65" grpId="0" animBg="1"/>
      <p:bldP spid="66" grpId="0" animBg="1"/>
      <p:bldP spid="67" grpId="0" animBg="1"/>
      <p:bldP spid="104" grpId="0" animBg="1"/>
      <p:bldP spid="105" grpId="0" animBg="1"/>
      <p:bldP spid="106" grpId="0" animBg="1"/>
      <p:bldP spid="107" grpId="0" animBg="1"/>
      <p:bldP spid="112" grpId="0"/>
      <p:bldP spid="113" grpId="0" animBg="1"/>
      <p:bldP spid="114" grpId="0"/>
      <p:bldP spid="98" grpId="0"/>
      <p:bldP spid="100" grpId="0"/>
      <p:bldP spid="96" grpId="0" animBg="1"/>
      <p:bldP spid="102" grpId="0" animBg="1"/>
    </p:bldLst>
  </p:timing>
</p:sld>
</file>

<file path=ppt/slides/slide96.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grpSp>
        <p:nvGrpSpPr>
          <p:cNvPr id="2" name="Group 138"/>
          <p:cNvGrpSpPr/>
          <p:nvPr/>
        </p:nvGrpSpPr>
        <p:grpSpPr>
          <a:xfrm>
            <a:off x="76200" y="5257800"/>
            <a:ext cx="1066800" cy="764977"/>
            <a:chOff x="76200" y="5257800"/>
            <a:chExt cx="1066800" cy="764977"/>
          </a:xfrm>
        </p:grpSpPr>
        <p:sp>
          <p:nvSpPr>
            <p:cNvPr id="109" name="TextBox 108"/>
            <p:cNvSpPr txBox="1"/>
            <p:nvPr/>
          </p:nvSpPr>
          <p:spPr>
            <a:xfrm>
              <a:off x="152400" y="5257800"/>
              <a:ext cx="990600" cy="307777"/>
            </a:xfrm>
            <a:prstGeom prst="rect">
              <a:avLst/>
            </a:prstGeom>
            <a:noFill/>
          </p:spPr>
          <p:txBody>
            <a:bodyPr wrap="square" rtlCol="0">
              <a:spAutoFit/>
            </a:bodyPr>
            <a:lstStyle/>
            <a:p>
              <a:r>
                <a:rPr lang="en-US" sz="1400" dirty="0"/>
                <a:t>MAC </a:t>
              </a:r>
              <a:r>
                <a:rPr lang="en-US" sz="1400" dirty="0" err="1"/>
                <a:t>addr</a:t>
              </a:r>
              <a:endParaRPr lang="en-US" sz="1400" dirty="0"/>
            </a:p>
          </p:txBody>
        </p:sp>
        <p:sp>
          <p:nvSpPr>
            <p:cNvPr id="143" name="TextBox 142"/>
            <p:cNvSpPr txBox="1"/>
            <p:nvPr/>
          </p:nvSpPr>
          <p:spPr>
            <a:xfrm>
              <a:off x="76200" y="5715000"/>
              <a:ext cx="1066800" cy="307777"/>
            </a:xfrm>
            <a:prstGeom prst="rect">
              <a:avLst/>
            </a:prstGeom>
            <a:noFill/>
          </p:spPr>
          <p:txBody>
            <a:bodyPr wrap="square" rtlCol="0">
              <a:spAutoFit/>
            </a:bodyPr>
            <a:lstStyle/>
            <a:p>
              <a:r>
                <a:rPr lang="en-US" sz="1400" dirty="0" err="1"/>
                <a:t>Bcube</a:t>
              </a:r>
              <a:r>
                <a:rPr lang="en-US" sz="1400" dirty="0"/>
                <a:t> </a:t>
              </a:r>
              <a:r>
                <a:rPr lang="en-US" sz="1400" dirty="0" err="1"/>
                <a:t>addr</a:t>
              </a:r>
              <a:endParaRPr lang="en-US" sz="1400" dirty="0"/>
            </a:p>
          </p:txBody>
        </p:sp>
      </p:grpSp>
      <p:grpSp>
        <p:nvGrpSpPr>
          <p:cNvPr id="3" name="Group 107"/>
          <p:cNvGrpSpPr/>
          <p:nvPr/>
        </p:nvGrpSpPr>
        <p:grpSpPr>
          <a:xfrm>
            <a:off x="152400" y="3124200"/>
            <a:ext cx="2057400" cy="1524000"/>
            <a:chOff x="152400" y="3886200"/>
            <a:chExt cx="2057400" cy="1524000"/>
          </a:xfrm>
        </p:grpSpPr>
        <p:sp>
          <p:nvSpPr>
            <p:cNvPr id="238" name="Rectangle 237"/>
            <p:cNvSpPr/>
            <p:nvPr/>
          </p:nvSpPr>
          <p:spPr>
            <a:xfrm>
              <a:off x="609600" y="38862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&lt;0,0&gt;</a:t>
              </a:r>
            </a:p>
          </p:txBody>
        </p:sp>
        <p:sp>
          <p:nvSpPr>
            <p:cNvPr id="239" name="Oval 238"/>
            <p:cNvSpPr/>
            <p:nvPr/>
          </p:nvSpPr>
          <p:spPr>
            <a:xfrm>
              <a:off x="1524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050" dirty="0"/>
            </a:p>
          </p:txBody>
        </p:sp>
        <p:sp>
          <p:nvSpPr>
            <p:cNvPr id="240" name="Oval 239"/>
            <p:cNvSpPr/>
            <p:nvPr/>
          </p:nvSpPr>
          <p:spPr>
            <a:xfrm>
              <a:off x="6858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1" name="Oval 240"/>
            <p:cNvSpPr/>
            <p:nvPr/>
          </p:nvSpPr>
          <p:spPr>
            <a:xfrm>
              <a:off x="12192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2" name="Oval 241"/>
            <p:cNvSpPr/>
            <p:nvPr/>
          </p:nvSpPr>
          <p:spPr>
            <a:xfrm>
              <a:off x="1752600" y="4953000"/>
              <a:ext cx="457200" cy="4572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243" name="Straight Connector 242"/>
            <p:cNvCxnSpPr>
              <a:stCxn id="239" idx="0"/>
              <a:endCxn id="238" idx="2"/>
            </p:cNvCxnSpPr>
            <p:nvPr/>
          </p:nvCxnSpPr>
          <p:spPr>
            <a:xfrm rot="5400000" flipH="1" flipV="1">
              <a:off x="495300" y="4305300"/>
              <a:ext cx="533400" cy="762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p:cNvCxnSpPr>
              <a:stCxn id="240" idx="0"/>
              <a:endCxn id="238" idx="2"/>
            </p:cNvCxnSpPr>
            <p:nvPr/>
          </p:nvCxnSpPr>
          <p:spPr>
            <a:xfrm rot="5400000" flipH="1" flipV="1">
              <a:off x="762000" y="4572000"/>
              <a:ext cx="533400" cy="228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p:cNvCxnSpPr>
              <a:stCxn id="241" idx="0"/>
              <a:endCxn id="238" idx="2"/>
            </p:cNvCxnSpPr>
            <p:nvPr/>
          </p:nvCxnSpPr>
          <p:spPr>
            <a:xfrm rot="16200000" flipV="1">
              <a:off x="1028700" y="4533900"/>
              <a:ext cx="533400" cy="304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p:cNvCxnSpPr>
              <a:stCxn id="242" idx="0"/>
              <a:endCxn id="238" idx="2"/>
            </p:cNvCxnSpPr>
            <p:nvPr/>
          </p:nvCxnSpPr>
          <p:spPr>
            <a:xfrm rot="16200000" flipV="1">
              <a:off x="1295400" y="4267200"/>
              <a:ext cx="533400" cy="838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247" name="TextBox 246"/>
            <p:cNvSpPr txBox="1"/>
            <p:nvPr/>
          </p:nvSpPr>
          <p:spPr>
            <a:xfrm>
              <a:off x="152400" y="5029200"/>
              <a:ext cx="457200" cy="369332"/>
            </a:xfrm>
            <a:prstGeom prst="rect">
              <a:avLst/>
            </a:prstGeom>
            <a:noFill/>
          </p:spPr>
          <p:txBody>
            <a:bodyPr wrap="square" rtlCol="0">
              <a:spAutoFit/>
            </a:bodyPr>
            <a:lstStyle/>
            <a:p>
              <a:r>
                <a:rPr lang="en-US" dirty="0"/>
                <a:t>00</a:t>
              </a:r>
            </a:p>
          </p:txBody>
        </p:sp>
        <p:sp>
          <p:nvSpPr>
            <p:cNvPr id="248" name="TextBox 247"/>
            <p:cNvSpPr txBox="1"/>
            <p:nvPr/>
          </p:nvSpPr>
          <p:spPr>
            <a:xfrm>
              <a:off x="685800" y="5029200"/>
              <a:ext cx="457200" cy="369332"/>
            </a:xfrm>
            <a:prstGeom prst="rect">
              <a:avLst/>
            </a:prstGeom>
            <a:noFill/>
          </p:spPr>
          <p:txBody>
            <a:bodyPr wrap="square" rtlCol="0">
              <a:spAutoFit/>
            </a:bodyPr>
            <a:lstStyle/>
            <a:p>
              <a:r>
                <a:rPr lang="en-US" dirty="0"/>
                <a:t>01</a:t>
              </a:r>
            </a:p>
          </p:txBody>
        </p:sp>
        <p:sp>
          <p:nvSpPr>
            <p:cNvPr id="249" name="TextBox 248"/>
            <p:cNvSpPr txBox="1"/>
            <p:nvPr/>
          </p:nvSpPr>
          <p:spPr>
            <a:xfrm>
              <a:off x="1219200" y="5029200"/>
              <a:ext cx="457200" cy="369332"/>
            </a:xfrm>
            <a:prstGeom prst="rect">
              <a:avLst/>
            </a:prstGeom>
            <a:noFill/>
          </p:spPr>
          <p:txBody>
            <a:bodyPr wrap="square" rtlCol="0">
              <a:spAutoFit/>
            </a:bodyPr>
            <a:lstStyle/>
            <a:p>
              <a:r>
                <a:rPr lang="en-US" dirty="0"/>
                <a:t>02</a:t>
              </a:r>
            </a:p>
          </p:txBody>
        </p:sp>
        <p:sp>
          <p:nvSpPr>
            <p:cNvPr id="250" name="TextBox 249"/>
            <p:cNvSpPr txBox="1"/>
            <p:nvPr/>
          </p:nvSpPr>
          <p:spPr>
            <a:xfrm>
              <a:off x="1752600" y="5040868"/>
              <a:ext cx="457200" cy="369332"/>
            </a:xfrm>
            <a:prstGeom prst="rect">
              <a:avLst/>
            </a:prstGeom>
            <a:noFill/>
          </p:spPr>
          <p:txBody>
            <a:bodyPr wrap="square" rtlCol="0">
              <a:spAutoFit/>
            </a:bodyPr>
            <a:lstStyle/>
            <a:p>
              <a:r>
                <a:rPr lang="en-US" dirty="0"/>
                <a:t>03</a:t>
              </a:r>
            </a:p>
          </p:txBody>
        </p:sp>
      </p:grpSp>
      <p:grpSp>
        <p:nvGrpSpPr>
          <p:cNvPr id="4" name="Group 108"/>
          <p:cNvGrpSpPr/>
          <p:nvPr/>
        </p:nvGrpSpPr>
        <p:grpSpPr>
          <a:xfrm>
            <a:off x="2438400" y="3124200"/>
            <a:ext cx="2057400" cy="1524000"/>
            <a:chOff x="2438400" y="3886200"/>
            <a:chExt cx="2057400" cy="1524000"/>
          </a:xfrm>
        </p:grpSpPr>
        <p:sp>
          <p:nvSpPr>
            <p:cNvPr id="252" name="Rectangle 251"/>
            <p:cNvSpPr/>
            <p:nvPr/>
          </p:nvSpPr>
          <p:spPr>
            <a:xfrm>
              <a:off x="2895600" y="38862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&lt;0,1&gt;</a:t>
              </a:r>
            </a:p>
          </p:txBody>
        </p:sp>
        <p:sp>
          <p:nvSpPr>
            <p:cNvPr id="253" name="Oval 252"/>
            <p:cNvSpPr/>
            <p:nvPr/>
          </p:nvSpPr>
          <p:spPr>
            <a:xfrm>
              <a:off x="24384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050" dirty="0"/>
            </a:p>
          </p:txBody>
        </p:sp>
        <p:sp>
          <p:nvSpPr>
            <p:cNvPr id="254" name="Oval 253"/>
            <p:cNvSpPr/>
            <p:nvPr/>
          </p:nvSpPr>
          <p:spPr>
            <a:xfrm>
              <a:off x="29718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5" name="Oval 254"/>
            <p:cNvSpPr/>
            <p:nvPr/>
          </p:nvSpPr>
          <p:spPr>
            <a:xfrm>
              <a:off x="35052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6" name="Oval 255"/>
            <p:cNvSpPr/>
            <p:nvPr/>
          </p:nvSpPr>
          <p:spPr>
            <a:xfrm>
              <a:off x="40386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57" name="Straight Connector 256"/>
            <p:cNvCxnSpPr>
              <a:stCxn id="253" idx="0"/>
              <a:endCxn id="252" idx="2"/>
            </p:cNvCxnSpPr>
            <p:nvPr/>
          </p:nvCxnSpPr>
          <p:spPr>
            <a:xfrm rot="5400000" flipH="1" flipV="1">
              <a:off x="2781300" y="4305300"/>
              <a:ext cx="533400" cy="762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p:cNvCxnSpPr>
              <a:stCxn id="254" idx="0"/>
              <a:endCxn id="252" idx="2"/>
            </p:cNvCxnSpPr>
            <p:nvPr/>
          </p:nvCxnSpPr>
          <p:spPr>
            <a:xfrm rot="5400000" flipH="1" flipV="1">
              <a:off x="3048000" y="4572000"/>
              <a:ext cx="533400" cy="228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a:stCxn id="255" idx="0"/>
              <a:endCxn id="252" idx="2"/>
            </p:cNvCxnSpPr>
            <p:nvPr/>
          </p:nvCxnSpPr>
          <p:spPr>
            <a:xfrm rot="16200000" flipV="1">
              <a:off x="3314700" y="4533900"/>
              <a:ext cx="533400" cy="304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60" name="Straight Connector 259"/>
            <p:cNvCxnSpPr>
              <a:stCxn id="256" idx="0"/>
              <a:endCxn id="252" idx="2"/>
            </p:cNvCxnSpPr>
            <p:nvPr/>
          </p:nvCxnSpPr>
          <p:spPr>
            <a:xfrm rot="16200000" flipV="1">
              <a:off x="3581400" y="4267200"/>
              <a:ext cx="533400" cy="838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261" name="TextBox 260"/>
            <p:cNvSpPr txBox="1"/>
            <p:nvPr/>
          </p:nvSpPr>
          <p:spPr>
            <a:xfrm>
              <a:off x="2438400" y="5029200"/>
              <a:ext cx="457200" cy="369332"/>
            </a:xfrm>
            <a:prstGeom prst="rect">
              <a:avLst/>
            </a:prstGeom>
            <a:noFill/>
          </p:spPr>
          <p:txBody>
            <a:bodyPr wrap="square" rtlCol="0">
              <a:spAutoFit/>
            </a:bodyPr>
            <a:lstStyle/>
            <a:p>
              <a:r>
                <a:rPr lang="en-US" dirty="0"/>
                <a:t>10</a:t>
              </a:r>
            </a:p>
          </p:txBody>
        </p:sp>
        <p:sp>
          <p:nvSpPr>
            <p:cNvPr id="262" name="TextBox 261"/>
            <p:cNvSpPr txBox="1"/>
            <p:nvPr/>
          </p:nvSpPr>
          <p:spPr>
            <a:xfrm>
              <a:off x="2971800" y="5029200"/>
              <a:ext cx="457200" cy="369332"/>
            </a:xfrm>
            <a:prstGeom prst="rect">
              <a:avLst/>
            </a:prstGeom>
            <a:noFill/>
          </p:spPr>
          <p:txBody>
            <a:bodyPr wrap="square" rtlCol="0">
              <a:spAutoFit/>
            </a:bodyPr>
            <a:lstStyle/>
            <a:p>
              <a:r>
                <a:rPr lang="en-US" dirty="0"/>
                <a:t>11</a:t>
              </a:r>
            </a:p>
          </p:txBody>
        </p:sp>
        <p:sp>
          <p:nvSpPr>
            <p:cNvPr id="263" name="TextBox 262"/>
            <p:cNvSpPr txBox="1"/>
            <p:nvPr/>
          </p:nvSpPr>
          <p:spPr>
            <a:xfrm>
              <a:off x="3505200" y="5029200"/>
              <a:ext cx="457200" cy="369332"/>
            </a:xfrm>
            <a:prstGeom prst="rect">
              <a:avLst/>
            </a:prstGeom>
            <a:noFill/>
          </p:spPr>
          <p:txBody>
            <a:bodyPr wrap="square" rtlCol="0">
              <a:spAutoFit/>
            </a:bodyPr>
            <a:lstStyle/>
            <a:p>
              <a:r>
                <a:rPr lang="en-US" dirty="0"/>
                <a:t>12</a:t>
              </a:r>
            </a:p>
          </p:txBody>
        </p:sp>
        <p:sp>
          <p:nvSpPr>
            <p:cNvPr id="264" name="TextBox 263"/>
            <p:cNvSpPr txBox="1"/>
            <p:nvPr/>
          </p:nvSpPr>
          <p:spPr>
            <a:xfrm>
              <a:off x="4038600" y="5040868"/>
              <a:ext cx="457200" cy="369332"/>
            </a:xfrm>
            <a:prstGeom prst="rect">
              <a:avLst/>
            </a:prstGeom>
            <a:noFill/>
          </p:spPr>
          <p:txBody>
            <a:bodyPr wrap="square" rtlCol="0">
              <a:spAutoFit/>
            </a:bodyPr>
            <a:lstStyle/>
            <a:p>
              <a:r>
                <a:rPr lang="en-US" dirty="0"/>
                <a:t>13</a:t>
              </a:r>
            </a:p>
          </p:txBody>
        </p:sp>
      </p:grpSp>
      <p:grpSp>
        <p:nvGrpSpPr>
          <p:cNvPr id="5" name="Group 109"/>
          <p:cNvGrpSpPr/>
          <p:nvPr/>
        </p:nvGrpSpPr>
        <p:grpSpPr>
          <a:xfrm>
            <a:off x="4648200" y="3124200"/>
            <a:ext cx="2057400" cy="1524000"/>
            <a:chOff x="4648200" y="3886200"/>
            <a:chExt cx="2057400" cy="1524000"/>
          </a:xfrm>
        </p:grpSpPr>
        <p:sp>
          <p:nvSpPr>
            <p:cNvPr id="266" name="Rectangle 265"/>
            <p:cNvSpPr/>
            <p:nvPr/>
          </p:nvSpPr>
          <p:spPr>
            <a:xfrm>
              <a:off x="5105400" y="3886200"/>
              <a:ext cx="1066800" cy="533400"/>
            </a:xfrm>
            <a:prstGeom prst="rect">
              <a:avLst/>
            </a:prstGeom>
            <a:solidFill>
              <a:srgbClr val="92D050"/>
            </a:solidFill>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&lt;0,2&gt;</a:t>
              </a:r>
            </a:p>
          </p:txBody>
        </p:sp>
        <p:sp>
          <p:nvSpPr>
            <p:cNvPr id="267" name="Oval 266"/>
            <p:cNvSpPr/>
            <p:nvPr/>
          </p:nvSpPr>
          <p:spPr>
            <a:xfrm>
              <a:off x="4648200" y="4953000"/>
              <a:ext cx="457200" cy="4572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050" dirty="0"/>
            </a:p>
          </p:txBody>
        </p:sp>
        <p:sp>
          <p:nvSpPr>
            <p:cNvPr id="268" name="Oval 267"/>
            <p:cNvSpPr/>
            <p:nvPr/>
          </p:nvSpPr>
          <p:spPr>
            <a:xfrm>
              <a:off x="51816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9" name="Oval 268"/>
            <p:cNvSpPr/>
            <p:nvPr/>
          </p:nvSpPr>
          <p:spPr>
            <a:xfrm>
              <a:off x="57150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0" name="Oval 269"/>
            <p:cNvSpPr/>
            <p:nvPr/>
          </p:nvSpPr>
          <p:spPr>
            <a:xfrm>
              <a:off x="6248400" y="4953000"/>
              <a:ext cx="457200" cy="457200"/>
            </a:xfrm>
            <a:prstGeom prst="ellipse">
              <a:avLst/>
            </a:prstGeom>
            <a:solidFill>
              <a:srgbClr val="92D050"/>
            </a:solidFill>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71" name="Straight Connector 270"/>
            <p:cNvCxnSpPr>
              <a:stCxn id="267" idx="0"/>
              <a:endCxn id="266" idx="2"/>
            </p:cNvCxnSpPr>
            <p:nvPr/>
          </p:nvCxnSpPr>
          <p:spPr>
            <a:xfrm rot="5400000" flipH="1" flipV="1">
              <a:off x="4991100" y="4305300"/>
              <a:ext cx="533400" cy="76200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72" name="Straight Connector 271"/>
            <p:cNvCxnSpPr>
              <a:stCxn id="268" idx="0"/>
              <a:endCxn id="266" idx="2"/>
            </p:cNvCxnSpPr>
            <p:nvPr/>
          </p:nvCxnSpPr>
          <p:spPr>
            <a:xfrm rot="5400000" flipH="1" flipV="1">
              <a:off x="5257800" y="4572000"/>
              <a:ext cx="533400" cy="228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73" name="Straight Connector 272"/>
            <p:cNvCxnSpPr>
              <a:stCxn id="269" idx="0"/>
              <a:endCxn id="266" idx="2"/>
            </p:cNvCxnSpPr>
            <p:nvPr/>
          </p:nvCxnSpPr>
          <p:spPr>
            <a:xfrm rot="16200000" flipV="1">
              <a:off x="5524500" y="4533900"/>
              <a:ext cx="533400" cy="304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a:stCxn id="270" idx="0"/>
              <a:endCxn id="266" idx="2"/>
            </p:cNvCxnSpPr>
            <p:nvPr/>
          </p:nvCxnSpPr>
          <p:spPr>
            <a:xfrm rot="16200000" flipV="1">
              <a:off x="5791200" y="4267200"/>
              <a:ext cx="533400" cy="83820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sp>
          <p:nvSpPr>
            <p:cNvPr id="275" name="TextBox 274"/>
            <p:cNvSpPr txBox="1"/>
            <p:nvPr/>
          </p:nvSpPr>
          <p:spPr>
            <a:xfrm>
              <a:off x="4648200" y="5029200"/>
              <a:ext cx="457200" cy="369332"/>
            </a:xfrm>
            <a:prstGeom prst="rect">
              <a:avLst/>
            </a:prstGeom>
            <a:noFill/>
          </p:spPr>
          <p:txBody>
            <a:bodyPr wrap="square" rtlCol="0">
              <a:spAutoFit/>
            </a:bodyPr>
            <a:lstStyle/>
            <a:p>
              <a:r>
                <a:rPr lang="en-US" dirty="0"/>
                <a:t>20</a:t>
              </a:r>
            </a:p>
          </p:txBody>
        </p:sp>
        <p:sp>
          <p:nvSpPr>
            <p:cNvPr id="276" name="TextBox 275"/>
            <p:cNvSpPr txBox="1"/>
            <p:nvPr/>
          </p:nvSpPr>
          <p:spPr>
            <a:xfrm>
              <a:off x="5181600" y="5029200"/>
              <a:ext cx="457200" cy="369332"/>
            </a:xfrm>
            <a:prstGeom prst="rect">
              <a:avLst/>
            </a:prstGeom>
            <a:noFill/>
          </p:spPr>
          <p:txBody>
            <a:bodyPr wrap="square" rtlCol="0">
              <a:spAutoFit/>
            </a:bodyPr>
            <a:lstStyle/>
            <a:p>
              <a:r>
                <a:rPr lang="en-US" dirty="0"/>
                <a:t>21</a:t>
              </a:r>
            </a:p>
          </p:txBody>
        </p:sp>
        <p:sp>
          <p:nvSpPr>
            <p:cNvPr id="277" name="TextBox 276"/>
            <p:cNvSpPr txBox="1"/>
            <p:nvPr/>
          </p:nvSpPr>
          <p:spPr>
            <a:xfrm>
              <a:off x="5715000" y="5029200"/>
              <a:ext cx="457200" cy="369332"/>
            </a:xfrm>
            <a:prstGeom prst="rect">
              <a:avLst/>
            </a:prstGeom>
            <a:noFill/>
          </p:spPr>
          <p:txBody>
            <a:bodyPr wrap="square" rtlCol="0">
              <a:spAutoFit/>
            </a:bodyPr>
            <a:lstStyle/>
            <a:p>
              <a:r>
                <a:rPr lang="en-US" dirty="0"/>
                <a:t>22</a:t>
              </a:r>
            </a:p>
          </p:txBody>
        </p:sp>
        <p:sp>
          <p:nvSpPr>
            <p:cNvPr id="278" name="TextBox 277"/>
            <p:cNvSpPr txBox="1"/>
            <p:nvPr/>
          </p:nvSpPr>
          <p:spPr>
            <a:xfrm>
              <a:off x="6248400" y="5040868"/>
              <a:ext cx="457200" cy="369332"/>
            </a:xfrm>
            <a:prstGeom prst="rect">
              <a:avLst/>
            </a:prstGeom>
            <a:noFill/>
          </p:spPr>
          <p:txBody>
            <a:bodyPr wrap="square" rtlCol="0">
              <a:spAutoFit/>
            </a:bodyPr>
            <a:lstStyle/>
            <a:p>
              <a:r>
                <a:rPr lang="en-US" dirty="0"/>
                <a:t>23</a:t>
              </a:r>
            </a:p>
          </p:txBody>
        </p:sp>
      </p:grpSp>
      <p:grpSp>
        <p:nvGrpSpPr>
          <p:cNvPr id="6" name="Group 110"/>
          <p:cNvGrpSpPr/>
          <p:nvPr/>
        </p:nvGrpSpPr>
        <p:grpSpPr>
          <a:xfrm>
            <a:off x="6934200" y="3124200"/>
            <a:ext cx="2057400" cy="1524000"/>
            <a:chOff x="6934200" y="3886200"/>
            <a:chExt cx="2057400" cy="1524000"/>
          </a:xfrm>
        </p:grpSpPr>
        <p:sp>
          <p:nvSpPr>
            <p:cNvPr id="280" name="Rectangle 279"/>
            <p:cNvSpPr/>
            <p:nvPr/>
          </p:nvSpPr>
          <p:spPr>
            <a:xfrm>
              <a:off x="7391400" y="38862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&lt;0,3&gt;</a:t>
              </a:r>
            </a:p>
          </p:txBody>
        </p:sp>
        <p:sp>
          <p:nvSpPr>
            <p:cNvPr id="281" name="Oval 280"/>
            <p:cNvSpPr/>
            <p:nvPr/>
          </p:nvSpPr>
          <p:spPr>
            <a:xfrm>
              <a:off x="69342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050" dirty="0"/>
            </a:p>
          </p:txBody>
        </p:sp>
        <p:sp>
          <p:nvSpPr>
            <p:cNvPr id="282" name="Oval 281"/>
            <p:cNvSpPr/>
            <p:nvPr/>
          </p:nvSpPr>
          <p:spPr>
            <a:xfrm>
              <a:off x="74676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3" name="Oval 282"/>
            <p:cNvSpPr/>
            <p:nvPr/>
          </p:nvSpPr>
          <p:spPr>
            <a:xfrm>
              <a:off x="80010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4" name="Oval 283"/>
            <p:cNvSpPr/>
            <p:nvPr/>
          </p:nvSpPr>
          <p:spPr>
            <a:xfrm>
              <a:off x="85344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85" name="Straight Connector 284"/>
            <p:cNvCxnSpPr>
              <a:stCxn id="281" idx="0"/>
              <a:endCxn id="280" idx="2"/>
            </p:cNvCxnSpPr>
            <p:nvPr/>
          </p:nvCxnSpPr>
          <p:spPr>
            <a:xfrm rot="5400000" flipH="1" flipV="1">
              <a:off x="7277100" y="4305300"/>
              <a:ext cx="533400" cy="762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86" name="Straight Connector 285"/>
            <p:cNvCxnSpPr>
              <a:stCxn id="282" idx="0"/>
              <a:endCxn id="280" idx="2"/>
            </p:cNvCxnSpPr>
            <p:nvPr/>
          </p:nvCxnSpPr>
          <p:spPr>
            <a:xfrm rot="5400000" flipH="1" flipV="1">
              <a:off x="7543800" y="4572000"/>
              <a:ext cx="533400" cy="228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p:cNvCxnSpPr>
              <a:stCxn id="283" idx="0"/>
              <a:endCxn id="280" idx="2"/>
            </p:cNvCxnSpPr>
            <p:nvPr/>
          </p:nvCxnSpPr>
          <p:spPr>
            <a:xfrm rot="16200000" flipV="1">
              <a:off x="7810500" y="4533900"/>
              <a:ext cx="533400" cy="304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88" name="Straight Connector 287"/>
            <p:cNvCxnSpPr>
              <a:stCxn id="284" idx="0"/>
              <a:endCxn id="280" idx="2"/>
            </p:cNvCxnSpPr>
            <p:nvPr/>
          </p:nvCxnSpPr>
          <p:spPr>
            <a:xfrm rot="16200000" flipV="1">
              <a:off x="8077200" y="4267200"/>
              <a:ext cx="533400" cy="838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289" name="TextBox 288"/>
            <p:cNvSpPr txBox="1"/>
            <p:nvPr/>
          </p:nvSpPr>
          <p:spPr>
            <a:xfrm>
              <a:off x="6934200" y="5029200"/>
              <a:ext cx="457200" cy="369332"/>
            </a:xfrm>
            <a:prstGeom prst="rect">
              <a:avLst/>
            </a:prstGeom>
            <a:noFill/>
          </p:spPr>
          <p:txBody>
            <a:bodyPr wrap="square" rtlCol="0">
              <a:spAutoFit/>
            </a:bodyPr>
            <a:lstStyle/>
            <a:p>
              <a:r>
                <a:rPr lang="en-US" dirty="0"/>
                <a:t>30</a:t>
              </a:r>
            </a:p>
          </p:txBody>
        </p:sp>
        <p:sp>
          <p:nvSpPr>
            <p:cNvPr id="290" name="TextBox 289"/>
            <p:cNvSpPr txBox="1"/>
            <p:nvPr/>
          </p:nvSpPr>
          <p:spPr>
            <a:xfrm>
              <a:off x="7467600" y="5029200"/>
              <a:ext cx="457200" cy="369332"/>
            </a:xfrm>
            <a:prstGeom prst="rect">
              <a:avLst/>
            </a:prstGeom>
            <a:noFill/>
          </p:spPr>
          <p:txBody>
            <a:bodyPr wrap="square" rtlCol="0">
              <a:spAutoFit/>
            </a:bodyPr>
            <a:lstStyle/>
            <a:p>
              <a:r>
                <a:rPr lang="en-US" dirty="0"/>
                <a:t>31</a:t>
              </a:r>
            </a:p>
          </p:txBody>
        </p:sp>
        <p:sp>
          <p:nvSpPr>
            <p:cNvPr id="291" name="TextBox 290"/>
            <p:cNvSpPr txBox="1"/>
            <p:nvPr/>
          </p:nvSpPr>
          <p:spPr>
            <a:xfrm>
              <a:off x="8001000" y="5029200"/>
              <a:ext cx="457200" cy="369332"/>
            </a:xfrm>
            <a:prstGeom prst="rect">
              <a:avLst/>
            </a:prstGeom>
            <a:noFill/>
          </p:spPr>
          <p:txBody>
            <a:bodyPr wrap="square" rtlCol="0">
              <a:spAutoFit/>
            </a:bodyPr>
            <a:lstStyle/>
            <a:p>
              <a:r>
                <a:rPr lang="en-US" dirty="0"/>
                <a:t>32</a:t>
              </a:r>
            </a:p>
          </p:txBody>
        </p:sp>
        <p:sp>
          <p:nvSpPr>
            <p:cNvPr id="292" name="TextBox 291"/>
            <p:cNvSpPr txBox="1"/>
            <p:nvPr/>
          </p:nvSpPr>
          <p:spPr>
            <a:xfrm>
              <a:off x="8534400" y="5040868"/>
              <a:ext cx="457200" cy="369332"/>
            </a:xfrm>
            <a:prstGeom prst="rect">
              <a:avLst/>
            </a:prstGeom>
            <a:noFill/>
          </p:spPr>
          <p:txBody>
            <a:bodyPr wrap="square" rtlCol="0">
              <a:spAutoFit/>
            </a:bodyPr>
            <a:lstStyle/>
            <a:p>
              <a:r>
                <a:rPr lang="en-US" dirty="0"/>
                <a:t>33</a:t>
              </a:r>
            </a:p>
          </p:txBody>
        </p:sp>
      </p:grpSp>
      <p:sp>
        <p:nvSpPr>
          <p:cNvPr id="293" name="Rectangle 292"/>
          <p:cNvSpPr/>
          <p:nvPr/>
        </p:nvSpPr>
        <p:spPr>
          <a:xfrm>
            <a:off x="609600" y="16002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&lt;1,0&gt;</a:t>
            </a:r>
          </a:p>
        </p:txBody>
      </p:sp>
      <p:sp>
        <p:nvSpPr>
          <p:cNvPr id="294" name="Rectangle 293"/>
          <p:cNvSpPr/>
          <p:nvPr/>
        </p:nvSpPr>
        <p:spPr>
          <a:xfrm>
            <a:off x="2895600" y="16002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&lt;1,1&gt;</a:t>
            </a:r>
          </a:p>
        </p:txBody>
      </p:sp>
      <p:sp>
        <p:nvSpPr>
          <p:cNvPr id="295" name="Rectangle 294"/>
          <p:cNvSpPr/>
          <p:nvPr/>
        </p:nvSpPr>
        <p:spPr>
          <a:xfrm>
            <a:off x="5105400" y="16002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&lt;1,2&gt;</a:t>
            </a:r>
          </a:p>
        </p:txBody>
      </p:sp>
      <p:sp>
        <p:nvSpPr>
          <p:cNvPr id="296" name="Rectangle 295"/>
          <p:cNvSpPr/>
          <p:nvPr/>
        </p:nvSpPr>
        <p:spPr>
          <a:xfrm>
            <a:off x="7391400" y="1600200"/>
            <a:ext cx="1066800" cy="533400"/>
          </a:xfrm>
          <a:prstGeom prst="rect">
            <a:avLst/>
          </a:prstGeom>
          <a:solidFill>
            <a:srgbClr val="92D050"/>
          </a:solidFill>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&lt;1,3&gt;</a:t>
            </a:r>
          </a:p>
        </p:txBody>
      </p:sp>
      <p:cxnSp>
        <p:nvCxnSpPr>
          <p:cNvPr id="297" name="Straight Connector 296"/>
          <p:cNvCxnSpPr>
            <a:endCxn id="293" idx="2"/>
          </p:cNvCxnSpPr>
          <p:nvPr/>
        </p:nvCxnSpPr>
        <p:spPr>
          <a:xfrm rot="5400000" flipH="1" flipV="1">
            <a:off x="-266700" y="2781300"/>
            <a:ext cx="2057400" cy="762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a:endCxn id="294" idx="2"/>
          </p:cNvCxnSpPr>
          <p:nvPr/>
        </p:nvCxnSpPr>
        <p:spPr>
          <a:xfrm rot="5400000" flipH="1" flipV="1">
            <a:off x="1143000" y="1905000"/>
            <a:ext cx="2057400" cy="2514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p:cNvCxnSpPr>
            <a:endCxn id="295" idx="2"/>
          </p:cNvCxnSpPr>
          <p:nvPr/>
        </p:nvCxnSpPr>
        <p:spPr>
          <a:xfrm rot="5400000" flipH="1" flipV="1">
            <a:off x="2514600" y="1066800"/>
            <a:ext cx="2057400" cy="4191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00" name="Straight Connector 299"/>
          <p:cNvCxnSpPr>
            <a:endCxn id="296" idx="2"/>
          </p:cNvCxnSpPr>
          <p:nvPr/>
        </p:nvCxnSpPr>
        <p:spPr>
          <a:xfrm rot="5400000" flipH="1" flipV="1">
            <a:off x="3924300" y="190500"/>
            <a:ext cx="2057400" cy="594360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01" name="Straight Connector 300"/>
          <p:cNvCxnSpPr>
            <a:endCxn id="293" idx="2"/>
          </p:cNvCxnSpPr>
          <p:nvPr/>
        </p:nvCxnSpPr>
        <p:spPr>
          <a:xfrm rot="16200000" flipV="1">
            <a:off x="876300" y="2400300"/>
            <a:ext cx="2057400" cy="1524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02" name="Straight Connector 301"/>
          <p:cNvCxnSpPr>
            <a:endCxn id="294" idx="2"/>
          </p:cNvCxnSpPr>
          <p:nvPr/>
        </p:nvCxnSpPr>
        <p:spPr>
          <a:xfrm rot="5400000" flipH="1" flipV="1">
            <a:off x="2286000" y="3048000"/>
            <a:ext cx="2057400" cy="228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03" name="Straight Connector 302"/>
          <p:cNvCxnSpPr>
            <a:endCxn id="295" idx="2"/>
          </p:cNvCxnSpPr>
          <p:nvPr/>
        </p:nvCxnSpPr>
        <p:spPr>
          <a:xfrm rot="5400000" flipH="1" flipV="1">
            <a:off x="3657600" y="2209800"/>
            <a:ext cx="2057400" cy="1905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04" name="Straight Connector 303"/>
          <p:cNvCxnSpPr/>
          <p:nvPr/>
        </p:nvCxnSpPr>
        <p:spPr>
          <a:xfrm rot="5400000" flipH="1" flipV="1">
            <a:off x="5067300" y="1333500"/>
            <a:ext cx="2057400" cy="3657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05" name="Straight Connector 304"/>
          <p:cNvCxnSpPr>
            <a:endCxn id="293" idx="2"/>
          </p:cNvCxnSpPr>
          <p:nvPr/>
        </p:nvCxnSpPr>
        <p:spPr>
          <a:xfrm rot="16200000" flipV="1">
            <a:off x="1981200" y="1295400"/>
            <a:ext cx="2057400" cy="3733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06" name="Straight Connector 305"/>
          <p:cNvCxnSpPr>
            <a:endCxn id="294" idx="2"/>
          </p:cNvCxnSpPr>
          <p:nvPr/>
        </p:nvCxnSpPr>
        <p:spPr>
          <a:xfrm rot="16200000" flipV="1">
            <a:off x="3390900" y="2171700"/>
            <a:ext cx="2057400" cy="1981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07" name="Straight Connector 306"/>
          <p:cNvCxnSpPr>
            <a:endCxn id="295" idx="2"/>
          </p:cNvCxnSpPr>
          <p:nvPr/>
        </p:nvCxnSpPr>
        <p:spPr>
          <a:xfrm rot="16200000" flipV="1">
            <a:off x="4762500" y="3009900"/>
            <a:ext cx="2057400" cy="304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08" name="Straight Connector 307"/>
          <p:cNvCxnSpPr>
            <a:endCxn id="296" idx="2"/>
          </p:cNvCxnSpPr>
          <p:nvPr/>
        </p:nvCxnSpPr>
        <p:spPr>
          <a:xfrm rot="5400000" flipH="1" flipV="1">
            <a:off x="6172200" y="2438400"/>
            <a:ext cx="2057400" cy="144780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09" name="Straight Connector 308"/>
          <p:cNvCxnSpPr>
            <a:endCxn id="293" idx="2"/>
          </p:cNvCxnSpPr>
          <p:nvPr/>
        </p:nvCxnSpPr>
        <p:spPr>
          <a:xfrm rot="16200000" flipV="1">
            <a:off x="3124200" y="152400"/>
            <a:ext cx="2057400" cy="6019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p:cNvCxnSpPr>
            <a:endCxn id="294" idx="2"/>
          </p:cNvCxnSpPr>
          <p:nvPr/>
        </p:nvCxnSpPr>
        <p:spPr>
          <a:xfrm rot="16200000" flipV="1">
            <a:off x="4533900" y="1028700"/>
            <a:ext cx="2057400" cy="4267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11" name="Straight Connector 310"/>
          <p:cNvCxnSpPr>
            <a:endCxn id="295" idx="2"/>
          </p:cNvCxnSpPr>
          <p:nvPr/>
        </p:nvCxnSpPr>
        <p:spPr>
          <a:xfrm rot="16200000" flipV="1">
            <a:off x="5905500" y="1866900"/>
            <a:ext cx="2057400" cy="2590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12" name="Straight Connector 311"/>
          <p:cNvCxnSpPr>
            <a:endCxn id="296" idx="2"/>
          </p:cNvCxnSpPr>
          <p:nvPr/>
        </p:nvCxnSpPr>
        <p:spPr>
          <a:xfrm rot="16200000" flipV="1">
            <a:off x="7315200" y="2743200"/>
            <a:ext cx="2057400" cy="838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313" name="Rectangle 312"/>
          <p:cNvSpPr/>
          <p:nvPr/>
        </p:nvSpPr>
        <p:spPr>
          <a:xfrm>
            <a:off x="76200" y="3048000"/>
            <a:ext cx="2209800" cy="1752600"/>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Rectangle 313"/>
          <p:cNvSpPr/>
          <p:nvPr/>
        </p:nvSpPr>
        <p:spPr>
          <a:xfrm>
            <a:off x="2362200" y="3048000"/>
            <a:ext cx="2133600" cy="1752600"/>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 name="Rectangle 314"/>
          <p:cNvSpPr/>
          <p:nvPr/>
        </p:nvSpPr>
        <p:spPr>
          <a:xfrm>
            <a:off x="4572000" y="3048000"/>
            <a:ext cx="2209800" cy="1752600"/>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Rectangle 315"/>
          <p:cNvSpPr/>
          <p:nvPr/>
        </p:nvSpPr>
        <p:spPr>
          <a:xfrm>
            <a:off x="6858000" y="3048000"/>
            <a:ext cx="2209800" cy="1752600"/>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7" name="TextBox 316"/>
          <p:cNvSpPr txBox="1"/>
          <p:nvPr/>
        </p:nvSpPr>
        <p:spPr>
          <a:xfrm>
            <a:off x="0" y="2743200"/>
            <a:ext cx="1066800" cy="369332"/>
          </a:xfrm>
          <a:prstGeom prst="rect">
            <a:avLst/>
          </a:prstGeom>
          <a:noFill/>
        </p:spPr>
        <p:txBody>
          <a:bodyPr wrap="square" rtlCol="0">
            <a:spAutoFit/>
          </a:bodyPr>
          <a:lstStyle/>
          <a:p>
            <a:r>
              <a:rPr lang="en-US" dirty="0"/>
              <a:t>BCube0</a:t>
            </a:r>
          </a:p>
        </p:txBody>
      </p:sp>
      <p:sp>
        <p:nvSpPr>
          <p:cNvPr id="318" name="Rectangle 317"/>
          <p:cNvSpPr/>
          <p:nvPr/>
        </p:nvSpPr>
        <p:spPr>
          <a:xfrm>
            <a:off x="0" y="1143000"/>
            <a:ext cx="9144000" cy="3810000"/>
          </a:xfrm>
          <a:prstGeom prst="rect">
            <a:avLst/>
          </a:prstGeom>
          <a:noFill/>
          <a:ln w="12700">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9" name="TextBox 318"/>
          <p:cNvSpPr txBox="1"/>
          <p:nvPr/>
        </p:nvSpPr>
        <p:spPr>
          <a:xfrm>
            <a:off x="0" y="762000"/>
            <a:ext cx="1066800" cy="369332"/>
          </a:xfrm>
          <a:prstGeom prst="rect">
            <a:avLst/>
          </a:prstGeom>
          <a:noFill/>
        </p:spPr>
        <p:txBody>
          <a:bodyPr wrap="square" rtlCol="0">
            <a:spAutoFit/>
          </a:bodyPr>
          <a:lstStyle/>
          <a:p>
            <a:r>
              <a:rPr lang="en-US" dirty="0"/>
              <a:t>BCube1</a:t>
            </a:r>
          </a:p>
        </p:txBody>
      </p:sp>
      <p:grpSp>
        <p:nvGrpSpPr>
          <p:cNvPr id="7" name="Group 136"/>
          <p:cNvGrpSpPr/>
          <p:nvPr/>
        </p:nvGrpSpPr>
        <p:grpSpPr>
          <a:xfrm>
            <a:off x="5181600" y="1066800"/>
            <a:ext cx="2057400" cy="1676400"/>
            <a:chOff x="9982200" y="2971800"/>
            <a:chExt cx="2057400" cy="1676400"/>
          </a:xfrm>
        </p:grpSpPr>
        <p:sp>
          <p:nvSpPr>
            <p:cNvPr id="127" name="Rectangle 126"/>
            <p:cNvSpPr/>
            <p:nvPr/>
          </p:nvSpPr>
          <p:spPr>
            <a:xfrm>
              <a:off x="9982200" y="2971800"/>
              <a:ext cx="2057400" cy="16764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nvGrpSpPr>
            <p:cNvPr id="8" name="Group 119"/>
            <p:cNvGrpSpPr/>
            <p:nvPr/>
          </p:nvGrpSpPr>
          <p:grpSpPr>
            <a:xfrm>
              <a:off x="10287000" y="3048000"/>
              <a:ext cx="1600200" cy="1452265"/>
              <a:chOff x="7391400" y="5149334"/>
              <a:chExt cx="1600200" cy="1452265"/>
            </a:xfrm>
          </p:grpSpPr>
          <p:sp>
            <p:nvSpPr>
              <p:cNvPr id="144" name="Rectangle 143"/>
              <p:cNvSpPr/>
              <p:nvPr/>
            </p:nvSpPr>
            <p:spPr>
              <a:xfrm>
                <a:off x="7620000" y="5687199"/>
                <a:ext cx="685800" cy="228600"/>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MAC03</a:t>
                </a:r>
              </a:p>
            </p:txBody>
          </p:sp>
          <p:sp>
            <p:nvSpPr>
              <p:cNvPr id="145" name="Rectangle 144"/>
              <p:cNvSpPr/>
              <p:nvPr/>
            </p:nvSpPr>
            <p:spPr>
              <a:xfrm>
                <a:off x="8305800" y="5687199"/>
                <a:ext cx="685800" cy="228600"/>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0</a:t>
                </a:r>
              </a:p>
            </p:txBody>
          </p:sp>
          <p:sp>
            <p:nvSpPr>
              <p:cNvPr id="146" name="Rectangle 145"/>
              <p:cNvSpPr/>
              <p:nvPr/>
            </p:nvSpPr>
            <p:spPr>
              <a:xfrm>
                <a:off x="7620000" y="5915799"/>
                <a:ext cx="685800" cy="228600"/>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MAC13</a:t>
                </a:r>
              </a:p>
            </p:txBody>
          </p:sp>
          <p:sp>
            <p:nvSpPr>
              <p:cNvPr id="147" name="Rectangle 146"/>
              <p:cNvSpPr/>
              <p:nvPr/>
            </p:nvSpPr>
            <p:spPr>
              <a:xfrm>
                <a:off x="8305800" y="5915799"/>
                <a:ext cx="685800" cy="228600"/>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1</a:t>
                </a:r>
              </a:p>
            </p:txBody>
          </p:sp>
          <p:sp>
            <p:nvSpPr>
              <p:cNvPr id="148" name="Rectangle 147"/>
              <p:cNvSpPr/>
              <p:nvPr/>
            </p:nvSpPr>
            <p:spPr>
              <a:xfrm>
                <a:off x="7620000" y="6144399"/>
                <a:ext cx="685800" cy="228600"/>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MAC23</a:t>
                </a:r>
              </a:p>
            </p:txBody>
          </p:sp>
          <p:sp>
            <p:nvSpPr>
              <p:cNvPr id="149" name="Rectangle 148"/>
              <p:cNvSpPr/>
              <p:nvPr/>
            </p:nvSpPr>
            <p:spPr>
              <a:xfrm>
                <a:off x="8305800" y="6144399"/>
                <a:ext cx="685800" cy="228600"/>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2</a:t>
                </a:r>
              </a:p>
            </p:txBody>
          </p:sp>
          <p:sp>
            <p:nvSpPr>
              <p:cNvPr id="150" name="Rectangle 149"/>
              <p:cNvSpPr/>
              <p:nvPr/>
            </p:nvSpPr>
            <p:spPr>
              <a:xfrm>
                <a:off x="7620000" y="6372999"/>
                <a:ext cx="685800" cy="228600"/>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MAC33</a:t>
                </a:r>
              </a:p>
            </p:txBody>
          </p:sp>
          <p:sp>
            <p:nvSpPr>
              <p:cNvPr id="151" name="Rectangle 150"/>
              <p:cNvSpPr/>
              <p:nvPr/>
            </p:nvSpPr>
            <p:spPr>
              <a:xfrm>
                <a:off x="8305800" y="6372999"/>
                <a:ext cx="685800" cy="228600"/>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3</a:t>
                </a:r>
              </a:p>
            </p:txBody>
          </p:sp>
          <p:sp>
            <p:nvSpPr>
              <p:cNvPr id="152" name="TextBox 151"/>
              <p:cNvSpPr txBox="1"/>
              <p:nvPr/>
            </p:nvSpPr>
            <p:spPr>
              <a:xfrm>
                <a:off x="8382000" y="5410200"/>
                <a:ext cx="609600" cy="276999"/>
              </a:xfrm>
              <a:prstGeom prst="rect">
                <a:avLst/>
              </a:prstGeom>
              <a:noFill/>
              <a:ln>
                <a:noFill/>
              </a:ln>
            </p:spPr>
            <p:txBody>
              <a:bodyPr wrap="square" rtlCol="0">
                <a:spAutoFit/>
              </a:bodyPr>
              <a:lstStyle/>
              <a:p>
                <a:r>
                  <a:rPr lang="en-US" sz="1200" dirty="0"/>
                  <a:t>port</a:t>
                </a:r>
              </a:p>
            </p:txBody>
          </p:sp>
          <p:sp>
            <p:nvSpPr>
              <p:cNvPr id="153" name="TextBox 152"/>
              <p:cNvSpPr txBox="1"/>
              <p:nvPr/>
            </p:nvSpPr>
            <p:spPr>
              <a:xfrm>
                <a:off x="7391400" y="5149334"/>
                <a:ext cx="1066800" cy="461665"/>
              </a:xfrm>
              <a:prstGeom prst="rect">
                <a:avLst/>
              </a:prstGeom>
              <a:noFill/>
              <a:ln>
                <a:noFill/>
              </a:ln>
            </p:spPr>
            <p:txBody>
              <a:bodyPr wrap="square" rtlCol="0">
                <a:spAutoFit/>
              </a:bodyPr>
              <a:lstStyle/>
              <a:p>
                <a:r>
                  <a:rPr lang="en-US" sz="1200" dirty="0"/>
                  <a:t>Switch &lt;1,3&gt; MAC table </a:t>
                </a:r>
              </a:p>
            </p:txBody>
          </p:sp>
        </p:grpSp>
      </p:grpSp>
      <p:grpSp>
        <p:nvGrpSpPr>
          <p:cNvPr id="9" name="Group 135"/>
          <p:cNvGrpSpPr/>
          <p:nvPr/>
        </p:nvGrpSpPr>
        <p:grpSpPr>
          <a:xfrm>
            <a:off x="2895600" y="2209800"/>
            <a:ext cx="2057400" cy="1676400"/>
            <a:chOff x="-2895600" y="838200"/>
            <a:chExt cx="2057400" cy="1676400"/>
          </a:xfrm>
        </p:grpSpPr>
        <p:sp>
          <p:nvSpPr>
            <p:cNvPr id="126" name="Rectangle 125"/>
            <p:cNvSpPr/>
            <p:nvPr/>
          </p:nvSpPr>
          <p:spPr>
            <a:xfrm>
              <a:off x="-2895600" y="838200"/>
              <a:ext cx="2057400" cy="1676400"/>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en-US"/>
            </a:p>
          </p:txBody>
        </p:sp>
        <p:grpSp>
          <p:nvGrpSpPr>
            <p:cNvPr id="10" name="Group 124"/>
            <p:cNvGrpSpPr/>
            <p:nvPr/>
          </p:nvGrpSpPr>
          <p:grpSpPr>
            <a:xfrm>
              <a:off x="-2803376" y="990600"/>
              <a:ext cx="1812776" cy="1371600"/>
              <a:chOff x="3368824" y="5257800"/>
              <a:chExt cx="1812776" cy="1371600"/>
            </a:xfrm>
          </p:grpSpPr>
          <p:sp>
            <p:nvSpPr>
              <p:cNvPr id="128" name="Rectangle 127"/>
              <p:cNvSpPr/>
              <p:nvPr/>
            </p:nvSpPr>
            <p:spPr>
              <a:xfrm>
                <a:off x="3810000" y="5715000"/>
                <a:ext cx="685800" cy="228600"/>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MAC20</a:t>
                </a:r>
              </a:p>
            </p:txBody>
          </p:sp>
          <p:sp>
            <p:nvSpPr>
              <p:cNvPr id="129" name="Rectangle 128"/>
              <p:cNvSpPr/>
              <p:nvPr/>
            </p:nvSpPr>
            <p:spPr>
              <a:xfrm>
                <a:off x="4495800" y="5715000"/>
                <a:ext cx="685800" cy="228600"/>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0</a:t>
                </a:r>
              </a:p>
            </p:txBody>
          </p:sp>
          <p:sp>
            <p:nvSpPr>
              <p:cNvPr id="130" name="Rectangle 129"/>
              <p:cNvSpPr/>
              <p:nvPr/>
            </p:nvSpPr>
            <p:spPr>
              <a:xfrm>
                <a:off x="3810000" y="5943600"/>
                <a:ext cx="685800" cy="228600"/>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MAC21</a:t>
                </a:r>
              </a:p>
            </p:txBody>
          </p:sp>
          <p:sp>
            <p:nvSpPr>
              <p:cNvPr id="131" name="Rectangle 130"/>
              <p:cNvSpPr/>
              <p:nvPr/>
            </p:nvSpPr>
            <p:spPr>
              <a:xfrm>
                <a:off x="4495800" y="5943600"/>
                <a:ext cx="685800" cy="228600"/>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1</a:t>
                </a:r>
              </a:p>
            </p:txBody>
          </p:sp>
          <p:sp>
            <p:nvSpPr>
              <p:cNvPr id="132" name="Rectangle 131"/>
              <p:cNvSpPr/>
              <p:nvPr/>
            </p:nvSpPr>
            <p:spPr>
              <a:xfrm>
                <a:off x="3810000" y="6172200"/>
                <a:ext cx="685800" cy="228600"/>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MAC22</a:t>
                </a:r>
              </a:p>
            </p:txBody>
          </p:sp>
          <p:sp>
            <p:nvSpPr>
              <p:cNvPr id="133" name="Rectangle 132"/>
              <p:cNvSpPr/>
              <p:nvPr/>
            </p:nvSpPr>
            <p:spPr>
              <a:xfrm>
                <a:off x="4495800" y="6172200"/>
                <a:ext cx="685800" cy="228600"/>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2</a:t>
                </a:r>
              </a:p>
            </p:txBody>
          </p:sp>
          <p:sp>
            <p:nvSpPr>
              <p:cNvPr id="134" name="Rectangle 133"/>
              <p:cNvSpPr/>
              <p:nvPr/>
            </p:nvSpPr>
            <p:spPr>
              <a:xfrm>
                <a:off x="3810000" y="6400800"/>
                <a:ext cx="685800" cy="228600"/>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MAC23</a:t>
                </a:r>
              </a:p>
            </p:txBody>
          </p:sp>
          <p:sp>
            <p:nvSpPr>
              <p:cNvPr id="135" name="Rectangle 134"/>
              <p:cNvSpPr/>
              <p:nvPr/>
            </p:nvSpPr>
            <p:spPr>
              <a:xfrm>
                <a:off x="4495800" y="6400800"/>
                <a:ext cx="685800" cy="228600"/>
              </a:xfrm>
              <a:prstGeom prst="rect">
                <a:avLst/>
              </a:prstGeom>
              <a:ln>
                <a:solidFill>
                  <a:schemeClr val="tx1"/>
                </a:solidFill>
              </a:ln>
            </p:spPr>
            <p:style>
              <a:lnRef idx="2">
                <a:schemeClr val="dk1"/>
              </a:lnRef>
              <a:fillRef idx="1">
                <a:schemeClr val="lt1"/>
              </a:fillRef>
              <a:effectRef idx="0">
                <a:schemeClr val="dk1"/>
              </a:effectRef>
              <a:fontRef idx="minor">
                <a:schemeClr val="dk1"/>
              </a:fontRef>
            </p:style>
            <p:txBody>
              <a:bodyPr rtlCol="0" anchor="ctr"/>
              <a:lstStyle/>
              <a:p>
                <a:pPr algn="ctr"/>
                <a:r>
                  <a:rPr lang="en-US" sz="1200" dirty="0"/>
                  <a:t>3</a:t>
                </a:r>
              </a:p>
            </p:txBody>
          </p:sp>
          <p:sp>
            <p:nvSpPr>
              <p:cNvPr id="140" name="TextBox 139"/>
              <p:cNvSpPr txBox="1"/>
              <p:nvPr/>
            </p:nvSpPr>
            <p:spPr>
              <a:xfrm>
                <a:off x="4572000" y="5438001"/>
                <a:ext cx="609600" cy="276999"/>
              </a:xfrm>
              <a:prstGeom prst="rect">
                <a:avLst/>
              </a:prstGeom>
              <a:noFill/>
              <a:ln>
                <a:noFill/>
              </a:ln>
            </p:spPr>
            <p:txBody>
              <a:bodyPr wrap="square" rtlCol="0">
                <a:spAutoFit/>
              </a:bodyPr>
              <a:lstStyle/>
              <a:p>
                <a:r>
                  <a:rPr lang="en-US" sz="1200" dirty="0"/>
                  <a:t>port</a:t>
                </a:r>
              </a:p>
            </p:txBody>
          </p:sp>
          <p:sp>
            <p:nvSpPr>
              <p:cNvPr id="141" name="TextBox 140"/>
              <p:cNvSpPr txBox="1"/>
              <p:nvPr/>
            </p:nvSpPr>
            <p:spPr>
              <a:xfrm>
                <a:off x="3368824" y="5257800"/>
                <a:ext cx="1126976" cy="461665"/>
              </a:xfrm>
              <a:prstGeom prst="rect">
                <a:avLst/>
              </a:prstGeom>
              <a:noFill/>
              <a:ln>
                <a:noFill/>
              </a:ln>
            </p:spPr>
            <p:txBody>
              <a:bodyPr wrap="square" rtlCol="0">
                <a:spAutoFit/>
              </a:bodyPr>
              <a:lstStyle/>
              <a:p>
                <a:r>
                  <a:rPr lang="en-US" sz="1200" dirty="0"/>
                  <a:t>Switch &lt;0,2&gt; MAC table </a:t>
                </a:r>
              </a:p>
            </p:txBody>
          </p:sp>
        </p:grpSp>
      </p:grpSp>
      <p:sp>
        <p:nvSpPr>
          <p:cNvPr id="142" name="Title 1"/>
          <p:cNvSpPr>
            <a:spLocks noGrp="1"/>
          </p:cNvSpPr>
          <p:nvPr>
            <p:ph type="title"/>
          </p:nvPr>
        </p:nvSpPr>
        <p:spPr>
          <a:xfrm>
            <a:off x="533400" y="0"/>
            <a:ext cx="8229600" cy="1143000"/>
          </a:xfrm>
        </p:spPr>
        <p:txBody>
          <a:bodyPr/>
          <a:lstStyle/>
          <a:p>
            <a:r>
              <a:rPr lang="en-US" dirty="0"/>
              <a:t>BCube: Server centric network</a:t>
            </a:r>
          </a:p>
        </p:txBody>
      </p:sp>
      <p:cxnSp>
        <p:nvCxnSpPr>
          <p:cNvPr id="158" name="Straight Arrow Connector 157"/>
          <p:cNvCxnSpPr/>
          <p:nvPr/>
        </p:nvCxnSpPr>
        <p:spPr>
          <a:xfrm rot="10800000">
            <a:off x="7239000" y="1371600"/>
            <a:ext cx="533400" cy="1524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163" name="Straight Arrow Connector 162"/>
          <p:cNvCxnSpPr/>
          <p:nvPr/>
        </p:nvCxnSpPr>
        <p:spPr>
          <a:xfrm rot="10800000">
            <a:off x="4953000" y="2895599"/>
            <a:ext cx="533400" cy="152400"/>
          </a:xfrm>
          <a:prstGeom prst="straightConnector1">
            <a:avLst/>
          </a:prstGeom>
          <a:ln w="254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nvGrpSpPr>
          <p:cNvPr id="11" name="Group 137"/>
          <p:cNvGrpSpPr/>
          <p:nvPr/>
        </p:nvGrpSpPr>
        <p:grpSpPr>
          <a:xfrm>
            <a:off x="1219200" y="5257800"/>
            <a:ext cx="1371600" cy="1371600"/>
            <a:chOff x="1219200" y="5257800"/>
            <a:chExt cx="1371600" cy="1371600"/>
          </a:xfrm>
        </p:grpSpPr>
        <p:sp>
          <p:nvSpPr>
            <p:cNvPr id="96" name="Rectangle 95"/>
            <p:cNvSpPr/>
            <p:nvPr/>
          </p:nvSpPr>
          <p:spPr>
            <a:xfrm>
              <a:off x="1219200" y="5257800"/>
              <a:ext cx="685800" cy="381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200" dirty="0"/>
                <a:t>MAC23</a:t>
              </a:r>
            </a:p>
          </p:txBody>
        </p:sp>
        <p:sp>
          <p:nvSpPr>
            <p:cNvPr id="98" name="Rectangle 97"/>
            <p:cNvSpPr/>
            <p:nvPr/>
          </p:nvSpPr>
          <p:spPr>
            <a:xfrm>
              <a:off x="1905000" y="5257800"/>
              <a:ext cx="685800" cy="381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200" dirty="0"/>
                <a:t>MAC03</a:t>
              </a:r>
            </a:p>
          </p:txBody>
        </p:sp>
        <p:sp>
          <p:nvSpPr>
            <p:cNvPr id="100" name="Rectangle 99"/>
            <p:cNvSpPr/>
            <p:nvPr/>
          </p:nvSpPr>
          <p:spPr>
            <a:xfrm>
              <a:off x="1219200" y="5638800"/>
              <a:ext cx="685800" cy="381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t>20</a:t>
              </a:r>
            </a:p>
          </p:txBody>
        </p:sp>
        <p:sp>
          <p:nvSpPr>
            <p:cNvPr id="102" name="Rectangle 101"/>
            <p:cNvSpPr/>
            <p:nvPr/>
          </p:nvSpPr>
          <p:spPr>
            <a:xfrm>
              <a:off x="1905000" y="5638800"/>
              <a:ext cx="685800" cy="381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t>03</a:t>
              </a:r>
            </a:p>
          </p:txBody>
        </p:sp>
        <p:sp>
          <p:nvSpPr>
            <p:cNvPr id="108" name="Rectangle 107"/>
            <p:cNvSpPr/>
            <p:nvPr/>
          </p:nvSpPr>
          <p:spPr>
            <a:xfrm>
              <a:off x="1219200" y="6019800"/>
              <a:ext cx="1371600"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data</a:t>
              </a:r>
            </a:p>
          </p:txBody>
        </p:sp>
      </p:grpSp>
      <p:grpSp>
        <p:nvGrpSpPr>
          <p:cNvPr id="12" name="Group 163"/>
          <p:cNvGrpSpPr/>
          <p:nvPr/>
        </p:nvGrpSpPr>
        <p:grpSpPr>
          <a:xfrm>
            <a:off x="7239000" y="1981200"/>
            <a:ext cx="1371600" cy="1371600"/>
            <a:chOff x="1219200" y="5257800"/>
            <a:chExt cx="1371600" cy="1371600"/>
          </a:xfrm>
        </p:grpSpPr>
        <p:sp>
          <p:nvSpPr>
            <p:cNvPr id="165" name="Rectangle 164"/>
            <p:cNvSpPr/>
            <p:nvPr/>
          </p:nvSpPr>
          <p:spPr>
            <a:xfrm>
              <a:off x="1219200" y="5257800"/>
              <a:ext cx="685800" cy="381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200" dirty="0"/>
                <a:t>MAC23</a:t>
              </a:r>
            </a:p>
          </p:txBody>
        </p:sp>
        <p:sp>
          <p:nvSpPr>
            <p:cNvPr id="166" name="Rectangle 165"/>
            <p:cNvSpPr/>
            <p:nvPr/>
          </p:nvSpPr>
          <p:spPr>
            <a:xfrm>
              <a:off x="1905000" y="5257800"/>
              <a:ext cx="685800" cy="381000"/>
            </a:xfrm>
            <a:prstGeom prst="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en-US" sz="1200" dirty="0"/>
                <a:t>MAC03</a:t>
              </a:r>
            </a:p>
          </p:txBody>
        </p:sp>
        <p:sp>
          <p:nvSpPr>
            <p:cNvPr id="167" name="Rectangle 166"/>
            <p:cNvSpPr/>
            <p:nvPr/>
          </p:nvSpPr>
          <p:spPr>
            <a:xfrm>
              <a:off x="1219200" y="5638800"/>
              <a:ext cx="685800" cy="381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t>20</a:t>
              </a:r>
            </a:p>
          </p:txBody>
        </p:sp>
        <p:sp>
          <p:nvSpPr>
            <p:cNvPr id="168" name="Rectangle 167"/>
            <p:cNvSpPr/>
            <p:nvPr/>
          </p:nvSpPr>
          <p:spPr>
            <a:xfrm>
              <a:off x="1905000" y="5638800"/>
              <a:ext cx="685800" cy="381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t>03</a:t>
              </a:r>
            </a:p>
          </p:txBody>
        </p:sp>
        <p:sp>
          <p:nvSpPr>
            <p:cNvPr id="169" name="Rectangle 168"/>
            <p:cNvSpPr/>
            <p:nvPr/>
          </p:nvSpPr>
          <p:spPr>
            <a:xfrm>
              <a:off x="1219200" y="6019800"/>
              <a:ext cx="1371600"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data</a:t>
              </a:r>
            </a:p>
          </p:txBody>
        </p:sp>
      </p:grpSp>
      <p:grpSp>
        <p:nvGrpSpPr>
          <p:cNvPr id="13" name="Group 171"/>
          <p:cNvGrpSpPr/>
          <p:nvPr/>
        </p:nvGrpSpPr>
        <p:grpSpPr>
          <a:xfrm>
            <a:off x="1295400" y="4876800"/>
            <a:ext cx="1143000" cy="369332"/>
            <a:chOff x="1295400" y="4876800"/>
            <a:chExt cx="1143000" cy="369332"/>
          </a:xfrm>
        </p:grpSpPr>
        <p:sp>
          <p:nvSpPr>
            <p:cNvPr id="170" name="TextBox 169"/>
            <p:cNvSpPr txBox="1"/>
            <p:nvPr/>
          </p:nvSpPr>
          <p:spPr>
            <a:xfrm>
              <a:off x="1295400" y="4876800"/>
              <a:ext cx="533400" cy="369332"/>
            </a:xfrm>
            <a:prstGeom prst="rect">
              <a:avLst/>
            </a:prstGeom>
            <a:noFill/>
          </p:spPr>
          <p:txBody>
            <a:bodyPr wrap="square" rtlCol="0">
              <a:spAutoFit/>
            </a:bodyPr>
            <a:lstStyle/>
            <a:p>
              <a:r>
                <a:rPr lang="en-US" dirty="0" err="1"/>
                <a:t>dst</a:t>
              </a:r>
              <a:endParaRPr lang="en-US" dirty="0"/>
            </a:p>
          </p:txBody>
        </p:sp>
        <p:sp>
          <p:nvSpPr>
            <p:cNvPr id="171" name="TextBox 170"/>
            <p:cNvSpPr txBox="1"/>
            <p:nvPr/>
          </p:nvSpPr>
          <p:spPr>
            <a:xfrm>
              <a:off x="1905000" y="4876800"/>
              <a:ext cx="533400" cy="369332"/>
            </a:xfrm>
            <a:prstGeom prst="rect">
              <a:avLst/>
            </a:prstGeom>
            <a:noFill/>
          </p:spPr>
          <p:txBody>
            <a:bodyPr wrap="square" rtlCol="0">
              <a:spAutoFit/>
            </a:bodyPr>
            <a:lstStyle/>
            <a:p>
              <a:r>
                <a:rPr lang="en-US" dirty="0" err="1"/>
                <a:t>src</a:t>
              </a:r>
              <a:endParaRPr lang="en-US" dirty="0"/>
            </a:p>
          </p:txBody>
        </p:sp>
      </p:grpSp>
      <p:grpSp>
        <p:nvGrpSpPr>
          <p:cNvPr id="14" name="Group 153"/>
          <p:cNvGrpSpPr/>
          <p:nvPr/>
        </p:nvGrpSpPr>
        <p:grpSpPr>
          <a:xfrm>
            <a:off x="5029200" y="3581400"/>
            <a:ext cx="1371600" cy="1295400"/>
            <a:chOff x="5867400" y="5257800"/>
            <a:chExt cx="1371600" cy="1295400"/>
          </a:xfrm>
        </p:grpSpPr>
        <p:sp>
          <p:nvSpPr>
            <p:cNvPr id="156" name="Rectangle 155"/>
            <p:cNvSpPr/>
            <p:nvPr/>
          </p:nvSpPr>
          <p:spPr>
            <a:xfrm>
              <a:off x="5867400" y="5257800"/>
              <a:ext cx="685800" cy="381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200" dirty="0"/>
                <a:t>MAC20</a:t>
              </a:r>
            </a:p>
          </p:txBody>
        </p:sp>
        <p:sp>
          <p:nvSpPr>
            <p:cNvPr id="157" name="Rectangle 156"/>
            <p:cNvSpPr/>
            <p:nvPr/>
          </p:nvSpPr>
          <p:spPr>
            <a:xfrm>
              <a:off x="6553200" y="5257800"/>
              <a:ext cx="685800" cy="381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200" dirty="0"/>
                <a:t>MAC23</a:t>
              </a:r>
            </a:p>
          </p:txBody>
        </p:sp>
        <p:sp>
          <p:nvSpPr>
            <p:cNvPr id="159" name="Rectangle 158"/>
            <p:cNvSpPr/>
            <p:nvPr/>
          </p:nvSpPr>
          <p:spPr>
            <a:xfrm>
              <a:off x="5867400" y="5638800"/>
              <a:ext cx="685800" cy="381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t>20</a:t>
              </a:r>
            </a:p>
          </p:txBody>
        </p:sp>
        <p:sp>
          <p:nvSpPr>
            <p:cNvPr id="160" name="Rectangle 159"/>
            <p:cNvSpPr/>
            <p:nvPr/>
          </p:nvSpPr>
          <p:spPr>
            <a:xfrm>
              <a:off x="6553200" y="5638800"/>
              <a:ext cx="685800" cy="381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t>03</a:t>
              </a:r>
            </a:p>
          </p:txBody>
        </p:sp>
        <p:sp>
          <p:nvSpPr>
            <p:cNvPr id="161" name="Rectangle 160"/>
            <p:cNvSpPr/>
            <p:nvPr/>
          </p:nvSpPr>
          <p:spPr>
            <a:xfrm>
              <a:off x="5867400" y="5943600"/>
              <a:ext cx="1371600"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data</a:t>
              </a:r>
            </a:p>
          </p:txBody>
        </p:sp>
      </p:grpSp>
      <p:grpSp>
        <p:nvGrpSpPr>
          <p:cNvPr id="15" name="Group 154"/>
          <p:cNvGrpSpPr/>
          <p:nvPr/>
        </p:nvGrpSpPr>
        <p:grpSpPr>
          <a:xfrm>
            <a:off x="5715000" y="5181600"/>
            <a:ext cx="1371600" cy="1371600"/>
            <a:chOff x="5867400" y="5257800"/>
            <a:chExt cx="1371600" cy="1371600"/>
          </a:xfrm>
        </p:grpSpPr>
        <p:sp>
          <p:nvSpPr>
            <p:cNvPr id="119" name="Rectangle 118"/>
            <p:cNvSpPr/>
            <p:nvPr/>
          </p:nvSpPr>
          <p:spPr>
            <a:xfrm>
              <a:off x="5867400" y="5257800"/>
              <a:ext cx="685800" cy="381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200" dirty="0"/>
                <a:t>MAC20</a:t>
              </a:r>
            </a:p>
          </p:txBody>
        </p:sp>
        <p:sp>
          <p:nvSpPr>
            <p:cNvPr id="121" name="Rectangle 120"/>
            <p:cNvSpPr/>
            <p:nvPr/>
          </p:nvSpPr>
          <p:spPr>
            <a:xfrm>
              <a:off x="6553200" y="5257800"/>
              <a:ext cx="685800" cy="381000"/>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en-US" sz="1200" dirty="0"/>
                <a:t>MAC23</a:t>
              </a:r>
            </a:p>
          </p:txBody>
        </p:sp>
        <p:sp>
          <p:nvSpPr>
            <p:cNvPr id="122" name="Rectangle 121"/>
            <p:cNvSpPr/>
            <p:nvPr/>
          </p:nvSpPr>
          <p:spPr>
            <a:xfrm>
              <a:off x="5867400" y="5638800"/>
              <a:ext cx="685800" cy="381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t>20</a:t>
              </a:r>
            </a:p>
          </p:txBody>
        </p:sp>
        <p:sp>
          <p:nvSpPr>
            <p:cNvPr id="123" name="Rectangle 122"/>
            <p:cNvSpPr/>
            <p:nvPr/>
          </p:nvSpPr>
          <p:spPr>
            <a:xfrm>
              <a:off x="6553200" y="5638800"/>
              <a:ext cx="685800" cy="3810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sz="1200" dirty="0"/>
                <a:t>03</a:t>
              </a:r>
            </a:p>
          </p:txBody>
        </p:sp>
        <p:sp>
          <p:nvSpPr>
            <p:cNvPr id="124" name="Rectangle 123"/>
            <p:cNvSpPr/>
            <p:nvPr/>
          </p:nvSpPr>
          <p:spPr>
            <a:xfrm>
              <a:off x="5867400" y="6019800"/>
              <a:ext cx="1371600" cy="609600"/>
            </a:xfrm>
            <a:prstGeom prst="rect">
              <a:avLst/>
            </a:prstGeom>
          </p:spPr>
          <p:style>
            <a:lnRef idx="2">
              <a:schemeClr val="accent6"/>
            </a:lnRef>
            <a:fillRef idx="1">
              <a:schemeClr val="lt1"/>
            </a:fillRef>
            <a:effectRef idx="0">
              <a:schemeClr val="accent6"/>
            </a:effectRef>
            <a:fontRef idx="minor">
              <a:schemeClr val="dk1"/>
            </a:fontRef>
          </p:style>
          <p:txBody>
            <a:bodyPr rtlCol="0" anchor="ctr"/>
            <a:lstStyle/>
            <a:p>
              <a:pPr algn="ctr"/>
              <a:r>
                <a:rPr lang="en-US" dirty="0"/>
                <a:t>data</a:t>
              </a:r>
            </a:p>
          </p:txBody>
        </p:sp>
      </p:grpSp>
      <p:sp>
        <p:nvSpPr>
          <p:cNvPr id="162" name="Rounded Rectangle 161"/>
          <p:cNvSpPr/>
          <p:nvPr/>
        </p:nvSpPr>
        <p:spPr>
          <a:xfrm>
            <a:off x="5638800" y="2133600"/>
            <a:ext cx="1524000" cy="228600"/>
          </a:xfrm>
          <a:prstGeom prst="roundRect">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3" name="Rounded Rectangle 172"/>
          <p:cNvSpPr/>
          <p:nvPr/>
        </p:nvSpPr>
        <p:spPr>
          <a:xfrm>
            <a:off x="3352800" y="2819400"/>
            <a:ext cx="1524000" cy="228600"/>
          </a:xfrm>
          <a:prstGeom prst="roundRect">
            <a:avLst/>
          </a:prstGeom>
          <a:solidFill>
            <a:schemeClr val="accent1">
              <a:alpha val="3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 name="TextBox 319"/>
          <p:cNvSpPr txBox="1"/>
          <p:nvPr/>
        </p:nvSpPr>
        <p:spPr>
          <a:xfrm>
            <a:off x="228600" y="1151929"/>
            <a:ext cx="8229600" cy="2677656"/>
          </a:xfrm>
          <a:prstGeom prst="rect">
            <a:avLst/>
          </a:prstGeom>
          <a:solidFill>
            <a:schemeClr val="accent5">
              <a:lumMod val="40000"/>
              <a:lumOff val="60000"/>
            </a:schemeClr>
          </a:solidFill>
          <a:ln>
            <a:solidFill>
              <a:schemeClr val="tx1"/>
            </a:solidFill>
          </a:ln>
        </p:spPr>
        <p:txBody>
          <a:bodyPr wrap="square" rtlCol="0">
            <a:spAutoFit/>
          </a:bodyPr>
          <a:lstStyle/>
          <a:p>
            <a:pPr>
              <a:buFont typeface="Arial" pitchFamily="34" charset="0"/>
              <a:buChar char="•"/>
            </a:pPr>
            <a:r>
              <a:rPr lang="en-US" sz="4000" b="1" i="1" dirty="0">
                <a:solidFill>
                  <a:srgbClr val="00B050"/>
                </a:solidFill>
              </a:rPr>
              <a:t>Server-centric BCube</a:t>
            </a:r>
          </a:p>
          <a:p>
            <a:pPr lvl="1">
              <a:buFontTx/>
              <a:buChar char="-"/>
            </a:pPr>
            <a:r>
              <a:rPr lang="en-US" sz="3200" dirty="0"/>
              <a:t> Switches never</a:t>
            </a:r>
            <a:r>
              <a:rPr lang="en-US" sz="3200" b="1" i="1" dirty="0">
                <a:solidFill>
                  <a:srgbClr val="00B050"/>
                </a:solidFill>
              </a:rPr>
              <a:t> </a:t>
            </a:r>
            <a:r>
              <a:rPr lang="en-US" sz="3200" dirty="0"/>
              <a:t>connect to other switches and only act as L2 </a:t>
            </a:r>
            <a:r>
              <a:rPr lang="en-US" sz="3200" i="1" dirty="0"/>
              <a:t>crossbars</a:t>
            </a:r>
          </a:p>
          <a:p>
            <a:pPr lvl="1">
              <a:buFontTx/>
              <a:buChar char="-"/>
            </a:pPr>
            <a:r>
              <a:rPr lang="en-US" sz="3200" dirty="0"/>
              <a:t> Servers control routing,  load balancing, fault-tolerance </a:t>
            </a:r>
          </a:p>
        </p:txBody>
      </p:sp>
      <p:sp>
        <p:nvSpPr>
          <p:cNvPr id="174" name="Slide Number Placeholder 173"/>
          <p:cNvSpPr>
            <a:spLocks noGrp="1"/>
          </p:cNvSpPr>
          <p:nvPr>
            <p:ph type="sldNum" sz="quarter" idx="12"/>
          </p:nvPr>
        </p:nvSpPr>
        <p:spPr/>
        <p:txBody>
          <a:bodyPr/>
          <a:lstStyle/>
          <a:p>
            <a:fld id="{B6F15528-21DE-4FAA-801E-634DDDAF4B2B}" type="slidenum">
              <a:rPr lang="en-US" smtClean="0"/>
              <a:pPr/>
              <a:t>96</a:t>
            </a:fld>
            <a:endParaRPr lang="en-US"/>
          </a:p>
        </p:txBody>
      </p:sp>
      <p:sp>
        <p:nvSpPr>
          <p:cNvPr id="16" name="TextBox 15">
            <a:extLst>
              <a:ext uri="{FF2B5EF4-FFF2-40B4-BE49-F238E27FC236}">
                <a16:creationId xmlns:a16="http://schemas.microsoft.com/office/drawing/2014/main" id="{E593A436-7060-E84A-8C8F-287E35718FB7}"/>
              </a:ext>
            </a:extLst>
          </p:cNvPr>
          <p:cNvSpPr txBox="1"/>
          <p:nvPr/>
        </p:nvSpPr>
        <p:spPr>
          <a:xfrm>
            <a:off x="7574852" y="5934670"/>
            <a:ext cx="1569148" cy="923330"/>
          </a:xfrm>
          <a:prstGeom prst="rect">
            <a:avLst/>
          </a:prstGeom>
          <a:noFill/>
        </p:spPr>
        <p:txBody>
          <a:bodyPr wrap="none" rtlCol="0">
            <a:spAutoFit/>
          </a:bodyPr>
          <a:lstStyle/>
          <a:p>
            <a:r>
              <a:rPr lang="en-US" b="1" dirty="0" err="1"/>
              <a:t>MACnn</a:t>
            </a:r>
            <a:r>
              <a:rPr lang="en-US" b="1" dirty="0"/>
              <a:t> </a:t>
            </a:r>
            <a:r>
              <a:rPr lang="en-US" dirty="0"/>
              <a:t>are </a:t>
            </a:r>
          </a:p>
          <a:p>
            <a:r>
              <a:rPr lang="en-US" dirty="0"/>
              <a:t>addresses for </a:t>
            </a:r>
          </a:p>
          <a:p>
            <a:r>
              <a:rPr lang="en-US" dirty="0"/>
              <a:t>servers</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58"/>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7"/>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0" presetClass="path" presetSubtype="0" accel="50000" decel="50000" fill="hold" nodeType="clickEffect">
                                  <p:stCondLst>
                                    <p:cond delay="0"/>
                                  </p:stCondLst>
                                  <p:childTnLst>
                                    <p:animMotion origin="layout" path="M -3.33333E-6 -2.22222E-6 L -3.33333E-6 -0.15116 L 0.00834 -0.18218 L 0.6566 -0.48009 " pathEditMode="relative" ptsTypes="AAAA">
                                      <p:cBhvr>
                                        <p:cTn id="24" dur="2000" fill="hold"/>
                                        <p:tgtEl>
                                          <p:spTgt spid="11"/>
                                        </p:tgtEl>
                                        <p:attrNameLst>
                                          <p:attrName>ppt_x</p:attrName>
                                          <p:attrName>ppt_y</p:attrName>
                                        </p:attrNameLst>
                                      </p:cBhvr>
                                    </p:animMotion>
                                  </p:childTnLst>
                                </p:cTn>
                              </p:par>
                              <p:par>
                                <p:cTn id="25" presetID="1" presetClass="exit" presetSubtype="0" fill="hold" nodeType="withEffect">
                                  <p:stCondLst>
                                    <p:cond delay="0"/>
                                  </p:stCondLst>
                                  <p:childTnLst>
                                    <p:set>
                                      <p:cBhvr>
                                        <p:cTn id="26" dur="1" fill="hold">
                                          <p:stCondLst>
                                            <p:cond delay="0"/>
                                          </p:stCondLst>
                                        </p:cTn>
                                        <p:tgtEl>
                                          <p:spTgt spid="2"/>
                                        </p:tgtEl>
                                        <p:attrNameLst>
                                          <p:attrName>style.visibility</p:attrName>
                                        </p:attrNameLst>
                                      </p:cBhvr>
                                      <p:to>
                                        <p:strVal val="hidden"/>
                                      </p:to>
                                    </p:set>
                                  </p:childTnLst>
                                </p:cTn>
                              </p:par>
                              <p:par>
                                <p:cTn id="27" presetID="1" presetClass="exit" presetSubtype="0" fill="hold" nodeType="withEffect">
                                  <p:stCondLst>
                                    <p:cond delay="0"/>
                                  </p:stCondLst>
                                  <p:childTnLst>
                                    <p:set>
                                      <p:cBhvr>
                                        <p:cTn id="28" dur="1" fill="hold">
                                          <p:stCondLst>
                                            <p:cond delay="0"/>
                                          </p:stCondLst>
                                        </p:cTn>
                                        <p:tgtEl>
                                          <p:spTgt spid="13"/>
                                        </p:tgtEl>
                                        <p:attrNameLst>
                                          <p:attrName>style.visibility</p:attrName>
                                        </p:attrNameLst>
                                      </p:cBhvr>
                                      <p:to>
                                        <p:strVal val="hidden"/>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2"/>
                                        </p:tgtEl>
                                        <p:attrNameLst>
                                          <p:attrName>style.visibility</p:attrName>
                                        </p:attrNameLst>
                                      </p:cBhvr>
                                      <p:to>
                                        <p:strVal val="visible"/>
                                      </p:to>
                                    </p:set>
                                  </p:childTnLst>
                                </p:cTn>
                              </p:par>
                              <p:par>
                                <p:cTn id="33" presetID="26" presetClass="emph" presetSubtype="0" fill="hold" grpId="1" nodeType="withEffect">
                                  <p:stCondLst>
                                    <p:cond delay="0"/>
                                  </p:stCondLst>
                                  <p:childTnLst>
                                    <p:animEffect transition="out" filter="fade">
                                      <p:cBhvr>
                                        <p:cTn id="34" dur="500" tmFilter="0, 0; .2, .5; .8, .5; 1, 0"/>
                                        <p:tgtEl>
                                          <p:spTgt spid="162"/>
                                        </p:tgtEl>
                                      </p:cBhvr>
                                    </p:animEffect>
                                    <p:animScale>
                                      <p:cBhvr>
                                        <p:cTn id="35" dur="250" autoRev="1" fill="hold"/>
                                        <p:tgtEl>
                                          <p:spTgt spid="162"/>
                                        </p:tgtEl>
                                      </p:cBhvr>
                                      <p:by x="105000" y="105000"/>
                                    </p:animScale>
                                  </p:childTnLst>
                                </p:cTn>
                              </p:par>
                            </p:childTnLst>
                          </p:cTn>
                        </p:par>
                      </p:childTnLst>
                    </p:cTn>
                  </p:par>
                  <p:par>
                    <p:cTn id="36" fill="hold">
                      <p:stCondLst>
                        <p:cond delay="indefinite"/>
                      </p:stCondLst>
                      <p:childTnLst>
                        <p:par>
                          <p:cTn id="37" fill="hold">
                            <p:stCondLst>
                              <p:cond delay="0"/>
                            </p:stCondLst>
                            <p:childTnLst>
                              <p:par>
                                <p:cTn id="38" presetID="1" presetClass="exit" presetSubtype="0" fill="hold" nodeType="clickEffect">
                                  <p:stCondLst>
                                    <p:cond delay="0"/>
                                  </p:stCondLst>
                                  <p:childTnLst>
                                    <p:set>
                                      <p:cBhvr>
                                        <p:cTn id="39" dur="1" fill="hold">
                                          <p:stCondLst>
                                            <p:cond delay="0"/>
                                          </p:stCondLst>
                                        </p:cTn>
                                        <p:tgtEl>
                                          <p:spTgt spid="11"/>
                                        </p:tgtEl>
                                        <p:attrNameLst>
                                          <p:attrName>style.visibility</p:attrName>
                                        </p:attrNameLst>
                                      </p:cBhvr>
                                      <p:to>
                                        <p:strVal val="hidden"/>
                                      </p:to>
                                    </p:set>
                                  </p:childTnLst>
                                </p:cTn>
                              </p:par>
                              <p:par>
                                <p:cTn id="40" presetID="1" presetClass="entr" presetSubtype="0" fill="hold" nodeType="withEffect">
                                  <p:stCondLst>
                                    <p:cond delay="0"/>
                                  </p:stCondLst>
                                  <p:childTnLst>
                                    <p:set>
                                      <p:cBhvr>
                                        <p:cTn id="41" dur="1" fill="hold">
                                          <p:stCondLst>
                                            <p:cond delay="0"/>
                                          </p:stCondLst>
                                        </p:cTn>
                                        <p:tgtEl>
                                          <p:spTgt spid="12"/>
                                        </p:tgtEl>
                                        <p:attrNameLst>
                                          <p:attrName>style.visibility</p:attrName>
                                        </p:attrNameLst>
                                      </p:cBhvr>
                                      <p:to>
                                        <p:strVal val="visible"/>
                                      </p:to>
                                    </p:set>
                                  </p:childTnLst>
                                </p:cTn>
                              </p:par>
                              <p:par>
                                <p:cTn id="42" presetID="0" presetClass="path" presetSubtype="0" accel="50000" decel="50000" fill="hold" nodeType="withEffect">
                                  <p:stCondLst>
                                    <p:cond delay="0"/>
                                  </p:stCondLst>
                                  <p:childTnLst>
                                    <p:animMotion origin="layout" path="M -0.00173 -0.00231 L -0.16337 0.27061 L -0.16337 0.46436 " pathEditMode="relative" rAng="0" ptsTypes="AAA">
                                      <p:cBhvr>
                                        <p:cTn id="43" dur="2000" fill="hold"/>
                                        <p:tgtEl>
                                          <p:spTgt spid="12"/>
                                        </p:tgtEl>
                                        <p:attrNameLst>
                                          <p:attrName>ppt_x</p:attrName>
                                          <p:attrName>ppt_y</p:attrName>
                                        </p:attrNameLst>
                                      </p:cBhvr>
                                      <p:rCtr x="-8100" y="23300"/>
                                    </p:animMotion>
                                  </p:childTnLst>
                                </p:cTn>
                              </p:par>
                            </p:childTnLst>
                          </p:cTn>
                        </p:par>
                      </p:childTnLst>
                    </p:cTn>
                  </p:par>
                  <p:par>
                    <p:cTn id="44" fill="hold">
                      <p:stCondLst>
                        <p:cond delay="indefinite"/>
                      </p:stCondLst>
                      <p:childTnLst>
                        <p:par>
                          <p:cTn id="45" fill="hold">
                            <p:stCondLst>
                              <p:cond delay="0"/>
                            </p:stCondLst>
                            <p:childTnLst>
                              <p:par>
                                <p:cTn id="46" presetID="1" presetClass="exit" presetSubtype="0" fill="hold" nodeType="clickEffect">
                                  <p:stCondLst>
                                    <p:cond delay="0"/>
                                  </p:stCondLst>
                                  <p:childTnLst>
                                    <p:set>
                                      <p:cBhvr>
                                        <p:cTn id="47" dur="1" fill="hold">
                                          <p:stCondLst>
                                            <p:cond delay="0"/>
                                          </p:stCondLst>
                                        </p:cTn>
                                        <p:tgtEl>
                                          <p:spTgt spid="12"/>
                                        </p:tgtEl>
                                        <p:attrNameLst>
                                          <p:attrName>style.visibility</p:attrName>
                                        </p:attrNameLst>
                                      </p:cBhvr>
                                      <p:to>
                                        <p:strVal val="hidden"/>
                                      </p:to>
                                    </p:set>
                                  </p:childTnLst>
                                </p:cTn>
                              </p:par>
                              <p:par>
                                <p:cTn id="48" presetID="1" presetClass="entr" presetSubtype="0" fill="hold" nodeType="withEffect">
                                  <p:stCondLst>
                                    <p:cond delay="0"/>
                                  </p:stCondLst>
                                  <p:childTnLst>
                                    <p:set>
                                      <p:cBhvr>
                                        <p:cTn id="49" dur="1" fill="hold">
                                          <p:stCondLst>
                                            <p:cond delay="0"/>
                                          </p:stCondLst>
                                        </p:cTn>
                                        <p:tgtEl>
                                          <p:spTgt spid="15"/>
                                        </p:tgtEl>
                                        <p:attrNameLst>
                                          <p:attrName>style.visibility</p:attrName>
                                        </p:attrNameLst>
                                      </p:cBhvr>
                                      <p:to>
                                        <p:strVal val="visible"/>
                                      </p:to>
                                    </p:set>
                                  </p:childTnLst>
                                </p:cTn>
                              </p:par>
                            </p:childTnLst>
                          </p:cTn>
                        </p:par>
                      </p:childTnLst>
                    </p:cTn>
                  </p:par>
                  <p:par>
                    <p:cTn id="50" fill="hold">
                      <p:stCondLst>
                        <p:cond delay="indefinite"/>
                      </p:stCondLst>
                      <p:childTnLst>
                        <p:par>
                          <p:cTn id="51" fill="hold">
                            <p:stCondLst>
                              <p:cond delay="0"/>
                            </p:stCondLst>
                            <p:childTnLst>
                              <p:par>
                                <p:cTn id="52" presetID="0" presetClass="path" presetSubtype="0" accel="50000" decel="50000" fill="hold" nodeType="clickEffect">
                                  <p:stCondLst>
                                    <p:cond delay="0"/>
                                  </p:stCondLst>
                                  <p:childTnLst>
                                    <p:animMotion origin="layout" path="M 0 -4.81481E-6 L 0 -0.16366 L -0.07726 -0.2456 " pathEditMode="relative" ptsTypes="AAA">
                                      <p:cBhvr>
                                        <p:cTn id="53" dur="2000" fill="hold"/>
                                        <p:tgtEl>
                                          <p:spTgt spid="15"/>
                                        </p:tgtEl>
                                        <p:attrNameLst>
                                          <p:attrName>ppt_x</p:attrName>
                                          <p:attrName>ppt_y</p:attrName>
                                        </p:attrNameLst>
                                      </p:cBhvr>
                                    </p:animMotion>
                                  </p:childTnLst>
                                </p:cTn>
                              </p:par>
                            </p:childTnLst>
                          </p:cTn>
                        </p:par>
                      </p:childTnLst>
                    </p:cTn>
                  </p:par>
                  <p:par>
                    <p:cTn id="54" fill="hold">
                      <p:stCondLst>
                        <p:cond delay="indefinite"/>
                      </p:stCondLst>
                      <p:childTnLst>
                        <p:par>
                          <p:cTn id="55" fill="hold">
                            <p:stCondLst>
                              <p:cond delay="0"/>
                            </p:stCondLst>
                            <p:childTnLst>
                              <p:par>
                                <p:cTn id="56" presetID="1" presetClass="entr" presetSubtype="0" fill="hold" grpId="0" nodeType="clickEffect">
                                  <p:stCondLst>
                                    <p:cond delay="0"/>
                                  </p:stCondLst>
                                  <p:childTnLst>
                                    <p:set>
                                      <p:cBhvr>
                                        <p:cTn id="57" dur="1" fill="hold">
                                          <p:stCondLst>
                                            <p:cond delay="0"/>
                                          </p:stCondLst>
                                        </p:cTn>
                                        <p:tgtEl>
                                          <p:spTgt spid="173"/>
                                        </p:tgtEl>
                                        <p:attrNameLst>
                                          <p:attrName>style.visibility</p:attrName>
                                        </p:attrNameLst>
                                      </p:cBhvr>
                                      <p:to>
                                        <p:strVal val="visible"/>
                                      </p:to>
                                    </p:set>
                                  </p:childTnLst>
                                </p:cTn>
                              </p:par>
                              <p:par>
                                <p:cTn id="58" presetID="26" presetClass="emph" presetSubtype="0" fill="hold" grpId="1" nodeType="withEffect">
                                  <p:stCondLst>
                                    <p:cond delay="0"/>
                                  </p:stCondLst>
                                  <p:childTnLst>
                                    <p:animEffect transition="out" filter="fade">
                                      <p:cBhvr>
                                        <p:cTn id="59" dur="500" tmFilter="0, 0; .2, .5; .8, .5; 1, 0"/>
                                        <p:tgtEl>
                                          <p:spTgt spid="173"/>
                                        </p:tgtEl>
                                      </p:cBhvr>
                                    </p:animEffect>
                                    <p:animScale>
                                      <p:cBhvr>
                                        <p:cTn id="60" dur="250" autoRev="1" fill="hold"/>
                                        <p:tgtEl>
                                          <p:spTgt spid="173"/>
                                        </p:tgtEl>
                                      </p:cBhvr>
                                      <p:by x="105000" y="105000"/>
                                    </p:animScale>
                                  </p:childTnLst>
                                </p:cTn>
                              </p:par>
                            </p:childTnLst>
                          </p:cTn>
                        </p:par>
                      </p:childTnLst>
                    </p:cTn>
                  </p:par>
                  <p:par>
                    <p:cTn id="61" fill="hold">
                      <p:stCondLst>
                        <p:cond delay="indefinite"/>
                      </p:stCondLst>
                      <p:childTnLst>
                        <p:par>
                          <p:cTn id="62" fill="hold">
                            <p:stCondLst>
                              <p:cond delay="0"/>
                            </p:stCondLst>
                            <p:childTnLst>
                              <p:par>
                                <p:cTn id="63" presetID="1" presetClass="exit" presetSubtype="0" fill="hold" nodeType="clickEffect">
                                  <p:stCondLst>
                                    <p:cond delay="0"/>
                                  </p:stCondLst>
                                  <p:childTnLst>
                                    <p:set>
                                      <p:cBhvr>
                                        <p:cTn id="64" dur="1" fill="hold">
                                          <p:stCondLst>
                                            <p:cond delay="0"/>
                                          </p:stCondLst>
                                        </p:cTn>
                                        <p:tgtEl>
                                          <p:spTgt spid="15"/>
                                        </p:tgtEl>
                                        <p:attrNameLst>
                                          <p:attrName>style.visibility</p:attrName>
                                        </p:attrNameLst>
                                      </p:cBhvr>
                                      <p:to>
                                        <p:strVal val="hidden"/>
                                      </p:to>
                                    </p:set>
                                  </p:childTnLst>
                                </p:cTn>
                              </p:par>
                              <p:par>
                                <p:cTn id="65" presetID="1" presetClass="entr" presetSubtype="0" fill="hold" nodeType="withEffect">
                                  <p:stCondLst>
                                    <p:cond delay="0"/>
                                  </p:stCondLst>
                                  <p:childTnLst>
                                    <p:set>
                                      <p:cBhvr>
                                        <p:cTn id="66" dur="1" fill="hold">
                                          <p:stCondLst>
                                            <p:cond delay="0"/>
                                          </p:stCondLst>
                                        </p:cTn>
                                        <p:tgtEl>
                                          <p:spTgt spid="14"/>
                                        </p:tgtEl>
                                        <p:attrNameLst>
                                          <p:attrName>style.visibility</p:attrName>
                                        </p:attrNameLst>
                                      </p:cBhvr>
                                      <p:to>
                                        <p:strVal val="visible"/>
                                      </p:to>
                                    </p:set>
                                  </p:childTnLst>
                                </p:cTn>
                              </p:par>
                              <p:par>
                                <p:cTn id="67" presetID="0" presetClass="path" presetSubtype="0" accel="50000" decel="50000" fill="hold" nodeType="withEffect">
                                  <p:stCondLst>
                                    <p:cond delay="0"/>
                                  </p:stCondLst>
                                  <p:childTnLst>
                                    <p:animMotion origin="layout" path="M 3.05556E-6 -3.7037E-7 L -0.04549 -0.04537 L -0.09549 0.00625 L -0.09775 0.23333 " pathEditMode="relative" ptsTypes="AAAA">
                                      <p:cBhvr>
                                        <p:cTn id="68" dur="2000" fill="hold"/>
                                        <p:tgtEl>
                                          <p:spTgt spid="14"/>
                                        </p:tgtEl>
                                        <p:attrNameLst>
                                          <p:attrName>ppt_x</p:attrName>
                                          <p:attrName>ppt_y</p:attrName>
                                        </p:attrNameLst>
                                      </p:cBhvr>
                                    </p:animMotion>
                                  </p:childTnLst>
                                </p:cTn>
                              </p:par>
                            </p:childTnLst>
                          </p:cTn>
                        </p:par>
                      </p:childTnLst>
                    </p:cTn>
                  </p:par>
                  <p:par>
                    <p:cTn id="69" fill="hold">
                      <p:stCondLst>
                        <p:cond delay="indefinite"/>
                      </p:stCondLst>
                      <p:childTnLst>
                        <p:par>
                          <p:cTn id="70" fill="hold">
                            <p:stCondLst>
                              <p:cond delay="0"/>
                            </p:stCondLst>
                            <p:childTnLst>
                              <p:par>
                                <p:cTn id="71" presetID="4" presetClass="entr" presetSubtype="16" fill="hold" grpId="0" nodeType="clickEffect">
                                  <p:stCondLst>
                                    <p:cond delay="0"/>
                                  </p:stCondLst>
                                  <p:childTnLst>
                                    <p:set>
                                      <p:cBhvr>
                                        <p:cTn id="72" dur="1" fill="hold">
                                          <p:stCondLst>
                                            <p:cond delay="0"/>
                                          </p:stCondLst>
                                        </p:cTn>
                                        <p:tgtEl>
                                          <p:spTgt spid="320"/>
                                        </p:tgtEl>
                                        <p:attrNameLst>
                                          <p:attrName>style.visibility</p:attrName>
                                        </p:attrNameLst>
                                      </p:cBhvr>
                                      <p:to>
                                        <p:strVal val="visible"/>
                                      </p:to>
                                    </p:set>
                                    <p:animEffect transition="in" filter="box(in)">
                                      <p:cBhvr>
                                        <p:cTn id="73" dur="500"/>
                                        <p:tgtEl>
                                          <p:spTgt spid="3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2" grpId="0" animBg="1"/>
      <p:bldP spid="162" grpId="1" animBg="1"/>
      <p:bldP spid="173" grpId="0" animBg="1"/>
      <p:bldP spid="173" grpId="1" animBg="1"/>
      <p:bldP spid="320" grpId="0" animBg="1"/>
    </p:bldLst>
  </p:timing>
</p:sld>
</file>

<file path=ppt/slides/slide97.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Multi-paths for one-to-one traffic</a:t>
            </a:r>
          </a:p>
        </p:txBody>
      </p:sp>
      <p:sp>
        <p:nvSpPr>
          <p:cNvPr id="3" name="Content Placeholder 2"/>
          <p:cNvSpPr>
            <a:spLocks noGrp="1"/>
          </p:cNvSpPr>
          <p:nvPr>
            <p:ph idx="1"/>
          </p:nvPr>
        </p:nvSpPr>
        <p:spPr>
          <a:xfrm>
            <a:off x="457200" y="1600201"/>
            <a:ext cx="8305800" cy="914399"/>
          </a:xfrm>
        </p:spPr>
        <p:txBody>
          <a:bodyPr>
            <a:normAutofit fontScale="62500" lnSpcReduction="20000"/>
          </a:bodyPr>
          <a:lstStyle/>
          <a:p>
            <a:r>
              <a:rPr lang="en-US" b="1" cap="small" dirty="0"/>
              <a:t>Theorem</a:t>
            </a:r>
            <a:r>
              <a:rPr lang="en-US" b="1" dirty="0"/>
              <a:t> 1</a:t>
            </a:r>
            <a:r>
              <a:rPr lang="en-US" dirty="0"/>
              <a:t>. The diameter of a BCube</a:t>
            </a:r>
            <a:r>
              <a:rPr lang="en-US" i="1" baseline="-25000" dirty="0"/>
              <a:t>k</a:t>
            </a:r>
            <a:r>
              <a:rPr lang="en-US" dirty="0"/>
              <a:t> is </a:t>
            </a:r>
            <a:r>
              <a:rPr lang="en-US" i="1" dirty="0"/>
              <a:t>k</a:t>
            </a:r>
            <a:r>
              <a:rPr lang="en-US" dirty="0"/>
              <a:t>+1</a:t>
            </a:r>
          </a:p>
          <a:p>
            <a:r>
              <a:rPr lang="en-US" b="1" cap="small" dirty="0"/>
              <a:t>Theorem</a:t>
            </a:r>
            <a:r>
              <a:rPr lang="en-US" b="1" dirty="0"/>
              <a:t> 2</a:t>
            </a:r>
            <a:r>
              <a:rPr lang="en-US" dirty="0"/>
              <a:t>. There are </a:t>
            </a:r>
            <a:r>
              <a:rPr lang="en-US" i="1" dirty="0"/>
              <a:t>k</a:t>
            </a:r>
            <a:r>
              <a:rPr lang="en-US" dirty="0"/>
              <a:t>+1 parallel paths between any two servers in a BCube</a:t>
            </a:r>
            <a:r>
              <a:rPr lang="en-US" sz="2200" i="1" dirty="0"/>
              <a:t>k</a:t>
            </a:r>
            <a:endParaRPr lang="en-US" i="1" dirty="0"/>
          </a:p>
        </p:txBody>
      </p:sp>
      <p:sp>
        <p:nvSpPr>
          <p:cNvPr id="214" name="Rectangle 213"/>
          <p:cNvSpPr/>
          <p:nvPr/>
        </p:nvSpPr>
        <p:spPr>
          <a:xfrm>
            <a:off x="609600" y="47244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&lt;0,0&gt;</a:t>
            </a:r>
          </a:p>
        </p:txBody>
      </p:sp>
      <p:sp>
        <p:nvSpPr>
          <p:cNvPr id="215" name="Oval 214"/>
          <p:cNvSpPr/>
          <p:nvPr/>
        </p:nvSpPr>
        <p:spPr>
          <a:xfrm>
            <a:off x="152400" y="57912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050" dirty="0"/>
          </a:p>
        </p:txBody>
      </p:sp>
      <p:sp>
        <p:nvSpPr>
          <p:cNvPr id="216" name="Oval 215"/>
          <p:cNvSpPr/>
          <p:nvPr/>
        </p:nvSpPr>
        <p:spPr>
          <a:xfrm>
            <a:off x="685800" y="57912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7" name="Oval 216"/>
          <p:cNvSpPr/>
          <p:nvPr/>
        </p:nvSpPr>
        <p:spPr>
          <a:xfrm>
            <a:off x="1219200" y="57912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8" name="Oval 217"/>
          <p:cNvSpPr/>
          <p:nvPr/>
        </p:nvSpPr>
        <p:spPr>
          <a:xfrm>
            <a:off x="1752600" y="5791200"/>
            <a:ext cx="457200" cy="4572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219" name="Straight Connector 218"/>
          <p:cNvCxnSpPr>
            <a:stCxn id="215" idx="0"/>
            <a:endCxn id="214" idx="2"/>
          </p:cNvCxnSpPr>
          <p:nvPr/>
        </p:nvCxnSpPr>
        <p:spPr>
          <a:xfrm rot="5400000" flipH="1" flipV="1">
            <a:off x="495300" y="5143500"/>
            <a:ext cx="533400" cy="76200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20" name="Straight Connector 219"/>
          <p:cNvCxnSpPr>
            <a:stCxn id="216" idx="0"/>
            <a:endCxn id="214" idx="2"/>
          </p:cNvCxnSpPr>
          <p:nvPr/>
        </p:nvCxnSpPr>
        <p:spPr>
          <a:xfrm rot="5400000" flipH="1" flipV="1">
            <a:off x="762000" y="5410200"/>
            <a:ext cx="533400" cy="228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21" name="Straight Connector 220"/>
          <p:cNvCxnSpPr>
            <a:stCxn id="217" idx="0"/>
            <a:endCxn id="214" idx="2"/>
          </p:cNvCxnSpPr>
          <p:nvPr/>
        </p:nvCxnSpPr>
        <p:spPr>
          <a:xfrm rot="16200000" flipV="1">
            <a:off x="1028700" y="5372100"/>
            <a:ext cx="533400" cy="304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22" name="Straight Connector 221"/>
          <p:cNvCxnSpPr>
            <a:stCxn id="218" idx="0"/>
            <a:endCxn id="214" idx="2"/>
          </p:cNvCxnSpPr>
          <p:nvPr/>
        </p:nvCxnSpPr>
        <p:spPr>
          <a:xfrm rot="16200000" flipV="1">
            <a:off x="1295400" y="5105400"/>
            <a:ext cx="533400" cy="83820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223" name="TextBox 222"/>
          <p:cNvSpPr txBox="1"/>
          <p:nvPr/>
        </p:nvSpPr>
        <p:spPr>
          <a:xfrm>
            <a:off x="152400" y="5867400"/>
            <a:ext cx="457200" cy="369332"/>
          </a:xfrm>
          <a:prstGeom prst="rect">
            <a:avLst/>
          </a:prstGeom>
          <a:noFill/>
        </p:spPr>
        <p:txBody>
          <a:bodyPr wrap="square" rtlCol="0">
            <a:spAutoFit/>
          </a:bodyPr>
          <a:lstStyle/>
          <a:p>
            <a:r>
              <a:rPr lang="en-US" dirty="0"/>
              <a:t>00</a:t>
            </a:r>
          </a:p>
        </p:txBody>
      </p:sp>
      <p:sp>
        <p:nvSpPr>
          <p:cNvPr id="224" name="TextBox 223"/>
          <p:cNvSpPr txBox="1"/>
          <p:nvPr/>
        </p:nvSpPr>
        <p:spPr>
          <a:xfrm>
            <a:off x="685800" y="5867400"/>
            <a:ext cx="457200" cy="369332"/>
          </a:xfrm>
          <a:prstGeom prst="rect">
            <a:avLst/>
          </a:prstGeom>
          <a:noFill/>
        </p:spPr>
        <p:txBody>
          <a:bodyPr wrap="square" rtlCol="0">
            <a:spAutoFit/>
          </a:bodyPr>
          <a:lstStyle/>
          <a:p>
            <a:r>
              <a:rPr lang="en-US" dirty="0"/>
              <a:t>01</a:t>
            </a:r>
          </a:p>
        </p:txBody>
      </p:sp>
      <p:sp>
        <p:nvSpPr>
          <p:cNvPr id="225" name="TextBox 224"/>
          <p:cNvSpPr txBox="1"/>
          <p:nvPr/>
        </p:nvSpPr>
        <p:spPr>
          <a:xfrm>
            <a:off x="1219200" y="5867400"/>
            <a:ext cx="457200" cy="369332"/>
          </a:xfrm>
          <a:prstGeom prst="rect">
            <a:avLst/>
          </a:prstGeom>
          <a:noFill/>
        </p:spPr>
        <p:txBody>
          <a:bodyPr wrap="square" rtlCol="0">
            <a:spAutoFit/>
          </a:bodyPr>
          <a:lstStyle/>
          <a:p>
            <a:r>
              <a:rPr lang="en-US" dirty="0"/>
              <a:t>02</a:t>
            </a:r>
          </a:p>
        </p:txBody>
      </p:sp>
      <p:sp>
        <p:nvSpPr>
          <p:cNvPr id="226" name="TextBox 225"/>
          <p:cNvSpPr txBox="1"/>
          <p:nvPr/>
        </p:nvSpPr>
        <p:spPr>
          <a:xfrm>
            <a:off x="1752600" y="5879068"/>
            <a:ext cx="457200" cy="369332"/>
          </a:xfrm>
          <a:prstGeom prst="rect">
            <a:avLst/>
          </a:prstGeom>
          <a:noFill/>
        </p:spPr>
        <p:txBody>
          <a:bodyPr wrap="square" rtlCol="0">
            <a:spAutoFit/>
          </a:bodyPr>
          <a:lstStyle/>
          <a:p>
            <a:r>
              <a:rPr lang="en-US" dirty="0"/>
              <a:t>03</a:t>
            </a:r>
          </a:p>
        </p:txBody>
      </p:sp>
      <p:grpSp>
        <p:nvGrpSpPr>
          <p:cNvPr id="4" name="Group 108"/>
          <p:cNvGrpSpPr/>
          <p:nvPr/>
        </p:nvGrpSpPr>
        <p:grpSpPr>
          <a:xfrm>
            <a:off x="2438400" y="4724400"/>
            <a:ext cx="2057400" cy="1524000"/>
            <a:chOff x="2438400" y="3886200"/>
            <a:chExt cx="2057400" cy="1524000"/>
          </a:xfrm>
        </p:grpSpPr>
        <p:sp>
          <p:nvSpPr>
            <p:cNvPr id="228" name="Rectangle 227"/>
            <p:cNvSpPr/>
            <p:nvPr/>
          </p:nvSpPr>
          <p:spPr>
            <a:xfrm>
              <a:off x="2895600" y="38862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&lt;0,1&gt;</a:t>
              </a:r>
            </a:p>
          </p:txBody>
        </p:sp>
        <p:sp>
          <p:nvSpPr>
            <p:cNvPr id="229" name="Oval 228"/>
            <p:cNvSpPr/>
            <p:nvPr/>
          </p:nvSpPr>
          <p:spPr>
            <a:xfrm>
              <a:off x="24384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050" dirty="0"/>
            </a:p>
          </p:txBody>
        </p:sp>
        <p:sp>
          <p:nvSpPr>
            <p:cNvPr id="230" name="Oval 229"/>
            <p:cNvSpPr/>
            <p:nvPr/>
          </p:nvSpPr>
          <p:spPr>
            <a:xfrm>
              <a:off x="29718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1" name="Oval 230"/>
            <p:cNvSpPr/>
            <p:nvPr/>
          </p:nvSpPr>
          <p:spPr>
            <a:xfrm>
              <a:off x="35052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32" name="Oval 231"/>
            <p:cNvSpPr/>
            <p:nvPr/>
          </p:nvSpPr>
          <p:spPr>
            <a:xfrm>
              <a:off x="40386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33" name="Straight Connector 232"/>
            <p:cNvCxnSpPr>
              <a:stCxn id="229" idx="0"/>
              <a:endCxn id="228" idx="2"/>
            </p:cNvCxnSpPr>
            <p:nvPr/>
          </p:nvCxnSpPr>
          <p:spPr>
            <a:xfrm rot="5400000" flipH="1" flipV="1">
              <a:off x="2781300" y="4305300"/>
              <a:ext cx="533400" cy="762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34" name="Straight Connector 233"/>
            <p:cNvCxnSpPr>
              <a:stCxn id="230" idx="0"/>
              <a:endCxn id="228" idx="2"/>
            </p:cNvCxnSpPr>
            <p:nvPr/>
          </p:nvCxnSpPr>
          <p:spPr>
            <a:xfrm rot="5400000" flipH="1" flipV="1">
              <a:off x="3048000" y="4572000"/>
              <a:ext cx="533400" cy="228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35" name="Straight Connector 234"/>
            <p:cNvCxnSpPr>
              <a:stCxn id="231" idx="0"/>
              <a:endCxn id="228" idx="2"/>
            </p:cNvCxnSpPr>
            <p:nvPr/>
          </p:nvCxnSpPr>
          <p:spPr>
            <a:xfrm rot="16200000" flipV="1">
              <a:off x="3314700" y="4533900"/>
              <a:ext cx="533400" cy="304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36" name="Straight Connector 235"/>
            <p:cNvCxnSpPr>
              <a:stCxn id="232" idx="0"/>
              <a:endCxn id="228" idx="2"/>
            </p:cNvCxnSpPr>
            <p:nvPr/>
          </p:nvCxnSpPr>
          <p:spPr>
            <a:xfrm rot="16200000" flipV="1">
              <a:off x="3581400" y="4267200"/>
              <a:ext cx="533400" cy="838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237" name="TextBox 236"/>
            <p:cNvSpPr txBox="1"/>
            <p:nvPr/>
          </p:nvSpPr>
          <p:spPr>
            <a:xfrm>
              <a:off x="2438400" y="5029200"/>
              <a:ext cx="457200" cy="369332"/>
            </a:xfrm>
            <a:prstGeom prst="rect">
              <a:avLst/>
            </a:prstGeom>
            <a:noFill/>
          </p:spPr>
          <p:txBody>
            <a:bodyPr wrap="square" rtlCol="0">
              <a:spAutoFit/>
            </a:bodyPr>
            <a:lstStyle/>
            <a:p>
              <a:r>
                <a:rPr lang="en-US" dirty="0"/>
                <a:t>10</a:t>
              </a:r>
            </a:p>
          </p:txBody>
        </p:sp>
        <p:sp>
          <p:nvSpPr>
            <p:cNvPr id="238" name="TextBox 237"/>
            <p:cNvSpPr txBox="1"/>
            <p:nvPr/>
          </p:nvSpPr>
          <p:spPr>
            <a:xfrm>
              <a:off x="2971800" y="5029200"/>
              <a:ext cx="457200" cy="369332"/>
            </a:xfrm>
            <a:prstGeom prst="rect">
              <a:avLst/>
            </a:prstGeom>
            <a:noFill/>
          </p:spPr>
          <p:txBody>
            <a:bodyPr wrap="square" rtlCol="0">
              <a:spAutoFit/>
            </a:bodyPr>
            <a:lstStyle/>
            <a:p>
              <a:r>
                <a:rPr lang="en-US" dirty="0"/>
                <a:t>11</a:t>
              </a:r>
            </a:p>
          </p:txBody>
        </p:sp>
        <p:sp>
          <p:nvSpPr>
            <p:cNvPr id="239" name="TextBox 238"/>
            <p:cNvSpPr txBox="1"/>
            <p:nvPr/>
          </p:nvSpPr>
          <p:spPr>
            <a:xfrm>
              <a:off x="3505200" y="5029200"/>
              <a:ext cx="457200" cy="369332"/>
            </a:xfrm>
            <a:prstGeom prst="rect">
              <a:avLst/>
            </a:prstGeom>
            <a:noFill/>
          </p:spPr>
          <p:txBody>
            <a:bodyPr wrap="square" rtlCol="0">
              <a:spAutoFit/>
            </a:bodyPr>
            <a:lstStyle/>
            <a:p>
              <a:r>
                <a:rPr lang="en-US" dirty="0"/>
                <a:t>12</a:t>
              </a:r>
            </a:p>
          </p:txBody>
        </p:sp>
        <p:sp>
          <p:nvSpPr>
            <p:cNvPr id="240" name="TextBox 239"/>
            <p:cNvSpPr txBox="1"/>
            <p:nvPr/>
          </p:nvSpPr>
          <p:spPr>
            <a:xfrm>
              <a:off x="4038600" y="5040868"/>
              <a:ext cx="457200" cy="369332"/>
            </a:xfrm>
            <a:prstGeom prst="rect">
              <a:avLst/>
            </a:prstGeom>
            <a:noFill/>
          </p:spPr>
          <p:txBody>
            <a:bodyPr wrap="square" rtlCol="0">
              <a:spAutoFit/>
            </a:bodyPr>
            <a:lstStyle/>
            <a:p>
              <a:r>
                <a:rPr lang="en-US" dirty="0"/>
                <a:t>13</a:t>
              </a:r>
            </a:p>
          </p:txBody>
        </p:sp>
      </p:grpSp>
      <p:sp>
        <p:nvSpPr>
          <p:cNvPr id="242" name="Rectangle 241"/>
          <p:cNvSpPr/>
          <p:nvPr/>
        </p:nvSpPr>
        <p:spPr>
          <a:xfrm>
            <a:off x="5105400" y="47244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&lt;0,2&gt;</a:t>
            </a:r>
          </a:p>
        </p:txBody>
      </p:sp>
      <p:sp>
        <p:nvSpPr>
          <p:cNvPr id="243" name="Oval 242"/>
          <p:cNvSpPr/>
          <p:nvPr/>
        </p:nvSpPr>
        <p:spPr>
          <a:xfrm>
            <a:off x="4648200" y="5791200"/>
            <a:ext cx="457200" cy="4572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050" dirty="0"/>
          </a:p>
        </p:txBody>
      </p:sp>
      <p:sp>
        <p:nvSpPr>
          <p:cNvPr id="244" name="Oval 243"/>
          <p:cNvSpPr/>
          <p:nvPr/>
        </p:nvSpPr>
        <p:spPr>
          <a:xfrm>
            <a:off x="5181600" y="57912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5" name="Oval 244"/>
          <p:cNvSpPr/>
          <p:nvPr/>
        </p:nvSpPr>
        <p:spPr>
          <a:xfrm>
            <a:off x="5715000" y="57912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6" name="Oval 245"/>
          <p:cNvSpPr/>
          <p:nvPr/>
        </p:nvSpPr>
        <p:spPr>
          <a:xfrm>
            <a:off x="6248400" y="57912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47" name="Straight Connector 246"/>
          <p:cNvCxnSpPr>
            <a:stCxn id="243" idx="0"/>
            <a:endCxn id="242" idx="2"/>
          </p:cNvCxnSpPr>
          <p:nvPr/>
        </p:nvCxnSpPr>
        <p:spPr>
          <a:xfrm rot="5400000" flipH="1" flipV="1">
            <a:off x="4991100" y="5143500"/>
            <a:ext cx="533400" cy="76200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48" name="Straight Connector 247"/>
          <p:cNvCxnSpPr>
            <a:stCxn id="244" idx="0"/>
            <a:endCxn id="242" idx="2"/>
          </p:cNvCxnSpPr>
          <p:nvPr/>
        </p:nvCxnSpPr>
        <p:spPr>
          <a:xfrm rot="5400000" flipH="1" flipV="1">
            <a:off x="5257800" y="5410200"/>
            <a:ext cx="533400" cy="228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49" name="Straight Connector 248"/>
          <p:cNvCxnSpPr>
            <a:stCxn id="245" idx="0"/>
            <a:endCxn id="242" idx="2"/>
          </p:cNvCxnSpPr>
          <p:nvPr/>
        </p:nvCxnSpPr>
        <p:spPr>
          <a:xfrm rot="16200000" flipV="1">
            <a:off x="5524500" y="5372100"/>
            <a:ext cx="533400" cy="304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50" name="Straight Connector 249"/>
          <p:cNvCxnSpPr>
            <a:stCxn id="246" idx="0"/>
            <a:endCxn id="242" idx="2"/>
          </p:cNvCxnSpPr>
          <p:nvPr/>
        </p:nvCxnSpPr>
        <p:spPr>
          <a:xfrm rot="16200000" flipV="1">
            <a:off x="5791200" y="5105400"/>
            <a:ext cx="533400" cy="83820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sp>
        <p:nvSpPr>
          <p:cNvPr id="251" name="TextBox 250"/>
          <p:cNvSpPr txBox="1"/>
          <p:nvPr/>
        </p:nvSpPr>
        <p:spPr>
          <a:xfrm>
            <a:off x="4648200" y="5867400"/>
            <a:ext cx="457200" cy="369332"/>
          </a:xfrm>
          <a:prstGeom prst="rect">
            <a:avLst/>
          </a:prstGeom>
          <a:noFill/>
        </p:spPr>
        <p:txBody>
          <a:bodyPr wrap="square" rtlCol="0">
            <a:spAutoFit/>
          </a:bodyPr>
          <a:lstStyle/>
          <a:p>
            <a:r>
              <a:rPr lang="en-US" dirty="0"/>
              <a:t>20</a:t>
            </a:r>
          </a:p>
        </p:txBody>
      </p:sp>
      <p:sp>
        <p:nvSpPr>
          <p:cNvPr id="252" name="TextBox 251"/>
          <p:cNvSpPr txBox="1"/>
          <p:nvPr/>
        </p:nvSpPr>
        <p:spPr>
          <a:xfrm>
            <a:off x="5181600" y="5867400"/>
            <a:ext cx="457200" cy="369332"/>
          </a:xfrm>
          <a:prstGeom prst="rect">
            <a:avLst/>
          </a:prstGeom>
          <a:noFill/>
        </p:spPr>
        <p:txBody>
          <a:bodyPr wrap="square" rtlCol="0">
            <a:spAutoFit/>
          </a:bodyPr>
          <a:lstStyle/>
          <a:p>
            <a:r>
              <a:rPr lang="en-US" dirty="0"/>
              <a:t>21</a:t>
            </a:r>
          </a:p>
        </p:txBody>
      </p:sp>
      <p:sp>
        <p:nvSpPr>
          <p:cNvPr id="253" name="TextBox 252"/>
          <p:cNvSpPr txBox="1"/>
          <p:nvPr/>
        </p:nvSpPr>
        <p:spPr>
          <a:xfrm>
            <a:off x="5715000" y="5867400"/>
            <a:ext cx="457200" cy="369332"/>
          </a:xfrm>
          <a:prstGeom prst="rect">
            <a:avLst/>
          </a:prstGeom>
          <a:noFill/>
        </p:spPr>
        <p:txBody>
          <a:bodyPr wrap="square" rtlCol="0">
            <a:spAutoFit/>
          </a:bodyPr>
          <a:lstStyle/>
          <a:p>
            <a:r>
              <a:rPr lang="en-US" dirty="0"/>
              <a:t>22</a:t>
            </a:r>
          </a:p>
        </p:txBody>
      </p:sp>
      <p:sp>
        <p:nvSpPr>
          <p:cNvPr id="254" name="TextBox 253"/>
          <p:cNvSpPr txBox="1"/>
          <p:nvPr/>
        </p:nvSpPr>
        <p:spPr>
          <a:xfrm>
            <a:off x="6248400" y="5879068"/>
            <a:ext cx="457200" cy="369332"/>
          </a:xfrm>
          <a:prstGeom prst="rect">
            <a:avLst/>
          </a:prstGeom>
          <a:noFill/>
        </p:spPr>
        <p:txBody>
          <a:bodyPr wrap="square" rtlCol="0">
            <a:spAutoFit/>
          </a:bodyPr>
          <a:lstStyle/>
          <a:p>
            <a:r>
              <a:rPr lang="en-US" dirty="0"/>
              <a:t>23</a:t>
            </a:r>
          </a:p>
        </p:txBody>
      </p:sp>
      <p:grpSp>
        <p:nvGrpSpPr>
          <p:cNvPr id="5" name="Group 110"/>
          <p:cNvGrpSpPr/>
          <p:nvPr/>
        </p:nvGrpSpPr>
        <p:grpSpPr>
          <a:xfrm>
            <a:off x="6934200" y="4724400"/>
            <a:ext cx="2057400" cy="1524000"/>
            <a:chOff x="6934200" y="3886200"/>
            <a:chExt cx="2057400" cy="1524000"/>
          </a:xfrm>
        </p:grpSpPr>
        <p:sp>
          <p:nvSpPr>
            <p:cNvPr id="256" name="Rectangle 255"/>
            <p:cNvSpPr/>
            <p:nvPr/>
          </p:nvSpPr>
          <p:spPr>
            <a:xfrm>
              <a:off x="7391400" y="38862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&lt;0,3&gt;</a:t>
              </a:r>
            </a:p>
          </p:txBody>
        </p:sp>
        <p:sp>
          <p:nvSpPr>
            <p:cNvPr id="257" name="Oval 256"/>
            <p:cNvSpPr/>
            <p:nvPr/>
          </p:nvSpPr>
          <p:spPr>
            <a:xfrm>
              <a:off x="69342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050" dirty="0"/>
            </a:p>
          </p:txBody>
        </p:sp>
        <p:sp>
          <p:nvSpPr>
            <p:cNvPr id="258" name="Oval 257"/>
            <p:cNvSpPr/>
            <p:nvPr/>
          </p:nvSpPr>
          <p:spPr>
            <a:xfrm>
              <a:off x="74676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9" name="Oval 258"/>
            <p:cNvSpPr/>
            <p:nvPr/>
          </p:nvSpPr>
          <p:spPr>
            <a:xfrm>
              <a:off x="80010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0" name="Oval 259"/>
            <p:cNvSpPr/>
            <p:nvPr/>
          </p:nvSpPr>
          <p:spPr>
            <a:xfrm>
              <a:off x="85344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61" name="Straight Connector 260"/>
            <p:cNvCxnSpPr>
              <a:stCxn id="257" idx="0"/>
              <a:endCxn id="256" idx="2"/>
            </p:cNvCxnSpPr>
            <p:nvPr/>
          </p:nvCxnSpPr>
          <p:spPr>
            <a:xfrm rot="5400000" flipH="1" flipV="1">
              <a:off x="7277100" y="4305300"/>
              <a:ext cx="533400" cy="762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62" name="Straight Connector 261"/>
            <p:cNvCxnSpPr>
              <a:stCxn id="258" idx="0"/>
              <a:endCxn id="256" idx="2"/>
            </p:cNvCxnSpPr>
            <p:nvPr/>
          </p:nvCxnSpPr>
          <p:spPr>
            <a:xfrm rot="5400000" flipH="1" flipV="1">
              <a:off x="7543800" y="4572000"/>
              <a:ext cx="533400" cy="228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63" name="Straight Connector 262"/>
            <p:cNvCxnSpPr>
              <a:stCxn id="259" idx="0"/>
              <a:endCxn id="256" idx="2"/>
            </p:cNvCxnSpPr>
            <p:nvPr/>
          </p:nvCxnSpPr>
          <p:spPr>
            <a:xfrm rot="16200000" flipV="1">
              <a:off x="7810500" y="4533900"/>
              <a:ext cx="533400" cy="304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64" name="Straight Connector 263"/>
            <p:cNvCxnSpPr>
              <a:stCxn id="260" idx="0"/>
              <a:endCxn id="256" idx="2"/>
            </p:cNvCxnSpPr>
            <p:nvPr/>
          </p:nvCxnSpPr>
          <p:spPr>
            <a:xfrm rot="16200000" flipV="1">
              <a:off x="8077200" y="4267200"/>
              <a:ext cx="533400" cy="838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265" name="TextBox 264"/>
            <p:cNvSpPr txBox="1"/>
            <p:nvPr/>
          </p:nvSpPr>
          <p:spPr>
            <a:xfrm>
              <a:off x="6934200" y="5029200"/>
              <a:ext cx="457200" cy="369332"/>
            </a:xfrm>
            <a:prstGeom prst="rect">
              <a:avLst/>
            </a:prstGeom>
            <a:noFill/>
          </p:spPr>
          <p:txBody>
            <a:bodyPr wrap="square" rtlCol="0">
              <a:spAutoFit/>
            </a:bodyPr>
            <a:lstStyle/>
            <a:p>
              <a:r>
                <a:rPr lang="en-US" dirty="0"/>
                <a:t>30</a:t>
              </a:r>
            </a:p>
          </p:txBody>
        </p:sp>
        <p:sp>
          <p:nvSpPr>
            <p:cNvPr id="266" name="TextBox 265"/>
            <p:cNvSpPr txBox="1"/>
            <p:nvPr/>
          </p:nvSpPr>
          <p:spPr>
            <a:xfrm>
              <a:off x="7467600" y="5029200"/>
              <a:ext cx="457200" cy="369332"/>
            </a:xfrm>
            <a:prstGeom prst="rect">
              <a:avLst/>
            </a:prstGeom>
            <a:noFill/>
          </p:spPr>
          <p:txBody>
            <a:bodyPr wrap="square" rtlCol="0">
              <a:spAutoFit/>
            </a:bodyPr>
            <a:lstStyle/>
            <a:p>
              <a:r>
                <a:rPr lang="en-US" dirty="0"/>
                <a:t>31</a:t>
              </a:r>
            </a:p>
          </p:txBody>
        </p:sp>
        <p:sp>
          <p:nvSpPr>
            <p:cNvPr id="267" name="TextBox 266"/>
            <p:cNvSpPr txBox="1"/>
            <p:nvPr/>
          </p:nvSpPr>
          <p:spPr>
            <a:xfrm>
              <a:off x="8001000" y="5029200"/>
              <a:ext cx="457200" cy="369332"/>
            </a:xfrm>
            <a:prstGeom prst="rect">
              <a:avLst/>
            </a:prstGeom>
            <a:noFill/>
          </p:spPr>
          <p:txBody>
            <a:bodyPr wrap="square" rtlCol="0">
              <a:spAutoFit/>
            </a:bodyPr>
            <a:lstStyle/>
            <a:p>
              <a:r>
                <a:rPr lang="en-US" dirty="0"/>
                <a:t>32</a:t>
              </a:r>
            </a:p>
          </p:txBody>
        </p:sp>
        <p:sp>
          <p:nvSpPr>
            <p:cNvPr id="268" name="TextBox 267"/>
            <p:cNvSpPr txBox="1"/>
            <p:nvPr/>
          </p:nvSpPr>
          <p:spPr>
            <a:xfrm>
              <a:off x="8534400" y="5040868"/>
              <a:ext cx="457200" cy="369332"/>
            </a:xfrm>
            <a:prstGeom prst="rect">
              <a:avLst/>
            </a:prstGeom>
            <a:noFill/>
          </p:spPr>
          <p:txBody>
            <a:bodyPr wrap="square" rtlCol="0">
              <a:spAutoFit/>
            </a:bodyPr>
            <a:lstStyle/>
            <a:p>
              <a:r>
                <a:rPr lang="en-US" dirty="0"/>
                <a:t>33</a:t>
              </a:r>
            </a:p>
          </p:txBody>
        </p:sp>
      </p:grpSp>
      <p:sp>
        <p:nvSpPr>
          <p:cNvPr id="269" name="Rectangle 268"/>
          <p:cNvSpPr/>
          <p:nvPr/>
        </p:nvSpPr>
        <p:spPr>
          <a:xfrm>
            <a:off x="609600" y="32004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&lt;1,0&gt;</a:t>
            </a:r>
          </a:p>
        </p:txBody>
      </p:sp>
      <p:sp>
        <p:nvSpPr>
          <p:cNvPr id="270" name="Rectangle 269"/>
          <p:cNvSpPr/>
          <p:nvPr/>
        </p:nvSpPr>
        <p:spPr>
          <a:xfrm>
            <a:off x="2895600" y="32004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&lt;1,1&gt;</a:t>
            </a:r>
          </a:p>
        </p:txBody>
      </p:sp>
      <p:sp>
        <p:nvSpPr>
          <p:cNvPr id="271" name="Rectangle 270"/>
          <p:cNvSpPr/>
          <p:nvPr/>
        </p:nvSpPr>
        <p:spPr>
          <a:xfrm>
            <a:off x="5105400" y="32004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&lt;1,2&gt;</a:t>
            </a:r>
          </a:p>
        </p:txBody>
      </p:sp>
      <p:sp>
        <p:nvSpPr>
          <p:cNvPr id="272" name="Rectangle 271"/>
          <p:cNvSpPr/>
          <p:nvPr/>
        </p:nvSpPr>
        <p:spPr>
          <a:xfrm>
            <a:off x="7391400" y="32004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&lt;1,3&gt;</a:t>
            </a:r>
          </a:p>
        </p:txBody>
      </p:sp>
      <p:cxnSp>
        <p:nvCxnSpPr>
          <p:cNvPr id="273" name="Straight Connector 272"/>
          <p:cNvCxnSpPr>
            <a:endCxn id="269" idx="2"/>
          </p:cNvCxnSpPr>
          <p:nvPr/>
        </p:nvCxnSpPr>
        <p:spPr>
          <a:xfrm rot="5400000" flipH="1" flipV="1">
            <a:off x="-266700" y="4381500"/>
            <a:ext cx="2057400" cy="76200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a:endCxn id="270" idx="2"/>
          </p:cNvCxnSpPr>
          <p:nvPr/>
        </p:nvCxnSpPr>
        <p:spPr>
          <a:xfrm rot="5400000" flipH="1" flipV="1">
            <a:off x="1143000" y="3505200"/>
            <a:ext cx="2057400" cy="2514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75" name="Straight Connector 274"/>
          <p:cNvCxnSpPr>
            <a:endCxn id="271" idx="2"/>
          </p:cNvCxnSpPr>
          <p:nvPr/>
        </p:nvCxnSpPr>
        <p:spPr>
          <a:xfrm rot="5400000" flipH="1" flipV="1">
            <a:off x="2514600" y="2667000"/>
            <a:ext cx="2057400" cy="4191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76" name="Straight Connector 275"/>
          <p:cNvCxnSpPr>
            <a:endCxn id="272" idx="2"/>
          </p:cNvCxnSpPr>
          <p:nvPr/>
        </p:nvCxnSpPr>
        <p:spPr>
          <a:xfrm rot="5400000" flipH="1" flipV="1">
            <a:off x="3924300" y="1790700"/>
            <a:ext cx="2057400" cy="594360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77" name="Straight Connector 276"/>
          <p:cNvCxnSpPr>
            <a:endCxn id="269" idx="2"/>
          </p:cNvCxnSpPr>
          <p:nvPr/>
        </p:nvCxnSpPr>
        <p:spPr>
          <a:xfrm rot="16200000" flipV="1">
            <a:off x="876300" y="4000500"/>
            <a:ext cx="2057400" cy="1524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78" name="Straight Connector 277"/>
          <p:cNvCxnSpPr>
            <a:endCxn id="270" idx="2"/>
          </p:cNvCxnSpPr>
          <p:nvPr/>
        </p:nvCxnSpPr>
        <p:spPr>
          <a:xfrm rot="5400000" flipH="1" flipV="1">
            <a:off x="2286000" y="4648200"/>
            <a:ext cx="2057400" cy="228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79" name="Straight Connector 278"/>
          <p:cNvCxnSpPr>
            <a:endCxn id="271" idx="2"/>
          </p:cNvCxnSpPr>
          <p:nvPr/>
        </p:nvCxnSpPr>
        <p:spPr>
          <a:xfrm rot="5400000" flipH="1" flipV="1">
            <a:off x="3657600" y="3810000"/>
            <a:ext cx="2057400" cy="1905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80" name="Straight Connector 279"/>
          <p:cNvCxnSpPr>
            <a:endCxn id="272" idx="2"/>
          </p:cNvCxnSpPr>
          <p:nvPr/>
        </p:nvCxnSpPr>
        <p:spPr>
          <a:xfrm rot="5400000" flipH="1" flipV="1">
            <a:off x="5067300" y="2933700"/>
            <a:ext cx="2057400" cy="3657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81" name="Straight Connector 280"/>
          <p:cNvCxnSpPr>
            <a:endCxn id="269" idx="2"/>
          </p:cNvCxnSpPr>
          <p:nvPr/>
        </p:nvCxnSpPr>
        <p:spPr>
          <a:xfrm rot="16200000" flipV="1">
            <a:off x="1981200" y="2895600"/>
            <a:ext cx="2057400" cy="373380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282" name="Straight Connector 281"/>
          <p:cNvCxnSpPr>
            <a:endCxn id="270" idx="2"/>
          </p:cNvCxnSpPr>
          <p:nvPr/>
        </p:nvCxnSpPr>
        <p:spPr>
          <a:xfrm rot="16200000" flipV="1">
            <a:off x="3390900" y="3771900"/>
            <a:ext cx="2057400" cy="1981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83" name="Straight Connector 282"/>
          <p:cNvCxnSpPr>
            <a:endCxn id="271" idx="2"/>
          </p:cNvCxnSpPr>
          <p:nvPr/>
        </p:nvCxnSpPr>
        <p:spPr>
          <a:xfrm rot="16200000" flipV="1">
            <a:off x="4762500" y="4610100"/>
            <a:ext cx="2057400" cy="304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84" name="Straight Connector 283"/>
          <p:cNvCxnSpPr>
            <a:endCxn id="272" idx="2"/>
          </p:cNvCxnSpPr>
          <p:nvPr/>
        </p:nvCxnSpPr>
        <p:spPr>
          <a:xfrm rot="5400000" flipH="1" flipV="1">
            <a:off x="6172200" y="4038600"/>
            <a:ext cx="2057400" cy="144780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285" name="Straight Connector 284"/>
          <p:cNvCxnSpPr>
            <a:endCxn id="269" idx="2"/>
          </p:cNvCxnSpPr>
          <p:nvPr/>
        </p:nvCxnSpPr>
        <p:spPr>
          <a:xfrm rot="16200000" flipV="1">
            <a:off x="3124200" y="1752600"/>
            <a:ext cx="2057400" cy="6019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86" name="Straight Connector 285"/>
          <p:cNvCxnSpPr>
            <a:endCxn id="270" idx="2"/>
          </p:cNvCxnSpPr>
          <p:nvPr/>
        </p:nvCxnSpPr>
        <p:spPr>
          <a:xfrm rot="16200000" flipV="1">
            <a:off x="4533900" y="2628900"/>
            <a:ext cx="2057400" cy="4267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p:cNvCxnSpPr>
            <a:endCxn id="271" idx="2"/>
          </p:cNvCxnSpPr>
          <p:nvPr/>
        </p:nvCxnSpPr>
        <p:spPr>
          <a:xfrm rot="16200000" flipV="1">
            <a:off x="5905500" y="3467100"/>
            <a:ext cx="2057400" cy="2590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88" name="Straight Connector 287"/>
          <p:cNvCxnSpPr>
            <a:endCxn id="272" idx="2"/>
          </p:cNvCxnSpPr>
          <p:nvPr/>
        </p:nvCxnSpPr>
        <p:spPr>
          <a:xfrm rot="16200000" flipV="1">
            <a:off x="7315200" y="4343400"/>
            <a:ext cx="2057400" cy="838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289" name="Rectangle 288"/>
          <p:cNvSpPr/>
          <p:nvPr/>
        </p:nvSpPr>
        <p:spPr>
          <a:xfrm>
            <a:off x="76200" y="4648200"/>
            <a:ext cx="2209800" cy="1752600"/>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0" name="Rectangle 289"/>
          <p:cNvSpPr/>
          <p:nvPr/>
        </p:nvSpPr>
        <p:spPr>
          <a:xfrm>
            <a:off x="2362200" y="4648200"/>
            <a:ext cx="2133600" cy="1752600"/>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1" name="Rectangle 290"/>
          <p:cNvSpPr/>
          <p:nvPr/>
        </p:nvSpPr>
        <p:spPr>
          <a:xfrm>
            <a:off x="4572000" y="4648200"/>
            <a:ext cx="2209800" cy="1752600"/>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2" name="Rectangle 291"/>
          <p:cNvSpPr/>
          <p:nvPr/>
        </p:nvSpPr>
        <p:spPr>
          <a:xfrm>
            <a:off x="6858000" y="4648200"/>
            <a:ext cx="2209800" cy="1752600"/>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4" name="Rectangle 293"/>
          <p:cNvSpPr/>
          <p:nvPr/>
        </p:nvSpPr>
        <p:spPr>
          <a:xfrm>
            <a:off x="0" y="2743200"/>
            <a:ext cx="9144000" cy="3810000"/>
          </a:xfrm>
          <a:prstGeom prst="rect">
            <a:avLst/>
          </a:prstGeom>
          <a:noFill/>
          <a:ln w="12700">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296" name="Straight Connector 295"/>
          <p:cNvCxnSpPr>
            <a:stCxn id="215" idx="0"/>
            <a:endCxn id="269" idx="2"/>
          </p:cNvCxnSpPr>
          <p:nvPr/>
        </p:nvCxnSpPr>
        <p:spPr>
          <a:xfrm rot="5400000" flipH="1" flipV="1">
            <a:off x="-266700" y="4381500"/>
            <a:ext cx="2057400" cy="762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p:cNvCxnSpPr>
            <a:stCxn id="243" idx="0"/>
            <a:endCxn id="269" idx="2"/>
          </p:cNvCxnSpPr>
          <p:nvPr/>
        </p:nvCxnSpPr>
        <p:spPr>
          <a:xfrm rot="16200000" flipV="1">
            <a:off x="1981200" y="2895600"/>
            <a:ext cx="2057400" cy="3733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02" name="Straight Connector 301"/>
          <p:cNvCxnSpPr>
            <a:stCxn id="215" idx="0"/>
            <a:endCxn id="214" idx="2"/>
          </p:cNvCxnSpPr>
          <p:nvPr/>
        </p:nvCxnSpPr>
        <p:spPr>
          <a:xfrm rot="5400000" flipH="1" flipV="1">
            <a:off x="495300" y="5143500"/>
            <a:ext cx="533400" cy="762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05" name="Straight Connector 304"/>
          <p:cNvCxnSpPr>
            <a:stCxn id="218" idx="0"/>
            <a:endCxn id="214" idx="2"/>
          </p:cNvCxnSpPr>
          <p:nvPr/>
        </p:nvCxnSpPr>
        <p:spPr>
          <a:xfrm rot="16200000" flipV="1">
            <a:off x="1295400" y="5105400"/>
            <a:ext cx="533400" cy="838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08" name="Straight Connector 307"/>
          <p:cNvCxnSpPr>
            <a:stCxn id="218" idx="0"/>
            <a:endCxn id="272" idx="2"/>
          </p:cNvCxnSpPr>
          <p:nvPr/>
        </p:nvCxnSpPr>
        <p:spPr>
          <a:xfrm rot="5400000" flipH="1" flipV="1">
            <a:off x="3924300" y="1790700"/>
            <a:ext cx="2057400" cy="5943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11" name="Straight Connector 310"/>
          <p:cNvCxnSpPr>
            <a:stCxn id="246" idx="0"/>
            <a:endCxn id="272" idx="2"/>
          </p:cNvCxnSpPr>
          <p:nvPr/>
        </p:nvCxnSpPr>
        <p:spPr>
          <a:xfrm rot="5400000" flipH="1" flipV="1">
            <a:off x="6172200" y="4038600"/>
            <a:ext cx="2057400" cy="1447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14" name="Straight Connector 313"/>
          <p:cNvCxnSpPr>
            <a:stCxn id="246" idx="0"/>
            <a:endCxn id="242" idx="2"/>
          </p:cNvCxnSpPr>
          <p:nvPr/>
        </p:nvCxnSpPr>
        <p:spPr>
          <a:xfrm rot="16200000" flipV="1">
            <a:off x="5791200" y="5105400"/>
            <a:ext cx="533400" cy="838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17" name="Straight Connector 316"/>
          <p:cNvCxnSpPr>
            <a:stCxn id="243" idx="0"/>
            <a:endCxn id="242" idx="2"/>
          </p:cNvCxnSpPr>
          <p:nvPr/>
        </p:nvCxnSpPr>
        <p:spPr>
          <a:xfrm rot="5400000" flipH="1" flipV="1">
            <a:off x="4991100" y="5143500"/>
            <a:ext cx="533400" cy="762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91" name="Slide Number Placeholder 90"/>
          <p:cNvSpPr>
            <a:spLocks noGrp="1"/>
          </p:cNvSpPr>
          <p:nvPr>
            <p:ph type="sldNum" sz="quarter" idx="12"/>
          </p:nvPr>
        </p:nvSpPr>
        <p:spPr/>
        <p:txBody>
          <a:bodyPr/>
          <a:lstStyle/>
          <a:p>
            <a:fld id="{B6F15528-21DE-4FAA-801E-634DDDAF4B2B}" type="slidenum">
              <a:rPr lang="en-US" smtClean="0"/>
              <a:pPr/>
              <a:t>97</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73"/>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81"/>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7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4"/>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25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24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Speedup for one-to-several traffic</a:t>
            </a:r>
          </a:p>
        </p:txBody>
      </p:sp>
      <p:sp>
        <p:nvSpPr>
          <p:cNvPr id="3" name="Content Placeholder 2"/>
          <p:cNvSpPr>
            <a:spLocks noGrp="1"/>
          </p:cNvSpPr>
          <p:nvPr>
            <p:ph idx="1"/>
          </p:nvPr>
        </p:nvSpPr>
        <p:spPr>
          <a:xfrm>
            <a:off x="457200" y="1371601"/>
            <a:ext cx="8229600" cy="685799"/>
          </a:xfrm>
        </p:spPr>
        <p:txBody>
          <a:bodyPr>
            <a:normAutofit fontScale="92500" lnSpcReduction="20000"/>
          </a:bodyPr>
          <a:lstStyle/>
          <a:p>
            <a:r>
              <a:rPr lang="en-US" sz="2400" b="1" cap="small" dirty="0"/>
              <a:t>Theorem</a:t>
            </a:r>
            <a:r>
              <a:rPr lang="en-US" sz="2400" b="1" dirty="0"/>
              <a:t> 3</a:t>
            </a:r>
            <a:r>
              <a:rPr lang="en-US" sz="2400" dirty="0"/>
              <a:t>. Server A and a set of servers {</a:t>
            </a:r>
            <a:r>
              <a:rPr lang="en-US" sz="2400" i="1" dirty="0" err="1"/>
              <a:t>d</a:t>
            </a:r>
            <a:r>
              <a:rPr lang="en-US" sz="1700" i="1" dirty="0" err="1"/>
              <a:t>i</a:t>
            </a:r>
            <a:r>
              <a:rPr lang="en-US" sz="2400" dirty="0" err="1"/>
              <a:t>|</a:t>
            </a:r>
            <a:r>
              <a:rPr lang="en-US" sz="2400" i="1" dirty="0" err="1"/>
              <a:t>d</a:t>
            </a:r>
            <a:r>
              <a:rPr lang="en-US" sz="1700" i="1" dirty="0" err="1"/>
              <a:t>i</a:t>
            </a:r>
            <a:r>
              <a:rPr lang="en-US" sz="2400" dirty="0"/>
              <a:t> is A’s level-</a:t>
            </a:r>
            <a:r>
              <a:rPr lang="en-US" sz="2400" i="1" dirty="0" err="1"/>
              <a:t>i</a:t>
            </a:r>
            <a:r>
              <a:rPr lang="en-US" sz="2400" dirty="0"/>
              <a:t> neighbor} form an edge disjoint </a:t>
            </a:r>
            <a:r>
              <a:rPr lang="en-US" sz="2400" i="1" dirty="0">
                <a:solidFill>
                  <a:srgbClr val="00B050"/>
                </a:solidFill>
              </a:rPr>
              <a:t>complete graph </a:t>
            </a:r>
            <a:r>
              <a:rPr lang="en-US" sz="2400" dirty="0"/>
              <a:t>of diameter 2</a:t>
            </a:r>
          </a:p>
        </p:txBody>
      </p:sp>
      <p:sp>
        <p:nvSpPr>
          <p:cNvPr id="238" name="Rectangle 237"/>
          <p:cNvSpPr/>
          <p:nvPr/>
        </p:nvSpPr>
        <p:spPr>
          <a:xfrm>
            <a:off x="609600" y="41910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&lt;0,0&gt;</a:t>
            </a:r>
          </a:p>
        </p:txBody>
      </p:sp>
      <p:sp>
        <p:nvSpPr>
          <p:cNvPr id="239" name="Oval 238"/>
          <p:cNvSpPr/>
          <p:nvPr/>
        </p:nvSpPr>
        <p:spPr>
          <a:xfrm>
            <a:off x="152400" y="5257800"/>
            <a:ext cx="457200" cy="4572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sz="1050" dirty="0"/>
          </a:p>
        </p:txBody>
      </p:sp>
      <p:sp>
        <p:nvSpPr>
          <p:cNvPr id="240" name="Oval 239"/>
          <p:cNvSpPr/>
          <p:nvPr/>
        </p:nvSpPr>
        <p:spPr>
          <a:xfrm>
            <a:off x="685800" y="52578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1" name="Oval 240"/>
          <p:cNvSpPr/>
          <p:nvPr/>
        </p:nvSpPr>
        <p:spPr>
          <a:xfrm>
            <a:off x="1219200" y="52578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42" name="Oval 241"/>
          <p:cNvSpPr/>
          <p:nvPr/>
        </p:nvSpPr>
        <p:spPr>
          <a:xfrm>
            <a:off x="1752600" y="5257800"/>
            <a:ext cx="457200" cy="4572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243" name="Straight Connector 242"/>
          <p:cNvCxnSpPr>
            <a:stCxn id="239" idx="0"/>
            <a:endCxn id="238" idx="2"/>
          </p:cNvCxnSpPr>
          <p:nvPr/>
        </p:nvCxnSpPr>
        <p:spPr>
          <a:xfrm rot="5400000" flipH="1" flipV="1">
            <a:off x="495300" y="4610100"/>
            <a:ext cx="533400" cy="762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44" name="Straight Connector 243"/>
          <p:cNvCxnSpPr>
            <a:stCxn id="240" idx="0"/>
            <a:endCxn id="238" idx="2"/>
          </p:cNvCxnSpPr>
          <p:nvPr/>
        </p:nvCxnSpPr>
        <p:spPr>
          <a:xfrm rot="5400000" flipH="1" flipV="1">
            <a:off x="762000" y="4876800"/>
            <a:ext cx="533400" cy="228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45" name="Straight Connector 244"/>
          <p:cNvCxnSpPr>
            <a:stCxn id="241" idx="0"/>
            <a:endCxn id="238" idx="2"/>
          </p:cNvCxnSpPr>
          <p:nvPr/>
        </p:nvCxnSpPr>
        <p:spPr>
          <a:xfrm rot="16200000" flipV="1">
            <a:off x="1028700" y="4838700"/>
            <a:ext cx="533400" cy="304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46" name="Straight Connector 245"/>
          <p:cNvCxnSpPr>
            <a:stCxn id="242" idx="0"/>
            <a:endCxn id="238" idx="2"/>
          </p:cNvCxnSpPr>
          <p:nvPr/>
        </p:nvCxnSpPr>
        <p:spPr>
          <a:xfrm rot="16200000" flipV="1">
            <a:off x="1295400" y="4572000"/>
            <a:ext cx="533400" cy="838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247" name="TextBox 246"/>
          <p:cNvSpPr txBox="1"/>
          <p:nvPr/>
        </p:nvSpPr>
        <p:spPr>
          <a:xfrm>
            <a:off x="152400" y="5334000"/>
            <a:ext cx="457200" cy="369332"/>
          </a:xfrm>
          <a:prstGeom prst="rect">
            <a:avLst/>
          </a:prstGeom>
          <a:noFill/>
        </p:spPr>
        <p:txBody>
          <a:bodyPr wrap="square" rtlCol="0">
            <a:spAutoFit/>
          </a:bodyPr>
          <a:lstStyle/>
          <a:p>
            <a:r>
              <a:rPr lang="en-US" dirty="0"/>
              <a:t>00</a:t>
            </a:r>
          </a:p>
        </p:txBody>
      </p:sp>
      <p:sp>
        <p:nvSpPr>
          <p:cNvPr id="248" name="TextBox 247"/>
          <p:cNvSpPr txBox="1"/>
          <p:nvPr/>
        </p:nvSpPr>
        <p:spPr>
          <a:xfrm>
            <a:off x="685800" y="5334000"/>
            <a:ext cx="457200" cy="369332"/>
          </a:xfrm>
          <a:prstGeom prst="rect">
            <a:avLst/>
          </a:prstGeom>
          <a:noFill/>
        </p:spPr>
        <p:txBody>
          <a:bodyPr wrap="square" rtlCol="0">
            <a:spAutoFit/>
          </a:bodyPr>
          <a:lstStyle/>
          <a:p>
            <a:r>
              <a:rPr lang="en-US" dirty="0"/>
              <a:t>01</a:t>
            </a:r>
          </a:p>
        </p:txBody>
      </p:sp>
      <p:sp>
        <p:nvSpPr>
          <p:cNvPr id="249" name="TextBox 248"/>
          <p:cNvSpPr txBox="1"/>
          <p:nvPr/>
        </p:nvSpPr>
        <p:spPr>
          <a:xfrm>
            <a:off x="1219200" y="5334000"/>
            <a:ext cx="457200" cy="369332"/>
          </a:xfrm>
          <a:prstGeom prst="rect">
            <a:avLst/>
          </a:prstGeom>
          <a:noFill/>
        </p:spPr>
        <p:txBody>
          <a:bodyPr wrap="square" rtlCol="0">
            <a:spAutoFit/>
          </a:bodyPr>
          <a:lstStyle/>
          <a:p>
            <a:r>
              <a:rPr lang="en-US" dirty="0"/>
              <a:t>02</a:t>
            </a:r>
          </a:p>
        </p:txBody>
      </p:sp>
      <p:sp>
        <p:nvSpPr>
          <p:cNvPr id="250" name="TextBox 249"/>
          <p:cNvSpPr txBox="1"/>
          <p:nvPr/>
        </p:nvSpPr>
        <p:spPr>
          <a:xfrm>
            <a:off x="1752600" y="5345668"/>
            <a:ext cx="457200" cy="369332"/>
          </a:xfrm>
          <a:prstGeom prst="rect">
            <a:avLst/>
          </a:prstGeom>
          <a:noFill/>
        </p:spPr>
        <p:txBody>
          <a:bodyPr wrap="square" rtlCol="0">
            <a:spAutoFit/>
          </a:bodyPr>
          <a:lstStyle/>
          <a:p>
            <a:r>
              <a:rPr lang="en-US" dirty="0"/>
              <a:t>03</a:t>
            </a:r>
          </a:p>
        </p:txBody>
      </p:sp>
      <p:sp>
        <p:nvSpPr>
          <p:cNvPr id="252" name="Rectangle 251"/>
          <p:cNvSpPr/>
          <p:nvPr/>
        </p:nvSpPr>
        <p:spPr>
          <a:xfrm>
            <a:off x="2895600" y="41910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&lt;0,1&gt;</a:t>
            </a:r>
          </a:p>
        </p:txBody>
      </p:sp>
      <p:sp>
        <p:nvSpPr>
          <p:cNvPr id="253" name="Oval 252"/>
          <p:cNvSpPr/>
          <p:nvPr/>
        </p:nvSpPr>
        <p:spPr>
          <a:xfrm>
            <a:off x="2438400" y="52578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050" dirty="0"/>
          </a:p>
        </p:txBody>
      </p:sp>
      <p:sp>
        <p:nvSpPr>
          <p:cNvPr id="254" name="Oval 253"/>
          <p:cNvSpPr/>
          <p:nvPr/>
        </p:nvSpPr>
        <p:spPr>
          <a:xfrm>
            <a:off x="2971800" y="52578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5" name="Oval 254"/>
          <p:cNvSpPr/>
          <p:nvPr/>
        </p:nvSpPr>
        <p:spPr>
          <a:xfrm>
            <a:off x="3505200" y="52578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56" name="Oval 255"/>
          <p:cNvSpPr/>
          <p:nvPr/>
        </p:nvSpPr>
        <p:spPr>
          <a:xfrm>
            <a:off x="4038600" y="52578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57" name="Straight Connector 256"/>
          <p:cNvCxnSpPr>
            <a:stCxn id="253" idx="0"/>
            <a:endCxn id="252" idx="2"/>
          </p:cNvCxnSpPr>
          <p:nvPr/>
        </p:nvCxnSpPr>
        <p:spPr>
          <a:xfrm rot="5400000" flipH="1" flipV="1">
            <a:off x="2781300" y="4610100"/>
            <a:ext cx="533400" cy="762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58" name="Straight Connector 257"/>
          <p:cNvCxnSpPr>
            <a:stCxn id="254" idx="0"/>
            <a:endCxn id="252" idx="2"/>
          </p:cNvCxnSpPr>
          <p:nvPr/>
        </p:nvCxnSpPr>
        <p:spPr>
          <a:xfrm rot="5400000" flipH="1" flipV="1">
            <a:off x="3048000" y="4876800"/>
            <a:ext cx="533400" cy="228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59" name="Straight Connector 258"/>
          <p:cNvCxnSpPr>
            <a:stCxn id="255" idx="0"/>
            <a:endCxn id="252" idx="2"/>
          </p:cNvCxnSpPr>
          <p:nvPr/>
        </p:nvCxnSpPr>
        <p:spPr>
          <a:xfrm rot="16200000" flipV="1">
            <a:off x="3314700" y="4838700"/>
            <a:ext cx="533400" cy="304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60" name="Straight Connector 259"/>
          <p:cNvCxnSpPr>
            <a:stCxn id="256" idx="0"/>
            <a:endCxn id="252" idx="2"/>
          </p:cNvCxnSpPr>
          <p:nvPr/>
        </p:nvCxnSpPr>
        <p:spPr>
          <a:xfrm rot="16200000" flipV="1">
            <a:off x="3581400" y="4572000"/>
            <a:ext cx="533400" cy="838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261" name="TextBox 260"/>
          <p:cNvSpPr txBox="1"/>
          <p:nvPr/>
        </p:nvSpPr>
        <p:spPr>
          <a:xfrm>
            <a:off x="2438400" y="5334000"/>
            <a:ext cx="457200" cy="369332"/>
          </a:xfrm>
          <a:prstGeom prst="rect">
            <a:avLst/>
          </a:prstGeom>
          <a:noFill/>
        </p:spPr>
        <p:txBody>
          <a:bodyPr wrap="square" rtlCol="0">
            <a:spAutoFit/>
          </a:bodyPr>
          <a:lstStyle/>
          <a:p>
            <a:r>
              <a:rPr lang="en-US" dirty="0"/>
              <a:t>10</a:t>
            </a:r>
          </a:p>
        </p:txBody>
      </p:sp>
      <p:sp>
        <p:nvSpPr>
          <p:cNvPr id="262" name="TextBox 261"/>
          <p:cNvSpPr txBox="1"/>
          <p:nvPr/>
        </p:nvSpPr>
        <p:spPr>
          <a:xfrm>
            <a:off x="2971800" y="5334000"/>
            <a:ext cx="457200" cy="369332"/>
          </a:xfrm>
          <a:prstGeom prst="rect">
            <a:avLst/>
          </a:prstGeom>
          <a:noFill/>
        </p:spPr>
        <p:txBody>
          <a:bodyPr wrap="square" rtlCol="0">
            <a:spAutoFit/>
          </a:bodyPr>
          <a:lstStyle/>
          <a:p>
            <a:r>
              <a:rPr lang="en-US" dirty="0"/>
              <a:t>11</a:t>
            </a:r>
          </a:p>
        </p:txBody>
      </p:sp>
      <p:sp>
        <p:nvSpPr>
          <p:cNvPr id="263" name="TextBox 262"/>
          <p:cNvSpPr txBox="1"/>
          <p:nvPr/>
        </p:nvSpPr>
        <p:spPr>
          <a:xfrm>
            <a:off x="3505200" y="5334000"/>
            <a:ext cx="457200" cy="369332"/>
          </a:xfrm>
          <a:prstGeom prst="rect">
            <a:avLst/>
          </a:prstGeom>
          <a:noFill/>
        </p:spPr>
        <p:txBody>
          <a:bodyPr wrap="square" rtlCol="0">
            <a:spAutoFit/>
          </a:bodyPr>
          <a:lstStyle/>
          <a:p>
            <a:r>
              <a:rPr lang="en-US" dirty="0"/>
              <a:t>12</a:t>
            </a:r>
          </a:p>
        </p:txBody>
      </p:sp>
      <p:sp>
        <p:nvSpPr>
          <p:cNvPr id="264" name="TextBox 263"/>
          <p:cNvSpPr txBox="1"/>
          <p:nvPr/>
        </p:nvSpPr>
        <p:spPr>
          <a:xfrm>
            <a:off x="4038600" y="5345668"/>
            <a:ext cx="457200" cy="369332"/>
          </a:xfrm>
          <a:prstGeom prst="rect">
            <a:avLst/>
          </a:prstGeom>
          <a:noFill/>
        </p:spPr>
        <p:txBody>
          <a:bodyPr wrap="square" rtlCol="0">
            <a:spAutoFit/>
          </a:bodyPr>
          <a:lstStyle/>
          <a:p>
            <a:r>
              <a:rPr lang="en-US" dirty="0"/>
              <a:t>13</a:t>
            </a:r>
          </a:p>
        </p:txBody>
      </p:sp>
      <p:sp>
        <p:nvSpPr>
          <p:cNvPr id="266" name="Rectangle 265"/>
          <p:cNvSpPr/>
          <p:nvPr/>
        </p:nvSpPr>
        <p:spPr>
          <a:xfrm>
            <a:off x="5105400" y="41910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&lt;0,2&gt;</a:t>
            </a:r>
          </a:p>
        </p:txBody>
      </p:sp>
      <p:sp>
        <p:nvSpPr>
          <p:cNvPr id="267" name="Oval 266"/>
          <p:cNvSpPr/>
          <p:nvPr/>
        </p:nvSpPr>
        <p:spPr>
          <a:xfrm>
            <a:off x="4648200" y="52578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050" dirty="0"/>
          </a:p>
        </p:txBody>
      </p:sp>
      <p:sp>
        <p:nvSpPr>
          <p:cNvPr id="268" name="Oval 267"/>
          <p:cNvSpPr/>
          <p:nvPr/>
        </p:nvSpPr>
        <p:spPr>
          <a:xfrm>
            <a:off x="5181600" y="52578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69" name="Oval 268"/>
          <p:cNvSpPr/>
          <p:nvPr/>
        </p:nvSpPr>
        <p:spPr>
          <a:xfrm>
            <a:off x="5715000" y="52578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70" name="Oval 269"/>
          <p:cNvSpPr/>
          <p:nvPr/>
        </p:nvSpPr>
        <p:spPr>
          <a:xfrm>
            <a:off x="6248400" y="5257800"/>
            <a:ext cx="457200" cy="4572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cxnSp>
        <p:nvCxnSpPr>
          <p:cNvPr id="271" name="Straight Connector 270"/>
          <p:cNvCxnSpPr>
            <a:stCxn id="267" idx="0"/>
            <a:endCxn id="266" idx="2"/>
          </p:cNvCxnSpPr>
          <p:nvPr/>
        </p:nvCxnSpPr>
        <p:spPr>
          <a:xfrm rot="5400000" flipH="1" flipV="1">
            <a:off x="4991100" y="4610100"/>
            <a:ext cx="533400" cy="762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72" name="Straight Connector 271"/>
          <p:cNvCxnSpPr>
            <a:stCxn id="268" idx="0"/>
            <a:endCxn id="266" idx="2"/>
          </p:cNvCxnSpPr>
          <p:nvPr/>
        </p:nvCxnSpPr>
        <p:spPr>
          <a:xfrm rot="5400000" flipH="1" flipV="1">
            <a:off x="5257800" y="4876800"/>
            <a:ext cx="533400" cy="228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73" name="Straight Connector 272"/>
          <p:cNvCxnSpPr>
            <a:stCxn id="269" idx="0"/>
            <a:endCxn id="266" idx="2"/>
          </p:cNvCxnSpPr>
          <p:nvPr/>
        </p:nvCxnSpPr>
        <p:spPr>
          <a:xfrm rot="16200000" flipV="1">
            <a:off x="5524500" y="4838700"/>
            <a:ext cx="533400" cy="304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74" name="Straight Connector 273"/>
          <p:cNvCxnSpPr>
            <a:stCxn id="270" idx="0"/>
            <a:endCxn id="266" idx="2"/>
          </p:cNvCxnSpPr>
          <p:nvPr/>
        </p:nvCxnSpPr>
        <p:spPr>
          <a:xfrm rot="16200000" flipV="1">
            <a:off x="5791200" y="4572000"/>
            <a:ext cx="533400" cy="838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275" name="TextBox 274"/>
          <p:cNvSpPr txBox="1"/>
          <p:nvPr/>
        </p:nvSpPr>
        <p:spPr>
          <a:xfrm>
            <a:off x="4648200" y="5334000"/>
            <a:ext cx="457200" cy="369332"/>
          </a:xfrm>
          <a:prstGeom prst="rect">
            <a:avLst/>
          </a:prstGeom>
          <a:noFill/>
        </p:spPr>
        <p:txBody>
          <a:bodyPr wrap="square" rtlCol="0">
            <a:spAutoFit/>
          </a:bodyPr>
          <a:lstStyle/>
          <a:p>
            <a:r>
              <a:rPr lang="en-US" dirty="0"/>
              <a:t>20</a:t>
            </a:r>
          </a:p>
        </p:txBody>
      </p:sp>
      <p:sp>
        <p:nvSpPr>
          <p:cNvPr id="276" name="TextBox 275"/>
          <p:cNvSpPr txBox="1"/>
          <p:nvPr/>
        </p:nvSpPr>
        <p:spPr>
          <a:xfrm>
            <a:off x="5181600" y="5334000"/>
            <a:ext cx="457200" cy="369332"/>
          </a:xfrm>
          <a:prstGeom prst="rect">
            <a:avLst/>
          </a:prstGeom>
          <a:noFill/>
        </p:spPr>
        <p:txBody>
          <a:bodyPr wrap="square" rtlCol="0">
            <a:spAutoFit/>
          </a:bodyPr>
          <a:lstStyle/>
          <a:p>
            <a:r>
              <a:rPr lang="en-US" dirty="0"/>
              <a:t>21</a:t>
            </a:r>
          </a:p>
        </p:txBody>
      </p:sp>
      <p:sp>
        <p:nvSpPr>
          <p:cNvPr id="277" name="TextBox 276"/>
          <p:cNvSpPr txBox="1"/>
          <p:nvPr/>
        </p:nvSpPr>
        <p:spPr>
          <a:xfrm>
            <a:off x="5715000" y="5334000"/>
            <a:ext cx="457200" cy="369332"/>
          </a:xfrm>
          <a:prstGeom prst="rect">
            <a:avLst/>
          </a:prstGeom>
          <a:noFill/>
        </p:spPr>
        <p:txBody>
          <a:bodyPr wrap="square" rtlCol="0">
            <a:spAutoFit/>
          </a:bodyPr>
          <a:lstStyle/>
          <a:p>
            <a:r>
              <a:rPr lang="en-US" dirty="0"/>
              <a:t>22</a:t>
            </a:r>
          </a:p>
        </p:txBody>
      </p:sp>
      <p:sp>
        <p:nvSpPr>
          <p:cNvPr id="278" name="TextBox 277"/>
          <p:cNvSpPr txBox="1"/>
          <p:nvPr/>
        </p:nvSpPr>
        <p:spPr>
          <a:xfrm>
            <a:off x="6248400" y="5345668"/>
            <a:ext cx="457200" cy="369332"/>
          </a:xfrm>
          <a:prstGeom prst="rect">
            <a:avLst/>
          </a:prstGeom>
          <a:noFill/>
        </p:spPr>
        <p:txBody>
          <a:bodyPr wrap="square" rtlCol="0">
            <a:spAutoFit/>
          </a:bodyPr>
          <a:lstStyle/>
          <a:p>
            <a:r>
              <a:rPr lang="en-US" dirty="0"/>
              <a:t>23</a:t>
            </a:r>
          </a:p>
        </p:txBody>
      </p:sp>
      <p:grpSp>
        <p:nvGrpSpPr>
          <p:cNvPr id="4" name="Group 110"/>
          <p:cNvGrpSpPr/>
          <p:nvPr/>
        </p:nvGrpSpPr>
        <p:grpSpPr>
          <a:xfrm>
            <a:off x="6934200" y="4191000"/>
            <a:ext cx="2057400" cy="1524000"/>
            <a:chOff x="6934200" y="3886200"/>
            <a:chExt cx="2057400" cy="1524000"/>
          </a:xfrm>
        </p:grpSpPr>
        <p:sp>
          <p:nvSpPr>
            <p:cNvPr id="280" name="Rectangle 279"/>
            <p:cNvSpPr/>
            <p:nvPr/>
          </p:nvSpPr>
          <p:spPr>
            <a:xfrm>
              <a:off x="7391400" y="38862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&lt;0,3&gt;</a:t>
              </a:r>
            </a:p>
          </p:txBody>
        </p:sp>
        <p:sp>
          <p:nvSpPr>
            <p:cNvPr id="281" name="Oval 280"/>
            <p:cNvSpPr/>
            <p:nvPr/>
          </p:nvSpPr>
          <p:spPr>
            <a:xfrm>
              <a:off x="69342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050" dirty="0"/>
            </a:p>
          </p:txBody>
        </p:sp>
        <p:sp>
          <p:nvSpPr>
            <p:cNvPr id="282" name="Oval 281"/>
            <p:cNvSpPr/>
            <p:nvPr/>
          </p:nvSpPr>
          <p:spPr>
            <a:xfrm>
              <a:off x="74676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3" name="Oval 282"/>
            <p:cNvSpPr/>
            <p:nvPr/>
          </p:nvSpPr>
          <p:spPr>
            <a:xfrm>
              <a:off x="80010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84" name="Oval 283"/>
            <p:cNvSpPr/>
            <p:nvPr/>
          </p:nvSpPr>
          <p:spPr>
            <a:xfrm>
              <a:off x="85344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285" name="Straight Connector 284"/>
            <p:cNvCxnSpPr>
              <a:stCxn id="281" idx="0"/>
              <a:endCxn id="280" idx="2"/>
            </p:cNvCxnSpPr>
            <p:nvPr/>
          </p:nvCxnSpPr>
          <p:spPr>
            <a:xfrm rot="5400000" flipH="1" flipV="1">
              <a:off x="7277100" y="4305300"/>
              <a:ext cx="533400" cy="762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86" name="Straight Connector 285"/>
            <p:cNvCxnSpPr>
              <a:stCxn id="282" idx="0"/>
              <a:endCxn id="280" idx="2"/>
            </p:cNvCxnSpPr>
            <p:nvPr/>
          </p:nvCxnSpPr>
          <p:spPr>
            <a:xfrm rot="5400000" flipH="1" flipV="1">
              <a:off x="7543800" y="4572000"/>
              <a:ext cx="533400" cy="228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87" name="Straight Connector 286"/>
            <p:cNvCxnSpPr>
              <a:stCxn id="283" idx="0"/>
              <a:endCxn id="280" idx="2"/>
            </p:cNvCxnSpPr>
            <p:nvPr/>
          </p:nvCxnSpPr>
          <p:spPr>
            <a:xfrm rot="16200000" flipV="1">
              <a:off x="7810500" y="4533900"/>
              <a:ext cx="533400" cy="304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88" name="Straight Connector 287"/>
            <p:cNvCxnSpPr>
              <a:stCxn id="284" idx="0"/>
              <a:endCxn id="280" idx="2"/>
            </p:cNvCxnSpPr>
            <p:nvPr/>
          </p:nvCxnSpPr>
          <p:spPr>
            <a:xfrm rot="16200000" flipV="1">
              <a:off x="8077200" y="4267200"/>
              <a:ext cx="533400" cy="838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289" name="TextBox 288"/>
            <p:cNvSpPr txBox="1"/>
            <p:nvPr/>
          </p:nvSpPr>
          <p:spPr>
            <a:xfrm>
              <a:off x="6934200" y="5029200"/>
              <a:ext cx="457200" cy="369332"/>
            </a:xfrm>
            <a:prstGeom prst="rect">
              <a:avLst/>
            </a:prstGeom>
            <a:noFill/>
          </p:spPr>
          <p:txBody>
            <a:bodyPr wrap="square" rtlCol="0">
              <a:spAutoFit/>
            </a:bodyPr>
            <a:lstStyle/>
            <a:p>
              <a:r>
                <a:rPr lang="en-US" dirty="0"/>
                <a:t>30</a:t>
              </a:r>
            </a:p>
          </p:txBody>
        </p:sp>
        <p:sp>
          <p:nvSpPr>
            <p:cNvPr id="290" name="TextBox 289"/>
            <p:cNvSpPr txBox="1"/>
            <p:nvPr/>
          </p:nvSpPr>
          <p:spPr>
            <a:xfrm>
              <a:off x="7467600" y="5029200"/>
              <a:ext cx="457200" cy="369332"/>
            </a:xfrm>
            <a:prstGeom prst="rect">
              <a:avLst/>
            </a:prstGeom>
            <a:noFill/>
          </p:spPr>
          <p:txBody>
            <a:bodyPr wrap="square" rtlCol="0">
              <a:spAutoFit/>
            </a:bodyPr>
            <a:lstStyle/>
            <a:p>
              <a:r>
                <a:rPr lang="en-US" dirty="0"/>
                <a:t>31</a:t>
              </a:r>
            </a:p>
          </p:txBody>
        </p:sp>
        <p:sp>
          <p:nvSpPr>
            <p:cNvPr id="291" name="TextBox 290"/>
            <p:cNvSpPr txBox="1"/>
            <p:nvPr/>
          </p:nvSpPr>
          <p:spPr>
            <a:xfrm>
              <a:off x="8001000" y="5029200"/>
              <a:ext cx="457200" cy="369332"/>
            </a:xfrm>
            <a:prstGeom prst="rect">
              <a:avLst/>
            </a:prstGeom>
            <a:noFill/>
          </p:spPr>
          <p:txBody>
            <a:bodyPr wrap="square" rtlCol="0">
              <a:spAutoFit/>
            </a:bodyPr>
            <a:lstStyle/>
            <a:p>
              <a:r>
                <a:rPr lang="en-US" dirty="0"/>
                <a:t>32</a:t>
              </a:r>
            </a:p>
          </p:txBody>
        </p:sp>
        <p:sp>
          <p:nvSpPr>
            <p:cNvPr id="292" name="TextBox 291"/>
            <p:cNvSpPr txBox="1"/>
            <p:nvPr/>
          </p:nvSpPr>
          <p:spPr>
            <a:xfrm>
              <a:off x="8534400" y="5040868"/>
              <a:ext cx="457200" cy="369332"/>
            </a:xfrm>
            <a:prstGeom prst="rect">
              <a:avLst/>
            </a:prstGeom>
            <a:noFill/>
          </p:spPr>
          <p:txBody>
            <a:bodyPr wrap="square" rtlCol="0">
              <a:spAutoFit/>
            </a:bodyPr>
            <a:lstStyle/>
            <a:p>
              <a:r>
                <a:rPr lang="en-US" dirty="0"/>
                <a:t>33</a:t>
              </a:r>
            </a:p>
          </p:txBody>
        </p:sp>
      </p:grpSp>
      <p:sp>
        <p:nvSpPr>
          <p:cNvPr id="293" name="Rectangle 292"/>
          <p:cNvSpPr/>
          <p:nvPr/>
        </p:nvSpPr>
        <p:spPr>
          <a:xfrm>
            <a:off x="609600" y="26670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&lt;1,0&gt;</a:t>
            </a:r>
          </a:p>
        </p:txBody>
      </p:sp>
      <p:sp>
        <p:nvSpPr>
          <p:cNvPr id="294" name="Rectangle 293"/>
          <p:cNvSpPr/>
          <p:nvPr/>
        </p:nvSpPr>
        <p:spPr>
          <a:xfrm>
            <a:off x="2895600" y="26670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&lt;1,1&gt;</a:t>
            </a:r>
          </a:p>
        </p:txBody>
      </p:sp>
      <p:sp>
        <p:nvSpPr>
          <p:cNvPr id="295" name="Rectangle 294"/>
          <p:cNvSpPr/>
          <p:nvPr/>
        </p:nvSpPr>
        <p:spPr>
          <a:xfrm>
            <a:off x="5105400" y="26670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&lt;1,2&gt;</a:t>
            </a:r>
          </a:p>
        </p:txBody>
      </p:sp>
      <p:sp>
        <p:nvSpPr>
          <p:cNvPr id="296" name="Rectangle 295"/>
          <p:cNvSpPr/>
          <p:nvPr/>
        </p:nvSpPr>
        <p:spPr>
          <a:xfrm>
            <a:off x="7391400" y="26670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&lt;1,3&gt;</a:t>
            </a:r>
          </a:p>
        </p:txBody>
      </p:sp>
      <p:cxnSp>
        <p:nvCxnSpPr>
          <p:cNvPr id="297" name="Straight Connector 296"/>
          <p:cNvCxnSpPr>
            <a:endCxn id="293" idx="2"/>
          </p:cNvCxnSpPr>
          <p:nvPr/>
        </p:nvCxnSpPr>
        <p:spPr>
          <a:xfrm rot="5400000" flipH="1" flipV="1">
            <a:off x="-266700" y="3848100"/>
            <a:ext cx="2057400" cy="762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98" name="Straight Connector 297"/>
          <p:cNvCxnSpPr>
            <a:endCxn id="294" idx="2"/>
          </p:cNvCxnSpPr>
          <p:nvPr/>
        </p:nvCxnSpPr>
        <p:spPr>
          <a:xfrm rot="5400000" flipH="1" flipV="1">
            <a:off x="1143000" y="2971800"/>
            <a:ext cx="2057400" cy="2514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99" name="Straight Connector 298"/>
          <p:cNvCxnSpPr>
            <a:endCxn id="295" idx="2"/>
          </p:cNvCxnSpPr>
          <p:nvPr/>
        </p:nvCxnSpPr>
        <p:spPr>
          <a:xfrm rot="5400000" flipH="1" flipV="1">
            <a:off x="2514600" y="2133600"/>
            <a:ext cx="2057400" cy="4191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00" name="Straight Connector 299"/>
          <p:cNvCxnSpPr>
            <a:endCxn id="296" idx="2"/>
          </p:cNvCxnSpPr>
          <p:nvPr/>
        </p:nvCxnSpPr>
        <p:spPr>
          <a:xfrm rot="5400000" flipH="1" flipV="1">
            <a:off x="3924300" y="1257300"/>
            <a:ext cx="2057400" cy="5943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01" name="Straight Connector 300"/>
          <p:cNvCxnSpPr>
            <a:endCxn id="293" idx="2"/>
          </p:cNvCxnSpPr>
          <p:nvPr/>
        </p:nvCxnSpPr>
        <p:spPr>
          <a:xfrm rot="16200000" flipV="1">
            <a:off x="876300" y="3467100"/>
            <a:ext cx="2057400" cy="1524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02" name="Straight Connector 301"/>
          <p:cNvCxnSpPr>
            <a:endCxn id="294" idx="2"/>
          </p:cNvCxnSpPr>
          <p:nvPr/>
        </p:nvCxnSpPr>
        <p:spPr>
          <a:xfrm rot="5400000" flipH="1" flipV="1">
            <a:off x="2286000" y="4114800"/>
            <a:ext cx="2057400" cy="228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03" name="Straight Connector 302"/>
          <p:cNvCxnSpPr>
            <a:endCxn id="295" idx="2"/>
          </p:cNvCxnSpPr>
          <p:nvPr/>
        </p:nvCxnSpPr>
        <p:spPr>
          <a:xfrm rot="5400000" flipH="1" flipV="1">
            <a:off x="3657600" y="3276600"/>
            <a:ext cx="2057400" cy="1905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04" name="Straight Connector 303"/>
          <p:cNvCxnSpPr>
            <a:endCxn id="296" idx="2"/>
          </p:cNvCxnSpPr>
          <p:nvPr/>
        </p:nvCxnSpPr>
        <p:spPr>
          <a:xfrm rot="5400000" flipH="1" flipV="1">
            <a:off x="5067300" y="2400300"/>
            <a:ext cx="2057400" cy="3657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05" name="Straight Connector 304"/>
          <p:cNvCxnSpPr>
            <a:endCxn id="293" idx="2"/>
          </p:cNvCxnSpPr>
          <p:nvPr/>
        </p:nvCxnSpPr>
        <p:spPr>
          <a:xfrm rot="16200000" flipV="1">
            <a:off x="1981200" y="2362200"/>
            <a:ext cx="2057400" cy="3733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06" name="Straight Connector 305"/>
          <p:cNvCxnSpPr>
            <a:endCxn id="294" idx="2"/>
          </p:cNvCxnSpPr>
          <p:nvPr/>
        </p:nvCxnSpPr>
        <p:spPr>
          <a:xfrm rot="16200000" flipV="1">
            <a:off x="3390900" y="3238500"/>
            <a:ext cx="2057400" cy="1981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07" name="Straight Connector 306"/>
          <p:cNvCxnSpPr>
            <a:endCxn id="295" idx="2"/>
          </p:cNvCxnSpPr>
          <p:nvPr/>
        </p:nvCxnSpPr>
        <p:spPr>
          <a:xfrm rot="16200000" flipV="1">
            <a:off x="4762500" y="4076700"/>
            <a:ext cx="2057400" cy="304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08" name="Straight Connector 307"/>
          <p:cNvCxnSpPr>
            <a:endCxn id="296" idx="2"/>
          </p:cNvCxnSpPr>
          <p:nvPr/>
        </p:nvCxnSpPr>
        <p:spPr>
          <a:xfrm rot="5400000" flipH="1" flipV="1">
            <a:off x="6172200" y="3505200"/>
            <a:ext cx="2057400" cy="1447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09" name="Straight Connector 308"/>
          <p:cNvCxnSpPr>
            <a:endCxn id="293" idx="2"/>
          </p:cNvCxnSpPr>
          <p:nvPr/>
        </p:nvCxnSpPr>
        <p:spPr>
          <a:xfrm rot="16200000" flipV="1">
            <a:off x="3124200" y="1219200"/>
            <a:ext cx="2057400" cy="6019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10" name="Straight Connector 309"/>
          <p:cNvCxnSpPr>
            <a:endCxn id="294" idx="2"/>
          </p:cNvCxnSpPr>
          <p:nvPr/>
        </p:nvCxnSpPr>
        <p:spPr>
          <a:xfrm rot="16200000" flipV="1">
            <a:off x="4533900" y="2095500"/>
            <a:ext cx="2057400" cy="4267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11" name="Straight Connector 310"/>
          <p:cNvCxnSpPr>
            <a:endCxn id="295" idx="2"/>
          </p:cNvCxnSpPr>
          <p:nvPr/>
        </p:nvCxnSpPr>
        <p:spPr>
          <a:xfrm rot="16200000" flipV="1">
            <a:off x="5905500" y="2933700"/>
            <a:ext cx="2057400" cy="2590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12" name="Straight Connector 311"/>
          <p:cNvCxnSpPr>
            <a:endCxn id="296" idx="2"/>
          </p:cNvCxnSpPr>
          <p:nvPr/>
        </p:nvCxnSpPr>
        <p:spPr>
          <a:xfrm rot="16200000" flipV="1">
            <a:off x="7315200" y="3810000"/>
            <a:ext cx="2057400" cy="838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313" name="Rectangle 312"/>
          <p:cNvSpPr/>
          <p:nvPr/>
        </p:nvSpPr>
        <p:spPr>
          <a:xfrm>
            <a:off x="76200" y="4114800"/>
            <a:ext cx="2209800" cy="1752600"/>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Rectangle 313"/>
          <p:cNvSpPr/>
          <p:nvPr/>
        </p:nvSpPr>
        <p:spPr>
          <a:xfrm>
            <a:off x="2362200" y="4114800"/>
            <a:ext cx="2133600" cy="1752600"/>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5" name="Rectangle 314"/>
          <p:cNvSpPr/>
          <p:nvPr/>
        </p:nvSpPr>
        <p:spPr>
          <a:xfrm>
            <a:off x="4572000" y="4114800"/>
            <a:ext cx="2209800" cy="1752600"/>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6" name="Rectangle 315"/>
          <p:cNvSpPr/>
          <p:nvPr/>
        </p:nvSpPr>
        <p:spPr>
          <a:xfrm>
            <a:off x="6858000" y="4114800"/>
            <a:ext cx="2209800" cy="1752600"/>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0" name="Rectangle 319"/>
          <p:cNvSpPr/>
          <p:nvPr/>
        </p:nvSpPr>
        <p:spPr>
          <a:xfrm>
            <a:off x="152400" y="5943600"/>
            <a:ext cx="457200" cy="304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P1</a:t>
            </a:r>
          </a:p>
        </p:txBody>
      </p:sp>
      <p:sp>
        <p:nvSpPr>
          <p:cNvPr id="321" name="Rectangle 320"/>
          <p:cNvSpPr/>
          <p:nvPr/>
        </p:nvSpPr>
        <p:spPr>
          <a:xfrm>
            <a:off x="1752600" y="6248400"/>
            <a:ext cx="457200" cy="304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P2</a:t>
            </a:r>
          </a:p>
        </p:txBody>
      </p:sp>
      <p:sp>
        <p:nvSpPr>
          <p:cNvPr id="322" name="Rectangle 321"/>
          <p:cNvSpPr/>
          <p:nvPr/>
        </p:nvSpPr>
        <p:spPr>
          <a:xfrm>
            <a:off x="1752600" y="5943600"/>
            <a:ext cx="457200" cy="304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P1</a:t>
            </a:r>
          </a:p>
        </p:txBody>
      </p:sp>
      <p:sp>
        <p:nvSpPr>
          <p:cNvPr id="323" name="Rectangle 322"/>
          <p:cNvSpPr/>
          <p:nvPr/>
        </p:nvSpPr>
        <p:spPr>
          <a:xfrm>
            <a:off x="6248400" y="5943600"/>
            <a:ext cx="457200" cy="304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P2</a:t>
            </a:r>
          </a:p>
        </p:txBody>
      </p:sp>
      <p:sp>
        <p:nvSpPr>
          <p:cNvPr id="324" name="Rectangle 323"/>
          <p:cNvSpPr/>
          <p:nvPr/>
        </p:nvSpPr>
        <p:spPr>
          <a:xfrm>
            <a:off x="1752600" y="5943600"/>
            <a:ext cx="457200" cy="304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P1</a:t>
            </a:r>
          </a:p>
        </p:txBody>
      </p:sp>
      <p:sp>
        <p:nvSpPr>
          <p:cNvPr id="325" name="Rectangle 324"/>
          <p:cNvSpPr/>
          <p:nvPr/>
        </p:nvSpPr>
        <p:spPr>
          <a:xfrm>
            <a:off x="1752600" y="6248400"/>
            <a:ext cx="457200" cy="304800"/>
          </a:xfrm>
          <a:prstGeom prst="rect">
            <a:avLst/>
          </a:prstGeom>
        </p:spPr>
        <p:style>
          <a:lnRef idx="2">
            <a:schemeClr val="dk1"/>
          </a:lnRef>
          <a:fillRef idx="1">
            <a:schemeClr val="lt1"/>
          </a:fillRef>
          <a:effectRef idx="0">
            <a:schemeClr val="dk1"/>
          </a:effectRef>
          <a:fontRef idx="minor">
            <a:schemeClr val="dk1"/>
          </a:fontRef>
        </p:style>
        <p:txBody>
          <a:bodyPr rtlCol="0" anchor="ctr"/>
          <a:lstStyle/>
          <a:p>
            <a:pPr algn="ctr"/>
            <a:r>
              <a:rPr lang="en-US" dirty="0"/>
              <a:t>P2</a:t>
            </a:r>
          </a:p>
        </p:txBody>
      </p:sp>
      <p:grpSp>
        <p:nvGrpSpPr>
          <p:cNvPr id="5" name="Group 98"/>
          <p:cNvGrpSpPr/>
          <p:nvPr/>
        </p:nvGrpSpPr>
        <p:grpSpPr>
          <a:xfrm>
            <a:off x="381000" y="3200400"/>
            <a:ext cx="6096000" cy="2057400"/>
            <a:chOff x="381000" y="3200400"/>
            <a:chExt cx="6096000" cy="2057400"/>
          </a:xfrm>
        </p:grpSpPr>
        <p:cxnSp>
          <p:nvCxnSpPr>
            <p:cNvPr id="328" name="Straight Arrow Connector 327"/>
            <p:cNvCxnSpPr/>
            <p:nvPr/>
          </p:nvCxnSpPr>
          <p:spPr>
            <a:xfrm rot="10800000">
              <a:off x="1143000" y="4724400"/>
              <a:ext cx="838200" cy="533400"/>
            </a:xfrm>
            <a:prstGeom prst="straightConnector1">
              <a:avLst/>
            </a:prstGeom>
            <a:ln w="1905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330" name="Straight Arrow Connector 329"/>
            <p:cNvCxnSpPr>
              <a:stCxn id="238" idx="2"/>
              <a:endCxn id="239" idx="0"/>
            </p:cNvCxnSpPr>
            <p:nvPr/>
          </p:nvCxnSpPr>
          <p:spPr>
            <a:xfrm rot="5400000">
              <a:off x="495300" y="4610100"/>
              <a:ext cx="533400" cy="762000"/>
            </a:xfrm>
            <a:prstGeom prst="straightConnector1">
              <a:avLst/>
            </a:prstGeom>
            <a:ln w="1905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333" name="Straight Arrow Connector 332"/>
            <p:cNvCxnSpPr>
              <a:stCxn id="266" idx="2"/>
              <a:endCxn id="270" idx="0"/>
            </p:cNvCxnSpPr>
            <p:nvPr/>
          </p:nvCxnSpPr>
          <p:spPr>
            <a:xfrm rot="16200000" flipH="1">
              <a:off x="5791200" y="4572000"/>
              <a:ext cx="533400" cy="838200"/>
            </a:xfrm>
            <a:prstGeom prst="straightConnector1">
              <a:avLst/>
            </a:prstGeom>
            <a:ln w="1905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334" name="Straight Arrow Connector 333"/>
            <p:cNvCxnSpPr>
              <a:stCxn id="267" idx="0"/>
              <a:endCxn id="266" idx="2"/>
            </p:cNvCxnSpPr>
            <p:nvPr/>
          </p:nvCxnSpPr>
          <p:spPr>
            <a:xfrm rot="5400000" flipH="1" flipV="1">
              <a:off x="4991100" y="4610100"/>
              <a:ext cx="533400" cy="762000"/>
            </a:xfrm>
            <a:prstGeom prst="straightConnector1">
              <a:avLst/>
            </a:prstGeom>
            <a:ln w="1905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335" name="Straight Arrow Connector 334"/>
            <p:cNvCxnSpPr/>
            <p:nvPr/>
          </p:nvCxnSpPr>
          <p:spPr>
            <a:xfrm rot="16200000" flipH="1">
              <a:off x="1981200" y="2362200"/>
              <a:ext cx="2057400" cy="3733800"/>
            </a:xfrm>
            <a:prstGeom prst="straightConnector1">
              <a:avLst/>
            </a:prstGeom>
            <a:ln w="19050">
              <a:solidFill>
                <a:srgbClr val="00B050"/>
              </a:solidFill>
              <a:tailEnd type="arrow"/>
            </a:ln>
          </p:spPr>
          <p:style>
            <a:lnRef idx="1">
              <a:schemeClr val="accent1"/>
            </a:lnRef>
            <a:fillRef idx="0">
              <a:schemeClr val="accent1"/>
            </a:fillRef>
            <a:effectRef idx="0">
              <a:schemeClr val="accent1"/>
            </a:effectRef>
            <a:fontRef idx="minor">
              <a:schemeClr val="tx1"/>
            </a:fontRef>
          </p:style>
        </p:cxnSp>
        <p:cxnSp>
          <p:nvCxnSpPr>
            <p:cNvPr id="336" name="Straight Arrow Connector 335"/>
            <p:cNvCxnSpPr>
              <a:stCxn id="239" idx="0"/>
              <a:endCxn id="293" idx="2"/>
            </p:cNvCxnSpPr>
            <p:nvPr/>
          </p:nvCxnSpPr>
          <p:spPr>
            <a:xfrm rot="5400000" flipH="1" flipV="1">
              <a:off x="-266700" y="3848100"/>
              <a:ext cx="2057400" cy="762000"/>
            </a:xfrm>
            <a:prstGeom prst="straightConnector1">
              <a:avLst/>
            </a:prstGeom>
            <a:ln w="19050">
              <a:solidFill>
                <a:srgbClr val="00B050"/>
              </a:solidFill>
              <a:tailEnd type="arrow"/>
            </a:ln>
          </p:spPr>
          <p:style>
            <a:lnRef idx="1">
              <a:schemeClr val="accent1"/>
            </a:lnRef>
            <a:fillRef idx="0">
              <a:schemeClr val="accent1"/>
            </a:fillRef>
            <a:effectRef idx="0">
              <a:schemeClr val="accent1"/>
            </a:effectRef>
            <a:fontRef idx="minor">
              <a:schemeClr val="tx1"/>
            </a:fontRef>
          </p:style>
        </p:cxnSp>
      </p:grpSp>
      <p:grpSp>
        <p:nvGrpSpPr>
          <p:cNvPr id="6" name="Group 99"/>
          <p:cNvGrpSpPr/>
          <p:nvPr/>
        </p:nvGrpSpPr>
        <p:grpSpPr>
          <a:xfrm>
            <a:off x="542646" y="3200400"/>
            <a:ext cx="7382154" cy="2124355"/>
            <a:chOff x="542646" y="3200400"/>
            <a:chExt cx="7382154" cy="2124355"/>
          </a:xfrm>
        </p:grpSpPr>
        <p:cxnSp>
          <p:nvCxnSpPr>
            <p:cNvPr id="337" name="Straight Arrow Connector 336"/>
            <p:cNvCxnSpPr>
              <a:stCxn id="296" idx="2"/>
              <a:endCxn id="270" idx="0"/>
            </p:cNvCxnSpPr>
            <p:nvPr/>
          </p:nvCxnSpPr>
          <p:spPr>
            <a:xfrm rot="5400000">
              <a:off x="6172200" y="3505200"/>
              <a:ext cx="2057400" cy="144780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338" name="Straight Arrow Connector 337"/>
            <p:cNvCxnSpPr>
              <a:stCxn id="242" idx="0"/>
              <a:endCxn id="296" idx="2"/>
            </p:cNvCxnSpPr>
            <p:nvPr/>
          </p:nvCxnSpPr>
          <p:spPr>
            <a:xfrm rot="5400000" flipH="1" flipV="1">
              <a:off x="3924300" y="1257300"/>
              <a:ext cx="2057400" cy="594360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339" name="Straight Arrow Connector 338"/>
            <p:cNvCxnSpPr>
              <a:endCxn id="239" idx="7"/>
            </p:cNvCxnSpPr>
            <p:nvPr/>
          </p:nvCxnSpPr>
          <p:spPr>
            <a:xfrm rot="5400000">
              <a:off x="-143154" y="3886200"/>
              <a:ext cx="2124355" cy="752755"/>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340" name="Straight Arrow Connector 339"/>
            <p:cNvCxnSpPr>
              <a:stCxn id="270" idx="0"/>
            </p:cNvCxnSpPr>
            <p:nvPr/>
          </p:nvCxnSpPr>
          <p:spPr>
            <a:xfrm rot="16200000" flipV="1">
              <a:off x="5905500" y="4686300"/>
              <a:ext cx="533400" cy="609600"/>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359" name="Straight Arrow Connector 358"/>
            <p:cNvCxnSpPr>
              <a:stCxn id="267" idx="7"/>
            </p:cNvCxnSpPr>
            <p:nvPr/>
          </p:nvCxnSpPr>
          <p:spPr>
            <a:xfrm rot="16200000" flipV="1">
              <a:off x="2104746" y="2391055"/>
              <a:ext cx="2124355" cy="3743045"/>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cxnSp>
          <p:nvCxnSpPr>
            <p:cNvPr id="360" name="Straight Arrow Connector 359"/>
            <p:cNvCxnSpPr>
              <a:endCxn id="267" idx="7"/>
            </p:cNvCxnSpPr>
            <p:nvPr/>
          </p:nvCxnSpPr>
          <p:spPr>
            <a:xfrm rot="10800000" flipV="1">
              <a:off x="5038446" y="4724399"/>
              <a:ext cx="828955" cy="600355"/>
            </a:xfrm>
            <a:prstGeom prst="straightConnector1">
              <a:avLst/>
            </a:prstGeom>
            <a:ln w="19050">
              <a:solidFill>
                <a:srgbClr val="C00000"/>
              </a:solidFill>
              <a:tailEnd type="arrow"/>
            </a:ln>
          </p:spPr>
          <p:style>
            <a:lnRef idx="1">
              <a:schemeClr val="accent1"/>
            </a:lnRef>
            <a:fillRef idx="0">
              <a:schemeClr val="accent1"/>
            </a:fillRef>
            <a:effectRef idx="0">
              <a:schemeClr val="accent1"/>
            </a:effectRef>
            <a:fontRef idx="minor">
              <a:schemeClr val="tx1"/>
            </a:fontRef>
          </p:style>
        </p:cxnSp>
      </p:grpSp>
      <p:sp>
        <p:nvSpPr>
          <p:cNvPr id="101" name="Slide Number Placeholder 100"/>
          <p:cNvSpPr>
            <a:spLocks noGrp="1"/>
          </p:cNvSpPr>
          <p:nvPr>
            <p:ph type="sldNum" sz="quarter" idx="12"/>
          </p:nvPr>
        </p:nvSpPr>
        <p:spPr/>
        <p:txBody>
          <a:bodyPr/>
          <a:lstStyle/>
          <a:p>
            <a:fld id="{B6F15528-21DE-4FAA-801E-634DDDAF4B2B}" type="slidenum">
              <a:rPr lang="en-US" smtClean="0"/>
              <a:pPr/>
              <a:t>98</a:t>
            </a:fld>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0" presetClass="path" presetSubtype="0" accel="50000" decel="50000" fill="hold" grpId="0" nodeType="clickEffect">
                                  <p:stCondLst>
                                    <p:cond delay="0"/>
                                  </p:stCondLst>
                                  <p:childTnLst>
                                    <p:animMotion origin="layout" path="M 3.33333E-6 -1.11111E-6 L 3.33333E-6 -0.12315 L -0.09115 -0.19861 L -0.17327 -0.12153 L -0.17327 0.00139 " pathEditMode="relative" ptsTypes="AAAAA">
                                      <p:cBhvr>
                                        <p:cTn id="12" dur="2000" fill="hold"/>
                                        <p:tgtEl>
                                          <p:spTgt spid="322"/>
                                        </p:tgtEl>
                                        <p:attrNameLst>
                                          <p:attrName>ppt_x</p:attrName>
                                          <p:attrName>ppt_y</p:attrName>
                                        </p:attrNameLst>
                                      </p:cBhvr>
                                    </p:animMotion>
                                  </p:childTnLst>
                                </p:cTn>
                              </p:par>
                              <p:par>
                                <p:cTn id="13" presetID="0" presetClass="path" presetSubtype="0" accel="50000" decel="50000" fill="hold" grpId="0" nodeType="withEffect">
                                  <p:stCondLst>
                                    <p:cond delay="0"/>
                                  </p:stCondLst>
                                  <p:childTnLst>
                                    <p:animMotion origin="layout" path="M 3.33333E-6 -3.33333E-6 L -0.00226 -0.16898 L 0.64774 -0.46527 L 0.48993 -0.16296 L 0.48993 -0.04444 " pathEditMode="relative" ptsTypes="AAAAA">
                                      <p:cBhvr>
                                        <p:cTn id="14" dur="2000" fill="hold"/>
                                        <p:tgtEl>
                                          <p:spTgt spid="325"/>
                                        </p:tgtEl>
                                        <p:attrNameLst>
                                          <p:attrName>ppt_x</p:attrName>
                                          <p:attrName>ppt_y</p:attrName>
                                        </p:attrNameLst>
                                      </p:cBhvr>
                                    </p:animMotion>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1" nodeType="clickEffect">
                                  <p:stCondLst>
                                    <p:cond delay="0"/>
                                  </p:stCondLst>
                                  <p:childTnLst>
                                    <p:set>
                                      <p:cBhvr>
                                        <p:cTn id="18" dur="1" fill="hold">
                                          <p:stCondLst>
                                            <p:cond delay="0"/>
                                          </p:stCondLst>
                                        </p:cTn>
                                        <p:tgtEl>
                                          <p:spTgt spid="320"/>
                                        </p:tgtEl>
                                        <p:attrNameLst>
                                          <p:attrName>style.visibility</p:attrName>
                                        </p:attrNameLst>
                                      </p:cBhvr>
                                      <p:to>
                                        <p:strVal val="visible"/>
                                      </p:to>
                                    </p:set>
                                  </p:childTnLst>
                                </p:cTn>
                              </p:par>
                              <p:par>
                                <p:cTn id="19" presetID="1" presetClass="entr" presetSubtype="0" fill="hold" grpId="1" nodeType="withEffect">
                                  <p:stCondLst>
                                    <p:cond delay="0"/>
                                  </p:stCondLst>
                                  <p:childTnLst>
                                    <p:set>
                                      <p:cBhvr>
                                        <p:cTn id="20" dur="1" fill="hold">
                                          <p:stCondLst>
                                            <p:cond delay="0"/>
                                          </p:stCondLst>
                                        </p:cTn>
                                        <p:tgtEl>
                                          <p:spTgt spid="323"/>
                                        </p:tgtEl>
                                        <p:attrNameLst>
                                          <p:attrName>style.visibility</p:attrName>
                                        </p:attrNameLst>
                                      </p:cBhvr>
                                      <p:to>
                                        <p:strVal val="visible"/>
                                      </p:to>
                                    </p:set>
                                  </p:childTnLst>
                                </p:cTn>
                              </p:par>
                              <p:par>
                                <p:cTn id="21" presetID="0" presetClass="path" presetSubtype="0" accel="50000" decel="50000" fill="hold" grpId="0" nodeType="withEffect">
                                  <p:stCondLst>
                                    <p:cond delay="0"/>
                                  </p:stCondLst>
                                  <p:childTnLst>
                                    <p:animMotion origin="layout" path="M 0.00104 1.11111E-6 L 3.33333E-6 -0.11713 L 0.0033 -0.12894 L 0.08333 -0.42384 L 0.49218 -0.12454 L 0.57552 -0.20162 L 0.66441 -0.12593 L 0.66771 0.04143 " pathEditMode="relative" rAng="0" ptsTypes="AAAAAAAA">
                                      <p:cBhvr>
                                        <p:cTn id="22" dur="2000" fill="hold"/>
                                        <p:tgtEl>
                                          <p:spTgt spid="320"/>
                                        </p:tgtEl>
                                        <p:attrNameLst>
                                          <p:attrName>ppt_x</p:attrName>
                                          <p:attrName>ppt_y</p:attrName>
                                        </p:attrNameLst>
                                      </p:cBhvr>
                                      <p:rCtr x="33300" y="-19100"/>
                                    </p:animMotion>
                                  </p:childTnLst>
                                </p:cTn>
                              </p:par>
                              <p:par>
                                <p:cTn id="23" presetID="0" presetClass="path" presetSubtype="0" accel="50000" decel="50000" fill="hold" grpId="0" nodeType="withEffect">
                                  <p:stCondLst>
                                    <p:cond delay="0"/>
                                  </p:stCondLst>
                                  <p:childTnLst>
                                    <p:animMotion origin="layout" path="M 0.00209 1.11111E-6 L 0.00105 -0.12292 L -0.06232 -0.2 L -0.16215 -0.1081 L -0.56215 -0.42222 L -0.64774 -0.10949 L -0.66666 -0.08588 L -0.66441 0.04167 " pathEditMode="relative" rAng="0" ptsTypes="AAAAAAAA">
                                      <p:cBhvr>
                                        <p:cTn id="24" dur="2000" fill="hold"/>
                                        <p:tgtEl>
                                          <p:spTgt spid="323"/>
                                        </p:tgtEl>
                                        <p:attrNameLst>
                                          <p:attrName>ppt_x</p:attrName>
                                          <p:attrName>ppt_y</p:attrName>
                                        </p:attrNameLst>
                                      </p:cBhvr>
                                      <p:rCtr x="-33400" y="-19000"/>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0" grpId="0" animBg="1"/>
      <p:bldP spid="320" grpId="1" animBg="1"/>
      <p:bldP spid="322" grpId="0" animBg="1"/>
      <p:bldP spid="323" grpId="0" animBg="1"/>
      <p:bldP spid="323" grpId="1" animBg="1"/>
      <p:bldP spid="325" grpId="0" animBg="1"/>
    </p:bldLst>
  </p:timing>
</p:sld>
</file>

<file path=ppt/slides/slide99.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BCube Source Routing (BSR)</a:t>
            </a:r>
          </a:p>
        </p:txBody>
      </p:sp>
      <p:sp>
        <p:nvSpPr>
          <p:cNvPr id="3" name="Content Placeholder 2"/>
          <p:cNvSpPr>
            <a:spLocks noGrp="1"/>
          </p:cNvSpPr>
          <p:nvPr>
            <p:ph idx="1"/>
          </p:nvPr>
        </p:nvSpPr>
        <p:spPr/>
        <p:txBody>
          <a:bodyPr>
            <a:normAutofit/>
          </a:bodyPr>
          <a:lstStyle/>
          <a:p>
            <a:r>
              <a:rPr lang="en-US" dirty="0"/>
              <a:t>Server-centric source routing</a:t>
            </a:r>
          </a:p>
          <a:p>
            <a:pPr lvl="1"/>
            <a:r>
              <a:rPr lang="en-US" dirty="0"/>
              <a:t>Source server decides the best path for a flow by probing a set of parallel paths</a:t>
            </a:r>
          </a:p>
          <a:p>
            <a:pPr lvl="1"/>
            <a:r>
              <a:rPr lang="en-US" dirty="0"/>
              <a:t>Source server adapts to network condition by re-probing periodically or responding to failures</a:t>
            </a:r>
          </a:p>
          <a:p>
            <a:r>
              <a:rPr lang="en-US" dirty="0"/>
              <a:t>BSR design rationale </a:t>
            </a:r>
          </a:p>
          <a:p>
            <a:pPr lvl="1"/>
            <a:r>
              <a:rPr lang="en-US" dirty="0"/>
              <a:t>Network structural property</a:t>
            </a:r>
          </a:p>
          <a:p>
            <a:pPr lvl="1"/>
            <a:r>
              <a:rPr lang="en-US" dirty="0"/>
              <a:t>Scalability </a:t>
            </a:r>
          </a:p>
          <a:p>
            <a:pPr lvl="1"/>
            <a:r>
              <a:rPr lang="en-US" dirty="0"/>
              <a:t>Routing performance</a:t>
            </a:r>
          </a:p>
        </p:txBody>
      </p:sp>
      <p:sp>
        <p:nvSpPr>
          <p:cNvPr id="4" name="Slide Number Placeholder 3"/>
          <p:cNvSpPr>
            <a:spLocks noGrp="1"/>
          </p:cNvSpPr>
          <p:nvPr>
            <p:ph type="sldNum" sz="quarter" idx="12"/>
          </p:nvPr>
        </p:nvSpPr>
        <p:spPr/>
        <p:txBody>
          <a:bodyPr/>
          <a:lstStyle/>
          <a:p>
            <a:fld id="{B6F15528-21DE-4FAA-801E-634DDDAF4B2B}" type="slidenum">
              <a:rPr lang="en-US" smtClean="0"/>
              <a:pPr/>
              <a:t>99</a:t>
            </a:fld>
            <a:endParaRPr lang="en-US"/>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BCube</a:t>
            </a:r>
            <a:r>
              <a:rPr lang="en-US" dirty="0"/>
              <a:t> Source Routing</a:t>
            </a:r>
          </a:p>
        </p:txBody>
      </p:sp>
      <p:sp>
        <p:nvSpPr>
          <p:cNvPr id="3" name="Content Placeholder 2"/>
          <p:cNvSpPr>
            <a:spLocks noGrp="1"/>
          </p:cNvSpPr>
          <p:nvPr>
            <p:ph idx="1"/>
          </p:nvPr>
        </p:nvSpPr>
        <p:spPr>
          <a:xfrm>
            <a:off x="457200" y="1600200"/>
            <a:ext cx="8435280" cy="4686320"/>
          </a:xfrm>
        </p:spPr>
        <p:txBody>
          <a:bodyPr/>
          <a:lstStyle/>
          <a:p>
            <a:r>
              <a:rPr lang="en-US" dirty="0" err="1"/>
              <a:t>BCube</a:t>
            </a:r>
            <a:r>
              <a:rPr lang="en-US" dirty="0"/>
              <a:t> stores the complete path and a next hop index (NHI) in the header of every </a:t>
            </a:r>
            <a:r>
              <a:rPr lang="en-US" dirty="0" err="1"/>
              <a:t>BCube</a:t>
            </a:r>
            <a:r>
              <a:rPr lang="en-US" dirty="0"/>
              <a:t> packet. </a:t>
            </a:r>
          </a:p>
          <a:p>
            <a:r>
              <a:rPr lang="en-US" dirty="0"/>
              <a:t>Since neighboring servers in </a:t>
            </a:r>
            <a:r>
              <a:rPr lang="en-US" dirty="0" err="1"/>
              <a:t>BCube</a:t>
            </a:r>
            <a:r>
              <a:rPr lang="en-US" dirty="0"/>
              <a:t> differ in only one digit in their address - reduce the space needed for an intermediate server </a:t>
            </a:r>
          </a:p>
          <a:p>
            <a:endParaRPr lang="en-US" dirty="0"/>
          </a:p>
        </p:txBody>
      </p:sp>
      <p:sp>
        <p:nvSpPr>
          <p:cNvPr id="4" name="Date Placeholder 3"/>
          <p:cNvSpPr>
            <a:spLocks noGrp="1"/>
          </p:cNvSpPr>
          <p:nvPr>
            <p:ph type="dt" sz="half" idx="10"/>
          </p:nvPr>
        </p:nvSpPr>
        <p:spPr/>
        <p:txBody>
          <a:bodyPr/>
          <a:lstStyle/>
          <a:p>
            <a:fld id="{827ADB60-3E79-449A-88A8-D8CD2A903F4E}" type="datetime1">
              <a:rPr lang="zh-CN" altLang="en-US" smtClean="0"/>
              <a:pPr/>
              <a:t>2025/3/5</a:t>
            </a:fld>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pPr/>
              <a:t>100</a:t>
            </a:fld>
            <a:endParaRPr lang="zh-CN" altLang="en-US"/>
          </a:p>
        </p:txBody>
      </p:sp>
    </p:spTree>
    <p:extLst>
      <p:ext uri="{BB962C8B-B14F-4D97-AF65-F5344CB8AC3E}">
        <p14:creationId xmlns:p14="http://schemas.microsoft.com/office/powerpoint/2010/main" val="477171668"/>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28600"/>
            <a:ext cx="8229600" cy="1143000"/>
          </a:xfrm>
        </p:spPr>
        <p:txBody>
          <a:bodyPr>
            <a:normAutofit fontScale="90000"/>
          </a:bodyPr>
          <a:lstStyle/>
          <a:p>
            <a:r>
              <a:rPr lang="en-US" dirty="0"/>
              <a:t>Path compression and fast packet forwarding</a:t>
            </a:r>
          </a:p>
        </p:txBody>
      </p:sp>
      <p:sp>
        <p:nvSpPr>
          <p:cNvPr id="4" name="Rectangle 3"/>
          <p:cNvSpPr/>
          <p:nvPr/>
        </p:nvSpPr>
        <p:spPr>
          <a:xfrm>
            <a:off x="609600" y="43434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&lt;0,0&gt;</a:t>
            </a:r>
          </a:p>
        </p:txBody>
      </p:sp>
      <p:sp>
        <p:nvSpPr>
          <p:cNvPr id="5" name="Oval 4"/>
          <p:cNvSpPr/>
          <p:nvPr/>
        </p:nvSpPr>
        <p:spPr>
          <a:xfrm>
            <a:off x="152400" y="5410200"/>
            <a:ext cx="457200" cy="457200"/>
          </a:xfrm>
          <a:prstGeom prst="ellipse">
            <a:avLst/>
          </a:prstGeom>
          <a:ln>
            <a:solidFill>
              <a:schemeClr val="tx1"/>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sz="1050" dirty="0"/>
          </a:p>
        </p:txBody>
      </p:sp>
      <p:sp>
        <p:nvSpPr>
          <p:cNvPr id="6" name="Oval 5"/>
          <p:cNvSpPr/>
          <p:nvPr/>
        </p:nvSpPr>
        <p:spPr>
          <a:xfrm>
            <a:off x="685800" y="54102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7" name="Oval 6"/>
          <p:cNvSpPr/>
          <p:nvPr/>
        </p:nvSpPr>
        <p:spPr>
          <a:xfrm>
            <a:off x="1219200" y="5410200"/>
            <a:ext cx="457200" cy="457200"/>
          </a:xfrm>
          <a:prstGeom prst="ellipse">
            <a:avLst/>
          </a:prstGeom>
          <a:ln>
            <a:solidFill>
              <a:schemeClr val="tx1"/>
            </a:solid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8" name="Oval 7"/>
          <p:cNvSpPr/>
          <p:nvPr/>
        </p:nvSpPr>
        <p:spPr>
          <a:xfrm>
            <a:off x="1752600" y="54102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0" name="Straight Connector 9"/>
          <p:cNvCxnSpPr>
            <a:stCxn id="6" idx="0"/>
            <a:endCxn id="4" idx="2"/>
          </p:cNvCxnSpPr>
          <p:nvPr/>
        </p:nvCxnSpPr>
        <p:spPr>
          <a:xfrm rot="5400000" flipH="1" flipV="1">
            <a:off x="762000" y="5029200"/>
            <a:ext cx="533400" cy="228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1" name="Straight Connector 10"/>
          <p:cNvCxnSpPr>
            <a:stCxn id="7" idx="0"/>
            <a:endCxn id="4" idx="2"/>
          </p:cNvCxnSpPr>
          <p:nvPr/>
        </p:nvCxnSpPr>
        <p:spPr>
          <a:xfrm rot="16200000" flipV="1">
            <a:off x="1028700" y="4991100"/>
            <a:ext cx="533400" cy="30480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sp>
        <p:nvSpPr>
          <p:cNvPr id="13" name="TextBox 12"/>
          <p:cNvSpPr txBox="1"/>
          <p:nvPr/>
        </p:nvSpPr>
        <p:spPr>
          <a:xfrm>
            <a:off x="152400" y="5486400"/>
            <a:ext cx="457200" cy="369332"/>
          </a:xfrm>
          <a:prstGeom prst="rect">
            <a:avLst/>
          </a:prstGeom>
          <a:noFill/>
        </p:spPr>
        <p:txBody>
          <a:bodyPr wrap="square" rtlCol="0">
            <a:spAutoFit/>
          </a:bodyPr>
          <a:lstStyle/>
          <a:p>
            <a:r>
              <a:rPr lang="en-US" dirty="0"/>
              <a:t>00</a:t>
            </a:r>
          </a:p>
        </p:txBody>
      </p:sp>
      <p:sp>
        <p:nvSpPr>
          <p:cNvPr id="14" name="TextBox 13"/>
          <p:cNvSpPr txBox="1"/>
          <p:nvPr/>
        </p:nvSpPr>
        <p:spPr>
          <a:xfrm>
            <a:off x="685800" y="5486400"/>
            <a:ext cx="457200" cy="369332"/>
          </a:xfrm>
          <a:prstGeom prst="rect">
            <a:avLst/>
          </a:prstGeom>
          <a:noFill/>
        </p:spPr>
        <p:txBody>
          <a:bodyPr wrap="square" rtlCol="0">
            <a:spAutoFit/>
          </a:bodyPr>
          <a:lstStyle/>
          <a:p>
            <a:r>
              <a:rPr lang="en-US" dirty="0"/>
              <a:t>01</a:t>
            </a:r>
          </a:p>
        </p:txBody>
      </p:sp>
      <p:sp>
        <p:nvSpPr>
          <p:cNvPr id="15" name="TextBox 14"/>
          <p:cNvSpPr txBox="1"/>
          <p:nvPr/>
        </p:nvSpPr>
        <p:spPr>
          <a:xfrm>
            <a:off x="1219200" y="5486400"/>
            <a:ext cx="457200" cy="369332"/>
          </a:xfrm>
          <a:prstGeom prst="rect">
            <a:avLst/>
          </a:prstGeom>
          <a:noFill/>
        </p:spPr>
        <p:txBody>
          <a:bodyPr wrap="square" rtlCol="0">
            <a:spAutoFit/>
          </a:bodyPr>
          <a:lstStyle/>
          <a:p>
            <a:r>
              <a:rPr lang="en-US" dirty="0"/>
              <a:t>02</a:t>
            </a:r>
          </a:p>
        </p:txBody>
      </p:sp>
      <p:sp>
        <p:nvSpPr>
          <p:cNvPr id="16" name="TextBox 15"/>
          <p:cNvSpPr txBox="1"/>
          <p:nvPr/>
        </p:nvSpPr>
        <p:spPr>
          <a:xfrm>
            <a:off x="1752600" y="5498068"/>
            <a:ext cx="457200" cy="369332"/>
          </a:xfrm>
          <a:prstGeom prst="rect">
            <a:avLst/>
          </a:prstGeom>
          <a:noFill/>
        </p:spPr>
        <p:txBody>
          <a:bodyPr wrap="square" rtlCol="0">
            <a:spAutoFit/>
          </a:bodyPr>
          <a:lstStyle/>
          <a:p>
            <a:r>
              <a:rPr lang="en-US" dirty="0"/>
              <a:t>03</a:t>
            </a:r>
          </a:p>
        </p:txBody>
      </p:sp>
      <p:sp>
        <p:nvSpPr>
          <p:cNvPr id="17" name="Rectangle 16"/>
          <p:cNvSpPr/>
          <p:nvPr/>
        </p:nvSpPr>
        <p:spPr>
          <a:xfrm>
            <a:off x="2895600" y="43434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&lt;0,1&gt;</a:t>
            </a:r>
          </a:p>
        </p:txBody>
      </p:sp>
      <p:sp>
        <p:nvSpPr>
          <p:cNvPr id="18" name="Oval 17"/>
          <p:cNvSpPr/>
          <p:nvPr/>
        </p:nvSpPr>
        <p:spPr>
          <a:xfrm>
            <a:off x="2438400" y="54102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050" dirty="0"/>
          </a:p>
        </p:txBody>
      </p:sp>
      <p:sp>
        <p:nvSpPr>
          <p:cNvPr id="19" name="Oval 18"/>
          <p:cNvSpPr/>
          <p:nvPr/>
        </p:nvSpPr>
        <p:spPr>
          <a:xfrm>
            <a:off x="2971800" y="54102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0" name="Oval 19"/>
          <p:cNvSpPr/>
          <p:nvPr/>
        </p:nvSpPr>
        <p:spPr>
          <a:xfrm>
            <a:off x="3505200" y="54102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21" name="Oval 20"/>
          <p:cNvSpPr/>
          <p:nvPr/>
        </p:nvSpPr>
        <p:spPr>
          <a:xfrm>
            <a:off x="4038600" y="5410200"/>
            <a:ext cx="457200" cy="457200"/>
          </a:xfrm>
          <a:prstGeom prst="ellipse">
            <a:avLst/>
          </a:prstGeom>
          <a:ln>
            <a:solidFill>
              <a:schemeClr val="tx1"/>
            </a:solidFill>
          </a:ln>
        </p:spPr>
        <p:style>
          <a:lnRef idx="1">
            <a:schemeClr val="accent6"/>
          </a:lnRef>
          <a:fillRef idx="3">
            <a:schemeClr val="accent6"/>
          </a:fillRef>
          <a:effectRef idx="2">
            <a:schemeClr val="accent6"/>
          </a:effectRef>
          <a:fontRef idx="minor">
            <a:schemeClr val="lt1"/>
          </a:fontRef>
        </p:style>
        <p:txBody>
          <a:bodyPr rtlCol="0" anchor="ctr"/>
          <a:lstStyle/>
          <a:p>
            <a:pPr algn="ctr"/>
            <a:endParaRPr lang="en-US"/>
          </a:p>
        </p:txBody>
      </p:sp>
      <p:cxnSp>
        <p:nvCxnSpPr>
          <p:cNvPr id="23" name="Straight Connector 22"/>
          <p:cNvCxnSpPr>
            <a:stCxn id="19" idx="0"/>
            <a:endCxn id="17" idx="2"/>
          </p:cNvCxnSpPr>
          <p:nvPr/>
        </p:nvCxnSpPr>
        <p:spPr>
          <a:xfrm rot="5400000" flipH="1" flipV="1">
            <a:off x="3048000" y="5029200"/>
            <a:ext cx="533400" cy="228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24" name="Straight Connector 23"/>
          <p:cNvCxnSpPr>
            <a:stCxn id="20" idx="0"/>
            <a:endCxn id="17" idx="2"/>
          </p:cNvCxnSpPr>
          <p:nvPr/>
        </p:nvCxnSpPr>
        <p:spPr>
          <a:xfrm rot="16200000" flipV="1">
            <a:off x="3314700" y="4991100"/>
            <a:ext cx="533400" cy="304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26" name="TextBox 25"/>
          <p:cNvSpPr txBox="1"/>
          <p:nvPr/>
        </p:nvSpPr>
        <p:spPr>
          <a:xfrm>
            <a:off x="2438400" y="5486400"/>
            <a:ext cx="457200" cy="369332"/>
          </a:xfrm>
          <a:prstGeom prst="rect">
            <a:avLst/>
          </a:prstGeom>
          <a:noFill/>
        </p:spPr>
        <p:txBody>
          <a:bodyPr wrap="square" rtlCol="0">
            <a:spAutoFit/>
          </a:bodyPr>
          <a:lstStyle/>
          <a:p>
            <a:r>
              <a:rPr lang="en-US" dirty="0"/>
              <a:t>10</a:t>
            </a:r>
          </a:p>
        </p:txBody>
      </p:sp>
      <p:sp>
        <p:nvSpPr>
          <p:cNvPr id="27" name="TextBox 26"/>
          <p:cNvSpPr txBox="1"/>
          <p:nvPr/>
        </p:nvSpPr>
        <p:spPr>
          <a:xfrm>
            <a:off x="2971800" y="5486400"/>
            <a:ext cx="457200" cy="369332"/>
          </a:xfrm>
          <a:prstGeom prst="rect">
            <a:avLst/>
          </a:prstGeom>
          <a:noFill/>
        </p:spPr>
        <p:txBody>
          <a:bodyPr wrap="square" rtlCol="0">
            <a:spAutoFit/>
          </a:bodyPr>
          <a:lstStyle/>
          <a:p>
            <a:r>
              <a:rPr lang="en-US" dirty="0"/>
              <a:t>11</a:t>
            </a:r>
          </a:p>
        </p:txBody>
      </p:sp>
      <p:sp>
        <p:nvSpPr>
          <p:cNvPr id="28" name="TextBox 27"/>
          <p:cNvSpPr txBox="1"/>
          <p:nvPr/>
        </p:nvSpPr>
        <p:spPr>
          <a:xfrm>
            <a:off x="3505200" y="5486400"/>
            <a:ext cx="457200" cy="369332"/>
          </a:xfrm>
          <a:prstGeom prst="rect">
            <a:avLst/>
          </a:prstGeom>
          <a:noFill/>
        </p:spPr>
        <p:txBody>
          <a:bodyPr wrap="square" rtlCol="0">
            <a:spAutoFit/>
          </a:bodyPr>
          <a:lstStyle/>
          <a:p>
            <a:r>
              <a:rPr lang="en-US" dirty="0"/>
              <a:t>12</a:t>
            </a:r>
          </a:p>
        </p:txBody>
      </p:sp>
      <p:sp>
        <p:nvSpPr>
          <p:cNvPr id="29" name="TextBox 28"/>
          <p:cNvSpPr txBox="1"/>
          <p:nvPr/>
        </p:nvSpPr>
        <p:spPr>
          <a:xfrm>
            <a:off x="4038600" y="5498068"/>
            <a:ext cx="457200" cy="369332"/>
          </a:xfrm>
          <a:prstGeom prst="rect">
            <a:avLst/>
          </a:prstGeom>
          <a:noFill/>
        </p:spPr>
        <p:txBody>
          <a:bodyPr wrap="square" rtlCol="0">
            <a:spAutoFit/>
          </a:bodyPr>
          <a:lstStyle/>
          <a:p>
            <a:r>
              <a:rPr lang="en-US" dirty="0"/>
              <a:t>13</a:t>
            </a:r>
          </a:p>
        </p:txBody>
      </p:sp>
      <p:sp>
        <p:nvSpPr>
          <p:cNvPr id="31" name="Rectangle 30"/>
          <p:cNvSpPr/>
          <p:nvPr/>
        </p:nvSpPr>
        <p:spPr>
          <a:xfrm>
            <a:off x="5105400" y="43434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&lt;0,2&gt;</a:t>
            </a:r>
          </a:p>
        </p:txBody>
      </p:sp>
      <p:sp>
        <p:nvSpPr>
          <p:cNvPr id="32" name="Oval 31"/>
          <p:cNvSpPr/>
          <p:nvPr/>
        </p:nvSpPr>
        <p:spPr>
          <a:xfrm>
            <a:off x="4648200" y="54102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050" dirty="0"/>
          </a:p>
        </p:txBody>
      </p:sp>
      <p:sp>
        <p:nvSpPr>
          <p:cNvPr id="33" name="Oval 32"/>
          <p:cNvSpPr/>
          <p:nvPr/>
        </p:nvSpPr>
        <p:spPr>
          <a:xfrm>
            <a:off x="5181600" y="54102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34" name="Oval 33"/>
          <p:cNvSpPr/>
          <p:nvPr/>
        </p:nvSpPr>
        <p:spPr>
          <a:xfrm>
            <a:off x="5715000" y="5410200"/>
            <a:ext cx="457200" cy="457200"/>
          </a:xfrm>
          <a:prstGeom prst="ellipse">
            <a:avLst/>
          </a:prstGeom>
          <a:ln>
            <a:solidFill>
              <a:schemeClr val="tx1"/>
            </a:solid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sp>
        <p:nvSpPr>
          <p:cNvPr id="35" name="Oval 34"/>
          <p:cNvSpPr/>
          <p:nvPr/>
        </p:nvSpPr>
        <p:spPr>
          <a:xfrm>
            <a:off x="6248400" y="5410200"/>
            <a:ext cx="457200" cy="457200"/>
          </a:xfrm>
          <a:prstGeom prst="ellipse">
            <a:avLst/>
          </a:prstGeom>
          <a:ln>
            <a:solidFill>
              <a:schemeClr val="tx1"/>
            </a:solidFill>
          </a:ln>
        </p:spPr>
        <p:style>
          <a:lnRef idx="1">
            <a:schemeClr val="accent3"/>
          </a:lnRef>
          <a:fillRef idx="3">
            <a:schemeClr val="accent3"/>
          </a:fillRef>
          <a:effectRef idx="2">
            <a:schemeClr val="accent3"/>
          </a:effectRef>
          <a:fontRef idx="minor">
            <a:schemeClr val="lt1"/>
          </a:fontRef>
        </p:style>
        <p:txBody>
          <a:bodyPr rtlCol="0" anchor="ctr"/>
          <a:lstStyle/>
          <a:p>
            <a:pPr algn="ctr"/>
            <a:endParaRPr lang="en-US"/>
          </a:p>
        </p:txBody>
      </p:sp>
      <p:cxnSp>
        <p:nvCxnSpPr>
          <p:cNvPr id="36" name="Straight Connector 35"/>
          <p:cNvCxnSpPr>
            <a:stCxn id="32" idx="0"/>
            <a:endCxn id="31" idx="2"/>
          </p:cNvCxnSpPr>
          <p:nvPr/>
        </p:nvCxnSpPr>
        <p:spPr>
          <a:xfrm rot="5400000" flipH="1" flipV="1">
            <a:off x="4991100" y="4762500"/>
            <a:ext cx="533400" cy="762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7" name="Straight Connector 36"/>
          <p:cNvCxnSpPr>
            <a:stCxn id="33" idx="0"/>
            <a:endCxn id="31" idx="2"/>
          </p:cNvCxnSpPr>
          <p:nvPr/>
        </p:nvCxnSpPr>
        <p:spPr>
          <a:xfrm rot="5400000" flipH="1" flipV="1">
            <a:off x="5257800" y="5029200"/>
            <a:ext cx="533400" cy="228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38" name="Straight Connector 37"/>
          <p:cNvCxnSpPr>
            <a:stCxn id="34" idx="0"/>
            <a:endCxn id="31" idx="2"/>
          </p:cNvCxnSpPr>
          <p:nvPr/>
        </p:nvCxnSpPr>
        <p:spPr>
          <a:xfrm rot="16200000" flipV="1">
            <a:off x="5524500" y="4991100"/>
            <a:ext cx="533400" cy="30480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a:stCxn id="35" idx="0"/>
            <a:endCxn id="31" idx="2"/>
          </p:cNvCxnSpPr>
          <p:nvPr/>
        </p:nvCxnSpPr>
        <p:spPr>
          <a:xfrm rot="16200000" flipV="1">
            <a:off x="5791200" y="4724400"/>
            <a:ext cx="533400" cy="83820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sp>
        <p:nvSpPr>
          <p:cNvPr id="40" name="TextBox 39"/>
          <p:cNvSpPr txBox="1"/>
          <p:nvPr/>
        </p:nvSpPr>
        <p:spPr>
          <a:xfrm>
            <a:off x="4648200" y="5486400"/>
            <a:ext cx="457200" cy="369332"/>
          </a:xfrm>
          <a:prstGeom prst="rect">
            <a:avLst/>
          </a:prstGeom>
          <a:noFill/>
        </p:spPr>
        <p:txBody>
          <a:bodyPr wrap="square" rtlCol="0">
            <a:spAutoFit/>
          </a:bodyPr>
          <a:lstStyle/>
          <a:p>
            <a:r>
              <a:rPr lang="en-US" dirty="0"/>
              <a:t>20</a:t>
            </a:r>
          </a:p>
        </p:txBody>
      </p:sp>
      <p:sp>
        <p:nvSpPr>
          <p:cNvPr id="41" name="TextBox 40"/>
          <p:cNvSpPr txBox="1"/>
          <p:nvPr/>
        </p:nvSpPr>
        <p:spPr>
          <a:xfrm>
            <a:off x="5181600" y="5486400"/>
            <a:ext cx="457200" cy="369332"/>
          </a:xfrm>
          <a:prstGeom prst="rect">
            <a:avLst/>
          </a:prstGeom>
          <a:noFill/>
        </p:spPr>
        <p:txBody>
          <a:bodyPr wrap="square" rtlCol="0">
            <a:spAutoFit/>
          </a:bodyPr>
          <a:lstStyle/>
          <a:p>
            <a:r>
              <a:rPr lang="en-US" dirty="0"/>
              <a:t>21</a:t>
            </a:r>
          </a:p>
        </p:txBody>
      </p:sp>
      <p:sp>
        <p:nvSpPr>
          <p:cNvPr id="42" name="TextBox 41"/>
          <p:cNvSpPr txBox="1"/>
          <p:nvPr/>
        </p:nvSpPr>
        <p:spPr>
          <a:xfrm>
            <a:off x="5715000" y="5486400"/>
            <a:ext cx="457200" cy="369332"/>
          </a:xfrm>
          <a:prstGeom prst="rect">
            <a:avLst/>
          </a:prstGeom>
          <a:noFill/>
        </p:spPr>
        <p:txBody>
          <a:bodyPr wrap="square" rtlCol="0">
            <a:spAutoFit/>
          </a:bodyPr>
          <a:lstStyle/>
          <a:p>
            <a:r>
              <a:rPr lang="en-US" dirty="0"/>
              <a:t>22</a:t>
            </a:r>
          </a:p>
        </p:txBody>
      </p:sp>
      <p:sp>
        <p:nvSpPr>
          <p:cNvPr id="43" name="TextBox 42"/>
          <p:cNvSpPr txBox="1"/>
          <p:nvPr/>
        </p:nvSpPr>
        <p:spPr>
          <a:xfrm>
            <a:off x="6248400" y="5498068"/>
            <a:ext cx="457200" cy="369332"/>
          </a:xfrm>
          <a:prstGeom prst="rect">
            <a:avLst/>
          </a:prstGeom>
          <a:noFill/>
        </p:spPr>
        <p:txBody>
          <a:bodyPr wrap="square" rtlCol="0">
            <a:spAutoFit/>
          </a:bodyPr>
          <a:lstStyle/>
          <a:p>
            <a:r>
              <a:rPr lang="en-US" dirty="0"/>
              <a:t>23</a:t>
            </a:r>
          </a:p>
        </p:txBody>
      </p:sp>
      <p:sp>
        <p:nvSpPr>
          <p:cNvPr id="45" name="Rectangle 44"/>
          <p:cNvSpPr/>
          <p:nvPr/>
        </p:nvSpPr>
        <p:spPr>
          <a:xfrm>
            <a:off x="7391400" y="43434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&lt;0,3&gt;</a:t>
            </a:r>
          </a:p>
        </p:txBody>
      </p:sp>
      <p:sp>
        <p:nvSpPr>
          <p:cNvPr id="46" name="Oval 45"/>
          <p:cNvSpPr/>
          <p:nvPr/>
        </p:nvSpPr>
        <p:spPr>
          <a:xfrm>
            <a:off x="6934200" y="54102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050" dirty="0"/>
          </a:p>
        </p:txBody>
      </p:sp>
      <p:sp>
        <p:nvSpPr>
          <p:cNvPr id="47" name="Oval 46"/>
          <p:cNvSpPr/>
          <p:nvPr/>
        </p:nvSpPr>
        <p:spPr>
          <a:xfrm>
            <a:off x="7467600" y="54102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8" name="Oval 47"/>
          <p:cNvSpPr/>
          <p:nvPr/>
        </p:nvSpPr>
        <p:spPr>
          <a:xfrm>
            <a:off x="8001000" y="54102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49" name="Oval 48"/>
          <p:cNvSpPr/>
          <p:nvPr/>
        </p:nvSpPr>
        <p:spPr>
          <a:xfrm>
            <a:off x="8534400" y="54102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51" name="Straight Connector 50"/>
          <p:cNvCxnSpPr>
            <a:stCxn id="47" idx="0"/>
            <a:endCxn id="45" idx="2"/>
          </p:cNvCxnSpPr>
          <p:nvPr/>
        </p:nvCxnSpPr>
        <p:spPr>
          <a:xfrm rot="5400000" flipH="1" flipV="1">
            <a:off x="7543800" y="5029200"/>
            <a:ext cx="533400" cy="228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52" name="Straight Connector 51"/>
          <p:cNvCxnSpPr>
            <a:stCxn id="48" idx="0"/>
            <a:endCxn id="45" idx="2"/>
          </p:cNvCxnSpPr>
          <p:nvPr/>
        </p:nvCxnSpPr>
        <p:spPr>
          <a:xfrm rot="16200000" flipV="1">
            <a:off x="7810500" y="4991100"/>
            <a:ext cx="533400" cy="304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54" name="TextBox 53"/>
          <p:cNvSpPr txBox="1"/>
          <p:nvPr/>
        </p:nvSpPr>
        <p:spPr>
          <a:xfrm>
            <a:off x="6934200" y="5486400"/>
            <a:ext cx="457200" cy="369332"/>
          </a:xfrm>
          <a:prstGeom prst="rect">
            <a:avLst/>
          </a:prstGeom>
          <a:noFill/>
        </p:spPr>
        <p:txBody>
          <a:bodyPr wrap="square" rtlCol="0">
            <a:spAutoFit/>
          </a:bodyPr>
          <a:lstStyle/>
          <a:p>
            <a:r>
              <a:rPr lang="en-US" dirty="0"/>
              <a:t>30</a:t>
            </a:r>
          </a:p>
        </p:txBody>
      </p:sp>
      <p:sp>
        <p:nvSpPr>
          <p:cNvPr id="55" name="TextBox 54"/>
          <p:cNvSpPr txBox="1"/>
          <p:nvPr/>
        </p:nvSpPr>
        <p:spPr>
          <a:xfrm>
            <a:off x="7467600" y="5486400"/>
            <a:ext cx="457200" cy="369332"/>
          </a:xfrm>
          <a:prstGeom prst="rect">
            <a:avLst/>
          </a:prstGeom>
          <a:noFill/>
        </p:spPr>
        <p:txBody>
          <a:bodyPr wrap="square" rtlCol="0">
            <a:spAutoFit/>
          </a:bodyPr>
          <a:lstStyle/>
          <a:p>
            <a:r>
              <a:rPr lang="en-US" dirty="0"/>
              <a:t>31</a:t>
            </a:r>
          </a:p>
        </p:txBody>
      </p:sp>
      <p:sp>
        <p:nvSpPr>
          <p:cNvPr id="56" name="TextBox 55"/>
          <p:cNvSpPr txBox="1"/>
          <p:nvPr/>
        </p:nvSpPr>
        <p:spPr>
          <a:xfrm>
            <a:off x="8001000" y="5486400"/>
            <a:ext cx="457200" cy="369332"/>
          </a:xfrm>
          <a:prstGeom prst="rect">
            <a:avLst/>
          </a:prstGeom>
          <a:noFill/>
        </p:spPr>
        <p:txBody>
          <a:bodyPr wrap="square" rtlCol="0">
            <a:spAutoFit/>
          </a:bodyPr>
          <a:lstStyle/>
          <a:p>
            <a:r>
              <a:rPr lang="en-US" dirty="0"/>
              <a:t>32</a:t>
            </a:r>
          </a:p>
        </p:txBody>
      </p:sp>
      <p:sp>
        <p:nvSpPr>
          <p:cNvPr id="57" name="TextBox 56"/>
          <p:cNvSpPr txBox="1"/>
          <p:nvPr/>
        </p:nvSpPr>
        <p:spPr>
          <a:xfrm>
            <a:off x="8534400" y="5498068"/>
            <a:ext cx="457200" cy="369332"/>
          </a:xfrm>
          <a:prstGeom prst="rect">
            <a:avLst/>
          </a:prstGeom>
          <a:noFill/>
        </p:spPr>
        <p:txBody>
          <a:bodyPr wrap="square" rtlCol="0">
            <a:spAutoFit/>
          </a:bodyPr>
          <a:lstStyle/>
          <a:p>
            <a:r>
              <a:rPr lang="en-US" dirty="0"/>
              <a:t>33</a:t>
            </a:r>
          </a:p>
        </p:txBody>
      </p:sp>
      <p:sp>
        <p:nvSpPr>
          <p:cNvPr id="58" name="Rectangle 57"/>
          <p:cNvSpPr/>
          <p:nvPr/>
        </p:nvSpPr>
        <p:spPr>
          <a:xfrm>
            <a:off x="609600" y="32004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&lt;1,0&gt;</a:t>
            </a:r>
          </a:p>
        </p:txBody>
      </p:sp>
      <p:sp>
        <p:nvSpPr>
          <p:cNvPr id="59" name="Rectangle 58"/>
          <p:cNvSpPr/>
          <p:nvPr/>
        </p:nvSpPr>
        <p:spPr>
          <a:xfrm>
            <a:off x="2895600" y="32766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&lt;1,1&gt;</a:t>
            </a:r>
          </a:p>
        </p:txBody>
      </p:sp>
      <p:sp>
        <p:nvSpPr>
          <p:cNvPr id="60" name="Rectangle 59"/>
          <p:cNvSpPr/>
          <p:nvPr/>
        </p:nvSpPr>
        <p:spPr>
          <a:xfrm>
            <a:off x="5105400" y="32766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&lt;1,2&gt;</a:t>
            </a:r>
          </a:p>
        </p:txBody>
      </p:sp>
      <p:sp>
        <p:nvSpPr>
          <p:cNvPr id="61" name="Rectangle 60"/>
          <p:cNvSpPr/>
          <p:nvPr/>
        </p:nvSpPr>
        <p:spPr>
          <a:xfrm>
            <a:off x="7391400" y="32766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&lt;1,3&gt;</a:t>
            </a:r>
          </a:p>
        </p:txBody>
      </p:sp>
      <p:cxnSp>
        <p:nvCxnSpPr>
          <p:cNvPr id="63" name="Straight Connector 62"/>
          <p:cNvCxnSpPr>
            <a:endCxn id="59" idx="2"/>
          </p:cNvCxnSpPr>
          <p:nvPr/>
        </p:nvCxnSpPr>
        <p:spPr>
          <a:xfrm rot="5400000" flipH="1" flipV="1">
            <a:off x="1371600" y="3352800"/>
            <a:ext cx="1600200" cy="2514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64" name="Straight Connector 63"/>
          <p:cNvCxnSpPr>
            <a:endCxn id="60" idx="2"/>
          </p:cNvCxnSpPr>
          <p:nvPr/>
        </p:nvCxnSpPr>
        <p:spPr>
          <a:xfrm rot="5400000" flipH="1" flipV="1">
            <a:off x="2743200" y="2514600"/>
            <a:ext cx="1600200" cy="419100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67" name="Straight Connector 66"/>
          <p:cNvCxnSpPr>
            <a:endCxn id="59" idx="2"/>
          </p:cNvCxnSpPr>
          <p:nvPr/>
        </p:nvCxnSpPr>
        <p:spPr>
          <a:xfrm rot="5400000" flipH="1" flipV="1">
            <a:off x="2514600" y="4495800"/>
            <a:ext cx="1600200" cy="228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68" name="Straight Connector 67"/>
          <p:cNvCxnSpPr>
            <a:endCxn id="60" idx="2"/>
          </p:cNvCxnSpPr>
          <p:nvPr/>
        </p:nvCxnSpPr>
        <p:spPr>
          <a:xfrm rot="5400000" flipH="1" flipV="1">
            <a:off x="3886200" y="3657600"/>
            <a:ext cx="1600200" cy="1905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70" name="Straight Connector 69"/>
          <p:cNvCxnSpPr>
            <a:endCxn id="58" idx="2"/>
          </p:cNvCxnSpPr>
          <p:nvPr/>
        </p:nvCxnSpPr>
        <p:spPr>
          <a:xfrm rot="16200000" flipV="1">
            <a:off x="2171700" y="2705100"/>
            <a:ext cx="1676400" cy="3733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71" name="Straight Connector 70"/>
          <p:cNvCxnSpPr>
            <a:endCxn id="59" idx="2"/>
          </p:cNvCxnSpPr>
          <p:nvPr/>
        </p:nvCxnSpPr>
        <p:spPr>
          <a:xfrm rot="16200000" flipV="1">
            <a:off x="3619500" y="3619500"/>
            <a:ext cx="1600200" cy="1981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72" name="Straight Connector 71"/>
          <p:cNvCxnSpPr>
            <a:endCxn id="60" idx="2"/>
          </p:cNvCxnSpPr>
          <p:nvPr/>
        </p:nvCxnSpPr>
        <p:spPr>
          <a:xfrm rot="16200000" flipV="1">
            <a:off x="4991100" y="4457700"/>
            <a:ext cx="1600200" cy="30480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3" name="Straight Connector 72"/>
          <p:cNvCxnSpPr>
            <a:endCxn id="61" idx="2"/>
          </p:cNvCxnSpPr>
          <p:nvPr/>
        </p:nvCxnSpPr>
        <p:spPr>
          <a:xfrm rot="5400000" flipH="1" flipV="1">
            <a:off x="6400800" y="3886200"/>
            <a:ext cx="1600200" cy="144780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74" name="Straight Connector 73"/>
          <p:cNvCxnSpPr>
            <a:endCxn id="58" idx="2"/>
          </p:cNvCxnSpPr>
          <p:nvPr/>
        </p:nvCxnSpPr>
        <p:spPr>
          <a:xfrm rot="16200000" flipV="1">
            <a:off x="3314700" y="1562100"/>
            <a:ext cx="1676400" cy="6019800"/>
          </a:xfrm>
          <a:prstGeom prst="line">
            <a:avLst/>
          </a:prstGeom>
          <a:ln w="9525">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75" name="Straight Connector 74"/>
          <p:cNvCxnSpPr>
            <a:endCxn id="59" idx="2"/>
          </p:cNvCxnSpPr>
          <p:nvPr/>
        </p:nvCxnSpPr>
        <p:spPr>
          <a:xfrm rot="16200000" flipV="1">
            <a:off x="4762500" y="2476500"/>
            <a:ext cx="1600200" cy="4267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76" name="Straight Connector 75"/>
          <p:cNvCxnSpPr>
            <a:endCxn id="60" idx="2"/>
          </p:cNvCxnSpPr>
          <p:nvPr/>
        </p:nvCxnSpPr>
        <p:spPr>
          <a:xfrm rot="16200000" flipV="1">
            <a:off x="6134100" y="3314700"/>
            <a:ext cx="1600200" cy="2590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78" name="Rectangle 77"/>
          <p:cNvSpPr/>
          <p:nvPr/>
        </p:nvSpPr>
        <p:spPr>
          <a:xfrm>
            <a:off x="76200" y="4267200"/>
            <a:ext cx="2209800" cy="1752600"/>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9" name="Rectangle 78"/>
          <p:cNvSpPr/>
          <p:nvPr/>
        </p:nvSpPr>
        <p:spPr>
          <a:xfrm>
            <a:off x="2362200" y="4267200"/>
            <a:ext cx="2133600" cy="1752600"/>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0" name="Rectangle 79"/>
          <p:cNvSpPr/>
          <p:nvPr/>
        </p:nvSpPr>
        <p:spPr>
          <a:xfrm>
            <a:off x="4572000" y="4267200"/>
            <a:ext cx="2209800" cy="1752600"/>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1" name="Rectangle 80"/>
          <p:cNvSpPr/>
          <p:nvPr/>
        </p:nvSpPr>
        <p:spPr>
          <a:xfrm>
            <a:off x="6858000" y="4267200"/>
            <a:ext cx="2209800" cy="1752600"/>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2" name="Rectangle 81"/>
          <p:cNvSpPr/>
          <p:nvPr/>
        </p:nvSpPr>
        <p:spPr>
          <a:xfrm>
            <a:off x="0" y="3048000"/>
            <a:ext cx="9144000" cy="3048000"/>
          </a:xfrm>
          <a:prstGeom prst="rect">
            <a:avLst/>
          </a:prstGeom>
          <a:noFill/>
          <a:ln w="12700">
            <a:prstDash val="lg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95" name="Straight Connector 94"/>
          <p:cNvCxnSpPr>
            <a:stCxn id="58" idx="2"/>
            <a:endCxn id="5" idx="0"/>
          </p:cNvCxnSpPr>
          <p:nvPr/>
        </p:nvCxnSpPr>
        <p:spPr>
          <a:xfrm rot="5400000">
            <a:off x="-76200" y="4191000"/>
            <a:ext cx="1676400" cy="762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97" name="Straight Connector 96"/>
          <p:cNvCxnSpPr>
            <a:stCxn id="4" idx="2"/>
            <a:endCxn id="5" idx="0"/>
          </p:cNvCxnSpPr>
          <p:nvPr/>
        </p:nvCxnSpPr>
        <p:spPr>
          <a:xfrm rot="5400000">
            <a:off x="495300" y="4762500"/>
            <a:ext cx="533400" cy="76200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99" name="Straight Connector 98"/>
          <p:cNvCxnSpPr>
            <a:stCxn id="8" idx="0"/>
            <a:endCxn id="4" idx="2"/>
          </p:cNvCxnSpPr>
          <p:nvPr/>
        </p:nvCxnSpPr>
        <p:spPr>
          <a:xfrm rot="16200000" flipV="1">
            <a:off x="1295400" y="4724400"/>
            <a:ext cx="533400" cy="838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01" name="Straight Connector 100"/>
          <p:cNvCxnSpPr>
            <a:stCxn id="8" idx="0"/>
            <a:endCxn id="61" idx="2"/>
          </p:cNvCxnSpPr>
          <p:nvPr/>
        </p:nvCxnSpPr>
        <p:spPr>
          <a:xfrm rot="5400000" flipH="1" flipV="1">
            <a:off x="4152900" y="1638300"/>
            <a:ext cx="1600200" cy="5943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03" name="Straight Connector 102"/>
          <p:cNvCxnSpPr>
            <a:stCxn id="61" idx="2"/>
            <a:endCxn id="21" idx="0"/>
          </p:cNvCxnSpPr>
          <p:nvPr/>
        </p:nvCxnSpPr>
        <p:spPr>
          <a:xfrm rot="5400000">
            <a:off x="5295900" y="2781300"/>
            <a:ext cx="1600200" cy="3657600"/>
          </a:xfrm>
          <a:prstGeom prst="line">
            <a:avLst/>
          </a:prstGeom>
          <a:ln w="25400">
            <a:solidFill>
              <a:srgbClr val="00B050"/>
            </a:solidFill>
          </a:ln>
        </p:spPr>
        <p:style>
          <a:lnRef idx="1">
            <a:schemeClr val="accent1"/>
          </a:lnRef>
          <a:fillRef idx="0">
            <a:schemeClr val="accent1"/>
          </a:fillRef>
          <a:effectRef idx="0">
            <a:schemeClr val="accent1"/>
          </a:effectRef>
          <a:fontRef idx="minor">
            <a:schemeClr val="tx1"/>
          </a:fontRef>
        </p:style>
      </p:cxnSp>
      <p:cxnSp>
        <p:nvCxnSpPr>
          <p:cNvPr id="105" name="Straight Connector 104"/>
          <p:cNvCxnSpPr>
            <a:stCxn id="21" idx="0"/>
            <a:endCxn id="17" idx="2"/>
          </p:cNvCxnSpPr>
          <p:nvPr/>
        </p:nvCxnSpPr>
        <p:spPr>
          <a:xfrm rot="16200000" flipV="1">
            <a:off x="3581400" y="4724400"/>
            <a:ext cx="533400" cy="838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07" name="Straight Connector 106"/>
          <p:cNvCxnSpPr>
            <a:stCxn id="18" idx="0"/>
            <a:endCxn id="17" idx="2"/>
          </p:cNvCxnSpPr>
          <p:nvPr/>
        </p:nvCxnSpPr>
        <p:spPr>
          <a:xfrm rot="5400000" flipH="1" flipV="1">
            <a:off x="2781300" y="4762500"/>
            <a:ext cx="533400" cy="762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09" name="Straight Connector 108"/>
          <p:cNvCxnSpPr>
            <a:stCxn id="61" idx="2"/>
            <a:endCxn id="49" idx="0"/>
          </p:cNvCxnSpPr>
          <p:nvPr/>
        </p:nvCxnSpPr>
        <p:spPr>
          <a:xfrm rot="16200000" flipH="1">
            <a:off x="7543800" y="4191000"/>
            <a:ext cx="1600200" cy="838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11" name="Straight Connector 110"/>
          <p:cNvCxnSpPr>
            <a:stCxn id="45" idx="2"/>
            <a:endCxn id="49" idx="0"/>
          </p:cNvCxnSpPr>
          <p:nvPr/>
        </p:nvCxnSpPr>
        <p:spPr>
          <a:xfrm rot="16200000" flipH="1">
            <a:off x="8077200" y="4724400"/>
            <a:ext cx="533400" cy="838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13" name="Straight Connector 112"/>
          <p:cNvCxnSpPr>
            <a:stCxn id="45" idx="2"/>
            <a:endCxn id="46" idx="0"/>
          </p:cNvCxnSpPr>
          <p:nvPr/>
        </p:nvCxnSpPr>
        <p:spPr>
          <a:xfrm rot="5400000">
            <a:off x="7277100" y="4762500"/>
            <a:ext cx="533400" cy="762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114" name="TextBox 113"/>
          <p:cNvSpPr txBox="1"/>
          <p:nvPr/>
        </p:nvSpPr>
        <p:spPr>
          <a:xfrm>
            <a:off x="0" y="1447800"/>
            <a:ext cx="5562600" cy="830997"/>
          </a:xfrm>
          <a:prstGeom prst="rect">
            <a:avLst/>
          </a:prstGeom>
          <a:solidFill>
            <a:schemeClr val="bg1"/>
          </a:solidFill>
          <a:ln>
            <a:solidFill>
              <a:schemeClr val="tx1"/>
            </a:solidFill>
          </a:ln>
        </p:spPr>
        <p:txBody>
          <a:bodyPr wrap="square" rtlCol="0">
            <a:spAutoFit/>
          </a:bodyPr>
          <a:lstStyle/>
          <a:p>
            <a:r>
              <a:rPr lang="en-US" sz="2400" dirty="0"/>
              <a:t>Traditional address array needs 16 bytes:</a:t>
            </a:r>
          </a:p>
          <a:p>
            <a:r>
              <a:rPr lang="en-US" sz="2400" dirty="0"/>
              <a:t>Path(00,13) = {02,22,23,13}  </a:t>
            </a:r>
          </a:p>
        </p:txBody>
      </p:sp>
      <p:sp>
        <p:nvSpPr>
          <p:cNvPr id="138" name="TextBox 137"/>
          <p:cNvSpPr txBox="1"/>
          <p:nvPr/>
        </p:nvSpPr>
        <p:spPr>
          <a:xfrm>
            <a:off x="5867400" y="1447800"/>
            <a:ext cx="2971800" cy="369332"/>
          </a:xfrm>
          <a:prstGeom prst="rect">
            <a:avLst/>
          </a:prstGeom>
          <a:noFill/>
        </p:spPr>
        <p:txBody>
          <a:bodyPr wrap="square" rtlCol="0">
            <a:spAutoFit/>
          </a:bodyPr>
          <a:lstStyle/>
          <a:p>
            <a:r>
              <a:rPr lang="en-US" dirty="0"/>
              <a:t>Forwarding table of server 23</a:t>
            </a:r>
          </a:p>
        </p:txBody>
      </p:sp>
      <p:sp>
        <p:nvSpPr>
          <p:cNvPr id="106" name="TextBox 105"/>
          <p:cNvSpPr txBox="1"/>
          <p:nvPr/>
        </p:nvSpPr>
        <p:spPr>
          <a:xfrm>
            <a:off x="0" y="2328208"/>
            <a:ext cx="5943600" cy="2308324"/>
          </a:xfrm>
          <a:prstGeom prst="rect">
            <a:avLst/>
          </a:prstGeom>
          <a:ln w="12700"/>
        </p:spPr>
        <p:style>
          <a:lnRef idx="2">
            <a:schemeClr val="dk1"/>
          </a:lnRef>
          <a:fillRef idx="1">
            <a:schemeClr val="lt1"/>
          </a:fillRef>
          <a:effectRef idx="0">
            <a:schemeClr val="dk1"/>
          </a:effectRef>
          <a:fontRef idx="minor">
            <a:schemeClr val="dk1"/>
          </a:fontRef>
        </p:style>
        <p:txBody>
          <a:bodyPr wrap="square" rtlCol="0">
            <a:spAutoFit/>
          </a:bodyPr>
          <a:lstStyle/>
          <a:p>
            <a:r>
              <a:rPr lang="en-US" sz="2400" dirty="0"/>
              <a:t>The Next Hop Index (NHI) Array needs 4 bytes:</a:t>
            </a:r>
          </a:p>
          <a:p>
            <a:r>
              <a:rPr lang="en-US" sz="2400" b="1" dirty="0">
                <a:solidFill>
                  <a:srgbClr val="00B050"/>
                </a:solidFill>
              </a:rPr>
              <a:t>Path(00,13)={1:2,1:2,0:3,1:1}</a:t>
            </a:r>
          </a:p>
          <a:p>
            <a:endParaRPr lang="en-US" sz="2400" b="1" dirty="0">
              <a:solidFill>
                <a:srgbClr val="00B050"/>
              </a:solidFill>
            </a:endParaRPr>
          </a:p>
          <a:p>
            <a:r>
              <a:rPr lang="en-US" sz="2400" b="1" dirty="0">
                <a:solidFill>
                  <a:srgbClr val="00B050"/>
                </a:solidFill>
              </a:rPr>
              <a:t>          </a:t>
            </a:r>
          </a:p>
          <a:p>
            <a:endParaRPr lang="en-US" sz="2400" b="1" dirty="0">
              <a:solidFill>
                <a:srgbClr val="00B050"/>
              </a:solidFill>
            </a:endParaRPr>
          </a:p>
        </p:txBody>
      </p:sp>
      <p:graphicFrame>
        <p:nvGraphicFramePr>
          <p:cNvPr id="110" name="Table 109"/>
          <p:cNvGraphicFramePr>
            <a:graphicFrameLocks noGrp="1"/>
          </p:cNvGraphicFramePr>
          <p:nvPr/>
        </p:nvGraphicFramePr>
        <p:xfrm>
          <a:off x="5029200" y="1935480"/>
          <a:ext cx="3886200" cy="2560320"/>
        </p:xfrm>
        <a:graphic>
          <a:graphicData uri="http://schemas.openxmlformats.org/drawingml/2006/table">
            <a:tbl>
              <a:tblPr firstRow="1" bandRow="1">
                <a:tableStyleId>{5940675A-B579-460E-94D1-54222C63F5DA}</a:tableStyleId>
              </a:tblPr>
              <a:tblGrid>
                <a:gridCol w="777240">
                  <a:extLst>
                    <a:ext uri="{9D8B030D-6E8A-4147-A177-3AD203B41FA5}">
                      <a16:colId xmlns:a16="http://schemas.microsoft.com/office/drawing/2014/main" val="20000"/>
                    </a:ext>
                  </a:extLst>
                </a:gridCol>
                <a:gridCol w="188976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tblGrid>
              <a:tr h="348343">
                <a:tc>
                  <a:txBody>
                    <a:bodyPr/>
                    <a:lstStyle/>
                    <a:p>
                      <a:pPr algn="ctr"/>
                      <a:r>
                        <a:rPr lang="en-US" dirty="0"/>
                        <a:t>NHI</a:t>
                      </a:r>
                    </a:p>
                  </a:txBody>
                  <a:tcPr>
                    <a:solidFill>
                      <a:srgbClr val="92D050"/>
                    </a:solidFill>
                  </a:tcPr>
                </a:tc>
                <a:tc>
                  <a:txBody>
                    <a:bodyPr/>
                    <a:lstStyle/>
                    <a:p>
                      <a:pPr algn="ctr"/>
                      <a:r>
                        <a:rPr lang="en-US" dirty="0"/>
                        <a:t>Output port</a:t>
                      </a:r>
                    </a:p>
                  </a:txBody>
                  <a:tcPr>
                    <a:solidFill>
                      <a:srgbClr val="92D050"/>
                    </a:solidFill>
                  </a:tcPr>
                </a:tc>
                <a:tc>
                  <a:txBody>
                    <a:bodyPr/>
                    <a:lstStyle/>
                    <a:p>
                      <a:pPr algn="ctr"/>
                      <a:r>
                        <a:rPr lang="en-US" dirty="0"/>
                        <a:t>MAC</a:t>
                      </a:r>
                    </a:p>
                  </a:txBody>
                  <a:tcPr>
                    <a:solidFill>
                      <a:srgbClr val="92D050"/>
                    </a:solidFill>
                  </a:tcPr>
                </a:tc>
                <a:extLst>
                  <a:ext uri="{0D108BD9-81ED-4DB2-BD59-A6C34878D82A}">
                    <a16:rowId xmlns:a16="http://schemas.microsoft.com/office/drawing/2014/main" val="10000"/>
                  </a:ext>
                </a:extLst>
              </a:tr>
              <a:tr h="348343">
                <a:tc>
                  <a:txBody>
                    <a:bodyPr/>
                    <a:lstStyle/>
                    <a:p>
                      <a:pPr algn="ctr"/>
                      <a:r>
                        <a:rPr lang="en-US" dirty="0"/>
                        <a:t>0:0</a:t>
                      </a:r>
                    </a:p>
                  </a:txBody>
                  <a:tcPr>
                    <a:solidFill>
                      <a:schemeClr val="bg1"/>
                    </a:solidFill>
                  </a:tcPr>
                </a:tc>
                <a:tc>
                  <a:txBody>
                    <a:bodyPr/>
                    <a:lstStyle/>
                    <a:p>
                      <a:pPr algn="ctr"/>
                      <a:r>
                        <a:rPr lang="en-US" dirty="0"/>
                        <a:t>0</a:t>
                      </a:r>
                    </a:p>
                  </a:txBody>
                  <a:tcPr>
                    <a:solidFill>
                      <a:schemeClr val="bg1"/>
                    </a:solidFill>
                  </a:tcPr>
                </a:tc>
                <a:tc>
                  <a:txBody>
                    <a:bodyPr/>
                    <a:lstStyle/>
                    <a:p>
                      <a:pPr algn="ctr"/>
                      <a:r>
                        <a:rPr lang="en-US" dirty="0"/>
                        <a:t>Mac20</a:t>
                      </a:r>
                    </a:p>
                  </a:txBody>
                  <a:tcPr>
                    <a:solidFill>
                      <a:schemeClr val="bg1"/>
                    </a:solidFill>
                  </a:tcPr>
                </a:tc>
                <a:extLst>
                  <a:ext uri="{0D108BD9-81ED-4DB2-BD59-A6C34878D82A}">
                    <a16:rowId xmlns:a16="http://schemas.microsoft.com/office/drawing/2014/main" val="10001"/>
                  </a:ext>
                </a:extLst>
              </a:tr>
              <a:tr h="348343">
                <a:tc>
                  <a:txBody>
                    <a:bodyPr/>
                    <a:lstStyle/>
                    <a:p>
                      <a:pPr algn="ctr"/>
                      <a:r>
                        <a:rPr lang="en-US" dirty="0"/>
                        <a:t>0:1</a:t>
                      </a:r>
                    </a:p>
                  </a:txBody>
                  <a:tcPr>
                    <a:solidFill>
                      <a:schemeClr val="bg1"/>
                    </a:solidFill>
                  </a:tcPr>
                </a:tc>
                <a:tc>
                  <a:txBody>
                    <a:bodyPr/>
                    <a:lstStyle/>
                    <a:p>
                      <a:pPr algn="ctr"/>
                      <a:r>
                        <a:rPr lang="en-US" dirty="0"/>
                        <a:t>0</a:t>
                      </a:r>
                    </a:p>
                  </a:txBody>
                  <a:tcPr>
                    <a:solidFill>
                      <a:schemeClr val="bg1"/>
                    </a:solidFill>
                  </a:tcPr>
                </a:tc>
                <a:tc>
                  <a:txBody>
                    <a:bodyPr/>
                    <a:lstStyle/>
                    <a:p>
                      <a:pPr algn="ctr"/>
                      <a:r>
                        <a:rPr lang="en-US" dirty="0"/>
                        <a:t>Mac21</a:t>
                      </a:r>
                    </a:p>
                  </a:txBody>
                  <a:tcPr>
                    <a:solidFill>
                      <a:schemeClr val="bg1"/>
                    </a:solidFill>
                  </a:tcPr>
                </a:tc>
                <a:extLst>
                  <a:ext uri="{0D108BD9-81ED-4DB2-BD59-A6C34878D82A}">
                    <a16:rowId xmlns:a16="http://schemas.microsoft.com/office/drawing/2014/main" val="10002"/>
                  </a:ext>
                </a:extLst>
              </a:tr>
              <a:tr h="348343">
                <a:tc>
                  <a:txBody>
                    <a:bodyPr/>
                    <a:lstStyle/>
                    <a:p>
                      <a:pPr algn="ctr"/>
                      <a:r>
                        <a:rPr lang="en-US" dirty="0"/>
                        <a:t>0:2</a:t>
                      </a:r>
                    </a:p>
                  </a:txBody>
                  <a:tcPr>
                    <a:solidFill>
                      <a:schemeClr val="bg1"/>
                    </a:solidFill>
                  </a:tcPr>
                </a:tc>
                <a:tc>
                  <a:txBody>
                    <a:bodyPr/>
                    <a:lstStyle/>
                    <a:p>
                      <a:pPr algn="ctr"/>
                      <a:r>
                        <a:rPr lang="en-US" dirty="0"/>
                        <a:t>0</a:t>
                      </a:r>
                    </a:p>
                  </a:txBody>
                  <a:tcPr>
                    <a:solidFill>
                      <a:schemeClr val="bg1"/>
                    </a:solidFill>
                  </a:tcPr>
                </a:tc>
                <a:tc>
                  <a:txBody>
                    <a:bodyPr/>
                    <a:lstStyle/>
                    <a:p>
                      <a:pPr algn="ctr"/>
                      <a:r>
                        <a:rPr lang="en-US" dirty="0"/>
                        <a:t>Mac22</a:t>
                      </a:r>
                    </a:p>
                  </a:txBody>
                  <a:tcPr>
                    <a:solidFill>
                      <a:schemeClr val="bg1"/>
                    </a:solidFill>
                  </a:tcPr>
                </a:tc>
                <a:extLst>
                  <a:ext uri="{0D108BD9-81ED-4DB2-BD59-A6C34878D82A}">
                    <a16:rowId xmlns:a16="http://schemas.microsoft.com/office/drawing/2014/main" val="10003"/>
                  </a:ext>
                </a:extLst>
              </a:tr>
              <a:tr h="348343">
                <a:tc>
                  <a:txBody>
                    <a:bodyPr/>
                    <a:lstStyle/>
                    <a:p>
                      <a:pPr algn="ctr"/>
                      <a:r>
                        <a:rPr lang="en-US" dirty="0"/>
                        <a:t>1:0</a:t>
                      </a:r>
                    </a:p>
                  </a:txBody>
                  <a:tcPr>
                    <a:solidFill>
                      <a:schemeClr val="bg1"/>
                    </a:solidFill>
                  </a:tcPr>
                </a:tc>
                <a:tc>
                  <a:txBody>
                    <a:bodyPr/>
                    <a:lstStyle/>
                    <a:p>
                      <a:pPr algn="ctr"/>
                      <a:r>
                        <a:rPr lang="en-US" dirty="0"/>
                        <a:t>1</a:t>
                      </a:r>
                    </a:p>
                  </a:txBody>
                  <a:tcPr>
                    <a:solidFill>
                      <a:schemeClr val="bg1"/>
                    </a:solidFill>
                  </a:tcPr>
                </a:tc>
                <a:tc>
                  <a:txBody>
                    <a:bodyPr/>
                    <a:lstStyle/>
                    <a:p>
                      <a:pPr algn="ctr"/>
                      <a:r>
                        <a:rPr lang="en-US" dirty="0"/>
                        <a:t>Mac03</a:t>
                      </a:r>
                    </a:p>
                  </a:txBody>
                  <a:tcPr>
                    <a:solidFill>
                      <a:schemeClr val="bg1"/>
                    </a:solidFill>
                  </a:tcPr>
                </a:tc>
                <a:extLst>
                  <a:ext uri="{0D108BD9-81ED-4DB2-BD59-A6C34878D82A}">
                    <a16:rowId xmlns:a16="http://schemas.microsoft.com/office/drawing/2014/main" val="10004"/>
                  </a:ext>
                </a:extLst>
              </a:tr>
              <a:tr h="348343">
                <a:tc>
                  <a:txBody>
                    <a:bodyPr/>
                    <a:lstStyle/>
                    <a:p>
                      <a:pPr algn="ctr"/>
                      <a:r>
                        <a:rPr lang="en-US" dirty="0"/>
                        <a:t>1:1</a:t>
                      </a:r>
                    </a:p>
                  </a:txBody>
                  <a:tcPr>
                    <a:solidFill>
                      <a:schemeClr val="bg1"/>
                    </a:solidFill>
                  </a:tcPr>
                </a:tc>
                <a:tc>
                  <a:txBody>
                    <a:bodyPr/>
                    <a:lstStyle/>
                    <a:p>
                      <a:pPr algn="ctr"/>
                      <a:r>
                        <a:rPr lang="en-US" dirty="0"/>
                        <a:t>1</a:t>
                      </a:r>
                    </a:p>
                  </a:txBody>
                  <a:tcPr>
                    <a:solidFill>
                      <a:schemeClr val="bg1"/>
                    </a:solidFill>
                  </a:tcPr>
                </a:tc>
                <a:tc>
                  <a:txBody>
                    <a:bodyPr/>
                    <a:lstStyle/>
                    <a:p>
                      <a:pPr algn="ctr"/>
                      <a:r>
                        <a:rPr lang="en-US" dirty="0"/>
                        <a:t>Mac13</a:t>
                      </a:r>
                    </a:p>
                  </a:txBody>
                  <a:tcPr>
                    <a:solidFill>
                      <a:schemeClr val="bg1"/>
                    </a:solidFill>
                  </a:tcPr>
                </a:tc>
                <a:extLst>
                  <a:ext uri="{0D108BD9-81ED-4DB2-BD59-A6C34878D82A}">
                    <a16:rowId xmlns:a16="http://schemas.microsoft.com/office/drawing/2014/main" val="10005"/>
                  </a:ext>
                </a:extLst>
              </a:tr>
              <a:tr h="348343">
                <a:tc>
                  <a:txBody>
                    <a:bodyPr/>
                    <a:lstStyle/>
                    <a:p>
                      <a:pPr algn="ctr"/>
                      <a:r>
                        <a:rPr lang="en-US" dirty="0"/>
                        <a:t>1:3</a:t>
                      </a:r>
                    </a:p>
                  </a:txBody>
                  <a:tcPr>
                    <a:solidFill>
                      <a:schemeClr val="bg1"/>
                    </a:solidFill>
                  </a:tcPr>
                </a:tc>
                <a:tc>
                  <a:txBody>
                    <a:bodyPr/>
                    <a:lstStyle/>
                    <a:p>
                      <a:pPr algn="ctr"/>
                      <a:r>
                        <a:rPr lang="en-US" dirty="0"/>
                        <a:t>1</a:t>
                      </a:r>
                    </a:p>
                  </a:txBody>
                  <a:tcPr>
                    <a:solidFill>
                      <a:schemeClr val="bg1"/>
                    </a:solidFill>
                  </a:tcPr>
                </a:tc>
                <a:tc>
                  <a:txBody>
                    <a:bodyPr/>
                    <a:lstStyle/>
                    <a:p>
                      <a:pPr algn="ctr"/>
                      <a:r>
                        <a:rPr lang="en-US" dirty="0"/>
                        <a:t>Mac33</a:t>
                      </a:r>
                    </a:p>
                  </a:txBody>
                  <a:tcPr>
                    <a:solidFill>
                      <a:schemeClr val="bg1"/>
                    </a:solidFill>
                  </a:tcPr>
                </a:tc>
                <a:extLst>
                  <a:ext uri="{0D108BD9-81ED-4DB2-BD59-A6C34878D82A}">
                    <a16:rowId xmlns:a16="http://schemas.microsoft.com/office/drawing/2014/main" val="10006"/>
                  </a:ext>
                </a:extLst>
              </a:tr>
            </a:tbl>
          </a:graphicData>
        </a:graphic>
      </p:graphicFrame>
      <p:sp>
        <p:nvSpPr>
          <p:cNvPr id="140" name="Rounded Rectangle 139"/>
          <p:cNvSpPr/>
          <p:nvPr/>
        </p:nvSpPr>
        <p:spPr>
          <a:xfrm>
            <a:off x="5029200" y="3733800"/>
            <a:ext cx="3962400" cy="381000"/>
          </a:xfrm>
          <a:prstGeom prst="roundRect">
            <a:avLst/>
          </a:prstGeom>
          <a:solidFill>
            <a:srgbClr val="92D050">
              <a:alpha val="50000"/>
            </a:srgb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9" name="Up Arrow 158"/>
          <p:cNvSpPr/>
          <p:nvPr/>
        </p:nvSpPr>
        <p:spPr>
          <a:xfrm>
            <a:off x="6324600" y="4648200"/>
            <a:ext cx="228600" cy="68580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5" name="TextBox 154"/>
          <p:cNvSpPr txBox="1"/>
          <p:nvPr/>
        </p:nvSpPr>
        <p:spPr>
          <a:xfrm>
            <a:off x="3200400" y="3429000"/>
            <a:ext cx="838200" cy="584775"/>
          </a:xfrm>
          <a:prstGeom prst="rect">
            <a:avLst/>
          </a:prstGeom>
          <a:noFill/>
        </p:spPr>
        <p:txBody>
          <a:bodyPr wrap="square" rtlCol="0">
            <a:spAutoFit/>
          </a:bodyPr>
          <a:lstStyle/>
          <a:p>
            <a:r>
              <a:rPr lang="en-US" sz="3200" b="1" dirty="0"/>
              <a:t>2 3</a:t>
            </a:r>
          </a:p>
        </p:txBody>
      </p:sp>
      <p:sp>
        <p:nvSpPr>
          <p:cNvPr id="156" name="TextBox 155"/>
          <p:cNvSpPr txBox="1"/>
          <p:nvPr/>
        </p:nvSpPr>
        <p:spPr>
          <a:xfrm>
            <a:off x="3200400" y="3886200"/>
            <a:ext cx="838200" cy="584775"/>
          </a:xfrm>
          <a:prstGeom prst="rect">
            <a:avLst/>
          </a:prstGeom>
          <a:noFill/>
        </p:spPr>
        <p:txBody>
          <a:bodyPr wrap="square" rtlCol="0">
            <a:spAutoFit/>
          </a:bodyPr>
          <a:lstStyle/>
          <a:p>
            <a:r>
              <a:rPr lang="en-US" sz="3200" b="1" dirty="0"/>
              <a:t>1 3</a:t>
            </a:r>
          </a:p>
        </p:txBody>
      </p:sp>
      <p:sp>
        <p:nvSpPr>
          <p:cNvPr id="160" name="Rounded Rectangle 159"/>
          <p:cNvSpPr/>
          <p:nvPr/>
        </p:nvSpPr>
        <p:spPr>
          <a:xfrm>
            <a:off x="3200400" y="3505200"/>
            <a:ext cx="381000" cy="914400"/>
          </a:xfrm>
          <a:prstGeom prst="roundRect">
            <a:avLst/>
          </a:prstGeom>
          <a:solidFill>
            <a:schemeClr val="accent1">
              <a:alpha val="3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63" name="Straight Arrow Connector 162"/>
          <p:cNvCxnSpPr/>
          <p:nvPr/>
        </p:nvCxnSpPr>
        <p:spPr>
          <a:xfrm rot="5400000" flipH="1" flipV="1">
            <a:off x="3277394" y="3491830"/>
            <a:ext cx="304800" cy="1588"/>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90" name="TextBox 89"/>
          <p:cNvSpPr txBox="1"/>
          <p:nvPr/>
        </p:nvSpPr>
        <p:spPr>
          <a:xfrm>
            <a:off x="1600200" y="3429000"/>
            <a:ext cx="1447800" cy="461665"/>
          </a:xfrm>
          <a:prstGeom prst="rect">
            <a:avLst/>
          </a:prstGeom>
          <a:noFill/>
        </p:spPr>
        <p:txBody>
          <a:bodyPr wrap="square" rtlCol="0">
            <a:spAutoFit/>
          </a:bodyPr>
          <a:lstStyle/>
          <a:p>
            <a:r>
              <a:rPr lang="en-US" sz="2400" dirty="0"/>
              <a:t>Fwd node</a:t>
            </a:r>
          </a:p>
        </p:txBody>
      </p:sp>
      <p:sp>
        <p:nvSpPr>
          <p:cNvPr id="91" name="TextBox 90"/>
          <p:cNvSpPr txBox="1"/>
          <p:nvPr/>
        </p:nvSpPr>
        <p:spPr>
          <a:xfrm>
            <a:off x="1600200" y="3886200"/>
            <a:ext cx="1447800" cy="457200"/>
          </a:xfrm>
          <a:prstGeom prst="rect">
            <a:avLst/>
          </a:prstGeom>
          <a:noFill/>
        </p:spPr>
        <p:txBody>
          <a:bodyPr wrap="square" rtlCol="0">
            <a:spAutoFit/>
          </a:bodyPr>
          <a:lstStyle/>
          <a:p>
            <a:r>
              <a:rPr lang="en-US" sz="2400" dirty="0"/>
              <a:t>Next hop</a:t>
            </a:r>
          </a:p>
        </p:txBody>
      </p:sp>
      <p:sp>
        <p:nvSpPr>
          <p:cNvPr id="92" name="Slide Number Placeholder 91"/>
          <p:cNvSpPr>
            <a:spLocks noGrp="1"/>
          </p:cNvSpPr>
          <p:nvPr>
            <p:ph type="sldNum" sz="quarter" idx="12"/>
          </p:nvPr>
        </p:nvSpPr>
        <p:spPr/>
        <p:txBody>
          <a:bodyPr/>
          <a:lstStyle/>
          <a:p>
            <a:fld id="{B6F15528-21DE-4FAA-801E-634DDDAF4B2B}" type="slidenum">
              <a:rPr lang="en-US" smtClean="0"/>
              <a:pPr/>
              <a:t>101</a:t>
            </a:fld>
            <a:endParaRPr lang="en-US"/>
          </a:p>
        </p:txBody>
      </p:sp>
      <p:sp>
        <p:nvSpPr>
          <p:cNvPr id="93" name="Rounded Rectangle 92"/>
          <p:cNvSpPr/>
          <p:nvPr/>
        </p:nvSpPr>
        <p:spPr>
          <a:xfrm>
            <a:off x="3458344" y="3068960"/>
            <a:ext cx="609600" cy="381000"/>
          </a:xfrm>
          <a:prstGeom prst="roundRect">
            <a:avLst/>
          </a:prstGeom>
          <a:solidFill>
            <a:schemeClr val="accent1">
              <a:alpha val="39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56"/>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55"/>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9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90"/>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16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6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93"/>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138"/>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10"/>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5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grpId="0" nodeType="clickEffect">
                                  <p:stCondLst>
                                    <p:cond delay="0"/>
                                  </p:stCondLst>
                                  <p:childTnLst>
                                    <p:set>
                                      <p:cBhvr>
                                        <p:cTn id="42" dur="1" fill="hold">
                                          <p:stCondLst>
                                            <p:cond delay="0"/>
                                          </p:stCondLst>
                                        </p:cTn>
                                        <p:tgtEl>
                                          <p:spTgt spid="14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 grpId="0" animBg="1"/>
      <p:bldP spid="138" grpId="0"/>
      <p:bldP spid="106" grpId="0" animBg="1"/>
      <p:bldP spid="140" grpId="0" animBg="1"/>
      <p:bldP spid="159" grpId="0" animBg="1"/>
      <p:bldP spid="155" grpId="0"/>
      <p:bldP spid="156" grpId="0"/>
      <p:bldP spid="160" grpId="0" animBg="1"/>
      <p:bldP spid="90" grpId="0"/>
      <p:bldP spid="91" grpId="0"/>
      <p:bldP spid="93" grpId="0" animBg="1"/>
    </p:bldLst>
  </p:timing>
</p:sld>
</file>

<file path=ppt/slides/slide102.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Routing to external networks</a:t>
            </a:r>
          </a:p>
        </p:txBody>
      </p:sp>
      <p:sp>
        <p:nvSpPr>
          <p:cNvPr id="3" name="Content Placeholder 2"/>
          <p:cNvSpPr>
            <a:spLocks noGrp="1"/>
          </p:cNvSpPr>
          <p:nvPr>
            <p:ph idx="1"/>
          </p:nvPr>
        </p:nvSpPr>
        <p:spPr>
          <a:xfrm>
            <a:off x="457200" y="1371600"/>
            <a:ext cx="8229600" cy="4525963"/>
          </a:xfrm>
        </p:spPr>
        <p:txBody>
          <a:bodyPr>
            <a:normAutofit/>
          </a:bodyPr>
          <a:lstStyle/>
          <a:p>
            <a:r>
              <a:rPr lang="en-US" sz="2800" dirty="0"/>
              <a:t>Ethernet has two levels of link rates: hierarchy</a:t>
            </a:r>
          </a:p>
          <a:p>
            <a:pPr lvl="1"/>
            <a:r>
              <a:rPr lang="en-US" sz="2400" dirty="0"/>
              <a:t>1G for end hosts and 10G for uplink</a:t>
            </a:r>
          </a:p>
        </p:txBody>
      </p:sp>
      <p:sp>
        <p:nvSpPr>
          <p:cNvPr id="91" name="TextBox 90"/>
          <p:cNvSpPr txBox="1"/>
          <p:nvPr/>
        </p:nvSpPr>
        <p:spPr>
          <a:xfrm>
            <a:off x="1981200" y="2602468"/>
            <a:ext cx="1524000" cy="369332"/>
          </a:xfrm>
          <a:prstGeom prst="rect">
            <a:avLst/>
          </a:prstGeom>
          <a:noFill/>
        </p:spPr>
        <p:txBody>
          <a:bodyPr wrap="square" rtlCol="0">
            <a:spAutoFit/>
          </a:bodyPr>
          <a:lstStyle/>
          <a:p>
            <a:r>
              <a:rPr lang="en-US" dirty="0">
                <a:solidFill>
                  <a:srgbClr val="00B050"/>
                </a:solidFill>
              </a:rPr>
              <a:t>aggregator</a:t>
            </a:r>
          </a:p>
        </p:txBody>
      </p:sp>
      <p:sp>
        <p:nvSpPr>
          <p:cNvPr id="92" name="TextBox 91"/>
          <p:cNvSpPr txBox="1"/>
          <p:nvPr/>
        </p:nvSpPr>
        <p:spPr>
          <a:xfrm>
            <a:off x="533400" y="6096000"/>
            <a:ext cx="1219200" cy="369332"/>
          </a:xfrm>
          <a:prstGeom prst="rect">
            <a:avLst/>
          </a:prstGeom>
          <a:noFill/>
        </p:spPr>
        <p:txBody>
          <a:bodyPr wrap="square" rtlCol="0">
            <a:spAutoFit/>
          </a:bodyPr>
          <a:lstStyle/>
          <a:p>
            <a:r>
              <a:rPr lang="en-US" dirty="0">
                <a:solidFill>
                  <a:srgbClr val="00B050"/>
                </a:solidFill>
              </a:rPr>
              <a:t>gateway</a:t>
            </a:r>
          </a:p>
        </p:txBody>
      </p:sp>
      <p:sp>
        <p:nvSpPr>
          <p:cNvPr id="177" name="TextBox 176"/>
          <p:cNvSpPr txBox="1"/>
          <p:nvPr/>
        </p:nvSpPr>
        <p:spPr>
          <a:xfrm>
            <a:off x="2819400" y="6096000"/>
            <a:ext cx="1143000" cy="369332"/>
          </a:xfrm>
          <a:prstGeom prst="rect">
            <a:avLst/>
          </a:prstGeom>
          <a:noFill/>
        </p:spPr>
        <p:txBody>
          <a:bodyPr wrap="square" rtlCol="0">
            <a:spAutoFit/>
          </a:bodyPr>
          <a:lstStyle/>
          <a:p>
            <a:r>
              <a:rPr lang="en-US" dirty="0">
                <a:solidFill>
                  <a:srgbClr val="00B050"/>
                </a:solidFill>
              </a:rPr>
              <a:t>gateway</a:t>
            </a:r>
          </a:p>
        </p:txBody>
      </p:sp>
      <p:sp>
        <p:nvSpPr>
          <p:cNvPr id="178" name="TextBox 177"/>
          <p:cNvSpPr txBox="1"/>
          <p:nvPr/>
        </p:nvSpPr>
        <p:spPr>
          <a:xfrm>
            <a:off x="5105400" y="6096000"/>
            <a:ext cx="1143000" cy="381000"/>
          </a:xfrm>
          <a:prstGeom prst="rect">
            <a:avLst/>
          </a:prstGeom>
          <a:noFill/>
        </p:spPr>
        <p:txBody>
          <a:bodyPr wrap="square" rtlCol="0">
            <a:spAutoFit/>
          </a:bodyPr>
          <a:lstStyle/>
          <a:p>
            <a:r>
              <a:rPr lang="en-US" dirty="0">
                <a:solidFill>
                  <a:srgbClr val="00B050"/>
                </a:solidFill>
              </a:rPr>
              <a:t>gateway</a:t>
            </a:r>
          </a:p>
        </p:txBody>
      </p:sp>
      <p:sp>
        <p:nvSpPr>
          <p:cNvPr id="179" name="TextBox 178"/>
          <p:cNvSpPr txBox="1"/>
          <p:nvPr/>
        </p:nvSpPr>
        <p:spPr>
          <a:xfrm>
            <a:off x="7391400" y="6096000"/>
            <a:ext cx="1143000" cy="381000"/>
          </a:xfrm>
          <a:prstGeom prst="rect">
            <a:avLst/>
          </a:prstGeom>
          <a:noFill/>
        </p:spPr>
        <p:txBody>
          <a:bodyPr wrap="square" rtlCol="0">
            <a:spAutoFit/>
          </a:bodyPr>
          <a:lstStyle/>
          <a:p>
            <a:r>
              <a:rPr lang="en-US" dirty="0">
                <a:solidFill>
                  <a:srgbClr val="00B050"/>
                </a:solidFill>
              </a:rPr>
              <a:t>gateway</a:t>
            </a:r>
          </a:p>
        </p:txBody>
      </p:sp>
      <p:sp>
        <p:nvSpPr>
          <p:cNvPr id="111" name="Rectangle 110"/>
          <p:cNvSpPr/>
          <p:nvPr/>
        </p:nvSpPr>
        <p:spPr>
          <a:xfrm>
            <a:off x="609600" y="44958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&lt;0,0&gt;</a:t>
            </a:r>
          </a:p>
        </p:txBody>
      </p:sp>
      <p:sp>
        <p:nvSpPr>
          <p:cNvPr id="112" name="Oval 111"/>
          <p:cNvSpPr/>
          <p:nvPr/>
        </p:nvSpPr>
        <p:spPr>
          <a:xfrm>
            <a:off x="152400" y="55626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050" dirty="0"/>
          </a:p>
        </p:txBody>
      </p:sp>
      <p:sp>
        <p:nvSpPr>
          <p:cNvPr id="113" name="Oval 112"/>
          <p:cNvSpPr/>
          <p:nvPr/>
        </p:nvSpPr>
        <p:spPr>
          <a:xfrm>
            <a:off x="685800" y="55626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4" name="Oval 113"/>
          <p:cNvSpPr/>
          <p:nvPr/>
        </p:nvSpPr>
        <p:spPr>
          <a:xfrm>
            <a:off x="1219200" y="55626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15" name="Oval 114"/>
          <p:cNvSpPr/>
          <p:nvPr/>
        </p:nvSpPr>
        <p:spPr>
          <a:xfrm>
            <a:off x="1752600" y="55626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16" name="Straight Connector 115"/>
          <p:cNvCxnSpPr>
            <a:stCxn id="112" idx="0"/>
            <a:endCxn id="111" idx="2"/>
          </p:cNvCxnSpPr>
          <p:nvPr/>
        </p:nvCxnSpPr>
        <p:spPr>
          <a:xfrm rot="5400000" flipH="1" flipV="1">
            <a:off x="495300" y="4914900"/>
            <a:ext cx="533400" cy="762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17" name="Straight Connector 116"/>
          <p:cNvCxnSpPr>
            <a:stCxn id="113" idx="0"/>
            <a:endCxn id="111" idx="2"/>
          </p:cNvCxnSpPr>
          <p:nvPr/>
        </p:nvCxnSpPr>
        <p:spPr>
          <a:xfrm rot="5400000" flipH="1" flipV="1">
            <a:off x="762000" y="5181600"/>
            <a:ext cx="533400" cy="228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18" name="Straight Connector 117"/>
          <p:cNvCxnSpPr>
            <a:stCxn id="114" idx="0"/>
            <a:endCxn id="111" idx="2"/>
          </p:cNvCxnSpPr>
          <p:nvPr/>
        </p:nvCxnSpPr>
        <p:spPr>
          <a:xfrm rot="16200000" flipV="1">
            <a:off x="1028700" y="5143500"/>
            <a:ext cx="533400" cy="304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19" name="Straight Connector 118"/>
          <p:cNvCxnSpPr>
            <a:stCxn id="115" idx="0"/>
            <a:endCxn id="111" idx="2"/>
          </p:cNvCxnSpPr>
          <p:nvPr/>
        </p:nvCxnSpPr>
        <p:spPr>
          <a:xfrm rot="16200000" flipV="1">
            <a:off x="1295400" y="4876800"/>
            <a:ext cx="533400" cy="838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120" name="TextBox 119"/>
          <p:cNvSpPr txBox="1"/>
          <p:nvPr/>
        </p:nvSpPr>
        <p:spPr>
          <a:xfrm>
            <a:off x="152400" y="5638800"/>
            <a:ext cx="457200" cy="369332"/>
          </a:xfrm>
          <a:prstGeom prst="rect">
            <a:avLst/>
          </a:prstGeom>
          <a:noFill/>
        </p:spPr>
        <p:txBody>
          <a:bodyPr wrap="square" rtlCol="0">
            <a:spAutoFit/>
          </a:bodyPr>
          <a:lstStyle/>
          <a:p>
            <a:r>
              <a:rPr lang="en-US" dirty="0"/>
              <a:t>00</a:t>
            </a:r>
          </a:p>
        </p:txBody>
      </p:sp>
      <p:sp>
        <p:nvSpPr>
          <p:cNvPr id="121" name="TextBox 120"/>
          <p:cNvSpPr txBox="1"/>
          <p:nvPr/>
        </p:nvSpPr>
        <p:spPr>
          <a:xfrm>
            <a:off x="685800" y="5638800"/>
            <a:ext cx="457200" cy="369332"/>
          </a:xfrm>
          <a:prstGeom prst="rect">
            <a:avLst/>
          </a:prstGeom>
          <a:noFill/>
        </p:spPr>
        <p:txBody>
          <a:bodyPr wrap="square" rtlCol="0">
            <a:spAutoFit/>
          </a:bodyPr>
          <a:lstStyle/>
          <a:p>
            <a:r>
              <a:rPr lang="en-US" dirty="0"/>
              <a:t>01</a:t>
            </a:r>
          </a:p>
        </p:txBody>
      </p:sp>
      <p:sp>
        <p:nvSpPr>
          <p:cNvPr id="122" name="TextBox 121"/>
          <p:cNvSpPr txBox="1"/>
          <p:nvPr/>
        </p:nvSpPr>
        <p:spPr>
          <a:xfrm>
            <a:off x="1219200" y="5638800"/>
            <a:ext cx="457200" cy="369332"/>
          </a:xfrm>
          <a:prstGeom prst="rect">
            <a:avLst/>
          </a:prstGeom>
          <a:noFill/>
        </p:spPr>
        <p:txBody>
          <a:bodyPr wrap="square" rtlCol="0">
            <a:spAutoFit/>
          </a:bodyPr>
          <a:lstStyle/>
          <a:p>
            <a:r>
              <a:rPr lang="en-US" dirty="0"/>
              <a:t>02</a:t>
            </a:r>
          </a:p>
        </p:txBody>
      </p:sp>
      <p:sp>
        <p:nvSpPr>
          <p:cNvPr id="123" name="TextBox 122"/>
          <p:cNvSpPr txBox="1"/>
          <p:nvPr/>
        </p:nvSpPr>
        <p:spPr>
          <a:xfrm>
            <a:off x="1752600" y="5650468"/>
            <a:ext cx="457200" cy="369332"/>
          </a:xfrm>
          <a:prstGeom prst="rect">
            <a:avLst/>
          </a:prstGeom>
          <a:noFill/>
        </p:spPr>
        <p:txBody>
          <a:bodyPr wrap="square" rtlCol="0">
            <a:spAutoFit/>
          </a:bodyPr>
          <a:lstStyle/>
          <a:p>
            <a:r>
              <a:rPr lang="en-US" dirty="0"/>
              <a:t>03</a:t>
            </a:r>
          </a:p>
        </p:txBody>
      </p:sp>
      <p:grpSp>
        <p:nvGrpSpPr>
          <p:cNvPr id="4" name="Group 108"/>
          <p:cNvGrpSpPr/>
          <p:nvPr/>
        </p:nvGrpSpPr>
        <p:grpSpPr>
          <a:xfrm>
            <a:off x="2438400" y="4495800"/>
            <a:ext cx="2057400" cy="1524000"/>
            <a:chOff x="2438400" y="3886200"/>
            <a:chExt cx="2057400" cy="1524000"/>
          </a:xfrm>
        </p:grpSpPr>
        <p:sp>
          <p:nvSpPr>
            <p:cNvPr id="125" name="Rectangle 124"/>
            <p:cNvSpPr/>
            <p:nvPr/>
          </p:nvSpPr>
          <p:spPr>
            <a:xfrm>
              <a:off x="2895600" y="38862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&lt;0,1&gt;</a:t>
              </a:r>
            </a:p>
          </p:txBody>
        </p:sp>
        <p:sp>
          <p:nvSpPr>
            <p:cNvPr id="126" name="Oval 125"/>
            <p:cNvSpPr/>
            <p:nvPr/>
          </p:nvSpPr>
          <p:spPr>
            <a:xfrm>
              <a:off x="24384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050" dirty="0"/>
            </a:p>
          </p:txBody>
        </p:sp>
        <p:sp>
          <p:nvSpPr>
            <p:cNvPr id="127" name="Oval 126"/>
            <p:cNvSpPr/>
            <p:nvPr/>
          </p:nvSpPr>
          <p:spPr>
            <a:xfrm>
              <a:off x="29718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8" name="Oval 127"/>
            <p:cNvSpPr/>
            <p:nvPr/>
          </p:nvSpPr>
          <p:spPr>
            <a:xfrm>
              <a:off x="35052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29" name="Oval 128"/>
            <p:cNvSpPr/>
            <p:nvPr/>
          </p:nvSpPr>
          <p:spPr>
            <a:xfrm>
              <a:off x="40386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30" name="Straight Connector 129"/>
            <p:cNvCxnSpPr>
              <a:stCxn id="126" idx="0"/>
              <a:endCxn id="125" idx="2"/>
            </p:cNvCxnSpPr>
            <p:nvPr/>
          </p:nvCxnSpPr>
          <p:spPr>
            <a:xfrm rot="5400000" flipH="1" flipV="1">
              <a:off x="2781300" y="4305300"/>
              <a:ext cx="533400" cy="762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a:stCxn id="127" idx="0"/>
              <a:endCxn id="125" idx="2"/>
            </p:cNvCxnSpPr>
            <p:nvPr/>
          </p:nvCxnSpPr>
          <p:spPr>
            <a:xfrm rot="5400000" flipH="1" flipV="1">
              <a:off x="3048000" y="4572000"/>
              <a:ext cx="533400" cy="228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a:stCxn id="128" idx="0"/>
              <a:endCxn id="125" idx="2"/>
            </p:cNvCxnSpPr>
            <p:nvPr/>
          </p:nvCxnSpPr>
          <p:spPr>
            <a:xfrm rot="16200000" flipV="1">
              <a:off x="3314700" y="4533900"/>
              <a:ext cx="533400" cy="304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a:stCxn id="129" idx="0"/>
              <a:endCxn id="125" idx="2"/>
            </p:cNvCxnSpPr>
            <p:nvPr/>
          </p:nvCxnSpPr>
          <p:spPr>
            <a:xfrm rot="16200000" flipV="1">
              <a:off x="3581400" y="4267200"/>
              <a:ext cx="533400" cy="838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134" name="TextBox 133"/>
            <p:cNvSpPr txBox="1"/>
            <p:nvPr/>
          </p:nvSpPr>
          <p:spPr>
            <a:xfrm>
              <a:off x="2438400" y="5029200"/>
              <a:ext cx="457200" cy="369332"/>
            </a:xfrm>
            <a:prstGeom prst="rect">
              <a:avLst/>
            </a:prstGeom>
            <a:noFill/>
          </p:spPr>
          <p:txBody>
            <a:bodyPr wrap="square" rtlCol="0">
              <a:spAutoFit/>
            </a:bodyPr>
            <a:lstStyle/>
            <a:p>
              <a:r>
                <a:rPr lang="en-US" dirty="0"/>
                <a:t>10</a:t>
              </a:r>
            </a:p>
          </p:txBody>
        </p:sp>
        <p:sp>
          <p:nvSpPr>
            <p:cNvPr id="135" name="TextBox 134"/>
            <p:cNvSpPr txBox="1"/>
            <p:nvPr/>
          </p:nvSpPr>
          <p:spPr>
            <a:xfrm>
              <a:off x="2971800" y="5029200"/>
              <a:ext cx="457200" cy="369332"/>
            </a:xfrm>
            <a:prstGeom prst="rect">
              <a:avLst/>
            </a:prstGeom>
            <a:noFill/>
          </p:spPr>
          <p:txBody>
            <a:bodyPr wrap="square" rtlCol="0">
              <a:spAutoFit/>
            </a:bodyPr>
            <a:lstStyle/>
            <a:p>
              <a:r>
                <a:rPr lang="en-US" dirty="0"/>
                <a:t>11</a:t>
              </a:r>
            </a:p>
          </p:txBody>
        </p:sp>
        <p:sp>
          <p:nvSpPr>
            <p:cNvPr id="136" name="TextBox 135"/>
            <p:cNvSpPr txBox="1"/>
            <p:nvPr/>
          </p:nvSpPr>
          <p:spPr>
            <a:xfrm>
              <a:off x="3505200" y="5029200"/>
              <a:ext cx="457200" cy="369332"/>
            </a:xfrm>
            <a:prstGeom prst="rect">
              <a:avLst/>
            </a:prstGeom>
            <a:noFill/>
          </p:spPr>
          <p:txBody>
            <a:bodyPr wrap="square" rtlCol="0">
              <a:spAutoFit/>
            </a:bodyPr>
            <a:lstStyle/>
            <a:p>
              <a:r>
                <a:rPr lang="en-US" dirty="0"/>
                <a:t>12</a:t>
              </a:r>
            </a:p>
          </p:txBody>
        </p:sp>
        <p:sp>
          <p:nvSpPr>
            <p:cNvPr id="137" name="TextBox 136"/>
            <p:cNvSpPr txBox="1"/>
            <p:nvPr/>
          </p:nvSpPr>
          <p:spPr>
            <a:xfrm>
              <a:off x="4038600" y="5040868"/>
              <a:ext cx="457200" cy="369332"/>
            </a:xfrm>
            <a:prstGeom prst="rect">
              <a:avLst/>
            </a:prstGeom>
            <a:noFill/>
          </p:spPr>
          <p:txBody>
            <a:bodyPr wrap="square" rtlCol="0">
              <a:spAutoFit/>
            </a:bodyPr>
            <a:lstStyle/>
            <a:p>
              <a:r>
                <a:rPr lang="en-US" dirty="0"/>
                <a:t>13</a:t>
              </a:r>
            </a:p>
          </p:txBody>
        </p:sp>
      </p:grpSp>
      <p:grpSp>
        <p:nvGrpSpPr>
          <p:cNvPr id="5" name="Group 109"/>
          <p:cNvGrpSpPr/>
          <p:nvPr/>
        </p:nvGrpSpPr>
        <p:grpSpPr>
          <a:xfrm>
            <a:off x="4648200" y="4495800"/>
            <a:ext cx="2057400" cy="1524000"/>
            <a:chOff x="4648200" y="3886200"/>
            <a:chExt cx="2057400" cy="1524000"/>
          </a:xfrm>
        </p:grpSpPr>
        <p:sp>
          <p:nvSpPr>
            <p:cNvPr id="139" name="Rectangle 138"/>
            <p:cNvSpPr/>
            <p:nvPr/>
          </p:nvSpPr>
          <p:spPr>
            <a:xfrm>
              <a:off x="5105400" y="38862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&lt;0,2&gt;</a:t>
              </a:r>
            </a:p>
          </p:txBody>
        </p:sp>
        <p:sp>
          <p:nvSpPr>
            <p:cNvPr id="140" name="Oval 139"/>
            <p:cNvSpPr/>
            <p:nvPr/>
          </p:nvSpPr>
          <p:spPr>
            <a:xfrm>
              <a:off x="46482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050" dirty="0"/>
            </a:p>
          </p:txBody>
        </p:sp>
        <p:sp>
          <p:nvSpPr>
            <p:cNvPr id="141" name="Oval 140"/>
            <p:cNvSpPr/>
            <p:nvPr/>
          </p:nvSpPr>
          <p:spPr>
            <a:xfrm>
              <a:off x="51816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2" name="Oval 141"/>
            <p:cNvSpPr/>
            <p:nvPr/>
          </p:nvSpPr>
          <p:spPr>
            <a:xfrm>
              <a:off x="57150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43" name="Oval 142"/>
            <p:cNvSpPr/>
            <p:nvPr/>
          </p:nvSpPr>
          <p:spPr>
            <a:xfrm>
              <a:off x="62484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44" name="Straight Connector 143"/>
            <p:cNvCxnSpPr>
              <a:stCxn id="140" idx="0"/>
              <a:endCxn id="139" idx="2"/>
            </p:cNvCxnSpPr>
            <p:nvPr/>
          </p:nvCxnSpPr>
          <p:spPr>
            <a:xfrm rot="5400000" flipH="1" flipV="1">
              <a:off x="4991100" y="4305300"/>
              <a:ext cx="533400" cy="762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45" name="Straight Connector 144"/>
            <p:cNvCxnSpPr>
              <a:stCxn id="141" idx="0"/>
              <a:endCxn id="139" idx="2"/>
            </p:cNvCxnSpPr>
            <p:nvPr/>
          </p:nvCxnSpPr>
          <p:spPr>
            <a:xfrm rot="5400000" flipH="1" flipV="1">
              <a:off x="5257800" y="4572000"/>
              <a:ext cx="533400" cy="228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46" name="Straight Connector 145"/>
            <p:cNvCxnSpPr>
              <a:stCxn id="142" idx="0"/>
              <a:endCxn id="139" idx="2"/>
            </p:cNvCxnSpPr>
            <p:nvPr/>
          </p:nvCxnSpPr>
          <p:spPr>
            <a:xfrm rot="16200000" flipV="1">
              <a:off x="5524500" y="4533900"/>
              <a:ext cx="533400" cy="304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47" name="Straight Connector 146"/>
            <p:cNvCxnSpPr>
              <a:stCxn id="143" idx="0"/>
              <a:endCxn id="139" idx="2"/>
            </p:cNvCxnSpPr>
            <p:nvPr/>
          </p:nvCxnSpPr>
          <p:spPr>
            <a:xfrm rot="16200000" flipV="1">
              <a:off x="5791200" y="4267200"/>
              <a:ext cx="533400" cy="838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148" name="TextBox 147"/>
            <p:cNvSpPr txBox="1"/>
            <p:nvPr/>
          </p:nvSpPr>
          <p:spPr>
            <a:xfrm>
              <a:off x="4648200" y="5029200"/>
              <a:ext cx="457200" cy="369332"/>
            </a:xfrm>
            <a:prstGeom prst="rect">
              <a:avLst/>
            </a:prstGeom>
            <a:noFill/>
          </p:spPr>
          <p:txBody>
            <a:bodyPr wrap="square" rtlCol="0">
              <a:spAutoFit/>
            </a:bodyPr>
            <a:lstStyle/>
            <a:p>
              <a:r>
                <a:rPr lang="en-US" dirty="0"/>
                <a:t>20</a:t>
              </a:r>
            </a:p>
          </p:txBody>
        </p:sp>
        <p:sp>
          <p:nvSpPr>
            <p:cNvPr id="149" name="TextBox 148"/>
            <p:cNvSpPr txBox="1"/>
            <p:nvPr/>
          </p:nvSpPr>
          <p:spPr>
            <a:xfrm>
              <a:off x="5181600" y="5029200"/>
              <a:ext cx="457200" cy="369332"/>
            </a:xfrm>
            <a:prstGeom prst="rect">
              <a:avLst/>
            </a:prstGeom>
            <a:noFill/>
          </p:spPr>
          <p:txBody>
            <a:bodyPr wrap="square" rtlCol="0">
              <a:spAutoFit/>
            </a:bodyPr>
            <a:lstStyle/>
            <a:p>
              <a:r>
                <a:rPr lang="en-US" dirty="0"/>
                <a:t>21</a:t>
              </a:r>
            </a:p>
          </p:txBody>
        </p:sp>
        <p:sp>
          <p:nvSpPr>
            <p:cNvPr id="150" name="TextBox 149"/>
            <p:cNvSpPr txBox="1"/>
            <p:nvPr/>
          </p:nvSpPr>
          <p:spPr>
            <a:xfrm>
              <a:off x="5715000" y="5029200"/>
              <a:ext cx="457200" cy="369332"/>
            </a:xfrm>
            <a:prstGeom prst="rect">
              <a:avLst/>
            </a:prstGeom>
            <a:noFill/>
          </p:spPr>
          <p:txBody>
            <a:bodyPr wrap="square" rtlCol="0">
              <a:spAutoFit/>
            </a:bodyPr>
            <a:lstStyle/>
            <a:p>
              <a:r>
                <a:rPr lang="en-US" dirty="0"/>
                <a:t>22</a:t>
              </a:r>
            </a:p>
          </p:txBody>
        </p:sp>
        <p:sp>
          <p:nvSpPr>
            <p:cNvPr id="151" name="TextBox 150"/>
            <p:cNvSpPr txBox="1"/>
            <p:nvPr/>
          </p:nvSpPr>
          <p:spPr>
            <a:xfrm>
              <a:off x="6248400" y="5040868"/>
              <a:ext cx="457200" cy="369332"/>
            </a:xfrm>
            <a:prstGeom prst="rect">
              <a:avLst/>
            </a:prstGeom>
            <a:noFill/>
          </p:spPr>
          <p:txBody>
            <a:bodyPr wrap="square" rtlCol="0">
              <a:spAutoFit/>
            </a:bodyPr>
            <a:lstStyle/>
            <a:p>
              <a:r>
                <a:rPr lang="en-US" dirty="0"/>
                <a:t>23</a:t>
              </a:r>
            </a:p>
          </p:txBody>
        </p:sp>
      </p:grpSp>
      <p:grpSp>
        <p:nvGrpSpPr>
          <p:cNvPr id="6" name="Group 110"/>
          <p:cNvGrpSpPr/>
          <p:nvPr/>
        </p:nvGrpSpPr>
        <p:grpSpPr>
          <a:xfrm>
            <a:off x="6934200" y="4495800"/>
            <a:ext cx="2057400" cy="1524000"/>
            <a:chOff x="6934200" y="3886200"/>
            <a:chExt cx="2057400" cy="1524000"/>
          </a:xfrm>
        </p:grpSpPr>
        <p:sp>
          <p:nvSpPr>
            <p:cNvPr id="153" name="Rectangle 152"/>
            <p:cNvSpPr/>
            <p:nvPr/>
          </p:nvSpPr>
          <p:spPr>
            <a:xfrm>
              <a:off x="7391400" y="38862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&lt;0,3&gt;</a:t>
              </a:r>
            </a:p>
          </p:txBody>
        </p:sp>
        <p:sp>
          <p:nvSpPr>
            <p:cNvPr id="154" name="Oval 153"/>
            <p:cNvSpPr/>
            <p:nvPr/>
          </p:nvSpPr>
          <p:spPr>
            <a:xfrm>
              <a:off x="69342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050" dirty="0"/>
            </a:p>
          </p:txBody>
        </p:sp>
        <p:sp>
          <p:nvSpPr>
            <p:cNvPr id="155" name="Oval 154"/>
            <p:cNvSpPr/>
            <p:nvPr/>
          </p:nvSpPr>
          <p:spPr>
            <a:xfrm>
              <a:off x="74676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6" name="Oval 155"/>
            <p:cNvSpPr/>
            <p:nvPr/>
          </p:nvSpPr>
          <p:spPr>
            <a:xfrm>
              <a:off x="80010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57" name="Oval 156"/>
            <p:cNvSpPr/>
            <p:nvPr/>
          </p:nvSpPr>
          <p:spPr>
            <a:xfrm>
              <a:off x="8534400" y="4953000"/>
              <a:ext cx="457200" cy="457200"/>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cxnSp>
          <p:nvCxnSpPr>
            <p:cNvPr id="158" name="Straight Connector 157"/>
            <p:cNvCxnSpPr>
              <a:stCxn id="154" idx="0"/>
              <a:endCxn id="153" idx="2"/>
            </p:cNvCxnSpPr>
            <p:nvPr/>
          </p:nvCxnSpPr>
          <p:spPr>
            <a:xfrm rot="5400000" flipH="1" flipV="1">
              <a:off x="7277100" y="4305300"/>
              <a:ext cx="533400" cy="762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59" name="Straight Connector 158"/>
            <p:cNvCxnSpPr>
              <a:stCxn id="155" idx="0"/>
              <a:endCxn id="153" idx="2"/>
            </p:cNvCxnSpPr>
            <p:nvPr/>
          </p:nvCxnSpPr>
          <p:spPr>
            <a:xfrm rot="5400000" flipH="1" flipV="1">
              <a:off x="7543800" y="4572000"/>
              <a:ext cx="533400" cy="228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60" name="Straight Connector 159"/>
            <p:cNvCxnSpPr>
              <a:stCxn id="156" idx="0"/>
              <a:endCxn id="153" idx="2"/>
            </p:cNvCxnSpPr>
            <p:nvPr/>
          </p:nvCxnSpPr>
          <p:spPr>
            <a:xfrm rot="16200000" flipV="1">
              <a:off x="7810500" y="4533900"/>
              <a:ext cx="533400" cy="304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61" name="Straight Connector 160"/>
            <p:cNvCxnSpPr>
              <a:stCxn id="157" idx="0"/>
              <a:endCxn id="153" idx="2"/>
            </p:cNvCxnSpPr>
            <p:nvPr/>
          </p:nvCxnSpPr>
          <p:spPr>
            <a:xfrm rot="16200000" flipV="1">
              <a:off x="8077200" y="4267200"/>
              <a:ext cx="533400" cy="838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162" name="TextBox 161"/>
            <p:cNvSpPr txBox="1"/>
            <p:nvPr/>
          </p:nvSpPr>
          <p:spPr>
            <a:xfrm>
              <a:off x="6934200" y="5029200"/>
              <a:ext cx="457200" cy="369332"/>
            </a:xfrm>
            <a:prstGeom prst="rect">
              <a:avLst/>
            </a:prstGeom>
            <a:noFill/>
          </p:spPr>
          <p:txBody>
            <a:bodyPr wrap="square" rtlCol="0">
              <a:spAutoFit/>
            </a:bodyPr>
            <a:lstStyle/>
            <a:p>
              <a:r>
                <a:rPr lang="en-US" dirty="0"/>
                <a:t>30</a:t>
              </a:r>
            </a:p>
          </p:txBody>
        </p:sp>
        <p:sp>
          <p:nvSpPr>
            <p:cNvPr id="163" name="TextBox 162"/>
            <p:cNvSpPr txBox="1"/>
            <p:nvPr/>
          </p:nvSpPr>
          <p:spPr>
            <a:xfrm>
              <a:off x="7467600" y="5029200"/>
              <a:ext cx="457200" cy="369332"/>
            </a:xfrm>
            <a:prstGeom prst="rect">
              <a:avLst/>
            </a:prstGeom>
            <a:noFill/>
          </p:spPr>
          <p:txBody>
            <a:bodyPr wrap="square" rtlCol="0">
              <a:spAutoFit/>
            </a:bodyPr>
            <a:lstStyle/>
            <a:p>
              <a:r>
                <a:rPr lang="en-US" dirty="0"/>
                <a:t>31</a:t>
              </a:r>
            </a:p>
          </p:txBody>
        </p:sp>
        <p:sp>
          <p:nvSpPr>
            <p:cNvPr id="164" name="TextBox 163"/>
            <p:cNvSpPr txBox="1"/>
            <p:nvPr/>
          </p:nvSpPr>
          <p:spPr>
            <a:xfrm>
              <a:off x="8001000" y="5029200"/>
              <a:ext cx="457200" cy="369332"/>
            </a:xfrm>
            <a:prstGeom prst="rect">
              <a:avLst/>
            </a:prstGeom>
            <a:noFill/>
          </p:spPr>
          <p:txBody>
            <a:bodyPr wrap="square" rtlCol="0">
              <a:spAutoFit/>
            </a:bodyPr>
            <a:lstStyle/>
            <a:p>
              <a:r>
                <a:rPr lang="en-US" dirty="0"/>
                <a:t>32</a:t>
              </a:r>
            </a:p>
          </p:txBody>
        </p:sp>
        <p:sp>
          <p:nvSpPr>
            <p:cNvPr id="165" name="TextBox 164"/>
            <p:cNvSpPr txBox="1"/>
            <p:nvPr/>
          </p:nvSpPr>
          <p:spPr>
            <a:xfrm>
              <a:off x="8534400" y="5040868"/>
              <a:ext cx="457200" cy="369332"/>
            </a:xfrm>
            <a:prstGeom prst="rect">
              <a:avLst/>
            </a:prstGeom>
            <a:noFill/>
          </p:spPr>
          <p:txBody>
            <a:bodyPr wrap="square" rtlCol="0">
              <a:spAutoFit/>
            </a:bodyPr>
            <a:lstStyle/>
            <a:p>
              <a:r>
                <a:rPr lang="en-US" dirty="0"/>
                <a:t>33</a:t>
              </a:r>
            </a:p>
          </p:txBody>
        </p:sp>
      </p:grpSp>
      <p:sp>
        <p:nvSpPr>
          <p:cNvPr id="166" name="Rectangle 165"/>
          <p:cNvSpPr/>
          <p:nvPr/>
        </p:nvSpPr>
        <p:spPr>
          <a:xfrm>
            <a:off x="609600" y="29718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&lt;1,0&gt;</a:t>
            </a:r>
          </a:p>
        </p:txBody>
      </p:sp>
      <p:sp>
        <p:nvSpPr>
          <p:cNvPr id="167" name="Rectangle 166"/>
          <p:cNvSpPr/>
          <p:nvPr/>
        </p:nvSpPr>
        <p:spPr>
          <a:xfrm>
            <a:off x="2895600" y="29718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&lt;1,1&gt;</a:t>
            </a:r>
          </a:p>
        </p:txBody>
      </p:sp>
      <p:sp>
        <p:nvSpPr>
          <p:cNvPr id="168" name="Rectangle 167"/>
          <p:cNvSpPr/>
          <p:nvPr/>
        </p:nvSpPr>
        <p:spPr>
          <a:xfrm>
            <a:off x="5105400" y="29718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&lt;1,2&gt;</a:t>
            </a:r>
          </a:p>
        </p:txBody>
      </p:sp>
      <p:sp>
        <p:nvSpPr>
          <p:cNvPr id="169" name="Rectangle 168"/>
          <p:cNvSpPr/>
          <p:nvPr/>
        </p:nvSpPr>
        <p:spPr>
          <a:xfrm>
            <a:off x="7391400" y="29718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&lt;1,3&gt;</a:t>
            </a:r>
          </a:p>
        </p:txBody>
      </p:sp>
      <p:cxnSp>
        <p:nvCxnSpPr>
          <p:cNvPr id="170" name="Straight Connector 169"/>
          <p:cNvCxnSpPr>
            <a:endCxn id="166" idx="2"/>
          </p:cNvCxnSpPr>
          <p:nvPr/>
        </p:nvCxnSpPr>
        <p:spPr>
          <a:xfrm rot="5400000" flipH="1" flipV="1">
            <a:off x="-266700" y="4152900"/>
            <a:ext cx="2057400" cy="762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a:endCxn id="167" idx="2"/>
          </p:cNvCxnSpPr>
          <p:nvPr/>
        </p:nvCxnSpPr>
        <p:spPr>
          <a:xfrm rot="5400000" flipH="1" flipV="1">
            <a:off x="1143000" y="3276600"/>
            <a:ext cx="2057400" cy="2514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a:endCxn id="168" idx="2"/>
          </p:cNvCxnSpPr>
          <p:nvPr/>
        </p:nvCxnSpPr>
        <p:spPr>
          <a:xfrm rot="5400000" flipH="1" flipV="1">
            <a:off x="2514600" y="2438400"/>
            <a:ext cx="2057400" cy="4191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a:endCxn id="169" idx="2"/>
          </p:cNvCxnSpPr>
          <p:nvPr/>
        </p:nvCxnSpPr>
        <p:spPr>
          <a:xfrm rot="5400000" flipH="1" flipV="1">
            <a:off x="3924300" y="1562100"/>
            <a:ext cx="2057400" cy="5943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a:endCxn id="166" idx="2"/>
          </p:cNvCxnSpPr>
          <p:nvPr/>
        </p:nvCxnSpPr>
        <p:spPr>
          <a:xfrm rot="16200000" flipV="1">
            <a:off x="876300" y="3771900"/>
            <a:ext cx="2057400" cy="1524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a:endCxn id="167" idx="2"/>
          </p:cNvCxnSpPr>
          <p:nvPr/>
        </p:nvCxnSpPr>
        <p:spPr>
          <a:xfrm rot="5400000" flipH="1" flipV="1">
            <a:off x="2286000" y="4419600"/>
            <a:ext cx="2057400" cy="228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a:endCxn id="168" idx="2"/>
          </p:cNvCxnSpPr>
          <p:nvPr/>
        </p:nvCxnSpPr>
        <p:spPr>
          <a:xfrm rot="5400000" flipH="1" flipV="1">
            <a:off x="3657600" y="3581400"/>
            <a:ext cx="2057400" cy="19050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a:endCxn id="169" idx="2"/>
          </p:cNvCxnSpPr>
          <p:nvPr/>
        </p:nvCxnSpPr>
        <p:spPr>
          <a:xfrm rot="5400000" flipH="1" flipV="1">
            <a:off x="5067300" y="2705100"/>
            <a:ext cx="2057400" cy="36576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a:endCxn id="166" idx="2"/>
          </p:cNvCxnSpPr>
          <p:nvPr/>
        </p:nvCxnSpPr>
        <p:spPr>
          <a:xfrm rot="16200000" flipV="1">
            <a:off x="1981200" y="2667000"/>
            <a:ext cx="2057400" cy="3733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a:endCxn id="167" idx="2"/>
          </p:cNvCxnSpPr>
          <p:nvPr/>
        </p:nvCxnSpPr>
        <p:spPr>
          <a:xfrm rot="16200000" flipV="1">
            <a:off x="3390900" y="3543300"/>
            <a:ext cx="2057400" cy="1981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a:endCxn id="168" idx="2"/>
          </p:cNvCxnSpPr>
          <p:nvPr/>
        </p:nvCxnSpPr>
        <p:spPr>
          <a:xfrm rot="16200000" flipV="1">
            <a:off x="4762500" y="4381500"/>
            <a:ext cx="2057400" cy="304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a:endCxn id="169" idx="2"/>
          </p:cNvCxnSpPr>
          <p:nvPr/>
        </p:nvCxnSpPr>
        <p:spPr>
          <a:xfrm rot="5400000" flipH="1" flipV="1">
            <a:off x="6172200" y="3810000"/>
            <a:ext cx="2057400" cy="1447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a:endCxn id="166" idx="2"/>
          </p:cNvCxnSpPr>
          <p:nvPr/>
        </p:nvCxnSpPr>
        <p:spPr>
          <a:xfrm rot="16200000" flipV="1">
            <a:off x="3124200" y="1524000"/>
            <a:ext cx="2057400" cy="6019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a:endCxn id="167" idx="2"/>
          </p:cNvCxnSpPr>
          <p:nvPr/>
        </p:nvCxnSpPr>
        <p:spPr>
          <a:xfrm rot="16200000" flipV="1">
            <a:off x="4533900" y="2400300"/>
            <a:ext cx="2057400" cy="4267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a:endCxn id="168" idx="2"/>
          </p:cNvCxnSpPr>
          <p:nvPr/>
        </p:nvCxnSpPr>
        <p:spPr>
          <a:xfrm rot="16200000" flipV="1">
            <a:off x="5905500" y="3238500"/>
            <a:ext cx="2057400" cy="25908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a:endCxn id="169" idx="2"/>
          </p:cNvCxnSpPr>
          <p:nvPr/>
        </p:nvCxnSpPr>
        <p:spPr>
          <a:xfrm rot="16200000" flipV="1">
            <a:off x="7315200" y="4114800"/>
            <a:ext cx="2057400" cy="838200"/>
          </a:xfrm>
          <a:prstGeom prst="line">
            <a:avLst/>
          </a:prstGeom>
          <a:ln>
            <a:solidFill>
              <a:schemeClr val="tx1">
                <a:alpha val="50000"/>
              </a:schemeClr>
            </a:solidFill>
          </a:ln>
        </p:spPr>
        <p:style>
          <a:lnRef idx="1">
            <a:schemeClr val="accent1"/>
          </a:lnRef>
          <a:fillRef idx="0">
            <a:schemeClr val="accent1"/>
          </a:fillRef>
          <a:effectRef idx="0">
            <a:schemeClr val="accent1"/>
          </a:effectRef>
          <a:fontRef idx="minor">
            <a:schemeClr val="tx1"/>
          </a:fontRef>
        </p:style>
      </p:cxnSp>
      <p:sp>
        <p:nvSpPr>
          <p:cNvPr id="190" name="Rectangle 189"/>
          <p:cNvSpPr/>
          <p:nvPr/>
        </p:nvSpPr>
        <p:spPr>
          <a:xfrm>
            <a:off x="76200" y="4419600"/>
            <a:ext cx="2209800" cy="1752600"/>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1" name="Rectangle 190"/>
          <p:cNvSpPr/>
          <p:nvPr/>
        </p:nvSpPr>
        <p:spPr>
          <a:xfrm>
            <a:off x="2362200" y="4419600"/>
            <a:ext cx="2133600" cy="1752600"/>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2" name="Rectangle 191"/>
          <p:cNvSpPr/>
          <p:nvPr/>
        </p:nvSpPr>
        <p:spPr>
          <a:xfrm>
            <a:off x="4572000" y="4419600"/>
            <a:ext cx="2209800" cy="1752600"/>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3" name="Rectangle 192"/>
          <p:cNvSpPr/>
          <p:nvPr/>
        </p:nvSpPr>
        <p:spPr>
          <a:xfrm>
            <a:off x="6858000" y="4419600"/>
            <a:ext cx="2209800" cy="1752600"/>
          </a:xfrm>
          <a:prstGeom prst="rect">
            <a:avLst/>
          </a:prstGeom>
          <a:noFill/>
          <a:ln w="12700">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7" name="Rectangle 196"/>
          <p:cNvSpPr/>
          <p:nvPr/>
        </p:nvSpPr>
        <p:spPr>
          <a:xfrm>
            <a:off x="2895600" y="2971800"/>
            <a:ext cx="1066800" cy="533400"/>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&lt;1,1&gt;</a:t>
            </a:r>
          </a:p>
        </p:txBody>
      </p:sp>
      <p:sp>
        <p:nvSpPr>
          <p:cNvPr id="198" name="Rectangle 197"/>
          <p:cNvSpPr/>
          <p:nvPr/>
        </p:nvSpPr>
        <p:spPr>
          <a:xfrm>
            <a:off x="3657600" y="2895600"/>
            <a:ext cx="152400" cy="152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199" name="TextBox 198"/>
          <p:cNvSpPr txBox="1"/>
          <p:nvPr/>
        </p:nvSpPr>
        <p:spPr>
          <a:xfrm>
            <a:off x="3200400" y="2667000"/>
            <a:ext cx="685800" cy="338554"/>
          </a:xfrm>
          <a:prstGeom prst="rect">
            <a:avLst/>
          </a:prstGeom>
          <a:noFill/>
        </p:spPr>
        <p:txBody>
          <a:bodyPr wrap="square" rtlCol="0">
            <a:spAutoFit/>
          </a:bodyPr>
          <a:lstStyle/>
          <a:p>
            <a:r>
              <a:rPr lang="en-US" sz="1600" dirty="0"/>
              <a:t>10G</a:t>
            </a:r>
          </a:p>
        </p:txBody>
      </p:sp>
      <p:grpSp>
        <p:nvGrpSpPr>
          <p:cNvPr id="7" name="Group 208"/>
          <p:cNvGrpSpPr/>
          <p:nvPr/>
        </p:nvGrpSpPr>
        <p:grpSpPr>
          <a:xfrm>
            <a:off x="7467600" y="5562600"/>
            <a:ext cx="457200" cy="457200"/>
            <a:chOff x="228600" y="152400"/>
            <a:chExt cx="457200" cy="457200"/>
          </a:xfrm>
        </p:grpSpPr>
        <p:sp>
          <p:nvSpPr>
            <p:cNvPr id="203" name="Oval 202"/>
            <p:cNvSpPr/>
            <p:nvPr/>
          </p:nvSpPr>
          <p:spPr>
            <a:xfrm>
              <a:off x="228600" y="152400"/>
              <a:ext cx="457200" cy="4572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04" name="TextBox 203"/>
            <p:cNvSpPr txBox="1"/>
            <p:nvPr/>
          </p:nvSpPr>
          <p:spPr>
            <a:xfrm>
              <a:off x="228600" y="228600"/>
              <a:ext cx="457200" cy="369332"/>
            </a:xfrm>
            <a:prstGeom prst="rect">
              <a:avLst/>
            </a:prstGeom>
            <a:noFill/>
          </p:spPr>
          <p:txBody>
            <a:bodyPr wrap="square" rtlCol="0">
              <a:spAutoFit/>
            </a:bodyPr>
            <a:lstStyle/>
            <a:p>
              <a:r>
                <a:rPr lang="en-US" dirty="0"/>
                <a:t>31</a:t>
              </a:r>
            </a:p>
          </p:txBody>
        </p:sp>
      </p:grpSp>
      <p:grpSp>
        <p:nvGrpSpPr>
          <p:cNvPr id="8" name="Group 209"/>
          <p:cNvGrpSpPr/>
          <p:nvPr/>
        </p:nvGrpSpPr>
        <p:grpSpPr>
          <a:xfrm>
            <a:off x="2971800" y="5562600"/>
            <a:ext cx="457200" cy="457200"/>
            <a:chOff x="0" y="762000"/>
            <a:chExt cx="457200" cy="457200"/>
          </a:xfrm>
        </p:grpSpPr>
        <p:sp>
          <p:nvSpPr>
            <p:cNvPr id="205" name="Oval 204"/>
            <p:cNvSpPr/>
            <p:nvPr/>
          </p:nvSpPr>
          <p:spPr>
            <a:xfrm>
              <a:off x="0" y="762000"/>
              <a:ext cx="457200" cy="4572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06" name="TextBox 205"/>
            <p:cNvSpPr txBox="1"/>
            <p:nvPr/>
          </p:nvSpPr>
          <p:spPr>
            <a:xfrm>
              <a:off x="0" y="838200"/>
              <a:ext cx="457200" cy="369332"/>
            </a:xfrm>
            <a:prstGeom prst="rect">
              <a:avLst/>
            </a:prstGeom>
            <a:noFill/>
          </p:spPr>
          <p:txBody>
            <a:bodyPr wrap="square" rtlCol="0">
              <a:spAutoFit/>
            </a:bodyPr>
            <a:lstStyle/>
            <a:p>
              <a:r>
                <a:rPr lang="en-US" dirty="0"/>
                <a:t>11</a:t>
              </a:r>
            </a:p>
          </p:txBody>
        </p:sp>
      </p:grpSp>
      <p:grpSp>
        <p:nvGrpSpPr>
          <p:cNvPr id="9" name="Group 210"/>
          <p:cNvGrpSpPr/>
          <p:nvPr/>
        </p:nvGrpSpPr>
        <p:grpSpPr>
          <a:xfrm>
            <a:off x="5181600" y="5562600"/>
            <a:ext cx="457200" cy="457200"/>
            <a:chOff x="0" y="1600200"/>
            <a:chExt cx="457200" cy="457200"/>
          </a:xfrm>
        </p:grpSpPr>
        <p:sp>
          <p:nvSpPr>
            <p:cNvPr id="207" name="Oval 206"/>
            <p:cNvSpPr/>
            <p:nvPr/>
          </p:nvSpPr>
          <p:spPr>
            <a:xfrm>
              <a:off x="0" y="1600200"/>
              <a:ext cx="457200" cy="4572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08" name="TextBox 207"/>
            <p:cNvSpPr txBox="1"/>
            <p:nvPr/>
          </p:nvSpPr>
          <p:spPr>
            <a:xfrm>
              <a:off x="0" y="1676400"/>
              <a:ext cx="457200" cy="369332"/>
            </a:xfrm>
            <a:prstGeom prst="rect">
              <a:avLst/>
            </a:prstGeom>
            <a:noFill/>
          </p:spPr>
          <p:txBody>
            <a:bodyPr wrap="square" rtlCol="0">
              <a:spAutoFit/>
            </a:bodyPr>
            <a:lstStyle/>
            <a:p>
              <a:r>
                <a:rPr lang="en-US" dirty="0"/>
                <a:t>21</a:t>
              </a:r>
            </a:p>
          </p:txBody>
        </p:sp>
      </p:grpSp>
      <p:grpSp>
        <p:nvGrpSpPr>
          <p:cNvPr id="10" name="Group 211"/>
          <p:cNvGrpSpPr/>
          <p:nvPr/>
        </p:nvGrpSpPr>
        <p:grpSpPr>
          <a:xfrm>
            <a:off x="685800" y="5562600"/>
            <a:ext cx="457200" cy="457200"/>
            <a:chOff x="228600" y="2514600"/>
            <a:chExt cx="457200" cy="457200"/>
          </a:xfrm>
        </p:grpSpPr>
        <p:sp>
          <p:nvSpPr>
            <p:cNvPr id="200" name="Oval 199"/>
            <p:cNvSpPr/>
            <p:nvPr/>
          </p:nvSpPr>
          <p:spPr>
            <a:xfrm>
              <a:off x="228600" y="2514600"/>
              <a:ext cx="457200" cy="4572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sp>
          <p:nvSpPr>
            <p:cNvPr id="201" name="TextBox 200"/>
            <p:cNvSpPr txBox="1"/>
            <p:nvPr/>
          </p:nvSpPr>
          <p:spPr>
            <a:xfrm>
              <a:off x="228600" y="2590800"/>
              <a:ext cx="457200" cy="369332"/>
            </a:xfrm>
            <a:prstGeom prst="rect">
              <a:avLst/>
            </a:prstGeom>
            <a:noFill/>
          </p:spPr>
          <p:txBody>
            <a:bodyPr wrap="square" rtlCol="0">
              <a:spAutoFit/>
            </a:bodyPr>
            <a:lstStyle/>
            <a:p>
              <a:r>
                <a:rPr lang="en-US" dirty="0"/>
                <a:t>01</a:t>
              </a:r>
            </a:p>
          </p:txBody>
        </p:sp>
      </p:grpSp>
      <p:sp>
        <p:nvSpPr>
          <p:cNvPr id="213" name="Rectangle 212"/>
          <p:cNvSpPr/>
          <p:nvPr/>
        </p:nvSpPr>
        <p:spPr>
          <a:xfrm>
            <a:off x="7391400" y="2971800"/>
            <a:ext cx="1066800" cy="533400"/>
          </a:xfrm>
          <a:prstGeom prst="rect">
            <a:avLst/>
          </a:prstGeom>
          <a:ln w="9525"/>
        </p:spPr>
        <p:style>
          <a:lnRef idx="2">
            <a:schemeClr val="dk1"/>
          </a:lnRef>
          <a:fillRef idx="1">
            <a:schemeClr val="lt1"/>
          </a:fillRef>
          <a:effectRef idx="0">
            <a:schemeClr val="dk1"/>
          </a:effectRef>
          <a:fontRef idx="minor">
            <a:schemeClr val="dk1"/>
          </a:fontRef>
        </p:style>
        <p:txBody>
          <a:bodyPr rtlCol="0" anchor="ctr"/>
          <a:lstStyle/>
          <a:p>
            <a:pPr algn="ctr"/>
            <a:r>
              <a:rPr lang="en-US" dirty="0"/>
              <a:t>&lt;1,1&gt;</a:t>
            </a:r>
          </a:p>
        </p:txBody>
      </p:sp>
      <p:grpSp>
        <p:nvGrpSpPr>
          <p:cNvPr id="11" name="Group 215"/>
          <p:cNvGrpSpPr/>
          <p:nvPr/>
        </p:nvGrpSpPr>
        <p:grpSpPr>
          <a:xfrm>
            <a:off x="7391400" y="2895600"/>
            <a:ext cx="1066800" cy="609600"/>
            <a:chOff x="7696200" y="2895600"/>
            <a:chExt cx="1066800" cy="609600"/>
          </a:xfrm>
        </p:grpSpPr>
        <p:sp>
          <p:nvSpPr>
            <p:cNvPr id="214" name="Rectangle 213"/>
            <p:cNvSpPr/>
            <p:nvPr/>
          </p:nvSpPr>
          <p:spPr>
            <a:xfrm>
              <a:off x="7696200" y="2971800"/>
              <a:ext cx="1066800" cy="533400"/>
            </a:xfrm>
            <a:prstGeom prst="rect">
              <a:avLst/>
            </a:prstGeom>
            <a:ln/>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dirty="0"/>
                <a:t>&lt;1,3&gt;</a:t>
              </a:r>
            </a:p>
          </p:txBody>
        </p:sp>
        <p:sp>
          <p:nvSpPr>
            <p:cNvPr id="215" name="Rectangle 214"/>
            <p:cNvSpPr/>
            <p:nvPr/>
          </p:nvSpPr>
          <p:spPr>
            <a:xfrm>
              <a:off x="8458200" y="2895600"/>
              <a:ext cx="152400" cy="152400"/>
            </a:xfrm>
            <a:prstGeom prst="rect">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en-US"/>
            </a:p>
          </p:txBody>
        </p:sp>
      </p:grpSp>
      <p:sp>
        <p:nvSpPr>
          <p:cNvPr id="107" name="TextBox 106"/>
          <p:cNvSpPr txBox="1"/>
          <p:nvPr/>
        </p:nvSpPr>
        <p:spPr>
          <a:xfrm>
            <a:off x="304800" y="3810000"/>
            <a:ext cx="685800" cy="338554"/>
          </a:xfrm>
          <a:prstGeom prst="rect">
            <a:avLst/>
          </a:prstGeom>
          <a:noFill/>
        </p:spPr>
        <p:txBody>
          <a:bodyPr wrap="square" rtlCol="0">
            <a:spAutoFit/>
          </a:bodyPr>
          <a:lstStyle/>
          <a:p>
            <a:r>
              <a:rPr lang="en-US" sz="1600" dirty="0"/>
              <a:t>1G</a:t>
            </a:r>
          </a:p>
        </p:txBody>
      </p:sp>
      <p:sp>
        <p:nvSpPr>
          <p:cNvPr id="108" name="Slide Number Placeholder 107"/>
          <p:cNvSpPr>
            <a:spLocks noGrp="1"/>
          </p:cNvSpPr>
          <p:nvPr>
            <p:ph type="sldNum" sz="quarter" idx="12"/>
          </p:nvPr>
        </p:nvSpPr>
        <p:spPr/>
        <p:txBody>
          <a:bodyPr/>
          <a:lstStyle/>
          <a:p>
            <a:fld id="{B6F15528-21DE-4FAA-801E-634DDDAF4B2B}" type="slidenum">
              <a:rPr lang="en-US" smtClean="0"/>
              <a:pPr/>
              <a:t>102</a:t>
            </a:fld>
            <a:endParaRPr lang="en-US"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7"/>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8"/>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79"/>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78"/>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7"/>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10"/>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92"/>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1" grpId="0"/>
      <p:bldP spid="92" grpId="0"/>
      <p:bldP spid="177" grpId="0"/>
      <p:bldP spid="178" grpId="0"/>
      <p:bldP spid="179" grpId="0"/>
      <p:bldP spid="197" grpId="0" animBg="1"/>
      <p:bldP spid="198" grpId="0" animBg="1"/>
      <p:bldP spid="199" grpId="0"/>
    </p:bldLst>
  </p:timing>
</p:sld>
</file>

<file path=ppt/slides/slide103.xml><?xml version="1.0" encoding="utf-8"?>
<p:sld xmlns:a="http://schemas.openxmlformats.org/drawingml/2006/main" xmlns:r="http://schemas.openxmlformats.org/officeDocument/2006/relationships" xmlns:p="http://schemas.openxmlformats.org/presentationml/2006/main" showMasterSp="0" show="0">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en-US" altLang="zh-CN" dirty="0"/>
              <a:t>Q &amp; A</a:t>
            </a:r>
            <a:endParaRPr lang="zh-CN" altLang="en-US" dirty="0"/>
          </a:p>
        </p:txBody>
      </p:sp>
      <p:sp>
        <p:nvSpPr>
          <p:cNvPr id="4" name="日期占位符 3"/>
          <p:cNvSpPr>
            <a:spLocks noGrp="1"/>
          </p:cNvSpPr>
          <p:nvPr>
            <p:ph type="dt" sz="half" idx="10"/>
          </p:nvPr>
        </p:nvSpPr>
        <p:spPr/>
        <p:txBody>
          <a:bodyPr/>
          <a:lstStyle/>
          <a:p>
            <a:fld id="{827ADB60-3E79-449A-88A8-D8CD2A903F4E}" type="datetime1">
              <a:rPr lang="zh-CN" altLang="en-US" smtClean="0"/>
              <a:pPr/>
              <a:t>2025/3/5</a:t>
            </a:fld>
            <a:endParaRPr lang="zh-CN" altLang="en-US"/>
          </a:p>
        </p:txBody>
      </p:sp>
      <p:sp>
        <p:nvSpPr>
          <p:cNvPr id="5" name="灯片编号占位符 4"/>
          <p:cNvSpPr>
            <a:spLocks noGrp="1"/>
          </p:cNvSpPr>
          <p:nvPr>
            <p:ph type="sldNum" sz="quarter" idx="12"/>
          </p:nvPr>
        </p:nvSpPr>
        <p:spPr/>
        <p:txBody>
          <a:bodyPr/>
          <a:lstStyle/>
          <a:p>
            <a:fld id="{0C913308-F349-4B6D-A68A-DD1791B4A57B}" type="slidenum">
              <a:rPr lang="zh-CN" altLang="en-US" smtClean="0"/>
              <a:pPr/>
              <a:t>103</a:t>
            </a:fld>
            <a:endParaRPr lang="zh-CN" altLang="en-US"/>
          </a:p>
        </p:txBody>
      </p:sp>
      <p:pic>
        <p:nvPicPr>
          <p:cNvPr id="6" name="Picture 120"/>
          <p:cNvPicPr>
            <a:picLocks noChangeArrowheads="1"/>
          </p:cNvPicPr>
          <p:nvPr/>
        </p:nvPicPr>
        <p:blipFill>
          <a:blip r:embed="rId3" cstate="print"/>
          <a:srcRect/>
          <a:stretch>
            <a:fillRect/>
          </a:stretch>
        </p:blipFill>
        <p:spPr bwMode="auto">
          <a:xfrm>
            <a:off x="2000232" y="1857364"/>
            <a:ext cx="5224482" cy="3810016"/>
          </a:xfrm>
          <a:prstGeom prst="rect">
            <a:avLst/>
          </a:prstGeom>
          <a:noFill/>
          <a:ln w="12700">
            <a:noFill/>
            <a:miter lim="800000"/>
            <a:headEnd/>
            <a:tailEnd/>
          </a:ln>
        </p:spPr>
      </p:pic>
    </p:spTree>
  </p:cSld>
  <p:clrMapOvr>
    <a:masterClrMapping/>
  </p:clrMapOvr>
</p:sld>
</file>

<file path=ppt/theme/_rels/theme2.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Custom Design">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Fan">
  <a:themeElements>
    <a:clrScheme name="Fan">
      <a:dk1>
        <a:sysClr val="windowText" lastClr="000000"/>
      </a:dk1>
      <a:lt1>
        <a:sysClr val="window" lastClr="FFFFFF"/>
      </a:lt1>
      <a:dk2>
        <a:srgbClr val="2F2F2F"/>
      </a:dk2>
      <a:lt2>
        <a:srgbClr val="FFFFF4"/>
      </a:lt2>
      <a:accent1>
        <a:srgbClr val="918415"/>
      </a:accent1>
      <a:accent2>
        <a:srgbClr val="C47546"/>
      </a:accent2>
      <a:accent3>
        <a:srgbClr val="AFB591"/>
      </a:accent3>
      <a:accent4>
        <a:srgbClr val="B9945B"/>
      </a:accent4>
      <a:accent5>
        <a:srgbClr val="85ADBC"/>
      </a:accent5>
      <a:accent6>
        <a:srgbClr val="E5B440"/>
      </a:accent6>
      <a:hlink>
        <a:srgbClr val="00D5D5"/>
      </a:hlink>
      <a:folHlink>
        <a:srgbClr val="DD00DD"/>
      </a:folHlink>
    </a:clrScheme>
    <a:fontScheme name="Fan">
      <a:majorFont>
        <a:latin typeface="Franklin Gothic Medium"/>
        <a:ea typeface=""/>
        <a:cs typeface=""/>
        <a:font script="Jpan" typeface="HG創英角ｺﾞｼｯｸUB"/>
        <a:font script="Hang" typeface="HY견고딕"/>
        <a:font script="Hans" typeface="微软雅黑"/>
        <a:font script="Hant" typeface="微軟正黑體"/>
        <a:font script="Arab" typeface="Arial Bold"/>
        <a:font script="Hebr" typeface="Arial Bold"/>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Bold"/>
        <a:font script="Uigh" typeface="Microsoft Uighur"/>
      </a:majorFont>
      <a:minorFont>
        <a:latin typeface="Franklin Gothic Book"/>
        <a:ea typeface=""/>
        <a:cs typeface=""/>
        <a:font script="Jpan" typeface="HG創英角ｺﾞｼｯｸUB"/>
        <a:font script="Hang" typeface="맑은 고딕"/>
        <a:font script="Hans" typeface="黑体"/>
        <a:font script="Hant" typeface="新細明體"/>
        <a:font script="Arab" typeface="Arial"/>
        <a:font script="Hebr" typeface="Arial"/>
        <a:font script="Thai" typeface="Cordian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Fan">
      <a:fillStyleLst>
        <a:solidFill>
          <a:schemeClr val="phClr"/>
        </a:solidFill>
        <a:gradFill rotWithShape="1">
          <a:gsLst>
            <a:gs pos="0">
              <a:schemeClr val="phClr">
                <a:tint val="98000"/>
                <a:satMod val="220000"/>
              </a:schemeClr>
            </a:gs>
            <a:gs pos="31000">
              <a:schemeClr val="phClr">
                <a:tint val="30000"/>
                <a:satMod val="150000"/>
              </a:schemeClr>
            </a:gs>
            <a:gs pos="91000">
              <a:schemeClr val="phClr">
                <a:tint val="96000"/>
              </a:schemeClr>
            </a:gs>
          </a:gsLst>
          <a:path path="circle">
            <a:fillToRect l="50000" t="150000" r="50000"/>
          </a:path>
        </a:gradFill>
        <a:blipFill>
          <a:blip xmlns:r="http://schemas.openxmlformats.org/officeDocument/2006/relationships" r:embed="rId1">
            <a:duotone>
              <a:schemeClr val="phClr">
                <a:shade val="28000"/>
                <a:satMod val="100000"/>
              </a:schemeClr>
              <a:schemeClr val="phClr">
                <a:tint val="100000"/>
                <a:satMod val="200000"/>
              </a:schemeClr>
            </a:duotone>
          </a:blip>
          <a:tile tx="0" ty="0" sx="80000" sy="80000" flip="none" algn="tl"/>
        </a:blipFill>
      </a:fillStyleLst>
      <a:lnStyleLst>
        <a:ln w="12700" cap="flat" cmpd="sng" algn="ctr">
          <a:solidFill>
            <a:schemeClr val="phClr"/>
          </a:solidFill>
          <a:prstDash val="solid"/>
        </a:ln>
        <a:ln w="25400" cap="flat" cmpd="sng" algn="ctr">
          <a:solidFill>
            <a:schemeClr val="phClr"/>
          </a:solidFill>
          <a:prstDash val="solid"/>
        </a:ln>
        <a:ln w="38100" cap="flat" cmpd="dbl" algn="ctr">
          <a:solidFill>
            <a:schemeClr val="phClr"/>
          </a:solidFill>
          <a:prstDash val="solid"/>
        </a:ln>
      </a:lnStyleLst>
      <a:effectStyleLst>
        <a:effectStyle>
          <a:effectLst>
            <a:glow rad="63500">
              <a:schemeClr val="phClr">
                <a:alpha val="45000"/>
                <a:satMod val="110000"/>
              </a:schemeClr>
            </a:glow>
          </a:effectLst>
        </a:effectStyle>
        <a:effectStyle>
          <a:effectLst>
            <a:outerShdw blurRad="34925" dist="31750" dir="5400000" algn="tl" rotWithShape="0">
              <a:srgbClr val="000000">
                <a:alpha val="50000"/>
              </a:srgbClr>
            </a:outerShdw>
          </a:effectLst>
          <a:scene3d>
            <a:camera prst="orthographicFront">
              <a:rot lat="0" lon="0" rev="0"/>
            </a:camera>
            <a:lightRig rig="flood" dir="t">
              <a:rot lat="0" lon="0" rev="5400000"/>
            </a:lightRig>
          </a:scene3d>
          <a:sp3d contourW="9525" prstMaterial="dkEdge">
            <a:bevelT w="12000" h="24150"/>
            <a:contourClr>
              <a:schemeClr val="phClr">
                <a:satMod val="110000"/>
              </a:schemeClr>
            </a:contourClr>
          </a:sp3d>
        </a:effectStyle>
        <a:effectStyle>
          <a:effectLst>
            <a:outerShdw blurRad="50800" dist="31750" dir="5400000" algn="tl" rotWithShape="0">
              <a:srgbClr val="000000">
                <a:alpha val="50000"/>
              </a:srgbClr>
            </a:outerShdw>
          </a:effectLst>
          <a:scene3d>
            <a:camera prst="orthographicFront">
              <a:rot lat="0" lon="0" rev="0"/>
            </a:camera>
            <a:lightRig rig="flood" dir="t">
              <a:rot lat="0" lon="0" rev="5400000"/>
            </a:lightRig>
          </a:scene3d>
          <a:sp3d contourW="18700" prstMaterial="dkEdge">
            <a:bevelT w="44450" h="80600"/>
            <a:contourClr>
              <a:schemeClr val="phClr">
                <a:satMod val="110000"/>
              </a:schemeClr>
            </a:contourClr>
          </a:sp3d>
        </a:effectStyle>
      </a:effectStyleLst>
      <a:bgFillStyleLst>
        <a:solidFill>
          <a:schemeClr val="phClr"/>
        </a:solidFill>
        <a:gradFill rotWithShape="1">
          <a:gsLst>
            <a:gs pos="0">
              <a:schemeClr val="phClr">
                <a:shade val="70000"/>
                <a:satMod val="1000000"/>
              </a:schemeClr>
            </a:gs>
            <a:gs pos="31000">
              <a:schemeClr val="phClr">
                <a:shade val="85000"/>
                <a:satMod val="450000"/>
              </a:schemeClr>
            </a:gs>
            <a:gs pos="100000">
              <a:schemeClr val="phClr">
                <a:tint val="70000"/>
                <a:satMod val="300000"/>
              </a:schemeClr>
            </a:gs>
          </a:gsLst>
          <a:path path="circle">
            <a:fillToRect l="50000" t="150000" r="50000"/>
          </a:path>
        </a:gradFill>
        <a:blipFill>
          <a:blip xmlns:r="http://schemas.openxmlformats.org/officeDocument/2006/relationships" r:embed="rId2">
            <a:duotone>
              <a:schemeClr val="phClr">
                <a:tint val="100000"/>
                <a:shade val="70000"/>
                <a:hueMod val="100000"/>
                <a:satMod val="100000"/>
              </a:schemeClr>
              <a:schemeClr val="phClr">
                <a:tint val="90000"/>
                <a:shade val="100000"/>
                <a:hueMod val="100000"/>
                <a:satMod val="100000"/>
              </a:schemeClr>
            </a:duotone>
          </a:blip>
          <a:stretch>
            <a:fillRect/>
          </a:stretch>
        </a:blipFill>
      </a:bgFillStyleLst>
    </a:fmtScheme>
  </a:themeElements>
  <a:objectDefaults/>
  <a:extraClrSchemeLst/>
</a:theme>
</file>

<file path=ppt/theme/theme3.xml><?xml version="1.0" encoding="utf-8"?>
<a:theme xmlns:a="http://schemas.openxmlformats.org/drawingml/2006/main" name="Yelick267">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00CC"/>
      </a:hlink>
      <a:folHlink>
        <a:srgbClr val="EAEC5E"/>
      </a:folHlink>
    </a:clrScheme>
    <a:fontScheme name="Yelick267">
      <a:majorFont>
        <a:latin typeface="Arial"/>
        <a:ea typeface="ＭＳ Ｐゴシック"/>
        <a:cs typeface=""/>
      </a:majorFont>
      <a:minorFont>
        <a:latin typeface="Arial"/>
        <a:ea typeface="ＭＳ Ｐゴシック"/>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sm" len="sm"/>
          <a:tailEnd type="none" w="sm" len="sm"/>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a:ln>
              <a:noFill/>
            </a:ln>
            <a:solidFill>
              <a:schemeClr val="accent1"/>
            </a:solidFill>
            <a:effectLst/>
            <a:latin typeface="Arial" charset="0"/>
            <a:ea typeface="ＭＳ Ｐゴシック"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sm" len="sm"/>
          <a:tailEnd type="none" w="sm" len="sm"/>
        </a:ln>
        <a:effectLst/>
        <a:extLst>
          <a:ext uri="{909E8E84-426E-40dd-AFC4-6F175D3DCCD1}">
            <a14:hiddenFill xmlns="" xmlns:a14="http://schemas.microsoft.com/office/drawing/2010/main">
              <a:solidFill>
                <a:schemeClr val="accent1"/>
              </a:solidFill>
            </a14:hiddenFill>
          </a:ext>
          <a:ext uri="{AF507438-7753-43e0-B8FC-AC1667EBCBE1}">
            <a14:hiddenEffects xmlns="" xmlns:a14="http://schemas.microsoft.com/office/drawing/2010/main">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2000" b="1" i="0" u="none" strike="noStrike" cap="none" normalizeH="0" baseline="0">
            <a:ln>
              <a:noFill/>
            </a:ln>
            <a:solidFill>
              <a:schemeClr val="accent1"/>
            </a:solidFill>
            <a:effectLst/>
            <a:latin typeface="Arial" charset="0"/>
            <a:ea typeface="ＭＳ Ｐゴシック" charset="0"/>
          </a:defRPr>
        </a:defPPr>
      </a:lstStyle>
    </a:lnDef>
  </a:objectDefaults>
  <a:extraClrSchemeLst>
    <a:extraClrScheme>
      <a:clrScheme name="Yelick267 1">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Yelick267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Yelick267 3">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Yelick267 4">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Yelick267 5">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Yelick267 6">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Yelick267 7">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2_Hwang-EE657-Lecture1-Intruction-Aug31-2007">
  <a:themeElements>
    <a:clrScheme name="Hwang-EE657-Lecture1-Intruction-Aug31-2007 1">
      <a:dk1>
        <a:srgbClr val="000000"/>
      </a:dk1>
      <a:lt1>
        <a:srgbClr val="FFFFFF"/>
      </a:lt1>
      <a:dk2>
        <a:srgbClr val="00478E"/>
      </a:dk2>
      <a:lt2>
        <a:srgbClr val="FFCC29"/>
      </a:lt2>
      <a:accent1>
        <a:srgbClr val="FCEB98"/>
      </a:accent1>
      <a:accent2>
        <a:srgbClr val="6699FF"/>
      </a:accent2>
      <a:accent3>
        <a:srgbClr val="AAB1C6"/>
      </a:accent3>
      <a:accent4>
        <a:srgbClr val="DADADA"/>
      </a:accent4>
      <a:accent5>
        <a:srgbClr val="FDF3CA"/>
      </a:accent5>
      <a:accent6>
        <a:srgbClr val="5C8AE7"/>
      </a:accent6>
      <a:hlink>
        <a:srgbClr val="66CC66"/>
      </a:hlink>
      <a:folHlink>
        <a:srgbClr val="FA7438"/>
      </a:folHlink>
    </a:clrScheme>
    <a:fontScheme name="2_Hwang-EE657-Lecture1-Intruction-Aug31-2007">
      <a:majorFont>
        <a:latin typeface=""/>
        <a:ea typeface=""/>
        <a:cs typeface="ＭＳ Ｐゴシック"/>
      </a:majorFont>
      <a:minorFont>
        <a:latin typeface=""/>
        <a:ea typeface=""/>
        <a:cs typeface="ＭＳ Ｐゴシック"/>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200" b="1" i="0" u="none" strike="noStrike" cap="none" normalizeH="0" baseline="0">
            <a:ln>
              <a:noFill/>
            </a:ln>
            <a:solidFill>
              <a:schemeClr val="tx1"/>
            </a:solidFill>
            <a:effectLst>
              <a:outerShdw blurRad="38100" dist="38100" dir="2700000" algn="tl">
                <a:srgbClr val="000000">
                  <a:alpha val="43137"/>
                </a:srgbClr>
              </a:outerShdw>
            </a:effectLst>
            <a:latin typeface="Arial" charset="0"/>
            <a:ea typeface="ＭＳ Ｐゴシック"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sz="3200" b="1" i="0" u="none" strike="noStrike" cap="none" normalizeH="0" baseline="0">
            <a:ln>
              <a:noFill/>
            </a:ln>
            <a:solidFill>
              <a:schemeClr val="tx1"/>
            </a:solidFill>
            <a:effectLst>
              <a:outerShdw blurRad="38100" dist="38100" dir="2700000" algn="tl">
                <a:srgbClr val="000000">
                  <a:alpha val="43137"/>
                </a:srgbClr>
              </a:outerShdw>
            </a:effectLst>
            <a:latin typeface="Arial" charset="0"/>
            <a:ea typeface="ＭＳ Ｐゴシック" charset="0"/>
          </a:defRPr>
        </a:defPPr>
      </a:lstStyle>
    </a:lnDef>
  </a:objectDefaults>
  <a:extraClrSchemeLst>
    <a:extraClrScheme>
      <a:clrScheme name="Hwang-EE657-Lecture1-Intruction-Aug31-2007 1">
        <a:dk1>
          <a:srgbClr val="000000"/>
        </a:dk1>
        <a:lt1>
          <a:srgbClr val="FFFFFF"/>
        </a:lt1>
        <a:dk2>
          <a:srgbClr val="00478E"/>
        </a:dk2>
        <a:lt2>
          <a:srgbClr val="FFCC29"/>
        </a:lt2>
        <a:accent1>
          <a:srgbClr val="FCEB98"/>
        </a:accent1>
        <a:accent2>
          <a:srgbClr val="6699FF"/>
        </a:accent2>
        <a:accent3>
          <a:srgbClr val="AAB1C6"/>
        </a:accent3>
        <a:accent4>
          <a:srgbClr val="DADADA"/>
        </a:accent4>
        <a:accent5>
          <a:srgbClr val="FDF3CA"/>
        </a:accent5>
        <a:accent6>
          <a:srgbClr val="5C8AE7"/>
        </a:accent6>
        <a:hlink>
          <a:srgbClr val="66CC66"/>
        </a:hlink>
        <a:folHlink>
          <a:srgbClr val="FA7438"/>
        </a:folHlink>
      </a:clrScheme>
      <a:clrMap bg1="dk2" tx1="lt1" bg2="dk1" tx2="lt2" accent1="accent1" accent2="accent2" accent3="accent3" accent4="accent4" accent5="accent5" accent6="accent6" hlink="hlink" folHlink="folHlink"/>
    </a:extraClrScheme>
  </a:extraClrSchemeLst>
</a:theme>
</file>

<file path=ppt/theme/theme5.xml><?xml version="1.0" encoding="utf-8"?>
<a:theme xmlns:a="http://schemas.openxmlformats.org/drawingml/2006/main" name="2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12700">
          <a:solidFill>
            <a:schemeClr val="tx1"/>
          </a:solid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theme>
</file>

<file path=ppt/theme/theme7.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28600</TotalTime>
  <Words>7205</Words>
  <Application>Microsoft Macintosh PowerPoint</Application>
  <PresentationFormat>On-screen Show (4:3)</PresentationFormat>
  <Paragraphs>1634</Paragraphs>
  <Slides>103</Slides>
  <Notes>54</Notes>
  <HiddenSlides>42</HiddenSlides>
  <MMClips>0</MMClips>
  <ScaleCrop>false</ScaleCrop>
  <HeadingPairs>
    <vt:vector size="8" baseType="variant">
      <vt:variant>
        <vt:lpstr>Fonts Used</vt:lpstr>
      </vt:variant>
      <vt:variant>
        <vt:i4>17</vt:i4>
      </vt:variant>
      <vt:variant>
        <vt:lpstr>Theme</vt:lpstr>
      </vt:variant>
      <vt:variant>
        <vt:i4>6</vt:i4>
      </vt:variant>
      <vt:variant>
        <vt:lpstr>Embedded OLE Servers</vt:lpstr>
      </vt:variant>
      <vt:variant>
        <vt:i4>1</vt:i4>
      </vt:variant>
      <vt:variant>
        <vt:lpstr>Slide Titles</vt:lpstr>
      </vt:variant>
      <vt:variant>
        <vt:i4>103</vt:i4>
      </vt:variant>
    </vt:vector>
  </HeadingPairs>
  <TitlesOfParts>
    <vt:vector size="127" baseType="lpstr">
      <vt:lpstr>Frutiger Linotype</vt:lpstr>
      <vt:lpstr>Segeo UI</vt:lpstr>
      <vt:lpstr>Arial</vt:lpstr>
      <vt:lpstr>Calibri</vt:lpstr>
      <vt:lpstr>Cambria</vt:lpstr>
      <vt:lpstr>Candara</vt:lpstr>
      <vt:lpstr>Comic Sans MS</vt:lpstr>
      <vt:lpstr>Franklin Gothic Book</vt:lpstr>
      <vt:lpstr>Franklin Gothic Medium</vt:lpstr>
      <vt:lpstr>Gill Sans MT</vt:lpstr>
      <vt:lpstr>Helvetica</vt:lpstr>
      <vt:lpstr>Lucida Grande</vt:lpstr>
      <vt:lpstr>Menlo</vt:lpstr>
      <vt:lpstr>Times New Roman</vt:lpstr>
      <vt:lpstr>Verdana</vt:lpstr>
      <vt:lpstr>Wingdings</vt:lpstr>
      <vt:lpstr>Wingdings 2</vt:lpstr>
      <vt:lpstr>Custom Design</vt:lpstr>
      <vt:lpstr>Fan</vt:lpstr>
      <vt:lpstr>Yelick267</vt:lpstr>
      <vt:lpstr>2_Hwang-EE657-Lecture1-Intruction-Aug31-2007</vt:lpstr>
      <vt:lpstr>2_Office Theme</vt:lpstr>
      <vt:lpstr>Office Theme</vt:lpstr>
      <vt:lpstr>Equation</vt:lpstr>
      <vt:lpstr>Data Center Networking</vt:lpstr>
      <vt:lpstr>Cloud is built on Massive Datacenters</vt:lpstr>
      <vt:lpstr>Data Centers</vt:lpstr>
      <vt:lpstr>What are data centers?</vt:lpstr>
      <vt:lpstr>What is a server?</vt:lpstr>
      <vt:lpstr>What are data center networks?</vt:lpstr>
      <vt:lpstr>Data center networks </vt:lpstr>
      <vt:lpstr>How do data center networks connect servers?</vt:lpstr>
      <vt:lpstr>How do data center networks connect servers?</vt:lpstr>
      <vt:lpstr>How do data center networks connect servers?</vt:lpstr>
      <vt:lpstr>Data center networks provide connectivity for all three ports</vt:lpstr>
      <vt:lpstr>Data center networks provide connectivity for all three ports</vt:lpstr>
      <vt:lpstr>Data center networks provide connectivity for all three ports</vt:lpstr>
      <vt:lpstr>Data center networks provide connectivity for all three ports</vt:lpstr>
      <vt:lpstr>Data center networks provide connectivity for all three ports</vt:lpstr>
      <vt:lpstr>Data center networks provide connectivity for all three ports</vt:lpstr>
      <vt:lpstr>PowerPoint Presentation</vt:lpstr>
      <vt:lpstr>PowerPoint Presentation</vt:lpstr>
      <vt:lpstr>Broad questions</vt:lpstr>
      <vt:lpstr>PowerPoint Presentation</vt:lpstr>
      <vt:lpstr>Breakdown wrt DC size</vt:lpstr>
      <vt:lpstr>Data Center Costs</vt:lpstr>
      <vt:lpstr>PowerPoint Presentation</vt:lpstr>
      <vt:lpstr>PowerPoint Presentation</vt:lpstr>
      <vt:lpstr>DC network design questions</vt:lpstr>
      <vt:lpstr>Data Center Design Requirements</vt:lpstr>
      <vt:lpstr>Data Center Costs</vt:lpstr>
      <vt:lpstr>Networking Objectives </vt:lpstr>
      <vt:lpstr>Cisco Recommended DC Structure:  (Early days)</vt:lpstr>
      <vt:lpstr>A Scalable, Commodity Data Center Network Architecture </vt:lpstr>
      <vt:lpstr>PowerPoint Presentation</vt:lpstr>
      <vt:lpstr>Fat-Tree Based Topology (Cont.)</vt:lpstr>
      <vt:lpstr>Fat-Tree Based Topology (Cont.)</vt:lpstr>
      <vt:lpstr>Bisection Bandwidth in a Fat Tree</vt:lpstr>
      <vt:lpstr>Fat-Tree Based Topology (Cont.)</vt:lpstr>
      <vt:lpstr>Outline</vt:lpstr>
      <vt:lpstr>Data Center Networking</vt:lpstr>
      <vt:lpstr>Data Center Interconnection Structure</vt:lpstr>
      <vt:lpstr>Design Characteristics of a Data Center Network</vt:lpstr>
      <vt:lpstr>Performance Properties of a Network: Bisection Bandwidth</vt:lpstr>
      <vt:lpstr>Cisco Recommended DC Structure: Illustration</vt:lpstr>
      <vt:lpstr>Data Center Design Requirements</vt:lpstr>
      <vt:lpstr>Overall Data Center Design Goals </vt:lpstr>
      <vt:lpstr>Achieving Agility … </vt:lpstr>
      <vt:lpstr>Networking Objectives </vt:lpstr>
      <vt:lpstr>Additional Data Center Considerations</vt:lpstr>
      <vt:lpstr>Modern Data Center Network Architectures: Options</vt:lpstr>
      <vt:lpstr>Outline</vt:lpstr>
      <vt:lpstr>A Scalable, Commodity Data Center Network Architecture </vt:lpstr>
      <vt:lpstr>Fat-Tree Based DC Architecture </vt:lpstr>
      <vt:lpstr>Fat tree topology</vt:lpstr>
      <vt:lpstr>Bisection of Fat Tree</vt:lpstr>
      <vt:lpstr>Why simpler hierarchies not good enough?</vt:lpstr>
      <vt:lpstr>Fat-tree Topology is Great, But …</vt:lpstr>
      <vt:lpstr>Optimizations to Distribute traffic</vt:lpstr>
      <vt:lpstr>Design Goals for Network Fabric</vt:lpstr>
      <vt:lpstr>FAT-Tree Modified</vt:lpstr>
      <vt:lpstr>Fat Tree Routing Example</vt:lpstr>
      <vt:lpstr>Fat Tree Routing Example</vt:lpstr>
      <vt:lpstr>Fat Tree Routing Example</vt:lpstr>
      <vt:lpstr>Fat Tree Routing Example</vt:lpstr>
      <vt:lpstr>Fat Tree Routing Example</vt:lpstr>
      <vt:lpstr>Fat Tree Routing Example All tables</vt:lpstr>
      <vt:lpstr>PortLand: A Scalable Fault-Tolerant Layer 2 Data Center Network Fabric</vt:lpstr>
      <vt:lpstr>PortLand Solution</vt:lpstr>
      <vt:lpstr>PMAC Addressing Scheme</vt:lpstr>
      <vt:lpstr>Location Discovery Protocol</vt:lpstr>
      <vt:lpstr>PortLand: Name Resolution</vt:lpstr>
      <vt:lpstr>PortLand: Name Resolution (Cont.)</vt:lpstr>
      <vt:lpstr>PortLand: Fabric Manager</vt:lpstr>
      <vt:lpstr>Loop-free Forwarding  and Fault-Tolerant Routing</vt:lpstr>
      <vt:lpstr>Outline</vt:lpstr>
      <vt:lpstr>VL2: Motivation</vt:lpstr>
      <vt:lpstr>Conventional Data Center Architecture</vt:lpstr>
      <vt:lpstr>Design of VL2</vt:lpstr>
      <vt:lpstr>Scale-out Topologies</vt:lpstr>
      <vt:lpstr>Scale-out Topologies Benefit</vt:lpstr>
      <vt:lpstr>Valiant load balancing</vt:lpstr>
      <vt:lpstr>Example</vt:lpstr>
      <vt:lpstr> VL2 agent</vt:lpstr>
      <vt:lpstr>VL2 Addressing and Routing</vt:lpstr>
      <vt:lpstr>Random Traffic Spreading over Multiple Paths</vt:lpstr>
      <vt:lpstr>VL2 Directory System</vt:lpstr>
      <vt:lpstr>VL2 Directory System</vt:lpstr>
      <vt:lpstr>Advantage of VL2</vt:lpstr>
      <vt:lpstr>Evaluation: testbed</vt:lpstr>
      <vt:lpstr>Evaluation </vt:lpstr>
      <vt:lpstr>Critique</vt:lpstr>
      <vt:lpstr>Outline</vt:lpstr>
      <vt:lpstr>DCell</vt:lpstr>
      <vt:lpstr>DCell Ideas</vt:lpstr>
      <vt:lpstr>DCell: the Construction</vt:lpstr>
      <vt:lpstr>BCube</vt:lpstr>
      <vt:lpstr>BCube design goals</vt:lpstr>
      <vt:lpstr>BCube structure </vt:lpstr>
      <vt:lpstr>BCube: Server centric network</vt:lpstr>
      <vt:lpstr>Multi-paths for one-to-one traffic</vt:lpstr>
      <vt:lpstr>Speedup for one-to-several traffic</vt:lpstr>
      <vt:lpstr>BCube Source Routing (BSR)</vt:lpstr>
      <vt:lpstr>BCube Source Routing</vt:lpstr>
      <vt:lpstr>Path compression and fast packet forwarding</vt:lpstr>
      <vt:lpstr>Routing to external networks</vt:lpstr>
      <vt:lpstr>Q &amp; 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1 Introduction</dc:title>
  <dc:creator>lidan</dc:creator>
  <cp:lastModifiedBy>Microsoft Office User</cp:lastModifiedBy>
  <cp:revision>906</cp:revision>
  <dcterms:modified xsi:type="dcterms:W3CDTF">2025-03-06T21:46:17Z</dcterms:modified>
</cp:coreProperties>
</file>